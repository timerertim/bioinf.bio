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3"/>
    <p:sldId id="267" r:id="rId4"/>
    <p:sldId id="268" r:id="rId5"/>
    <p:sldId id="269" r:id="rId6"/>
    <p:sldId id="270" r:id="rId7"/>
    <p:sldId id="271" r:id="rId8"/>
    <p:sldId id="262" r:id="rId9"/>
    <p:sldId id="259" r:id="rId10"/>
    <p:sldId id="260" r:id="rId11"/>
    <p:sldId id="276" r:id="rId12"/>
    <p:sldId id="261" r:id="rId13"/>
    <p:sldId id="263" r:id="rId14"/>
    <p:sldId id="256" r:id="rId15"/>
    <p:sldId id="275" r:id="rId16"/>
    <p:sldId id="258" r:id="rId17"/>
    <p:sldId id="265" r:id="rId18"/>
    <p:sldId id="273" r:id="rId19"/>
    <p:sldId id="272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FF1DC-EA6B-4AA4-A287-036D207D1CC8}" v="33" dt="2026-05-29T11:35:43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979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tter Julia" userId="961bbe3d-588e-4c4f-b31e-bef04924fd82" providerId="ADAL" clId="{DB758F30-534C-478B-B324-4C6E75E82165}"/>
    <pc:docChg chg="undo custSel addSld delSld modSld sldOrd">
      <pc:chgData name="Vetter Julia" userId="961bbe3d-588e-4c4f-b31e-bef04924fd82" providerId="ADAL" clId="{DB758F30-534C-478B-B324-4C6E75E82165}" dt="2026-05-29T11:35:46.589" v="948" actId="1035"/>
      <pc:docMkLst>
        <pc:docMk/>
      </pc:docMkLst>
      <pc:sldChg chg="add">
        <pc:chgData name="Vetter Julia" userId="961bbe3d-588e-4c4f-b31e-bef04924fd82" providerId="ADAL" clId="{DB758F30-534C-478B-B324-4C6E75E82165}" dt="2026-05-29T11:23:18.051" v="561"/>
        <pc:sldMkLst>
          <pc:docMk/>
          <pc:sldMk cId="1827537163" sldId="256"/>
        </pc:sldMkLst>
      </pc:sldChg>
      <pc:sldChg chg="addSp modSp del mod chgLayout">
        <pc:chgData name="Vetter Julia" userId="961bbe3d-588e-4c4f-b31e-bef04924fd82" providerId="ADAL" clId="{DB758F30-534C-478B-B324-4C6E75E82165}" dt="2026-05-29T11:23:15.651" v="560" actId="2696"/>
        <pc:sldMkLst>
          <pc:docMk/>
          <pc:sldMk cId="2428630173" sldId="256"/>
        </pc:sldMkLst>
        <pc:spChg chg="add mod">
          <ac:chgData name="Vetter Julia" userId="961bbe3d-588e-4c4f-b31e-bef04924fd82" providerId="ADAL" clId="{DB758F30-534C-478B-B324-4C6E75E82165}" dt="2026-05-29T11:17:08.504" v="559" actId="20577"/>
          <ac:spMkLst>
            <pc:docMk/>
            <pc:sldMk cId="2428630173" sldId="256"/>
            <ac:spMk id="2" creationId="{A47B4AAD-E483-41A3-A4C6-04E1702084A8}"/>
          </ac:spMkLst>
        </pc:spChg>
        <pc:spChg chg="add mod">
          <ac:chgData name="Vetter Julia" userId="961bbe3d-588e-4c4f-b31e-bef04924fd82" providerId="ADAL" clId="{DB758F30-534C-478B-B324-4C6E75E82165}" dt="2026-05-29T11:17:04.643" v="551" actId="700"/>
          <ac:spMkLst>
            <pc:docMk/>
            <pc:sldMk cId="2428630173" sldId="256"/>
            <ac:spMk id="3" creationId="{1FB19339-5C7F-BA32-CC2C-24A695C7AA5B}"/>
          </ac:spMkLst>
        </pc:spChg>
      </pc:sldChg>
      <pc:sldChg chg="addSp delSp modSp del mod">
        <pc:chgData name="Vetter Julia" userId="961bbe3d-588e-4c4f-b31e-bef04924fd82" providerId="ADAL" clId="{DB758F30-534C-478B-B324-4C6E75E82165}" dt="2026-05-29T11:34:08.800" v="938" actId="47"/>
        <pc:sldMkLst>
          <pc:docMk/>
          <pc:sldMk cId="703732820" sldId="257"/>
        </pc:sldMkLst>
        <pc:picChg chg="add del mod">
          <ac:chgData name="Vetter Julia" userId="961bbe3d-588e-4c4f-b31e-bef04924fd82" providerId="ADAL" clId="{DB758F30-534C-478B-B324-4C6E75E82165}" dt="2026-05-29T10:58:28.448" v="541" actId="21"/>
          <ac:picMkLst>
            <pc:docMk/>
            <pc:sldMk cId="703732820" sldId="257"/>
            <ac:picMk id="3" creationId="{0F8D72A0-61E7-BDE0-19A3-C2BC0024562F}"/>
          </ac:picMkLst>
        </pc:picChg>
        <pc:picChg chg="add del mod">
          <ac:chgData name="Vetter Julia" userId="961bbe3d-588e-4c4f-b31e-bef04924fd82" providerId="ADAL" clId="{DB758F30-534C-478B-B324-4C6E75E82165}" dt="2026-05-29T10:58:26.519" v="540" actId="478"/>
          <ac:picMkLst>
            <pc:docMk/>
            <pc:sldMk cId="703732820" sldId="257"/>
            <ac:picMk id="5" creationId="{E239C859-3054-A7E4-3C40-ECD8E9136381}"/>
          </ac:picMkLst>
        </pc:picChg>
        <pc:picChg chg="add del mod">
          <ac:chgData name="Vetter Julia" userId="961bbe3d-588e-4c4f-b31e-bef04924fd82" providerId="ADAL" clId="{DB758F30-534C-478B-B324-4C6E75E82165}" dt="2026-05-29T10:57:53.262" v="531" actId="21"/>
          <ac:picMkLst>
            <pc:docMk/>
            <pc:sldMk cId="703732820" sldId="257"/>
            <ac:picMk id="7" creationId="{C29145B1-66AF-CFE3-5217-45FEBB213DEB}"/>
          </ac:picMkLst>
        </pc:picChg>
        <pc:picChg chg="add del mod">
          <ac:chgData name="Vetter Julia" userId="961bbe3d-588e-4c4f-b31e-bef04924fd82" providerId="ADAL" clId="{DB758F30-534C-478B-B324-4C6E75E82165}" dt="2026-05-29T10:57:21.748" v="525" actId="21"/>
          <ac:picMkLst>
            <pc:docMk/>
            <pc:sldMk cId="703732820" sldId="257"/>
            <ac:picMk id="9" creationId="{FA60571F-27CC-6EB8-C600-9B5A50239D12}"/>
          </ac:picMkLst>
        </pc:picChg>
        <pc:picChg chg="add del mod">
          <ac:chgData name="Vetter Julia" userId="961bbe3d-588e-4c4f-b31e-bef04924fd82" providerId="ADAL" clId="{DB758F30-534C-478B-B324-4C6E75E82165}" dt="2026-05-29T10:47:12.782" v="233" actId="21"/>
          <ac:picMkLst>
            <pc:docMk/>
            <pc:sldMk cId="703732820" sldId="257"/>
            <ac:picMk id="11" creationId="{233A2F71-CFE4-0EA0-0CED-3B4619D59E81}"/>
          </ac:picMkLst>
        </pc:picChg>
        <pc:picChg chg="add del mod">
          <ac:chgData name="Vetter Julia" userId="961bbe3d-588e-4c4f-b31e-bef04924fd82" providerId="ADAL" clId="{DB758F30-534C-478B-B324-4C6E75E82165}" dt="2026-05-29T10:47:10.517" v="232" actId="478"/>
          <ac:picMkLst>
            <pc:docMk/>
            <pc:sldMk cId="703732820" sldId="257"/>
            <ac:picMk id="13" creationId="{A681E5F3-BC70-0C7D-76BB-FAA7BC19C6EF}"/>
          </ac:picMkLst>
        </pc:picChg>
        <pc:picChg chg="add del mod">
          <ac:chgData name="Vetter Julia" userId="961bbe3d-588e-4c4f-b31e-bef04924fd82" providerId="ADAL" clId="{DB758F30-534C-478B-B324-4C6E75E82165}" dt="2026-05-29T10:44:25.546" v="73" actId="21"/>
          <ac:picMkLst>
            <pc:docMk/>
            <pc:sldMk cId="703732820" sldId="257"/>
            <ac:picMk id="15" creationId="{BB49FB50-58B0-2D17-E51A-4881EFF032FA}"/>
          </ac:picMkLst>
        </pc:picChg>
        <pc:picChg chg="add del mod">
          <ac:chgData name="Vetter Julia" userId="961bbe3d-588e-4c4f-b31e-bef04924fd82" providerId="ADAL" clId="{DB758F30-534C-478B-B324-4C6E75E82165}" dt="2026-05-29T10:44:01.726" v="33" actId="21"/>
          <ac:picMkLst>
            <pc:docMk/>
            <pc:sldMk cId="703732820" sldId="257"/>
            <ac:picMk id="17" creationId="{A006227F-51F8-22ED-81EF-8C2EA190D182}"/>
          </ac:picMkLst>
        </pc:picChg>
        <pc:picChg chg="add del mod">
          <ac:chgData name="Vetter Julia" userId="961bbe3d-588e-4c4f-b31e-bef04924fd82" providerId="ADAL" clId="{DB758F30-534C-478B-B324-4C6E75E82165}" dt="2026-05-29T10:43:47.046" v="26" actId="21"/>
          <ac:picMkLst>
            <pc:docMk/>
            <pc:sldMk cId="703732820" sldId="257"/>
            <ac:picMk id="19" creationId="{26B9F321-E637-7005-F93C-82CBD3027F50}"/>
          </ac:picMkLst>
        </pc:picChg>
        <pc:picChg chg="add del mod">
          <ac:chgData name="Vetter Julia" userId="961bbe3d-588e-4c4f-b31e-bef04924fd82" providerId="ADAL" clId="{DB758F30-534C-478B-B324-4C6E75E82165}" dt="2026-05-29T10:43:26.467" v="14" actId="21"/>
          <ac:picMkLst>
            <pc:docMk/>
            <pc:sldMk cId="703732820" sldId="257"/>
            <ac:picMk id="21" creationId="{687DF4FF-4477-8B0E-12D8-3B9201DEEB65}"/>
          </ac:picMkLst>
        </pc:picChg>
        <pc:picChg chg="add del mod">
          <ac:chgData name="Vetter Julia" userId="961bbe3d-588e-4c4f-b31e-bef04924fd82" providerId="ADAL" clId="{DB758F30-534C-478B-B324-4C6E75E82165}" dt="2026-05-29T11:33:38.054" v="933" actId="21"/>
          <ac:picMkLst>
            <pc:docMk/>
            <pc:sldMk cId="703732820" sldId="257"/>
            <ac:picMk id="23" creationId="{E37AF6A8-56C5-7531-59A6-9CBA24193925}"/>
          </ac:picMkLst>
        </pc:picChg>
        <pc:picChg chg="add del mod">
          <ac:chgData name="Vetter Julia" userId="961bbe3d-588e-4c4f-b31e-bef04924fd82" providerId="ADAL" clId="{DB758F30-534C-478B-B324-4C6E75E82165}" dt="2026-05-29T11:33:32.126" v="932" actId="478"/>
          <ac:picMkLst>
            <pc:docMk/>
            <pc:sldMk cId="703732820" sldId="257"/>
            <ac:picMk id="25" creationId="{00DFA219-A374-ED67-560E-A275C7EB20F3}"/>
          </ac:picMkLst>
        </pc:picChg>
        <pc:picChg chg="add del mod">
          <ac:chgData name="Vetter Julia" userId="961bbe3d-588e-4c4f-b31e-bef04924fd82" providerId="ADAL" clId="{DB758F30-534C-478B-B324-4C6E75E82165}" dt="2026-05-29T11:33:13.018" v="926" actId="21"/>
          <ac:picMkLst>
            <pc:docMk/>
            <pc:sldMk cId="703732820" sldId="257"/>
            <ac:picMk id="27" creationId="{9485E129-607C-7C29-B55E-FA31D47DF0DC}"/>
          </ac:picMkLst>
        </pc:picChg>
        <pc:picChg chg="add del mod">
          <ac:chgData name="Vetter Julia" userId="961bbe3d-588e-4c4f-b31e-bef04924fd82" providerId="ADAL" clId="{DB758F30-534C-478B-B324-4C6E75E82165}" dt="2026-05-29T11:30:41.496" v="834" actId="21"/>
          <ac:picMkLst>
            <pc:docMk/>
            <pc:sldMk cId="703732820" sldId="257"/>
            <ac:picMk id="29" creationId="{C6DF909F-2D29-5258-0345-A17071281995}"/>
          </ac:picMkLst>
        </pc:picChg>
        <pc:picChg chg="add del mod">
          <ac:chgData name="Vetter Julia" userId="961bbe3d-588e-4c4f-b31e-bef04924fd82" providerId="ADAL" clId="{DB758F30-534C-478B-B324-4C6E75E82165}" dt="2026-05-29T11:30:41.496" v="834" actId="21"/>
          <ac:picMkLst>
            <pc:docMk/>
            <pc:sldMk cId="703732820" sldId="257"/>
            <ac:picMk id="31" creationId="{F1EEFCF7-65A5-FC7D-6160-7684DB735990}"/>
          </ac:picMkLst>
        </pc:picChg>
        <pc:picChg chg="add del mod">
          <ac:chgData name="Vetter Julia" userId="961bbe3d-588e-4c4f-b31e-bef04924fd82" providerId="ADAL" clId="{DB758F30-534C-478B-B324-4C6E75E82165}" dt="2026-05-29T11:30:11.546" v="824" actId="21"/>
          <ac:picMkLst>
            <pc:docMk/>
            <pc:sldMk cId="703732820" sldId="257"/>
            <ac:picMk id="33" creationId="{707E4E12-6639-7203-D323-051C275D1225}"/>
          </ac:picMkLst>
        </pc:picChg>
        <pc:picChg chg="add del mod">
          <ac:chgData name="Vetter Julia" userId="961bbe3d-588e-4c4f-b31e-bef04924fd82" providerId="ADAL" clId="{DB758F30-534C-478B-B324-4C6E75E82165}" dt="2026-05-29T11:29:33.864" v="777" actId="21"/>
          <ac:picMkLst>
            <pc:docMk/>
            <pc:sldMk cId="703732820" sldId="257"/>
            <ac:picMk id="35" creationId="{B4FA7E38-CDD0-1430-F8FF-9B78752508E1}"/>
          </ac:picMkLst>
        </pc:picChg>
        <pc:picChg chg="add del mod">
          <ac:chgData name="Vetter Julia" userId="961bbe3d-588e-4c4f-b31e-bef04924fd82" providerId="ADAL" clId="{DB758F30-534C-478B-B324-4C6E75E82165}" dt="2026-05-29T11:28:05.834" v="700" actId="21"/>
          <ac:picMkLst>
            <pc:docMk/>
            <pc:sldMk cId="703732820" sldId="257"/>
            <ac:picMk id="37" creationId="{DC33CAE4-6B4E-08DB-EC35-1F4310942251}"/>
          </ac:picMkLst>
        </pc:picChg>
        <pc:picChg chg="add del mod">
          <ac:chgData name="Vetter Julia" userId="961bbe3d-588e-4c4f-b31e-bef04924fd82" providerId="ADAL" clId="{DB758F30-534C-478B-B324-4C6E75E82165}" dt="2026-05-29T11:26:54.193" v="666" actId="21"/>
          <ac:picMkLst>
            <pc:docMk/>
            <pc:sldMk cId="703732820" sldId="257"/>
            <ac:picMk id="39" creationId="{DCC14EBE-FA06-E544-6657-8336651E7EC9}"/>
          </ac:picMkLst>
        </pc:picChg>
      </pc:sldChg>
      <pc:sldChg chg="addSp delSp modSp del mod chgLayout">
        <pc:chgData name="Vetter Julia" userId="961bbe3d-588e-4c4f-b31e-bef04924fd82" providerId="ADAL" clId="{DB758F30-534C-478B-B324-4C6E75E82165}" dt="2026-05-29T11:23:15.651" v="560" actId="2696"/>
        <pc:sldMkLst>
          <pc:docMk/>
          <pc:sldMk cId="1793851026" sldId="258"/>
        </pc:sldMkLst>
        <pc:spChg chg="add mod ord">
          <ac:chgData name="Vetter Julia" userId="961bbe3d-588e-4c4f-b31e-bef04924fd82" providerId="ADAL" clId="{DB758F30-534C-478B-B324-4C6E75E82165}" dt="2026-05-29T10:54:53.063" v="456" actId="121"/>
          <ac:spMkLst>
            <pc:docMk/>
            <pc:sldMk cId="1793851026" sldId="258"/>
            <ac:spMk id="3" creationId="{6883DFBB-C3DC-F747-F63C-3B02AD2F64B5}"/>
          </ac:spMkLst>
        </pc:spChg>
        <pc:spChg chg="add del mod ord">
          <ac:chgData name="Vetter Julia" userId="961bbe3d-588e-4c4f-b31e-bef04924fd82" providerId="ADAL" clId="{DB758F30-534C-478B-B324-4C6E75E82165}" dt="2026-05-29T10:54:55.773" v="457" actId="478"/>
          <ac:spMkLst>
            <pc:docMk/>
            <pc:sldMk cId="1793851026" sldId="258"/>
            <ac:spMk id="6" creationId="{5B26C96C-92A6-3FF2-A82C-47E223DA3BCF}"/>
          </ac:spMkLst>
        </pc:spChg>
        <pc:picChg chg="mod">
          <ac:chgData name="Vetter Julia" userId="961bbe3d-588e-4c4f-b31e-bef04924fd82" providerId="ADAL" clId="{DB758F30-534C-478B-B324-4C6E75E82165}" dt="2026-05-29T10:54:58.986" v="458" actId="1076"/>
          <ac:picMkLst>
            <pc:docMk/>
            <pc:sldMk cId="1793851026" sldId="258"/>
            <ac:picMk id="4" creationId="{25BC64FA-9771-4E66-A169-EA8361AD981D}"/>
          </ac:picMkLst>
        </pc:picChg>
      </pc:sldChg>
      <pc:sldChg chg="addSp modSp add mod">
        <pc:chgData name="Vetter Julia" userId="961bbe3d-588e-4c4f-b31e-bef04924fd82" providerId="ADAL" clId="{DB758F30-534C-478B-B324-4C6E75E82165}" dt="2026-05-29T11:30:35.119" v="833" actId="1076"/>
        <pc:sldMkLst>
          <pc:docMk/>
          <pc:sldMk cId="2117140027" sldId="258"/>
        </pc:sldMkLst>
        <pc:picChg chg="add mod modCrop">
          <ac:chgData name="Vetter Julia" userId="961bbe3d-588e-4c4f-b31e-bef04924fd82" providerId="ADAL" clId="{DB758F30-534C-478B-B324-4C6E75E82165}" dt="2026-05-29T11:30:35.119" v="833" actId="1076"/>
          <ac:picMkLst>
            <pc:docMk/>
            <pc:sldMk cId="2117140027" sldId="258"/>
            <ac:picMk id="33" creationId="{707E4E12-6639-7203-D323-051C275D1225}"/>
          </ac:picMkLst>
        </pc:picChg>
      </pc:sldChg>
      <pc:sldChg chg="addSp delSp modSp new mod ord">
        <pc:chgData name="Vetter Julia" userId="961bbe3d-588e-4c4f-b31e-bef04924fd82" providerId="ADAL" clId="{DB758F30-534C-478B-B324-4C6E75E82165}" dt="2026-05-29T11:35:11.110" v="941" actId="478"/>
        <pc:sldMkLst>
          <pc:docMk/>
          <pc:sldMk cId="1560425462" sldId="259"/>
        </pc:sldMkLst>
        <pc:spChg chg="mod">
          <ac:chgData name="Vetter Julia" userId="961bbe3d-588e-4c4f-b31e-bef04924fd82" providerId="ADAL" clId="{DB758F30-534C-478B-B324-4C6E75E82165}" dt="2026-05-29T10:46:54.812" v="229" actId="20577"/>
          <ac:spMkLst>
            <pc:docMk/>
            <pc:sldMk cId="1560425462" sldId="259"/>
            <ac:spMk id="2" creationId="{00F10C4D-983E-2F6C-48B7-F9F6035800A2}"/>
          </ac:spMkLst>
        </pc:spChg>
        <pc:spChg chg="del">
          <ac:chgData name="Vetter Julia" userId="961bbe3d-588e-4c4f-b31e-bef04924fd82" providerId="ADAL" clId="{DB758F30-534C-478B-B324-4C6E75E82165}" dt="2026-05-29T10:43:27.837" v="15"/>
          <ac:spMkLst>
            <pc:docMk/>
            <pc:sldMk cId="1560425462" sldId="259"/>
            <ac:spMk id="3" creationId="{9BD4CD5C-2FA3-5F9F-0168-299A79E79A06}"/>
          </ac:spMkLst>
        </pc:spChg>
        <pc:picChg chg="add mod">
          <ac:chgData name="Vetter Julia" userId="961bbe3d-588e-4c4f-b31e-bef04924fd82" providerId="ADAL" clId="{DB758F30-534C-478B-B324-4C6E75E82165}" dt="2026-05-29T11:35:01.115" v="940" actId="1076"/>
          <ac:picMkLst>
            <pc:docMk/>
            <pc:sldMk cId="1560425462" sldId="259"/>
            <ac:picMk id="4" creationId="{3C7CF483-2351-005D-DC7D-87F4974063D1}"/>
          </ac:picMkLst>
        </pc:picChg>
        <pc:picChg chg="add del mod">
          <ac:chgData name="Vetter Julia" userId="961bbe3d-588e-4c4f-b31e-bef04924fd82" providerId="ADAL" clId="{DB758F30-534C-478B-B324-4C6E75E82165}" dt="2026-05-29T11:35:11.110" v="941" actId="478"/>
          <ac:picMkLst>
            <pc:docMk/>
            <pc:sldMk cId="1560425462" sldId="259"/>
            <ac:picMk id="5" creationId="{82765FF3-9D3C-4647-888C-D27DC0A8C2B9}"/>
          </ac:picMkLst>
        </pc:picChg>
        <pc:picChg chg="add mod modCrop">
          <ac:chgData name="Vetter Julia" userId="961bbe3d-588e-4c4f-b31e-bef04924fd82" providerId="ADAL" clId="{DB758F30-534C-478B-B324-4C6E75E82165}" dt="2026-05-29T10:58:12.978" v="539" actId="1076"/>
          <ac:picMkLst>
            <pc:docMk/>
            <pc:sldMk cId="1560425462" sldId="259"/>
            <ac:picMk id="7" creationId="{C29145B1-66AF-CFE3-5217-45FEBB213DEB}"/>
          </ac:picMkLst>
        </pc:picChg>
        <pc:picChg chg="add mod">
          <ac:chgData name="Vetter Julia" userId="961bbe3d-588e-4c4f-b31e-bef04924fd82" providerId="ADAL" clId="{DB758F30-534C-478B-B324-4C6E75E82165}" dt="2026-05-29T10:57:58.737" v="533" actId="14826"/>
          <ac:picMkLst>
            <pc:docMk/>
            <pc:sldMk cId="1560425462" sldId="259"/>
            <ac:picMk id="21" creationId="{687DF4FF-4477-8B0E-12D8-3B9201DEEB65}"/>
          </ac:picMkLst>
        </pc:picChg>
      </pc:sldChg>
      <pc:sldChg chg="addSp delSp modSp new mod">
        <pc:chgData name="Vetter Julia" userId="961bbe3d-588e-4c4f-b31e-bef04924fd82" providerId="ADAL" clId="{DB758F30-534C-478B-B324-4C6E75E82165}" dt="2026-05-29T11:35:46.589" v="948" actId="1035"/>
        <pc:sldMkLst>
          <pc:docMk/>
          <pc:sldMk cId="2419749136" sldId="260"/>
        </pc:sldMkLst>
        <pc:spChg chg="mod">
          <ac:chgData name="Vetter Julia" userId="961bbe3d-588e-4c4f-b31e-bef04924fd82" providerId="ADAL" clId="{DB758F30-534C-478B-B324-4C6E75E82165}" dt="2026-05-29T10:46:59.556" v="230"/>
          <ac:spMkLst>
            <pc:docMk/>
            <pc:sldMk cId="2419749136" sldId="260"/>
            <ac:spMk id="2" creationId="{61CC4096-2248-5652-AD08-77CC10D05E59}"/>
          </ac:spMkLst>
        </pc:spChg>
        <pc:spChg chg="del">
          <ac:chgData name="Vetter Julia" userId="961bbe3d-588e-4c4f-b31e-bef04924fd82" providerId="ADAL" clId="{DB758F30-534C-478B-B324-4C6E75E82165}" dt="2026-05-29T10:43:50.484" v="30"/>
          <ac:spMkLst>
            <pc:docMk/>
            <pc:sldMk cId="2419749136" sldId="260"/>
            <ac:spMk id="3" creationId="{A36BDC72-F360-BC4E-D886-5531ECE681BB}"/>
          </ac:spMkLst>
        </pc:spChg>
        <pc:spChg chg="add del mod">
          <ac:chgData name="Vetter Julia" userId="961bbe3d-588e-4c4f-b31e-bef04924fd82" providerId="ADAL" clId="{DB758F30-534C-478B-B324-4C6E75E82165}" dt="2026-05-29T10:57:26.491" v="526"/>
          <ac:spMkLst>
            <pc:docMk/>
            <pc:sldMk cId="2419749136" sldId="260"/>
            <ac:spMk id="5" creationId="{A20D8EC2-6A18-2167-1A89-2208BCC50F60}"/>
          </ac:spMkLst>
        </pc:spChg>
        <pc:spChg chg="add mod">
          <ac:chgData name="Vetter Julia" userId="961bbe3d-588e-4c4f-b31e-bef04924fd82" providerId="ADAL" clId="{DB758F30-534C-478B-B324-4C6E75E82165}" dt="2026-05-29T11:35:46.589" v="948" actId="1035"/>
          <ac:spMkLst>
            <pc:docMk/>
            <pc:sldMk cId="2419749136" sldId="260"/>
            <ac:spMk id="7" creationId="{E65A1E1F-0A63-0EAB-ED6B-57AF257EA8F1}"/>
          </ac:spMkLst>
        </pc:spChg>
        <pc:picChg chg="add mod">
          <ac:chgData name="Vetter Julia" userId="961bbe3d-588e-4c4f-b31e-bef04924fd82" providerId="ADAL" clId="{DB758F30-534C-478B-B324-4C6E75E82165}" dt="2026-05-29T11:35:25.312" v="943" actId="1076"/>
          <ac:picMkLst>
            <pc:docMk/>
            <pc:sldMk cId="2419749136" sldId="260"/>
            <ac:picMk id="6" creationId="{113770BF-0EBF-9B4E-6EF8-1E40525B2F19}"/>
          </ac:picMkLst>
        </pc:picChg>
        <pc:picChg chg="add mod modCrop">
          <ac:chgData name="Vetter Julia" userId="961bbe3d-588e-4c4f-b31e-bef04924fd82" providerId="ADAL" clId="{DB758F30-534C-478B-B324-4C6E75E82165}" dt="2026-05-29T10:57:38.762" v="530" actId="1076"/>
          <ac:picMkLst>
            <pc:docMk/>
            <pc:sldMk cId="2419749136" sldId="260"/>
            <ac:picMk id="9" creationId="{FA60571F-27CC-6EB8-C600-9B5A50239D12}"/>
          </ac:picMkLst>
        </pc:picChg>
        <pc:picChg chg="add del mod">
          <ac:chgData name="Vetter Julia" userId="961bbe3d-588e-4c4f-b31e-bef04924fd82" providerId="ADAL" clId="{DB758F30-534C-478B-B324-4C6E75E82165}" dt="2026-05-29T10:55:20.950" v="459" actId="21"/>
          <ac:picMkLst>
            <pc:docMk/>
            <pc:sldMk cId="2419749136" sldId="260"/>
            <ac:picMk id="19" creationId="{26B9F321-E637-7005-F93C-82CBD3027F50}"/>
          </ac:picMkLst>
        </pc:picChg>
      </pc:sldChg>
      <pc:sldChg chg="addSp delSp modSp new mod">
        <pc:chgData name="Vetter Julia" userId="961bbe3d-588e-4c4f-b31e-bef04924fd82" providerId="ADAL" clId="{DB758F30-534C-478B-B324-4C6E75E82165}" dt="2026-05-29T11:33:59.954" v="937" actId="1076"/>
        <pc:sldMkLst>
          <pc:docMk/>
          <pc:sldMk cId="3845971363" sldId="261"/>
        </pc:sldMkLst>
        <pc:spChg chg="mod">
          <ac:chgData name="Vetter Julia" userId="961bbe3d-588e-4c4f-b31e-bef04924fd82" providerId="ADAL" clId="{DB758F30-534C-478B-B324-4C6E75E82165}" dt="2026-05-29T10:55:55.341" v="502" actId="20577"/>
          <ac:spMkLst>
            <pc:docMk/>
            <pc:sldMk cId="3845971363" sldId="261"/>
            <ac:spMk id="2" creationId="{AB8ECB8A-4A23-C6F9-6897-8ED96CAD9D1C}"/>
          </ac:spMkLst>
        </pc:spChg>
        <pc:spChg chg="del">
          <ac:chgData name="Vetter Julia" userId="961bbe3d-588e-4c4f-b31e-bef04924fd82" providerId="ADAL" clId="{DB758F30-534C-478B-B324-4C6E75E82165}" dt="2026-05-29T10:44:13.435" v="70"/>
          <ac:spMkLst>
            <pc:docMk/>
            <pc:sldMk cId="3845971363" sldId="261"/>
            <ac:spMk id="3" creationId="{D4E4D680-F5EF-912B-0C14-7AF2C37FDB17}"/>
          </ac:spMkLst>
        </pc:spChg>
        <pc:picChg chg="add mod modCrop">
          <ac:chgData name="Vetter Julia" userId="961bbe3d-588e-4c4f-b31e-bef04924fd82" providerId="ADAL" clId="{DB758F30-534C-478B-B324-4C6E75E82165}" dt="2026-05-29T10:55:46.727" v="499" actId="1036"/>
          <ac:picMkLst>
            <pc:docMk/>
            <pc:sldMk cId="3845971363" sldId="261"/>
            <ac:picMk id="17" creationId="{A006227F-51F8-22ED-81EF-8C2EA190D182}"/>
          </ac:picMkLst>
        </pc:picChg>
        <pc:picChg chg="add mod">
          <ac:chgData name="Vetter Julia" userId="961bbe3d-588e-4c4f-b31e-bef04924fd82" providerId="ADAL" clId="{DB758F30-534C-478B-B324-4C6E75E82165}" dt="2026-05-29T10:55:46.727" v="499" actId="1036"/>
          <ac:picMkLst>
            <pc:docMk/>
            <pc:sldMk cId="3845971363" sldId="261"/>
            <ac:picMk id="19" creationId="{26B9F321-E637-7005-F93C-82CBD3027F50}"/>
          </ac:picMkLst>
        </pc:picChg>
        <pc:picChg chg="add mod modCrop">
          <ac:chgData name="Vetter Julia" userId="961bbe3d-588e-4c4f-b31e-bef04924fd82" providerId="ADAL" clId="{DB758F30-534C-478B-B324-4C6E75E82165}" dt="2026-05-29T11:33:59.954" v="937" actId="1076"/>
          <ac:picMkLst>
            <pc:docMk/>
            <pc:sldMk cId="3845971363" sldId="261"/>
            <ac:picMk id="23" creationId="{E37AF6A8-56C5-7531-59A6-9CBA24193925}"/>
          </ac:picMkLst>
        </pc:picChg>
        <pc:picChg chg="add del mod">
          <ac:chgData name="Vetter Julia" userId="961bbe3d-588e-4c4f-b31e-bef04924fd82" providerId="ADAL" clId="{DB758F30-534C-478B-B324-4C6E75E82165}" dt="2026-05-29T11:27:09.300" v="669" actId="21"/>
          <ac:picMkLst>
            <pc:docMk/>
            <pc:sldMk cId="3845971363" sldId="261"/>
            <ac:picMk id="39" creationId="{DCC14EBE-FA06-E544-6657-8336651E7EC9}"/>
          </ac:picMkLst>
        </pc:picChg>
      </pc:sldChg>
      <pc:sldChg chg="addSp delSp modSp new mod">
        <pc:chgData name="Vetter Julia" userId="961bbe3d-588e-4c4f-b31e-bef04924fd82" providerId="ADAL" clId="{DB758F30-534C-478B-B324-4C6E75E82165}" dt="2026-05-29T10:56:28.089" v="524" actId="20577"/>
        <pc:sldMkLst>
          <pc:docMk/>
          <pc:sldMk cId="42688943" sldId="262"/>
        </pc:sldMkLst>
        <pc:spChg chg="mod">
          <ac:chgData name="Vetter Julia" userId="961bbe3d-588e-4c4f-b31e-bef04924fd82" providerId="ADAL" clId="{DB758F30-534C-478B-B324-4C6E75E82165}" dt="2026-05-29T10:44:34.043" v="102" actId="20577"/>
          <ac:spMkLst>
            <pc:docMk/>
            <pc:sldMk cId="42688943" sldId="262"/>
            <ac:spMk id="2" creationId="{A1F1FBD8-C88D-A8DD-0EF0-52C1689EB152}"/>
          </ac:spMkLst>
        </pc:spChg>
        <pc:spChg chg="del">
          <ac:chgData name="Vetter Julia" userId="961bbe3d-588e-4c4f-b31e-bef04924fd82" providerId="ADAL" clId="{DB758F30-534C-478B-B324-4C6E75E82165}" dt="2026-05-29T10:44:36.238" v="103"/>
          <ac:spMkLst>
            <pc:docMk/>
            <pc:sldMk cId="42688943" sldId="262"/>
            <ac:spMk id="3" creationId="{63A63DB5-D89B-AA39-A2BE-BBC94AF815B0}"/>
          </ac:spMkLst>
        </pc:spChg>
        <pc:spChg chg="add mod">
          <ac:chgData name="Vetter Julia" userId="961bbe3d-588e-4c4f-b31e-bef04924fd82" providerId="ADAL" clId="{DB758F30-534C-478B-B324-4C6E75E82165}" dt="2026-05-29T10:56:28.089" v="524" actId="20577"/>
          <ac:spMkLst>
            <pc:docMk/>
            <pc:sldMk cId="42688943" sldId="262"/>
            <ac:spMk id="5" creationId="{CBC18CB2-3F6F-000E-BACB-CD6324BCD658}"/>
          </ac:spMkLst>
        </pc:spChg>
        <pc:picChg chg="add mod modCrop">
          <ac:chgData name="Vetter Julia" userId="961bbe3d-588e-4c4f-b31e-bef04924fd82" providerId="ADAL" clId="{DB758F30-534C-478B-B324-4C6E75E82165}" dt="2026-05-29T10:46:47.595" v="222" actId="1037"/>
          <ac:picMkLst>
            <pc:docMk/>
            <pc:sldMk cId="42688943" sldId="262"/>
            <ac:picMk id="6" creationId="{BB49FB50-58B0-2D17-E51A-4881EFF032FA}"/>
          </ac:picMkLst>
        </pc:picChg>
        <pc:picChg chg="add del mod">
          <ac:chgData name="Vetter Julia" userId="961bbe3d-588e-4c4f-b31e-bef04924fd82" providerId="ADAL" clId="{DB758F30-534C-478B-B324-4C6E75E82165}" dt="2026-05-29T10:44:55.368" v="106" actId="21"/>
          <ac:picMkLst>
            <pc:docMk/>
            <pc:sldMk cId="42688943" sldId="262"/>
            <ac:picMk id="15" creationId="{BB49FB50-58B0-2D17-E51A-4881EFF032FA}"/>
          </ac:picMkLst>
        </pc:picChg>
      </pc:sldChg>
      <pc:sldChg chg="addSp delSp modSp new mod">
        <pc:chgData name="Vetter Julia" userId="961bbe3d-588e-4c4f-b31e-bef04924fd82" providerId="ADAL" clId="{DB758F30-534C-478B-B324-4C6E75E82165}" dt="2026-05-29T10:47:43.216" v="315" actId="1076"/>
        <pc:sldMkLst>
          <pc:docMk/>
          <pc:sldMk cId="3078539910" sldId="263"/>
        </pc:sldMkLst>
        <pc:spChg chg="mod">
          <ac:chgData name="Vetter Julia" userId="961bbe3d-588e-4c4f-b31e-bef04924fd82" providerId="ADAL" clId="{DB758F30-534C-478B-B324-4C6E75E82165}" dt="2026-05-29T10:47:36.739" v="313" actId="20577"/>
          <ac:spMkLst>
            <pc:docMk/>
            <pc:sldMk cId="3078539910" sldId="263"/>
            <ac:spMk id="2" creationId="{4928EC17-DC12-E81A-FBCC-EE8E0C4D6E3C}"/>
          </ac:spMkLst>
        </pc:spChg>
        <pc:spChg chg="del">
          <ac:chgData name="Vetter Julia" userId="961bbe3d-588e-4c4f-b31e-bef04924fd82" providerId="ADAL" clId="{DB758F30-534C-478B-B324-4C6E75E82165}" dt="2026-05-29T10:47:33.818" v="312"/>
          <ac:spMkLst>
            <pc:docMk/>
            <pc:sldMk cId="3078539910" sldId="263"/>
            <ac:spMk id="3" creationId="{F4884B8F-A4A3-A425-E6CC-DAEA4BD2816B}"/>
          </ac:spMkLst>
        </pc:spChg>
        <pc:picChg chg="add mod">
          <ac:chgData name="Vetter Julia" userId="961bbe3d-588e-4c4f-b31e-bef04924fd82" providerId="ADAL" clId="{DB758F30-534C-478B-B324-4C6E75E82165}" dt="2026-05-29T10:47:43.216" v="315" actId="1076"/>
          <ac:picMkLst>
            <pc:docMk/>
            <pc:sldMk cId="3078539910" sldId="263"/>
            <ac:picMk id="11" creationId="{233A2F71-CFE4-0EA0-0CED-3B4619D59E81}"/>
          </ac:picMkLst>
        </pc:picChg>
      </pc:sldChg>
      <pc:sldChg chg="modSp add mod">
        <pc:chgData name="Vetter Julia" userId="961bbe3d-588e-4c4f-b31e-bef04924fd82" providerId="ADAL" clId="{DB758F30-534C-478B-B324-4C6E75E82165}" dt="2026-05-29T10:54:06.629" v="441" actId="20577"/>
        <pc:sldMkLst>
          <pc:docMk/>
          <pc:sldMk cId="2830752531" sldId="264"/>
        </pc:sldMkLst>
        <pc:graphicFrameChg chg="modGraphic">
          <ac:chgData name="Vetter Julia" userId="961bbe3d-588e-4c4f-b31e-bef04924fd82" providerId="ADAL" clId="{DB758F30-534C-478B-B324-4C6E75E82165}" dt="2026-05-29T10:54:06.629" v="441" actId="20577"/>
          <ac:graphicFrameMkLst>
            <pc:docMk/>
            <pc:sldMk cId="2830752531" sldId="264"/>
            <ac:graphicFrameMk id="4" creationId="{37DDC837-0348-408F-98AB-72E9499D5E52}"/>
          </ac:graphicFrameMkLst>
        </pc:graphicFrameChg>
      </pc:sldChg>
      <pc:sldChg chg="addSp modSp new del mod">
        <pc:chgData name="Vetter Julia" userId="961bbe3d-588e-4c4f-b31e-bef04924fd82" providerId="ADAL" clId="{DB758F30-534C-478B-B324-4C6E75E82165}" dt="2026-05-29T11:23:15.651" v="560" actId="2696"/>
        <pc:sldMkLst>
          <pc:docMk/>
          <pc:sldMk cId="1375362568" sldId="265"/>
        </pc:sldMkLst>
        <pc:picChg chg="add mod modCrop">
          <ac:chgData name="Vetter Julia" userId="961bbe3d-588e-4c4f-b31e-bef04924fd82" providerId="ADAL" clId="{DB758F30-534C-478B-B324-4C6E75E82165}" dt="2026-05-29T10:58:49.471" v="547" actId="1076"/>
          <ac:picMkLst>
            <pc:docMk/>
            <pc:sldMk cId="1375362568" sldId="265"/>
            <ac:picMk id="4" creationId="{0F8D72A0-61E7-BDE0-19A3-C2BC0024562F}"/>
          </ac:picMkLst>
        </pc:picChg>
      </pc:sldChg>
      <pc:sldChg chg="addSp delSp modSp add mod">
        <pc:chgData name="Vetter Julia" userId="961bbe3d-588e-4c4f-b31e-bef04924fd82" providerId="ADAL" clId="{DB758F30-534C-478B-B324-4C6E75E82165}" dt="2026-05-29T11:32:46.482" v="921" actId="1036"/>
        <pc:sldMkLst>
          <pc:docMk/>
          <pc:sldMk cId="4173311078" sldId="265"/>
        </pc:sldMkLst>
        <pc:spChg chg="mod">
          <ac:chgData name="Vetter Julia" userId="961bbe3d-588e-4c4f-b31e-bef04924fd82" providerId="ADAL" clId="{DB758F30-534C-478B-B324-4C6E75E82165}" dt="2026-05-29T11:30:51.041" v="851" actId="20577"/>
          <ac:spMkLst>
            <pc:docMk/>
            <pc:sldMk cId="4173311078" sldId="265"/>
            <ac:spMk id="2" creationId="{C779F3D8-3A7C-8B64-EB8E-812052B702DF}"/>
          </ac:spMkLst>
        </pc:spChg>
        <pc:spChg chg="mod">
          <ac:chgData name="Vetter Julia" userId="961bbe3d-588e-4c4f-b31e-bef04924fd82" providerId="ADAL" clId="{DB758F30-534C-478B-B324-4C6E75E82165}" dt="2026-05-29T11:32:46.482" v="921" actId="1036"/>
          <ac:spMkLst>
            <pc:docMk/>
            <pc:sldMk cId="4173311078" sldId="265"/>
            <ac:spMk id="3" creationId="{3688F077-9A6B-19A1-9004-057628A629D0}"/>
          </ac:spMkLst>
        </pc:spChg>
        <pc:picChg chg="mod">
          <ac:chgData name="Vetter Julia" userId="961bbe3d-588e-4c4f-b31e-bef04924fd82" providerId="ADAL" clId="{DB758F30-534C-478B-B324-4C6E75E82165}" dt="2026-05-29T11:31:45.731" v="869" actId="1076"/>
          <ac:picMkLst>
            <pc:docMk/>
            <pc:sldMk cId="4173311078" sldId="265"/>
            <ac:picMk id="4" creationId="{0F8D72A0-61E7-BDE0-19A3-C2BC0024562F}"/>
          </ac:picMkLst>
        </pc:picChg>
        <pc:picChg chg="add mod modCrop">
          <ac:chgData name="Vetter Julia" userId="961bbe3d-588e-4c4f-b31e-bef04924fd82" providerId="ADAL" clId="{DB758F30-534C-478B-B324-4C6E75E82165}" dt="2026-05-29T11:32:46.482" v="921" actId="1036"/>
          <ac:picMkLst>
            <pc:docMk/>
            <pc:sldMk cId="4173311078" sldId="265"/>
            <ac:picMk id="5" creationId="{6CFC4971-AF97-781A-3FA5-BDCEB66C3B7C}"/>
          </ac:picMkLst>
        </pc:picChg>
        <pc:picChg chg="add del mod modCrop">
          <ac:chgData name="Vetter Julia" userId="961bbe3d-588e-4c4f-b31e-bef04924fd82" providerId="ADAL" clId="{DB758F30-534C-478B-B324-4C6E75E82165}" dt="2026-05-29T11:31:33.529" v="866" actId="478"/>
          <ac:picMkLst>
            <pc:docMk/>
            <pc:sldMk cId="4173311078" sldId="265"/>
            <ac:picMk id="29" creationId="{C6DF909F-2D29-5258-0345-A17071281995}"/>
          </ac:picMkLst>
        </pc:picChg>
        <pc:picChg chg="add mod modCrop">
          <ac:chgData name="Vetter Julia" userId="961bbe3d-588e-4c4f-b31e-bef04924fd82" providerId="ADAL" clId="{DB758F30-534C-478B-B324-4C6E75E82165}" dt="2026-05-29T11:31:39.863" v="868" actId="1076"/>
          <ac:picMkLst>
            <pc:docMk/>
            <pc:sldMk cId="4173311078" sldId="265"/>
            <ac:picMk id="31" creationId="{F1EEFCF7-65A5-FC7D-6160-7684DB735990}"/>
          </ac:picMkLst>
        </pc:picChg>
      </pc:sldChg>
      <pc:sldChg chg="modSp add mod">
        <pc:chgData name="Vetter Julia" userId="961bbe3d-588e-4c4f-b31e-bef04924fd82" providerId="ADAL" clId="{DB758F30-534C-478B-B324-4C6E75E82165}" dt="2026-05-29T11:16:48.946" v="550" actId="20577"/>
        <pc:sldMkLst>
          <pc:docMk/>
          <pc:sldMk cId="593851106" sldId="266"/>
        </pc:sldMkLst>
        <pc:spChg chg="mod">
          <ac:chgData name="Vetter Julia" userId="961bbe3d-588e-4c4f-b31e-bef04924fd82" providerId="ADAL" clId="{DB758F30-534C-478B-B324-4C6E75E82165}" dt="2026-05-29T11:16:48.946" v="550" actId="20577"/>
          <ac:spMkLst>
            <pc:docMk/>
            <pc:sldMk cId="593851106" sldId="266"/>
            <ac:spMk id="2" creationId="{50618684-DB9E-BAF4-B4AD-056A59A0E384}"/>
          </ac:spMkLst>
        </pc:spChg>
      </pc:sldChg>
      <pc:sldChg chg="addSp modSp add mod">
        <pc:chgData name="Vetter Julia" userId="961bbe3d-588e-4c4f-b31e-bef04924fd82" providerId="ADAL" clId="{DB758F30-534C-478B-B324-4C6E75E82165}" dt="2026-05-29T11:27:47.079" v="692" actId="1036"/>
        <pc:sldMkLst>
          <pc:docMk/>
          <pc:sldMk cId="4003017925" sldId="267"/>
        </pc:sldMkLst>
        <pc:picChg chg="add mod modCrop">
          <ac:chgData name="Vetter Julia" userId="961bbe3d-588e-4c4f-b31e-bef04924fd82" providerId="ADAL" clId="{DB758F30-534C-478B-B324-4C6E75E82165}" dt="2026-05-29T11:27:47.079" v="692" actId="1036"/>
          <ac:picMkLst>
            <pc:docMk/>
            <pc:sldMk cId="4003017925" sldId="267"/>
            <ac:picMk id="39" creationId="{DCC14EBE-FA06-E544-6657-8336651E7EC9}"/>
          </ac:picMkLst>
        </pc:picChg>
      </pc:sldChg>
      <pc:sldChg chg="add">
        <pc:chgData name="Vetter Julia" userId="961bbe3d-588e-4c4f-b31e-bef04924fd82" providerId="ADAL" clId="{DB758F30-534C-478B-B324-4C6E75E82165}" dt="2026-05-29T11:16:33.554" v="548"/>
        <pc:sldMkLst>
          <pc:docMk/>
          <pc:sldMk cId="2087048660" sldId="268"/>
        </pc:sldMkLst>
      </pc:sldChg>
      <pc:sldChg chg="add">
        <pc:chgData name="Vetter Julia" userId="961bbe3d-588e-4c4f-b31e-bef04924fd82" providerId="ADAL" clId="{DB758F30-534C-478B-B324-4C6E75E82165}" dt="2026-05-29T11:16:33.554" v="548"/>
        <pc:sldMkLst>
          <pc:docMk/>
          <pc:sldMk cId="251424768" sldId="269"/>
        </pc:sldMkLst>
      </pc:sldChg>
      <pc:sldChg chg="add">
        <pc:chgData name="Vetter Julia" userId="961bbe3d-588e-4c4f-b31e-bef04924fd82" providerId="ADAL" clId="{DB758F30-534C-478B-B324-4C6E75E82165}" dt="2026-05-29T11:16:33.554" v="548"/>
        <pc:sldMkLst>
          <pc:docMk/>
          <pc:sldMk cId="2072703329" sldId="270"/>
        </pc:sldMkLst>
      </pc:sldChg>
      <pc:sldChg chg="delSp modSp add mod">
        <pc:chgData name="Vetter Julia" userId="961bbe3d-588e-4c4f-b31e-bef04924fd82" providerId="ADAL" clId="{DB758F30-534C-478B-B324-4C6E75E82165}" dt="2026-05-29T11:24:12.660" v="654" actId="478"/>
        <pc:sldMkLst>
          <pc:docMk/>
          <pc:sldMk cId="735517" sldId="271"/>
        </pc:sldMkLst>
        <pc:spChg chg="mod">
          <ac:chgData name="Vetter Julia" userId="961bbe3d-588e-4c4f-b31e-bef04924fd82" providerId="ADAL" clId="{DB758F30-534C-478B-B324-4C6E75E82165}" dt="2026-05-29T11:24:09.995" v="653" actId="14100"/>
          <ac:spMkLst>
            <pc:docMk/>
            <pc:sldMk cId="735517" sldId="271"/>
            <ac:spMk id="2" creationId="{3A411402-F6F3-D3D1-DD46-584D17BDDB74}"/>
          </ac:spMkLst>
        </pc:spChg>
        <pc:spChg chg="del">
          <ac:chgData name="Vetter Julia" userId="961bbe3d-588e-4c4f-b31e-bef04924fd82" providerId="ADAL" clId="{DB758F30-534C-478B-B324-4C6E75E82165}" dt="2026-05-29T11:24:12.660" v="654" actId="478"/>
          <ac:spMkLst>
            <pc:docMk/>
            <pc:sldMk cId="735517" sldId="271"/>
            <ac:spMk id="3" creationId="{DCA11006-1DDE-5FCF-6C83-CCA790B2AF4A}"/>
          </ac:spMkLst>
        </pc:spChg>
      </pc:sldChg>
      <pc:sldChg chg="addSp delSp modSp new mod ord">
        <pc:chgData name="Vetter Julia" userId="961bbe3d-588e-4c4f-b31e-bef04924fd82" providerId="ADAL" clId="{DB758F30-534C-478B-B324-4C6E75E82165}" dt="2026-05-29T11:29:28.640" v="776" actId="27636"/>
        <pc:sldMkLst>
          <pc:docMk/>
          <pc:sldMk cId="1323546554" sldId="272"/>
        </pc:sldMkLst>
        <pc:spChg chg="mod">
          <ac:chgData name="Vetter Julia" userId="961bbe3d-588e-4c4f-b31e-bef04924fd82" providerId="ADAL" clId="{DB758F30-534C-478B-B324-4C6E75E82165}" dt="2026-05-29T11:28:46.883" v="747" actId="20577"/>
          <ac:spMkLst>
            <pc:docMk/>
            <pc:sldMk cId="1323546554" sldId="272"/>
            <ac:spMk id="2" creationId="{03C7EB65-F0EF-1A84-1F03-E546E16D611A}"/>
          </ac:spMkLst>
        </pc:spChg>
        <pc:spChg chg="add del mod">
          <ac:chgData name="Vetter Julia" userId="961bbe3d-588e-4c4f-b31e-bef04924fd82" providerId="ADAL" clId="{DB758F30-534C-478B-B324-4C6E75E82165}" dt="2026-05-29T11:29:28.640" v="776" actId="27636"/>
          <ac:spMkLst>
            <pc:docMk/>
            <pc:sldMk cId="1323546554" sldId="272"/>
            <ac:spMk id="3" creationId="{76CDF866-267D-149C-578C-3B5E1A184E5E}"/>
          </ac:spMkLst>
        </pc:spChg>
        <pc:picChg chg="add mod modCrop">
          <ac:chgData name="Vetter Julia" userId="961bbe3d-588e-4c4f-b31e-bef04924fd82" providerId="ADAL" clId="{DB758F30-534C-478B-B324-4C6E75E82165}" dt="2026-05-29T11:28:49.524" v="748" actId="1076"/>
          <ac:picMkLst>
            <pc:docMk/>
            <pc:sldMk cId="1323546554" sldId="272"/>
            <ac:picMk id="4" creationId="{67F2501F-AB60-E350-E2D8-4CE6E464406F}"/>
          </ac:picMkLst>
        </pc:picChg>
        <pc:picChg chg="add mod">
          <ac:chgData name="Vetter Julia" userId="961bbe3d-588e-4c4f-b31e-bef04924fd82" providerId="ADAL" clId="{DB758F30-534C-478B-B324-4C6E75E82165}" dt="2026-05-29T11:28:08.377" v="702"/>
          <ac:picMkLst>
            <pc:docMk/>
            <pc:sldMk cId="1323546554" sldId="272"/>
            <ac:picMk id="37" creationId="{DC33CAE4-6B4E-08DB-EC35-1F4310942251}"/>
          </ac:picMkLst>
        </pc:picChg>
      </pc:sldChg>
      <pc:sldChg chg="modSp add mod">
        <pc:chgData name="Vetter Julia" userId="961bbe3d-588e-4c4f-b31e-bef04924fd82" providerId="ADAL" clId="{DB758F30-534C-478B-B324-4C6E75E82165}" dt="2026-05-29T11:28:02.347" v="698" actId="20577"/>
        <pc:sldMkLst>
          <pc:docMk/>
          <pc:sldMk cId="1258071644" sldId="273"/>
        </pc:sldMkLst>
        <pc:spChg chg="mod">
          <ac:chgData name="Vetter Julia" userId="961bbe3d-588e-4c4f-b31e-bef04924fd82" providerId="ADAL" clId="{DB758F30-534C-478B-B324-4C6E75E82165}" dt="2026-05-29T11:28:02.347" v="698" actId="20577"/>
          <ac:spMkLst>
            <pc:docMk/>
            <pc:sldMk cId="1258071644" sldId="273"/>
            <ac:spMk id="2" creationId="{5FE7B6B1-39F7-7C0C-8C94-834FFE559BC8}"/>
          </ac:spMkLst>
        </pc:spChg>
      </pc:sldChg>
      <pc:sldChg chg="new del">
        <pc:chgData name="Vetter Julia" userId="961bbe3d-588e-4c4f-b31e-bef04924fd82" providerId="ADAL" clId="{DB758F30-534C-478B-B324-4C6E75E82165}" dt="2026-05-29T11:34:08.800" v="938" actId="47"/>
        <pc:sldMkLst>
          <pc:docMk/>
          <pc:sldMk cId="2930508450" sldId="274"/>
        </pc:sldMkLst>
      </pc:sldChg>
      <pc:sldChg chg="addSp delSp modSp new mod ord">
        <pc:chgData name="Vetter Julia" userId="961bbe3d-588e-4c4f-b31e-bef04924fd82" providerId="ADAL" clId="{DB758F30-534C-478B-B324-4C6E75E82165}" dt="2026-05-29T11:32:57.165" v="923"/>
        <pc:sldMkLst>
          <pc:docMk/>
          <pc:sldMk cId="3215960593" sldId="275"/>
        </pc:sldMkLst>
        <pc:spChg chg="mod">
          <ac:chgData name="Vetter Julia" userId="961bbe3d-588e-4c4f-b31e-bef04924fd82" providerId="ADAL" clId="{DB758F30-534C-478B-B324-4C6E75E82165}" dt="2026-05-29T11:29:43.203" v="813" actId="20577"/>
          <ac:spMkLst>
            <pc:docMk/>
            <pc:sldMk cId="3215960593" sldId="275"/>
            <ac:spMk id="2" creationId="{B434DAF1-E5C9-C174-E6E4-CBFF5FE5481E}"/>
          </ac:spMkLst>
        </pc:spChg>
        <pc:spChg chg="del">
          <ac:chgData name="Vetter Julia" userId="961bbe3d-588e-4c4f-b31e-bef04924fd82" providerId="ADAL" clId="{DB758F30-534C-478B-B324-4C6E75E82165}" dt="2026-05-29T11:30:04.413" v="822" actId="478"/>
          <ac:spMkLst>
            <pc:docMk/>
            <pc:sldMk cId="3215960593" sldId="275"/>
            <ac:spMk id="3" creationId="{01209184-87E8-7A86-AC9F-A9686D5B614F}"/>
          </ac:spMkLst>
        </pc:spChg>
        <pc:picChg chg="add mod modCrop">
          <ac:chgData name="Vetter Julia" userId="961bbe3d-588e-4c4f-b31e-bef04924fd82" providerId="ADAL" clId="{DB758F30-534C-478B-B324-4C6E75E82165}" dt="2026-05-29T11:30:06.006" v="823" actId="1076"/>
          <ac:picMkLst>
            <pc:docMk/>
            <pc:sldMk cId="3215960593" sldId="275"/>
            <ac:picMk id="35" creationId="{B4FA7E38-CDD0-1430-F8FF-9B78752508E1}"/>
          </ac:picMkLst>
        </pc:picChg>
      </pc:sldChg>
      <pc:sldChg chg="addSp delSp modSp new mod">
        <pc:chgData name="Vetter Julia" userId="961bbe3d-588e-4c4f-b31e-bef04924fd82" providerId="ADAL" clId="{DB758F30-534C-478B-B324-4C6E75E82165}" dt="2026-05-29T11:33:27.632" v="931" actId="1076"/>
        <pc:sldMkLst>
          <pc:docMk/>
          <pc:sldMk cId="4279066988" sldId="276"/>
        </pc:sldMkLst>
        <pc:spChg chg="del">
          <ac:chgData name="Vetter Julia" userId="961bbe3d-588e-4c4f-b31e-bef04924fd82" providerId="ADAL" clId="{DB758F30-534C-478B-B324-4C6E75E82165}" dt="2026-05-29T11:33:20.580" v="928" actId="478"/>
          <ac:spMkLst>
            <pc:docMk/>
            <pc:sldMk cId="4279066988" sldId="276"/>
            <ac:spMk id="2" creationId="{92A404DC-FE72-B543-3128-779771C0D531}"/>
          </ac:spMkLst>
        </pc:spChg>
        <pc:spChg chg="del">
          <ac:chgData name="Vetter Julia" userId="961bbe3d-588e-4c4f-b31e-bef04924fd82" providerId="ADAL" clId="{DB758F30-534C-478B-B324-4C6E75E82165}" dt="2026-05-29T11:33:20.580" v="928" actId="478"/>
          <ac:spMkLst>
            <pc:docMk/>
            <pc:sldMk cId="4279066988" sldId="276"/>
            <ac:spMk id="3" creationId="{70061D9A-DE44-21A2-F3B7-3E67E5AB5791}"/>
          </ac:spMkLst>
        </pc:spChg>
        <pc:picChg chg="add mod modCrop">
          <ac:chgData name="Vetter Julia" userId="961bbe3d-588e-4c4f-b31e-bef04924fd82" providerId="ADAL" clId="{DB758F30-534C-478B-B324-4C6E75E82165}" dt="2026-05-29T11:33:27.632" v="931" actId="1076"/>
          <ac:picMkLst>
            <pc:docMk/>
            <pc:sldMk cId="4279066988" sldId="276"/>
            <ac:picMk id="27" creationId="{9485E129-607C-7C29-B55E-FA31D47DF0D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326C-AFE1-3538-D53D-85A967A77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71B58-74B1-9AA4-AD63-E3A6A6CEB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CF6C9-5356-88E0-E66F-61AA4D67B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B9D81-54EB-9554-1874-1DC88DAC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6B34-75E5-11EA-3776-18663AF2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988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16B6-3D5C-C7C1-9360-867BA708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97B1A-E7C4-A63E-280F-82AA0FEC3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45DBA-90CE-AF21-630D-6D3394BA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0B6FE-64C4-BBD1-6F0F-7EC1D3A6A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BE199-2217-8C8D-81BB-E9DAA113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0145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1BB6-0187-A761-BE86-D465CF274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C50E8-9033-07AB-09C2-CAB121C84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16D5D-C5A4-78A7-3D33-32B92C90D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6362E-7E77-BE45-BE92-3AC005FC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DBA83-7021-4DC1-2C62-773AD448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98095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4423-AAC2-B572-717F-38035E39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DA49D-3845-B7DB-C441-6B0FDF1C4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94A85-F188-DD1A-F7D8-2725FF926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470CA-89E6-42E0-144B-1ADA323F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C90D3-4527-2112-3A42-1B80022D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9C6AE-1150-8E1C-4965-F4BDB5C2D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385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2579-DE7D-DC73-4457-20EA1967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DA826-AB7C-5FA0-748A-32A3FAE9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34124-EDA6-451E-5E03-B755DE45A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910FE8-E921-E584-7A0F-C9C0FA037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66E26-5D84-6962-7A07-7646EB933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B5BA06-04C2-A2B8-975B-A7BE5EF6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E2EF9F-E8E5-490E-4932-282C30CF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20C7F-5EEC-C2C6-B5BE-35DF52DC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8520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D977-5244-01A3-D013-B48FAEDA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B683E-84D7-3408-AA23-7B8420D9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CFDC6-0FDA-07C7-7E7F-A50EEF06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99D90-1001-B70D-16DC-9A15D0B9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5080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934A6-416E-A39A-15C1-107AC4EF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8EF28-F407-1D37-9F4B-BEA4C392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AD581-A9D1-1867-8FBC-B492FA5B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590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62D7-D6DB-39E1-A37D-AE47A363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E8808-D1B7-A984-5CD4-072FE2493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74225-4042-4A34-5DA7-A1E87AD9B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A1A64-63CC-0075-740B-B9C8FB92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AB0BD-E3F2-41EB-3437-FE4FA43F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21EEE-941A-D3A5-4757-5FC957C2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9378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758C-A550-635A-4491-692AC38C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B118C-FE4D-2040-6413-07A31F540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3267B-19E3-60AE-D993-8C070F9A2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12CE6-5E73-D01E-2584-ED52946C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E24FE-5128-47F7-C0EE-6FB03443F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39D7A-64D1-5CA5-9AAE-1820C4F3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52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E3E3-8B82-FCC3-6DCF-D3835813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D13F1-E953-9548-3324-B7F2C1AFA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D5FCC-96AE-2359-14B5-E1BCFF3F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8FCC-08D9-EB9F-A390-6C1357833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24379-8992-A13D-01FF-C1E458F5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7714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3AAF4C-91E4-E533-DD3E-7BB1A4EFB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64B4-D6DB-D277-BB93-6B097C350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432CA-014E-C73B-1D1A-44B47398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59291-AEAD-930B-9812-EB38C155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5BF0-F5F3-F32E-4F9B-31DD28AF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3012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41058B-231C-4F8F-4029-882BCF56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585F1-8B3C-3523-DC17-7D6991DF0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5D11-DA15-78F5-82CB-C7F9934AA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AAABD-0D59-49EF-A49D-5FFFF47AD992}" type="datetimeFigureOut">
              <a:rPr lang="de-AT" smtClean="0"/>
              <a:t>29.05.2026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5208F-C33B-C25E-9C40-0BFD2857D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D64D9-38AA-2904-98CD-97C0B39DA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3D2DD-C8D2-436C-8CA0-A72CF8FDAA2B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53996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learn.org.nz/resources/2017-a-genetic-test-for-lactose-intoleranc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E149A-50DD-4AD7-852E-1515474DE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57" y="801125"/>
            <a:ext cx="8543925" cy="1325563"/>
          </a:xfrm>
        </p:spPr>
        <p:txBody>
          <a:bodyPr>
            <a:normAutofit/>
          </a:bodyPr>
          <a:lstStyle/>
          <a:p>
            <a:r>
              <a:rPr lang="de-AT" sz="3600" b="1" dirty="0"/>
              <a:t>Einteilung Präsentation/Protokoll</a:t>
            </a:r>
            <a:endParaRPr lang="en-US" sz="3600" b="1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7DDC837-0348-408F-98AB-72E9499D5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416692"/>
              </p:ext>
            </p:extLst>
          </p:nvPr>
        </p:nvGraphicFramePr>
        <p:xfrm>
          <a:off x="1410857" y="1945697"/>
          <a:ext cx="9393383" cy="428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944">
                  <a:extLst>
                    <a:ext uri="{9D8B030D-6E8A-4147-A177-3AD203B41FA5}">
                      <a16:colId xmlns:a16="http://schemas.microsoft.com/office/drawing/2014/main" val="2997002377"/>
                    </a:ext>
                  </a:extLst>
                </a:gridCol>
                <a:gridCol w="1487055">
                  <a:extLst>
                    <a:ext uri="{9D8B030D-6E8A-4147-A177-3AD203B41FA5}">
                      <a16:colId xmlns:a16="http://schemas.microsoft.com/office/drawing/2014/main" val="856030164"/>
                    </a:ext>
                  </a:extLst>
                </a:gridCol>
                <a:gridCol w="2156692">
                  <a:extLst>
                    <a:ext uri="{9D8B030D-6E8A-4147-A177-3AD203B41FA5}">
                      <a16:colId xmlns:a16="http://schemas.microsoft.com/office/drawing/2014/main" val="3788631700"/>
                    </a:ext>
                  </a:extLst>
                </a:gridCol>
                <a:gridCol w="2156692">
                  <a:extLst>
                    <a:ext uri="{9D8B030D-6E8A-4147-A177-3AD203B41FA5}">
                      <a16:colId xmlns:a16="http://schemas.microsoft.com/office/drawing/2014/main" val="2213793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2000" dirty="0">
                          <a:solidFill>
                            <a:schemeClr val="tx1"/>
                          </a:solidFill>
                        </a:rPr>
                        <a:t>Thema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>
                          <a:solidFill>
                            <a:schemeClr val="tx1"/>
                          </a:solidFill>
                        </a:rPr>
                        <a:t>Max. Studis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>
                          <a:solidFill>
                            <a:schemeClr val="tx1"/>
                          </a:solidFill>
                        </a:rPr>
                        <a:t>Studi 1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>
                          <a:solidFill>
                            <a:schemeClr val="tx1"/>
                          </a:solidFill>
                        </a:rPr>
                        <a:t>Studi 2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41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Genomische DNA</a:t>
                      </a:r>
                    </a:p>
                    <a:p>
                      <a:pPr marL="342900" indent="-342900">
                        <a:buAutoNum type="alphaLcParenR"/>
                      </a:pPr>
                      <a:r>
                        <a:rPr lang="de-AT" dirty="0"/>
                        <a:t>Konzentrationsbestimmung</a:t>
                      </a:r>
                    </a:p>
                    <a:p>
                      <a:pPr marL="342900" indent="-342900">
                        <a:buAutoNum type="alphaLcParenR"/>
                      </a:pPr>
                      <a:r>
                        <a:rPr lang="de-AT" dirty="0" err="1"/>
                        <a:t>RNase</a:t>
                      </a:r>
                      <a:r>
                        <a:rPr lang="de-AT" dirty="0"/>
                        <a:t>-Verdau</a:t>
                      </a:r>
                    </a:p>
                    <a:p>
                      <a:pPr marL="342900" indent="-342900">
                        <a:buAutoNum type="alphaLcParenR"/>
                      </a:pPr>
                      <a:r>
                        <a:rPr lang="de-AT" dirty="0"/>
                        <a:t>Restriktionsenzyme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Peko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Sonnleitner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130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Plasmidisolierung</a:t>
                      </a:r>
                      <a:endParaRPr lang="de-AT" dirty="0"/>
                    </a:p>
                    <a:p>
                      <a:r>
                        <a:rPr lang="de-AT" dirty="0"/>
                        <a:t>a) unverdaut/1x verdaut/2x verdaut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Luftensteiner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Lummerstorfer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87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TAS2R38 &amp; LAC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Bleier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037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Proteinbestimmung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/>
                        <a:t>1-2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Grösswang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46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HPLC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Haselberger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663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ELISA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134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75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8684-DB9E-BAF4-B4AD-056A59A0E3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Genomische DNA </a:t>
            </a:r>
            <a:br>
              <a:rPr lang="de-AT" dirty="0"/>
            </a:br>
            <a:r>
              <a:rPr lang="de-AT" dirty="0"/>
              <a:t>(&amp; Plasmide)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9E0FF9D-6822-BFD3-FFD5-EEE6ACB839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BLT4UE</a:t>
            </a:r>
          </a:p>
          <a:p>
            <a:endParaRPr lang="de-AT" dirty="0"/>
          </a:p>
          <a:p>
            <a:r>
              <a:rPr lang="de-AT" dirty="0"/>
              <a:t>SS2026</a:t>
            </a:r>
          </a:p>
          <a:p>
            <a:endParaRPr lang="de-A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64A1C-5E5B-52DC-3E64-4DA08B326A7F}"/>
              </a:ext>
            </a:extLst>
          </p:cNvPr>
          <p:cNvSpPr txBox="1"/>
          <p:nvPr/>
        </p:nvSpPr>
        <p:spPr>
          <a:xfrm>
            <a:off x="11059885" y="6371771"/>
            <a:ext cx="97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dirty="0"/>
              <a:t>JVE</a:t>
            </a:r>
          </a:p>
        </p:txBody>
      </p:sp>
    </p:spTree>
    <p:extLst>
      <p:ext uri="{BB962C8B-B14F-4D97-AF65-F5344CB8AC3E}">
        <p14:creationId xmlns:p14="http://schemas.microsoft.com/office/powerpoint/2010/main" val="59385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F5FEF-C8B1-6ACD-C26A-221E40E4D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247773"/>
            <a:ext cx="7004700" cy="42473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20F53F-2B18-6C4F-9712-28C67CF2B751}"/>
              </a:ext>
            </a:extLst>
          </p:cNvPr>
          <p:cNvSpPr txBox="1"/>
          <p:nvPr/>
        </p:nvSpPr>
        <p:spPr>
          <a:xfrm>
            <a:off x="838200" y="1581883"/>
            <a:ext cx="3675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b="1" dirty="0"/>
              <a:t>Genomische DNA</a:t>
            </a:r>
          </a:p>
          <a:p>
            <a:pPr algn="ctr"/>
            <a:r>
              <a:rPr lang="de-AT" dirty="0"/>
              <a:t>Schweineleber &amp; bakterielle DNA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37A63-9BEC-AE3C-0DA2-92E0019B9DEE}"/>
              </a:ext>
            </a:extLst>
          </p:cNvPr>
          <p:cNvSpPr txBox="1"/>
          <p:nvPr/>
        </p:nvSpPr>
        <p:spPr>
          <a:xfrm>
            <a:off x="4513269" y="1581883"/>
            <a:ext cx="3329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b="1" dirty="0"/>
              <a:t>Plasmide</a:t>
            </a:r>
            <a:r>
              <a:rPr lang="de-AT" dirty="0"/>
              <a:t> </a:t>
            </a:r>
          </a:p>
          <a:p>
            <a:pPr algn="ctr"/>
            <a:r>
              <a:rPr lang="de-AT" dirty="0"/>
              <a:t>(Isolierung mit &amp; ohne Kit)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C66ABE7-0762-856E-8BE5-2311B6EB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Gelelektrophorese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95BCDC-55CA-1388-CFB4-91160ACC2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14"/>
          <a:stretch>
            <a:fillRect/>
          </a:stretch>
        </p:blipFill>
        <p:spPr>
          <a:xfrm>
            <a:off x="7986531" y="2245545"/>
            <a:ext cx="3912243" cy="4251786"/>
          </a:xfrm>
          <a:prstGeom prst="rect">
            <a:avLst/>
          </a:prstGeom>
        </p:spPr>
      </p:pic>
      <p:pic>
        <p:nvPicPr>
          <p:cNvPr id="1026" name="Picture 2" descr="Thermo Scientific™ O'GeneRuler 1 kb DNA-Leiter, gebrauchsfertig, 250–10.000  bp">
            <a:extLst>
              <a:ext uri="{FF2B5EF4-FFF2-40B4-BE49-F238E27FC236}">
                <a16:creationId xmlns:a16="http://schemas.microsoft.com/office/drawing/2014/main" id="{E66C9D11-A2E0-1F01-134D-BC153E5A8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531" y="0"/>
            <a:ext cx="1230774" cy="218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rmo Scientific™ O'GeneRuler 1 kb Plus DNA-Leiter, gebrauchsfertig,  75–20.000 bp">
            <a:extLst>
              <a:ext uri="{FF2B5EF4-FFF2-40B4-BE49-F238E27FC236}">
                <a16:creationId xmlns:a16="http://schemas.microsoft.com/office/drawing/2014/main" id="{CBA03EBE-756D-B894-1831-8302265D4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305" y="0"/>
            <a:ext cx="1411146" cy="218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CC14EBE-FA06-E544-6657-8336651E7E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12" r="10015" b="5290"/>
          <a:stretch>
            <a:fillRect/>
          </a:stretch>
        </p:blipFill>
        <p:spPr>
          <a:xfrm rot="16200000">
            <a:off x="9354669" y="3665704"/>
            <a:ext cx="1325563" cy="434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1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BB0F-9F8D-BAB4-649C-B58961E36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Gewicht Leber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59C170-457C-4FE7-F615-62192B0F3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4" b="53110"/>
          <a:stretch>
            <a:fillRect/>
          </a:stretch>
        </p:blipFill>
        <p:spPr>
          <a:xfrm>
            <a:off x="3551584" y="2002419"/>
            <a:ext cx="4770613" cy="346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48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56DA4-AAC6-D69C-0DB7-E2407CF13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65473" y="798654"/>
            <a:ext cx="3861054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FA23E49-5509-F364-B00F-66C64C86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Photometrische Messung (Bakterielle DNA)</a:t>
            </a:r>
          </a:p>
        </p:txBody>
      </p:sp>
    </p:spTree>
    <p:extLst>
      <p:ext uri="{BB962C8B-B14F-4D97-AF65-F5344CB8AC3E}">
        <p14:creationId xmlns:p14="http://schemas.microsoft.com/office/powerpoint/2010/main" val="251424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BAFC4-BD1C-0507-22E8-37195BB7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Photometrische Messung (Leber)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91C32-447A-036F-6323-9FF1B60FB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65473" y="532436"/>
            <a:ext cx="3861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0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BBB5B-78A3-9C87-86BF-D89CC368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11402-F6F3-D3D1-DD46-584D17BDD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602037"/>
          </a:xfrm>
        </p:spPr>
        <p:txBody>
          <a:bodyPr>
            <a:normAutofit fontScale="90000"/>
          </a:bodyPr>
          <a:lstStyle/>
          <a:p>
            <a:r>
              <a:rPr lang="de-AT" dirty="0"/>
              <a:t>TAS</a:t>
            </a:r>
            <a:br>
              <a:rPr lang="de-AT" dirty="0"/>
            </a:br>
            <a:r>
              <a:rPr lang="de-AT" dirty="0"/>
              <a:t>LAC</a:t>
            </a:r>
            <a:br>
              <a:rPr lang="de-AT" dirty="0"/>
            </a:br>
            <a:r>
              <a:rPr lang="de-AT" dirty="0"/>
              <a:t>Restriktionsenzyme (genomische DNA &amp; Plasmide)</a:t>
            </a:r>
          </a:p>
        </p:txBody>
      </p:sp>
    </p:spTree>
    <p:extLst>
      <p:ext uri="{BB962C8B-B14F-4D97-AF65-F5344CB8AC3E}">
        <p14:creationId xmlns:p14="http://schemas.microsoft.com/office/powerpoint/2010/main" val="73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FBD8-C88D-A8DD-0EF0-52C1689EB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Überblick Gel 28.05.2026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C18CB2-3F6F-000E-BACB-CD6324BCD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Li:	Restriktionsenzyme </a:t>
            </a:r>
            <a:br>
              <a:rPr lang="de-AT" dirty="0"/>
            </a:br>
            <a:r>
              <a:rPr lang="de-AT" dirty="0"/>
              <a:t>	Plasmide &amp; </a:t>
            </a:r>
            <a:r>
              <a:rPr lang="de-AT" dirty="0" err="1"/>
              <a:t>genom</a:t>
            </a:r>
            <a:r>
              <a:rPr lang="de-AT" dirty="0"/>
              <a:t>.</a:t>
            </a:r>
            <a:br>
              <a:rPr lang="de-AT" dirty="0"/>
            </a:br>
            <a:r>
              <a:rPr lang="de-AT" dirty="0"/>
              <a:t>	DNA</a:t>
            </a:r>
          </a:p>
          <a:p>
            <a:r>
              <a:rPr lang="de-AT" dirty="0"/>
              <a:t>Re: 	Oben: LAC</a:t>
            </a:r>
          </a:p>
          <a:p>
            <a:pPr marL="457200" lvl="1" indent="0">
              <a:buNone/>
            </a:pPr>
            <a:r>
              <a:rPr lang="de-AT" sz="2800" dirty="0"/>
              <a:t>	Unten: TAS</a:t>
            </a:r>
          </a:p>
        </p:txBody>
      </p:sp>
      <p:pic>
        <p:nvPicPr>
          <p:cNvPr id="6" name="Content Placeholder 14">
            <a:extLst>
              <a:ext uri="{FF2B5EF4-FFF2-40B4-BE49-F238E27FC236}">
                <a16:creationId xmlns:a16="http://schemas.microsoft.com/office/drawing/2014/main" id="{BB49FB50-58B0-2D17-E51A-4881EFF03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" b="7174"/>
          <a:stretch>
            <a:fillRect/>
          </a:stretch>
        </p:blipFill>
        <p:spPr>
          <a:xfrm rot="16200000">
            <a:off x="6307074" y="376488"/>
            <a:ext cx="4450791" cy="724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0C4D-983E-2F6C-48B7-F9F603580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>
                <a:sym typeface="Wingdings" panose="05000000000000000000" pitchFamily="2" charset="2"/>
              </a:rPr>
              <a:t> </a:t>
            </a:r>
            <a:r>
              <a:rPr lang="de-AT" dirty="0"/>
              <a:t>TAS2R38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687DF4FF-4477-8B0E-12D8-3B9201DEE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310" y="1825625"/>
            <a:ext cx="6801380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9145B1-66AF-CFE3-5217-45FEBB213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58"/>
          <a:stretch>
            <a:fillRect/>
          </a:stretch>
        </p:blipFill>
        <p:spPr>
          <a:xfrm rot="16200000">
            <a:off x="3736469" y="649529"/>
            <a:ext cx="4719062" cy="6801380"/>
          </a:xfrm>
          <a:prstGeom prst="rect">
            <a:avLst/>
          </a:prstGeom>
        </p:spPr>
      </p:pic>
      <p:pic>
        <p:nvPicPr>
          <p:cNvPr id="4" name="Grafik 6">
            <a:extLst>
              <a:ext uri="{FF2B5EF4-FFF2-40B4-BE49-F238E27FC236}">
                <a16:creationId xmlns:a16="http://schemas.microsoft.com/office/drawing/2014/main" id="{3C7CF483-2351-005D-DC7D-87F4974063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99" t="58720" r="22681"/>
          <a:stretch/>
        </p:blipFill>
        <p:spPr>
          <a:xfrm>
            <a:off x="9102140" y="0"/>
            <a:ext cx="3089860" cy="192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25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4096-2248-5652-AD08-77CC10D0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>
                <a:sym typeface="Wingdings" panose="05000000000000000000" pitchFamily="2" charset="2"/>
              </a:rPr>
              <a:t> </a:t>
            </a:r>
            <a:r>
              <a:rPr lang="de-AT" dirty="0"/>
              <a:t>LAC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60571F-27CC-6EB8-C600-9B5A50239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" t="21787" r="18254"/>
          <a:stretch>
            <a:fillRect/>
          </a:stretch>
        </p:blipFill>
        <p:spPr>
          <a:xfrm>
            <a:off x="2346960" y="1690688"/>
            <a:ext cx="7787640" cy="4625205"/>
          </a:xfrm>
          <a:prstGeom prst="rect">
            <a:avLst/>
          </a:prstGeom>
        </p:spPr>
      </p:pic>
      <p:pic>
        <p:nvPicPr>
          <p:cNvPr id="6" name="Grafik 4">
            <a:extLst>
              <a:ext uri="{FF2B5EF4-FFF2-40B4-BE49-F238E27FC236}">
                <a16:creationId xmlns:a16="http://schemas.microsoft.com/office/drawing/2014/main" id="{113770BF-0EBF-9B4E-6EF8-1E40525B2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462" y="105728"/>
            <a:ext cx="4235538" cy="2617615"/>
          </a:xfrm>
          <a:prstGeom prst="rect">
            <a:avLst/>
          </a:prstGeom>
        </p:spPr>
      </p:pic>
      <p:sp>
        <p:nvSpPr>
          <p:cNvPr id="7" name="Textfeld 3">
            <a:extLst>
              <a:ext uri="{FF2B5EF4-FFF2-40B4-BE49-F238E27FC236}">
                <a16:creationId xmlns:a16="http://schemas.microsoft.com/office/drawing/2014/main" id="{E65A1E1F-0A63-0EAB-ED6B-57AF257EA8F1}"/>
              </a:ext>
            </a:extLst>
          </p:cNvPr>
          <p:cNvSpPr txBox="1"/>
          <p:nvPr/>
        </p:nvSpPr>
        <p:spPr>
          <a:xfrm>
            <a:off x="266024" y="6461082"/>
            <a:ext cx="900443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de-AT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https://www.sciencelearn.org.nz/resources/2017-a-genetic-test-for-lactose-intolerance</a:t>
            </a:r>
            <a:endParaRPr lang="de-A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74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9485E129-607C-7C29-B55E-FA31D47DF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55"/>
          <a:stretch>
            <a:fillRect/>
          </a:stretch>
        </p:blipFill>
        <p:spPr>
          <a:xfrm>
            <a:off x="1059085" y="1064871"/>
            <a:ext cx="10073829" cy="472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66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CB8A-4A23-C6F9-6897-8ED96CAD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>
                <a:sym typeface="Wingdings" panose="05000000000000000000" pitchFamily="2" charset="2"/>
              </a:rPr>
              <a:t> 	</a:t>
            </a:r>
            <a:r>
              <a:rPr lang="de-AT" dirty="0"/>
              <a:t>Plasmide &amp; Genomische DNA </a:t>
            </a:r>
            <a:br>
              <a:rPr lang="de-AT" dirty="0"/>
            </a:br>
            <a:r>
              <a:rPr lang="de-AT" dirty="0"/>
              <a:t>	(Restriktionsenzyme)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006227F-51F8-22ED-81EF-8C2EA190D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2"/>
          <a:stretch>
            <a:fillRect/>
          </a:stretch>
        </p:blipFill>
        <p:spPr>
          <a:xfrm rot="10800000">
            <a:off x="6752612" y="1683256"/>
            <a:ext cx="5439388" cy="3723333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26B9F321-E637-7005-F93C-82CBD3027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1683256"/>
            <a:ext cx="6613379" cy="37233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7AF6A8-56C5-7531-59A6-9CBA24193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79"/>
          <a:stretch>
            <a:fillRect/>
          </a:stretch>
        </p:blipFill>
        <p:spPr>
          <a:xfrm>
            <a:off x="1200793" y="5604935"/>
            <a:ext cx="10153007" cy="39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71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8EC17-DC12-E81A-FBCC-EE8E0C4D6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Einteilung Restriktionsenzyme </a:t>
            </a:r>
            <a:br>
              <a:rPr lang="de-AT" dirty="0"/>
            </a:br>
            <a:r>
              <a:rPr lang="de-AT" dirty="0"/>
              <a:t>(Plasmide &amp; Genomische DNA)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33A2F71-CFE4-0EA0-0CED-3B4619D59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456" y="1690688"/>
            <a:ext cx="8851088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39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4AAD-E483-41A3-A4C6-04E1702084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Proteine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19339-5C7F-BA32-CC2C-24A695C7A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2753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DAF1-E5C9-C174-E6E4-CBFF5FE5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Proteinbestimmung nach Bradford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4FA7E38-CDD0-1430-F8FF-9B7875250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577"/>
          <a:stretch>
            <a:fillRect/>
          </a:stretch>
        </p:blipFill>
        <p:spPr>
          <a:xfrm rot="16200000">
            <a:off x="3479241" y="434574"/>
            <a:ext cx="5026141" cy="7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60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" descr="Protein degradation as analyzed by SDS-PAGE in camel meat as influenced...  | Download Scientific Diagram">
            <a:extLst>
              <a:ext uri="{FF2B5EF4-FFF2-40B4-BE49-F238E27FC236}">
                <a16:creationId xmlns:a16="http://schemas.microsoft.com/office/drawing/2014/main" id="{25BC64FA-9771-4E66-A169-EA8361AD98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0" r="12856"/>
          <a:stretch/>
        </p:blipFill>
        <p:spPr bwMode="auto">
          <a:xfrm>
            <a:off x="7510227" y="1441379"/>
            <a:ext cx="3735420" cy="321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7E51284-FB2A-4169-8233-3A969E07BCFD}"/>
              </a:ext>
            </a:extLst>
          </p:cNvPr>
          <p:cNvSpPr/>
          <p:nvPr/>
        </p:nvSpPr>
        <p:spPr>
          <a:xfrm>
            <a:off x="1143000" y="6581002"/>
            <a:ext cx="9906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https://www.researchgate.net/figure/Protein-degradation-as-analyzed-by-SDS-PAGE-in-camel-meat-as-influenced-by-different_fig2_353937338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0E5806-4A4E-0E28-D82A-29664780A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7"/>
          <a:stretch>
            <a:fillRect/>
          </a:stretch>
        </p:blipFill>
        <p:spPr>
          <a:xfrm>
            <a:off x="181219" y="173528"/>
            <a:ext cx="7013722" cy="63280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83DFBB-C3DC-F747-F63C-3B02AD2F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de-AT" dirty="0"/>
              <a:t>Proteine (1)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07E4E12-6639-7203-D323-051C275D1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66" t="7019" b="11631"/>
          <a:stretch>
            <a:fillRect/>
          </a:stretch>
        </p:blipFill>
        <p:spPr>
          <a:xfrm rot="16200000">
            <a:off x="9035773" y="3218463"/>
            <a:ext cx="1240316" cy="480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40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F3D8-3A7C-8B64-EB8E-812052B7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Proteine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F077-9A6B-19A1-9004-057628A62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990" y="3938266"/>
            <a:ext cx="2273548" cy="2160548"/>
          </a:xfrm>
        </p:spPr>
        <p:txBody>
          <a:bodyPr/>
          <a:lstStyle/>
          <a:p>
            <a:r>
              <a:rPr lang="de-AT" dirty="0"/>
              <a:t>2 = Marker</a:t>
            </a:r>
          </a:p>
          <a:p>
            <a:r>
              <a:rPr lang="de-AT" dirty="0"/>
              <a:t>11 = Marker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D72A0-61E7-BDE0-19A3-C2BC00245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6" r="11689"/>
          <a:stretch>
            <a:fillRect/>
          </a:stretch>
        </p:blipFill>
        <p:spPr>
          <a:xfrm rot="16200000">
            <a:off x="9109460" y="691712"/>
            <a:ext cx="3520438" cy="244980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1EEFCF7-65A5-FC7D-6160-7684DB735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4" t="14748" r="11403" b="28205"/>
          <a:stretch>
            <a:fillRect/>
          </a:stretch>
        </p:blipFill>
        <p:spPr>
          <a:xfrm rot="5400000">
            <a:off x="1475466" y="1188357"/>
            <a:ext cx="4248433" cy="5522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FC4971-AF97-781A-3FA5-BDCEB66C3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1" r="25373" b="74880"/>
          <a:stretch>
            <a:fillRect/>
          </a:stretch>
        </p:blipFill>
        <p:spPr>
          <a:xfrm>
            <a:off x="6450611" y="4976236"/>
            <a:ext cx="5741389" cy="135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11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E52C2-4AAC-AA08-B663-7987E2CF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B6B1-39F7-7C0C-8C94-834FFE559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HPLC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C9522-0A82-FBB0-F658-FDDD79DA9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58071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EB65-F0EF-1A84-1F03-E546E16D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HPLC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F866-267D-149C-578C-3B5E1A184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443" y="6154036"/>
            <a:ext cx="11212010" cy="570334"/>
          </a:xfrm>
        </p:spPr>
        <p:txBody>
          <a:bodyPr>
            <a:normAutofit/>
          </a:bodyPr>
          <a:lstStyle/>
          <a:p>
            <a:r>
              <a:rPr lang="de-AT" dirty="0"/>
              <a:t>Dateien siehe eLearning (Run 1- 3)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2501F-AB60-E350-E2D8-4CE6E4644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1" b="10281"/>
          <a:stretch>
            <a:fillRect/>
          </a:stretch>
        </p:blipFill>
        <p:spPr>
          <a:xfrm rot="16200000">
            <a:off x="3658091" y="45499"/>
            <a:ext cx="4875817" cy="684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4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Widescreen</PresentationFormat>
  <Paragraphs>66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Wingdings</vt:lpstr>
      <vt:lpstr>Office Theme</vt:lpstr>
      <vt:lpstr>Einteilung Präsentation/Protokoll</vt:lpstr>
      <vt:lpstr>Genomische DNA  (&amp; Plasmide)</vt:lpstr>
      <vt:lpstr>Gelelektrophorese</vt:lpstr>
      <vt:lpstr>Gewicht Leber</vt:lpstr>
      <vt:lpstr>Photometrische Messung (Bakterielle DNA)</vt:lpstr>
      <vt:lpstr>Photometrische Messung (Leber)</vt:lpstr>
      <vt:lpstr>TAS LAC Restriktionsenzyme (genomische DNA &amp; Plasmide)</vt:lpstr>
      <vt:lpstr>Überblick Gel 28.05.2026</vt:lpstr>
      <vt:lpstr> TAS2R38</vt:lpstr>
      <vt:lpstr> LAC</vt:lpstr>
      <vt:lpstr>PowerPoint Presentation</vt:lpstr>
      <vt:lpstr>  Plasmide &amp; Genomische DNA   (Restriktionsenzyme)</vt:lpstr>
      <vt:lpstr>Einteilung Restriktionsenzyme  (Plasmide &amp; Genomische DNA)</vt:lpstr>
      <vt:lpstr>Proteine</vt:lpstr>
      <vt:lpstr>Proteinbestimmung nach Bradford</vt:lpstr>
      <vt:lpstr>Proteine (1)</vt:lpstr>
      <vt:lpstr>Proteine (2)</vt:lpstr>
      <vt:lpstr>HPLC</vt:lpstr>
      <vt:lpstr>HPLC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Vetter Julia</dc:creator>
  <cp:lastModifiedBy>Vetter Julia</cp:lastModifiedBy>
  <cp:revision>1</cp:revision>
  <dcterms:created xsi:type="dcterms:W3CDTF">2026-05-11T13:51:34Z</dcterms:created>
  <dcterms:modified xsi:type="dcterms:W3CDTF">2026-05-29T11:35:52Z</dcterms:modified>
</cp:coreProperties>
</file>