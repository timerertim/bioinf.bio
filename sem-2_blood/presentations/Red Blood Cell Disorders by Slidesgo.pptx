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1" r:id="rId4"/>
    <p:sldMasterId id="214748367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Proxima Nova"/>
      <p:regular r:id="rId47"/>
      <p:bold r:id="rId48"/>
      <p:italic r:id="rId49"/>
      <p:boldItalic r:id="rId50"/>
    </p:embeddedFont>
    <p:embeddedFont>
      <p:font typeface="Roboto Medium"/>
      <p:regular r:id="rId51"/>
      <p:bold r:id="rId52"/>
      <p:italic r:id="rId53"/>
      <p:boldItalic r:id="rId54"/>
    </p:embeddedFont>
    <p:embeddedFont>
      <p:font typeface="Amatic SC"/>
      <p:regular r:id="rId55"/>
      <p:bold r:id="rId56"/>
    </p:embeddedFont>
    <p:embeddedFont>
      <p:font typeface="Poppins"/>
      <p:regular r:id="rId57"/>
      <p:bold r:id="rId58"/>
      <p:italic r:id="rId59"/>
      <p:boldItalic r:id="rId60"/>
    </p:embeddedFont>
    <p:embeddedFont>
      <p:font typeface="Anaheim"/>
      <p:regular r:id="rId61"/>
      <p:bold r:id="rId62"/>
    </p:embeddedFont>
    <p:embeddedFont>
      <p:font typeface="Bebas Neue"/>
      <p:regular r:id="rId63"/>
    </p:embeddedFont>
    <p:embeddedFont>
      <p:font typeface="Poppins Medium"/>
      <p:regular r:id="rId64"/>
      <p:bold r:id="rId65"/>
      <p:italic r:id="rId66"/>
      <p:boldItalic r:id="rId67"/>
    </p:embeddedFont>
    <p:embeddedFont>
      <p:font typeface="Poppins SemiBold"/>
      <p:regular r:id="rId68"/>
      <p:bold r:id="rId69"/>
      <p:italic r:id="rId70"/>
      <p:boldItalic r:id="rId71"/>
    </p:embeddedFont>
    <p:embeddedFont>
      <p:font typeface="PT Sans"/>
      <p:regular r:id="rId72"/>
      <p:bold r:id="rId73"/>
      <p:italic r:id="rId74"/>
      <p:boldItalic r:id="rId75"/>
    </p:embeddedFont>
    <p:embeddedFont>
      <p:font typeface="Comfortaa"/>
      <p:regular r:id="rId76"/>
      <p:bold r:id="rId7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25CB304-C0FD-46AB-B551-F50E89CAD5CD}">
  <a:tblStyle styleId="{B25CB304-C0FD-46AB-B551-F50E89CAD5C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9124C68A-3E77-4A8F-8EA0-15565A1C2D81}" styleName="Table_1">
    <a:wholeTbl>
      <a:tcTxStyle>
        <a:font>
          <a:latin typeface="Arial"/>
          <a:ea typeface="Arial"/>
          <a:cs typeface="Arial"/>
        </a:font>
        <a:srgbClr val="000000"/>
      </a:tcTx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bold.fntdata"/><Relationship Id="rId47" Type="http://schemas.openxmlformats.org/officeDocument/2006/relationships/font" Target="fonts/ProximaNova-regular.fntdata"/><Relationship Id="rId49" Type="http://schemas.openxmlformats.org/officeDocument/2006/relationships/font" Target="fonts/ProximaNova-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TSans-bold.fntdata"/><Relationship Id="rId72" Type="http://schemas.openxmlformats.org/officeDocument/2006/relationships/font" Target="fonts/PTSans-regular.fntdata"/><Relationship Id="rId31" Type="http://schemas.openxmlformats.org/officeDocument/2006/relationships/slide" Target="slides/slide25.xml"/><Relationship Id="rId75" Type="http://schemas.openxmlformats.org/officeDocument/2006/relationships/font" Target="fonts/PTSans-boldItalic.fntdata"/><Relationship Id="rId30" Type="http://schemas.openxmlformats.org/officeDocument/2006/relationships/slide" Target="slides/slide24.xml"/><Relationship Id="rId74" Type="http://schemas.openxmlformats.org/officeDocument/2006/relationships/font" Target="fonts/PTSans-italic.fntdata"/><Relationship Id="rId33" Type="http://schemas.openxmlformats.org/officeDocument/2006/relationships/slide" Target="slides/slide27.xml"/><Relationship Id="rId77" Type="http://schemas.openxmlformats.org/officeDocument/2006/relationships/font" Target="fonts/Comfortaa-bold.fntdata"/><Relationship Id="rId32" Type="http://schemas.openxmlformats.org/officeDocument/2006/relationships/slide" Target="slides/slide26.xml"/><Relationship Id="rId76" Type="http://schemas.openxmlformats.org/officeDocument/2006/relationships/font" Target="fonts/Comfortaa-regular.fntdata"/><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PoppinsSemiBold-boldItalic.fntdata"/><Relationship Id="rId70" Type="http://schemas.openxmlformats.org/officeDocument/2006/relationships/font" Target="fonts/PoppinsSemi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naheim-bold.fntdata"/><Relationship Id="rId61" Type="http://schemas.openxmlformats.org/officeDocument/2006/relationships/font" Target="fonts/Anaheim-regular.fntdata"/><Relationship Id="rId20" Type="http://schemas.openxmlformats.org/officeDocument/2006/relationships/slide" Target="slides/slide14.xml"/><Relationship Id="rId64" Type="http://schemas.openxmlformats.org/officeDocument/2006/relationships/font" Target="fonts/PoppinsMedium-regular.fntdata"/><Relationship Id="rId63" Type="http://schemas.openxmlformats.org/officeDocument/2006/relationships/font" Target="fonts/BebasNeue-regular.fntdata"/><Relationship Id="rId22" Type="http://schemas.openxmlformats.org/officeDocument/2006/relationships/slide" Target="slides/slide16.xml"/><Relationship Id="rId66" Type="http://schemas.openxmlformats.org/officeDocument/2006/relationships/font" Target="fonts/PoppinsMedium-italic.fntdata"/><Relationship Id="rId21" Type="http://schemas.openxmlformats.org/officeDocument/2006/relationships/slide" Target="slides/slide15.xml"/><Relationship Id="rId65" Type="http://schemas.openxmlformats.org/officeDocument/2006/relationships/font" Target="fonts/PoppinsMedium-bold.fntdata"/><Relationship Id="rId24" Type="http://schemas.openxmlformats.org/officeDocument/2006/relationships/slide" Target="slides/slide18.xml"/><Relationship Id="rId68" Type="http://schemas.openxmlformats.org/officeDocument/2006/relationships/font" Target="fonts/PoppinsSemiBold-regular.fntdata"/><Relationship Id="rId23" Type="http://schemas.openxmlformats.org/officeDocument/2006/relationships/slide" Target="slides/slide17.xml"/><Relationship Id="rId67" Type="http://schemas.openxmlformats.org/officeDocument/2006/relationships/font" Target="fonts/PoppinsMedium-boldItalic.fntdata"/><Relationship Id="rId60" Type="http://schemas.openxmlformats.org/officeDocument/2006/relationships/font" Target="fonts/Poppins-bold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oppinsSemiBold-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obotoMedium-regular.fntdata"/><Relationship Id="rId50" Type="http://schemas.openxmlformats.org/officeDocument/2006/relationships/font" Target="fonts/ProximaNova-boldItalic.fntdata"/><Relationship Id="rId53" Type="http://schemas.openxmlformats.org/officeDocument/2006/relationships/font" Target="fonts/RobotoMedium-italic.fntdata"/><Relationship Id="rId52" Type="http://schemas.openxmlformats.org/officeDocument/2006/relationships/font" Target="fonts/RobotoMedium-bold.fntdata"/><Relationship Id="rId11" Type="http://schemas.openxmlformats.org/officeDocument/2006/relationships/slide" Target="slides/slide5.xml"/><Relationship Id="rId55" Type="http://schemas.openxmlformats.org/officeDocument/2006/relationships/font" Target="fonts/AmaticSC-regular.fntdata"/><Relationship Id="rId10" Type="http://schemas.openxmlformats.org/officeDocument/2006/relationships/slide" Target="slides/slide4.xml"/><Relationship Id="rId54" Type="http://schemas.openxmlformats.org/officeDocument/2006/relationships/font" Target="fonts/RobotoMedium-boldItalic.fntdata"/><Relationship Id="rId13" Type="http://schemas.openxmlformats.org/officeDocument/2006/relationships/slide" Target="slides/slide7.xml"/><Relationship Id="rId57" Type="http://schemas.openxmlformats.org/officeDocument/2006/relationships/font" Target="fonts/Poppins-regular.fntdata"/><Relationship Id="rId12" Type="http://schemas.openxmlformats.org/officeDocument/2006/relationships/slide" Target="slides/slide6.xml"/><Relationship Id="rId56" Type="http://schemas.openxmlformats.org/officeDocument/2006/relationships/font" Target="fonts/AmaticSC-bold.fntdata"/><Relationship Id="rId15" Type="http://schemas.openxmlformats.org/officeDocument/2006/relationships/slide" Target="slides/slide9.xml"/><Relationship Id="rId59" Type="http://schemas.openxmlformats.org/officeDocument/2006/relationships/font" Target="fonts/Poppins-italic.fntdata"/><Relationship Id="rId14" Type="http://schemas.openxmlformats.org/officeDocument/2006/relationships/slide" Target="slides/slide8.xml"/><Relationship Id="rId58" Type="http://schemas.openxmlformats.org/officeDocument/2006/relationships/font" Target="fonts/Poppins-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 name="Shape 192"/>
        <p:cNvGrpSpPr/>
        <p:nvPr/>
      </p:nvGrpSpPr>
      <p:grpSpPr>
        <a:xfrm>
          <a:off x="0" y="0"/>
          <a:ext cx="0" cy="0"/>
          <a:chOff x="0" y="0"/>
          <a:chExt cx="0" cy="0"/>
        </a:xfrm>
      </p:grpSpPr>
      <p:sp>
        <p:nvSpPr>
          <p:cNvPr id="193" name="Google Shape;193;g22c6b6d96a6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 name="Google Shape;194;g22c6b6d96a6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 name="Shape 211"/>
        <p:cNvGrpSpPr/>
        <p:nvPr/>
      </p:nvGrpSpPr>
      <p:grpSpPr>
        <a:xfrm>
          <a:off x="0" y="0"/>
          <a:ext cx="0" cy="0"/>
          <a:chOff x="0" y="0"/>
          <a:chExt cx="0" cy="0"/>
        </a:xfrm>
      </p:grpSpPr>
      <p:sp>
        <p:nvSpPr>
          <p:cNvPr id="212" name="Google Shape;212;g10f9e629ec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 name="Google Shape;213;g10f9e629ec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 name="Shape 220"/>
        <p:cNvGrpSpPr/>
        <p:nvPr/>
      </p:nvGrpSpPr>
      <p:grpSpPr>
        <a:xfrm>
          <a:off x="0" y="0"/>
          <a:ext cx="0" cy="0"/>
          <a:chOff x="0" y="0"/>
          <a:chExt cx="0" cy="0"/>
        </a:xfrm>
      </p:grpSpPr>
      <p:sp>
        <p:nvSpPr>
          <p:cNvPr id="221" name="Google Shape;221;g10f9e629ec3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 name="Google Shape;222;g10f9e629ec3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 name="Shape 237"/>
        <p:cNvGrpSpPr/>
        <p:nvPr/>
      </p:nvGrpSpPr>
      <p:grpSpPr>
        <a:xfrm>
          <a:off x="0" y="0"/>
          <a:ext cx="0" cy="0"/>
          <a:chOff x="0" y="0"/>
          <a:chExt cx="0" cy="0"/>
        </a:xfrm>
      </p:grpSpPr>
      <p:sp>
        <p:nvSpPr>
          <p:cNvPr id="238" name="Google Shape;238;g21258269c9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9" name="Google Shape;239;g21258269c9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 name="Shape 254"/>
        <p:cNvGrpSpPr/>
        <p:nvPr/>
      </p:nvGrpSpPr>
      <p:grpSpPr>
        <a:xfrm>
          <a:off x="0" y="0"/>
          <a:ext cx="0" cy="0"/>
          <a:chOff x="0" y="0"/>
          <a:chExt cx="0" cy="0"/>
        </a:xfrm>
      </p:grpSpPr>
      <p:sp>
        <p:nvSpPr>
          <p:cNvPr id="255" name="Google Shape;255;g111e7c571f2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 name="Google Shape;256;g111e7c571f2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2" name="Shape 262"/>
        <p:cNvGrpSpPr/>
        <p:nvPr/>
      </p:nvGrpSpPr>
      <p:grpSpPr>
        <a:xfrm>
          <a:off x="0" y="0"/>
          <a:ext cx="0" cy="0"/>
          <a:chOff x="0" y="0"/>
          <a:chExt cx="0" cy="0"/>
        </a:xfrm>
      </p:grpSpPr>
      <p:sp>
        <p:nvSpPr>
          <p:cNvPr id="263" name="Google Shape;263;g21258269c9b_0_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4" name="Google Shape;264;g21258269c9b_0_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 name="Shape 278"/>
        <p:cNvGrpSpPr/>
        <p:nvPr/>
      </p:nvGrpSpPr>
      <p:grpSpPr>
        <a:xfrm>
          <a:off x="0" y="0"/>
          <a:ext cx="0" cy="0"/>
          <a:chOff x="0" y="0"/>
          <a:chExt cx="0" cy="0"/>
        </a:xfrm>
      </p:grpSpPr>
      <p:sp>
        <p:nvSpPr>
          <p:cNvPr id="279" name="Google Shape;279;g21258269c9b_0_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 name="Google Shape;280;g21258269c9b_0_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 name="Shape 289"/>
        <p:cNvGrpSpPr/>
        <p:nvPr/>
      </p:nvGrpSpPr>
      <p:grpSpPr>
        <a:xfrm>
          <a:off x="0" y="0"/>
          <a:ext cx="0" cy="0"/>
          <a:chOff x="0" y="0"/>
          <a:chExt cx="0" cy="0"/>
        </a:xfrm>
      </p:grpSpPr>
      <p:sp>
        <p:nvSpPr>
          <p:cNvPr id="290" name="Google Shape;290;g2140bdeeea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1" name="Google Shape;291;g2140bdeeea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 name="Shape 302"/>
        <p:cNvGrpSpPr/>
        <p:nvPr/>
      </p:nvGrpSpPr>
      <p:grpSpPr>
        <a:xfrm>
          <a:off x="0" y="0"/>
          <a:ext cx="0" cy="0"/>
          <a:chOff x="0" y="0"/>
          <a:chExt cx="0" cy="0"/>
        </a:xfrm>
      </p:grpSpPr>
      <p:sp>
        <p:nvSpPr>
          <p:cNvPr id="303" name="Google Shape;303;g21258269c9b_0_2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 name="Google Shape;304;g21258269c9b_0_2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 name="Shape 319"/>
        <p:cNvGrpSpPr/>
        <p:nvPr/>
      </p:nvGrpSpPr>
      <p:grpSpPr>
        <a:xfrm>
          <a:off x="0" y="0"/>
          <a:ext cx="0" cy="0"/>
          <a:chOff x="0" y="0"/>
          <a:chExt cx="0" cy="0"/>
        </a:xfrm>
      </p:grpSpPr>
      <p:sp>
        <p:nvSpPr>
          <p:cNvPr id="320" name="Google Shape;320;g11e375b9f55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1" name="Google Shape;321;g11e375b9f55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9" name="Shape 339"/>
        <p:cNvGrpSpPr/>
        <p:nvPr/>
      </p:nvGrpSpPr>
      <p:grpSpPr>
        <a:xfrm>
          <a:off x="0" y="0"/>
          <a:ext cx="0" cy="0"/>
          <a:chOff x="0" y="0"/>
          <a:chExt cx="0" cy="0"/>
        </a:xfrm>
      </p:grpSpPr>
      <p:sp>
        <p:nvSpPr>
          <p:cNvPr id="340" name="Google Shape;340;g21722c30371_0_5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1" name="Google Shape;341;g21722c30371_0_5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 name="Shape 352"/>
        <p:cNvGrpSpPr/>
        <p:nvPr/>
      </p:nvGrpSpPr>
      <p:grpSpPr>
        <a:xfrm>
          <a:off x="0" y="0"/>
          <a:ext cx="0" cy="0"/>
          <a:chOff x="0" y="0"/>
          <a:chExt cx="0" cy="0"/>
        </a:xfrm>
      </p:grpSpPr>
      <p:sp>
        <p:nvSpPr>
          <p:cNvPr id="353" name="Google Shape;353;g21722c3037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4" name="Google Shape;354;g21722c3037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5" name="Shape 365"/>
        <p:cNvGrpSpPr/>
        <p:nvPr/>
      </p:nvGrpSpPr>
      <p:grpSpPr>
        <a:xfrm>
          <a:off x="0" y="0"/>
          <a:ext cx="0" cy="0"/>
          <a:chOff x="0" y="0"/>
          <a:chExt cx="0" cy="0"/>
        </a:xfrm>
      </p:grpSpPr>
      <p:sp>
        <p:nvSpPr>
          <p:cNvPr id="366" name="Google Shape;366;g10f9e629ec3_0_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7" name="Google Shape;367;g10f9e629ec3_0_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 name="Shape 374"/>
        <p:cNvGrpSpPr/>
        <p:nvPr/>
      </p:nvGrpSpPr>
      <p:grpSpPr>
        <a:xfrm>
          <a:off x="0" y="0"/>
          <a:ext cx="0" cy="0"/>
          <a:chOff x="0" y="0"/>
          <a:chExt cx="0" cy="0"/>
        </a:xfrm>
      </p:grpSpPr>
      <p:sp>
        <p:nvSpPr>
          <p:cNvPr id="375" name="Google Shape;375;g1105afc42a3_1_5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 name="Google Shape;376;g1105afc42a3_1_5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 name="Shape 380"/>
        <p:cNvGrpSpPr/>
        <p:nvPr/>
      </p:nvGrpSpPr>
      <p:grpSpPr>
        <a:xfrm>
          <a:off x="0" y="0"/>
          <a:ext cx="0" cy="0"/>
          <a:chOff x="0" y="0"/>
          <a:chExt cx="0" cy="0"/>
        </a:xfrm>
      </p:grpSpPr>
      <p:sp>
        <p:nvSpPr>
          <p:cNvPr id="381" name="Google Shape;381;g11360713c04_0_3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2" name="Google Shape;382;g11360713c04_0_3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4" name="Shape 424"/>
        <p:cNvGrpSpPr/>
        <p:nvPr/>
      </p:nvGrpSpPr>
      <p:grpSpPr>
        <a:xfrm>
          <a:off x="0" y="0"/>
          <a:ext cx="0" cy="0"/>
          <a:chOff x="0" y="0"/>
          <a:chExt cx="0" cy="0"/>
        </a:xfrm>
      </p:grpSpPr>
      <p:sp>
        <p:nvSpPr>
          <p:cNvPr id="425" name="Google Shape;425;g21cbd33eb97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6" name="Google Shape;426;g21cbd33eb97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8" name="Shape 448"/>
        <p:cNvGrpSpPr/>
        <p:nvPr/>
      </p:nvGrpSpPr>
      <p:grpSpPr>
        <a:xfrm>
          <a:off x="0" y="0"/>
          <a:ext cx="0" cy="0"/>
          <a:chOff x="0" y="0"/>
          <a:chExt cx="0" cy="0"/>
        </a:xfrm>
      </p:grpSpPr>
      <p:sp>
        <p:nvSpPr>
          <p:cNvPr id="449" name="Google Shape;449;g11e375b9f55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0" name="Google Shape;450;g11e375b9f55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 name="Shape 460"/>
        <p:cNvGrpSpPr/>
        <p:nvPr/>
      </p:nvGrpSpPr>
      <p:grpSpPr>
        <a:xfrm>
          <a:off x="0" y="0"/>
          <a:ext cx="0" cy="0"/>
          <a:chOff x="0" y="0"/>
          <a:chExt cx="0" cy="0"/>
        </a:xfrm>
      </p:grpSpPr>
      <p:sp>
        <p:nvSpPr>
          <p:cNvPr id="461" name="Google Shape;461;g118898af350_0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2" name="Google Shape;462;g118898af350_0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5" name="Shape 475"/>
        <p:cNvGrpSpPr/>
        <p:nvPr/>
      </p:nvGrpSpPr>
      <p:grpSpPr>
        <a:xfrm>
          <a:off x="0" y="0"/>
          <a:ext cx="0" cy="0"/>
          <a:chOff x="0" y="0"/>
          <a:chExt cx="0" cy="0"/>
        </a:xfrm>
      </p:grpSpPr>
      <p:sp>
        <p:nvSpPr>
          <p:cNvPr id="476" name="Google Shape;476;g21722c30371_0_2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7" name="Google Shape;477;g21722c30371_0_2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8" name="Shape 488"/>
        <p:cNvGrpSpPr/>
        <p:nvPr/>
      </p:nvGrpSpPr>
      <p:grpSpPr>
        <a:xfrm>
          <a:off x="0" y="0"/>
          <a:ext cx="0" cy="0"/>
          <a:chOff x="0" y="0"/>
          <a:chExt cx="0" cy="0"/>
        </a:xfrm>
      </p:grpSpPr>
      <p:sp>
        <p:nvSpPr>
          <p:cNvPr id="489" name="Google Shape;489;g1105afc42a3_1_7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0" name="Google Shape;490;g1105afc42a3_1_7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8" name="Shape 518"/>
        <p:cNvGrpSpPr/>
        <p:nvPr/>
      </p:nvGrpSpPr>
      <p:grpSpPr>
        <a:xfrm>
          <a:off x="0" y="0"/>
          <a:ext cx="0" cy="0"/>
          <a:chOff x="0" y="0"/>
          <a:chExt cx="0" cy="0"/>
        </a:xfrm>
      </p:grpSpPr>
      <p:sp>
        <p:nvSpPr>
          <p:cNvPr id="519" name="Google Shape;519;g1105afc42a3_1_8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0" name="Google Shape;520;g1105afc42a3_1_8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 name="Shape 524"/>
        <p:cNvGrpSpPr/>
        <p:nvPr/>
      </p:nvGrpSpPr>
      <p:grpSpPr>
        <a:xfrm>
          <a:off x="0" y="0"/>
          <a:ext cx="0" cy="0"/>
          <a:chOff x="0" y="0"/>
          <a:chExt cx="0" cy="0"/>
        </a:xfrm>
      </p:grpSpPr>
      <p:sp>
        <p:nvSpPr>
          <p:cNvPr id="525" name="Google Shape;525;g1105afc42a3_1_8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6" name="Google Shape;526;g1105afc42a3_1_8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 name="Shape 530"/>
        <p:cNvGrpSpPr/>
        <p:nvPr/>
      </p:nvGrpSpPr>
      <p:grpSpPr>
        <a:xfrm>
          <a:off x="0" y="0"/>
          <a:ext cx="0" cy="0"/>
          <a:chOff x="0" y="0"/>
          <a:chExt cx="0" cy="0"/>
        </a:xfrm>
      </p:grpSpPr>
      <p:sp>
        <p:nvSpPr>
          <p:cNvPr id="531" name="Google Shape;531;g22c6b6d96a6_2_376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2" name="Google Shape;532;g22c6b6d96a6_2_376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 name="Shape 536"/>
        <p:cNvGrpSpPr/>
        <p:nvPr/>
      </p:nvGrpSpPr>
      <p:grpSpPr>
        <a:xfrm>
          <a:off x="0" y="0"/>
          <a:ext cx="0" cy="0"/>
          <a:chOff x="0" y="0"/>
          <a:chExt cx="0" cy="0"/>
        </a:xfrm>
      </p:grpSpPr>
      <p:sp>
        <p:nvSpPr>
          <p:cNvPr id="537" name="Google Shape;537;g22c6b6d96a6_2_376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8" name="Google Shape;538;g22c6b6d96a6_2_376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2" name="Shape 542"/>
        <p:cNvGrpSpPr/>
        <p:nvPr/>
      </p:nvGrpSpPr>
      <p:grpSpPr>
        <a:xfrm>
          <a:off x="0" y="0"/>
          <a:ext cx="0" cy="0"/>
          <a:chOff x="0" y="0"/>
          <a:chExt cx="0" cy="0"/>
        </a:xfrm>
      </p:grpSpPr>
      <p:sp>
        <p:nvSpPr>
          <p:cNvPr id="543" name="Google Shape;543;g22c6b6d96a6_2_376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4" name="Google Shape;544;g22c6b6d96a6_2_376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8" name="Shape 558"/>
        <p:cNvGrpSpPr/>
        <p:nvPr/>
      </p:nvGrpSpPr>
      <p:grpSpPr>
        <a:xfrm>
          <a:off x="0" y="0"/>
          <a:ext cx="0" cy="0"/>
          <a:chOff x="0" y="0"/>
          <a:chExt cx="0" cy="0"/>
        </a:xfrm>
      </p:grpSpPr>
      <p:sp>
        <p:nvSpPr>
          <p:cNvPr id="559" name="Google Shape;559;g22c6b6d96a6_2_376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0" name="Google Shape;560;g22c6b6d96a6_2_376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 name="Shape 574"/>
        <p:cNvGrpSpPr/>
        <p:nvPr/>
      </p:nvGrpSpPr>
      <p:grpSpPr>
        <a:xfrm>
          <a:off x="0" y="0"/>
          <a:ext cx="0" cy="0"/>
          <a:chOff x="0" y="0"/>
          <a:chExt cx="0" cy="0"/>
        </a:xfrm>
      </p:grpSpPr>
      <p:sp>
        <p:nvSpPr>
          <p:cNvPr id="575" name="Google Shape;575;g22c6b6d96a6_2_376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6" name="Google Shape;576;g22c6b6d96a6_2_376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3" name="Shape 913"/>
        <p:cNvGrpSpPr/>
        <p:nvPr/>
      </p:nvGrpSpPr>
      <p:grpSpPr>
        <a:xfrm>
          <a:off x="0" y="0"/>
          <a:ext cx="0" cy="0"/>
          <a:chOff x="0" y="0"/>
          <a:chExt cx="0" cy="0"/>
        </a:xfrm>
      </p:grpSpPr>
      <p:sp>
        <p:nvSpPr>
          <p:cNvPr id="914" name="Google Shape;914;g22c6b6d96a6_2_380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5" name="Google Shape;915;g22c6b6d96a6_2_380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4" name="Shape 3114"/>
        <p:cNvGrpSpPr/>
        <p:nvPr/>
      </p:nvGrpSpPr>
      <p:grpSpPr>
        <a:xfrm>
          <a:off x="0" y="0"/>
          <a:ext cx="0" cy="0"/>
          <a:chOff x="0" y="0"/>
          <a:chExt cx="0" cy="0"/>
        </a:xfrm>
      </p:grpSpPr>
      <p:sp>
        <p:nvSpPr>
          <p:cNvPr id="3115" name="Google Shape;3115;g22c6b6d96a6_2_402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16" name="Google Shape;3116;g22c6b6d96a6_2_402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3" name="Shape 3533"/>
        <p:cNvGrpSpPr/>
        <p:nvPr/>
      </p:nvGrpSpPr>
      <p:grpSpPr>
        <a:xfrm>
          <a:off x="0" y="0"/>
          <a:ext cx="0" cy="0"/>
          <a:chOff x="0" y="0"/>
          <a:chExt cx="0" cy="0"/>
        </a:xfrm>
      </p:grpSpPr>
      <p:sp>
        <p:nvSpPr>
          <p:cNvPr id="3534" name="Google Shape;3534;g22c6b6d96a6_2_406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35" name="Google Shape;3535;g22c6b6d96a6_2_406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3" name="Shape 3703"/>
        <p:cNvGrpSpPr/>
        <p:nvPr/>
      </p:nvGrpSpPr>
      <p:grpSpPr>
        <a:xfrm>
          <a:off x="0" y="0"/>
          <a:ext cx="0" cy="0"/>
          <a:chOff x="0" y="0"/>
          <a:chExt cx="0" cy="0"/>
        </a:xfrm>
      </p:grpSpPr>
      <p:sp>
        <p:nvSpPr>
          <p:cNvPr id="3704" name="Google Shape;3704;g22c6b6d96a6_2_408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5" name="Google Shape;3705;g22c6b6d96a6_2_408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8" name="Shape 4108"/>
        <p:cNvGrpSpPr/>
        <p:nvPr/>
      </p:nvGrpSpPr>
      <p:grpSpPr>
        <a:xfrm>
          <a:off x="0" y="0"/>
          <a:ext cx="0" cy="0"/>
          <a:chOff x="0" y="0"/>
          <a:chExt cx="0" cy="0"/>
        </a:xfrm>
      </p:grpSpPr>
      <p:sp>
        <p:nvSpPr>
          <p:cNvPr id="4109" name="Google Shape;4109;g22c6b6d96a6_2_412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10" name="Google Shape;4110;g22c6b6d96a6_2_412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88" name="Shape 4488"/>
        <p:cNvGrpSpPr/>
        <p:nvPr/>
      </p:nvGrpSpPr>
      <p:grpSpPr>
        <a:xfrm>
          <a:off x="0" y="0"/>
          <a:ext cx="0" cy="0"/>
          <a:chOff x="0" y="0"/>
          <a:chExt cx="0" cy="0"/>
        </a:xfrm>
      </p:grpSpPr>
      <p:sp>
        <p:nvSpPr>
          <p:cNvPr id="4489" name="Google Shape;4489;g22c6b6d96a6_2_416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90" name="Google Shape;4490;g22c6b6d96a6_2_416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65" name="Shape 5265"/>
        <p:cNvGrpSpPr/>
        <p:nvPr/>
      </p:nvGrpSpPr>
      <p:grpSpPr>
        <a:xfrm>
          <a:off x="0" y="0"/>
          <a:ext cx="0" cy="0"/>
          <a:chOff x="0" y="0"/>
          <a:chExt cx="0" cy="0"/>
        </a:xfrm>
      </p:grpSpPr>
      <p:sp>
        <p:nvSpPr>
          <p:cNvPr id="5266" name="Google Shape;5266;g22c6b6d96a6_2_42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67" name="Google Shape;5267;g22c6b6d96a6_2_42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2" name="Shape 6672"/>
        <p:cNvGrpSpPr/>
        <p:nvPr/>
      </p:nvGrpSpPr>
      <p:grpSpPr>
        <a:xfrm>
          <a:off x="0" y="0"/>
          <a:ext cx="0" cy="0"/>
          <a:chOff x="0" y="0"/>
          <a:chExt cx="0" cy="0"/>
        </a:xfrm>
      </p:grpSpPr>
      <p:sp>
        <p:nvSpPr>
          <p:cNvPr id="6673" name="Google Shape;6673;g22c6b6d96a6_2_437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74" name="Google Shape;6674;g22c6b6d96a6_2_437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6" name="Shape 9066"/>
        <p:cNvGrpSpPr/>
        <p:nvPr/>
      </p:nvGrpSpPr>
      <p:grpSpPr>
        <a:xfrm>
          <a:off x="0" y="0"/>
          <a:ext cx="0" cy="0"/>
          <a:chOff x="0" y="0"/>
          <a:chExt cx="0" cy="0"/>
        </a:xfrm>
      </p:grpSpPr>
      <p:sp>
        <p:nvSpPr>
          <p:cNvPr id="9067" name="Google Shape;9067;g22c6b6d96a6_2_461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68" name="Google Shape;9068;g22c6b6d96a6_2_461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0" name="Shape 11080"/>
        <p:cNvGrpSpPr/>
        <p:nvPr/>
      </p:nvGrpSpPr>
      <p:grpSpPr>
        <a:xfrm>
          <a:off x="0" y="0"/>
          <a:ext cx="0" cy="0"/>
          <a:chOff x="0" y="0"/>
          <a:chExt cx="0" cy="0"/>
        </a:xfrm>
      </p:grpSpPr>
      <p:sp>
        <p:nvSpPr>
          <p:cNvPr id="11081" name="Google Shape;11081;g22c6b6d96a6_2_48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82" name="Google Shape;11082;g22c6b6d96a6_2_48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16" name="Shape 12716"/>
        <p:cNvGrpSpPr/>
        <p:nvPr/>
      </p:nvGrpSpPr>
      <p:grpSpPr>
        <a:xfrm>
          <a:off x="0" y="0"/>
          <a:ext cx="0" cy="0"/>
          <a:chOff x="0" y="0"/>
          <a:chExt cx="0" cy="0"/>
        </a:xfrm>
      </p:grpSpPr>
      <p:sp>
        <p:nvSpPr>
          <p:cNvPr id="12717" name="Google Shape;12717;g22c6b6d96a6_2_498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18" name="Google Shape;12718;g22c6b6d96a6_2_498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58" name="Shape 13758"/>
        <p:cNvGrpSpPr/>
        <p:nvPr/>
      </p:nvGrpSpPr>
      <p:grpSpPr>
        <a:xfrm>
          <a:off x="0" y="0"/>
          <a:ext cx="0" cy="0"/>
          <a:chOff x="0" y="0"/>
          <a:chExt cx="0" cy="0"/>
        </a:xfrm>
      </p:grpSpPr>
      <p:sp>
        <p:nvSpPr>
          <p:cNvPr id="13759" name="Google Shape;13759;g22c6b6d96a6_2_508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60" name="Google Shape;13760;g22c6b6d96a6_2_508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01" name="Shape 15301"/>
        <p:cNvGrpSpPr/>
        <p:nvPr/>
      </p:nvGrpSpPr>
      <p:grpSpPr>
        <a:xfrm>
          <a:off x="0" y="0"/>
          <a:ext cx="0" cy="0"/>
          <a:chOff x="0" y="0"/>
          <a:chExt cx="0" cy="0"/>
        </a:xfrm>
      </p:grpSpPr>
      <p:sp>
        <p:nvSpPr>
          <p:cNvPr id="15302" name="Google Shape;15302;g22c6b6d96a6_2_563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03" name="Google Shape;15303;g22c6b6d96a6_2_563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120500" y="1281463"/>
            <a:ext cx="6903000" cy="2122800"/>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Clr>
                <a:srgbClr val="191919"/>
              </a:buClr>
              <a:buSzPts val="5200"/>
              <a:buNone/>
              <a:defRPr sz="6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2392500" y="3452538"/>
            <a:ext cx="4359000" cy="40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200"/>
              <a:buNone/>
              <a:defRPr sz="1600">
                <a:solidFill>
                  <a:srgbClr val="191919"/>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1035050" y="2219250"/>
            <a:ext cx="5565600" cy="20562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3" name="Google Shape;13;p3"/>
          <p:cNvSpPr txBox="1"/>
          <p:nvPr>
            <p:ph hasCustomPrompt="1" idx="2" type="title"/>
          </p:nvPr>
        </p:nvSpPr>
        <p:spPr>
          <a:xfrm>
            <a:off x="1035050" y="868050"/>
            <a:ext cx="1996200" cy="1503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96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4" name="Shape 14"/>
        <p:cNvGrpSpPr/>
        <p:nvPr/>
      </p:nvGrpSpPr>
      <p:grpSpPr>
        <a:xfrm>
          <a:off x="0" y="0"/>
          <a:ext cx="0" cy="0"/>
          <a:chOff x="0" y="0"/>
          <a:chExt cx="0" cy="0"/>
        </a:xfrm>
      </p:grpSpPr>
      <p:sp>
        <p:nvSpPr>
          <p:cNvPr id="15" name="Google Shape;15;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 name="Google Shape;16;p4"/>
          <p:cNvSpPr txBox="1"/>
          <p:nvPr>
            <p:ph idx="1" type="body"/>
          </p:nvPr>
        </p:nvSpPr>
        <p:spPr>
          <a:xfrm>
            <a:off x="720000" y="1152475"/>
            <a:ext cx="7704000" cy="357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rgbClr val="434343"/>
              </a:buClr>
              <a:buSzPts val="1400"/>
              <a:buChar char="●"/>
              <a:defRPr/>
            </a:lvl1pPr>
            <a:lvl2pPr indent="-304800" lvl="1" marL="914400" rtl="0">
              <a:lnSpc>
                <a:spcPct val="115000"/>
              </a:lnSpc>
              <a:spcBef>
                <a:spcPts val="0"/>
              </a:spcBef>
              <a:spcAft>
                <a:spcPts val="0"/>
              </a:spcAft>
              <a:buClr>
                <a:srgbClr val="434343"/>
              </a:buClr>
              <a:buSzPts val="1200"/>
              <a:buChar char="○"/>
              <a:defRPr>
                <a:solidFill>
                  <a:srgbClr val="434343"/>
                </a:solidFill>
              </a:defRPr>
            </a:lvl2pPr>
            <a:lvl3pPr indent="-304800" lvl="2" marL="1371600" rtl="0">
              <a:lnSpc>
                <a:spcPct val="115000"/>
              </a:lnSpc>
              <a:spcBef>
                <a:spcPts val="0"/>
              </a:spcBef>
              <a:spcAft>
                <a:spcPts val="0"/>
              </a:spcAft>
              <a:buClr>
                <a:srgbClr val="434343"/>
              </a:buClr>
              <a:buSzPts val="1200"/>
              <a:buChar char="■"/>
              <a:defRPr>
                <a:solidFill>
                  <a:srgbClr val="434343"/>
                </a:solidFill>
              </a:defRPr>
            </a:lvl3pPr>
            <a:lvl4pPr indent="-304800" lvl="3" marL="1828800" rtl="0">
              <a:lnSpc>
                <a:spcPct val="115000"/>
              </a:lnSpc>
              <a:spcBef>
                <a:spcPts val="0"/>
              </a:spcBef>
              <a:spcAft>
                <a:spcPts val="0"/>
              </a:spcAft>
              <a:buClr>
                <a:srgbClr val="434343"/>
              </a:buClr>
              <a:buSzPts val="1200"/>
              <a:buChar char="●"/>
              <a:defRPr>
                <a:solidFill>
                  <a:srgbClr val="434343"/>
                </a:solidFill>
              </a:defRPr>
            </a:lvl4pPr>
            <a:lvl5pPr indent="-304800" lvl="4" marL="2286000" rtl="0">
              <a:lnSpc>
                <a:spcPct val="115000"/>
              </a:lnSpc>
              <a:spcBef>
                <a:spcPts val="0"/>
              </a:spcBef>
              <a:spcAft>
                <a:spcPts val="0"/>
              </a:spcAft>
              <a:buClr>
                <a:srgbClr val="434343"/>
              </a:buClr>
              <a:buSzPts val="1200"/>
              <a:buChar char="○"/>
              <a:defRPr>
                <a:solidFill>
                  <a:srgbClr val="434343"/>
                </a:solidFill>
              </a:defRPr>
            </a:lvl5pPr>
            <a:lvl6pPr indent="-304800" lvl="5" marL="2743200" rtl="0">
              <a:lnSpc>
                <a:spcPct val="115000"/>
              </a:lnSpc>
              <a:spcBef>
                <a:spcPts val="0"/>
              </a:spcBef>
              <a:spcAft>
                <a:spcPts val="0"/>
              </a:spcAft>
              <a:buClr>
                <a:srgbClr val="434343"/>
              </a:buClr>
              <a:buSzPts val="1200"/>
              <a:buChar char="■"/>
              <a:defRPr>
                <a:solidFill>
                  <a:srgbClr val="434343"/>
                </a:solidFill>
              </a:defRPr>
            </a:lvl6pPr>
            <a:lvl7pPr indent="-304800" lvl="6" marL="3200400" rtl="0">
              <a:lnSpc>
                <a:spcPct val="115000"/>
              </a:lnSpc>
              <a:spcBef>
                <a:spcPts val="0"/>
              </a:spcBef>
              <a:spcAft>
                <a:spcPts val="0"/>
              </a:spcAft>
              <a:buClr>
                <a:srgbClr val="434343"/>
              </a:buClr>
              <a:buSzPts val="1200"/>
              <a:buChar char="●"/>
              <a:defRPr>
                <a:solidFill>
                  <a:srgbClr val="434343"/>
                </a:solidFill>
              </a:defRPr>
            </a:lvl7pPr>
            <a:lvl8pPr indent="-304800" lvl="7" marL="3657600" rtl="0">
              <a:lnSpc>
                <a:spcPct val="115000"/>
              </a:lnSpc>
              <a:spcBef>
                <a:spcPts val="0"/>
              </a:spcBef>
              <a:spcAft>
                <a:spcPts val="0"/>
              </a:spcAft>
              <a:buClr>
                <a:srgbClr val="434343"/>
              </a:buClr>
              <a:buSzPts val="1200"/>
              <a:buChar char="○"/>
              <a:defRPr>
                <a:solidFill>
                  <a:srgbClr val="434343"/>
                </a:solidFill>
              </a:defRPr>
            </a:lvl8pPr>
            <a:lvl9pPr indent="-304800" lvl="8" marL="4114800" rtl="0">
              <a:lnSpc>
                <a:spcPct val="115000"/>
              </a:lnSpc>
              <a:spcBef>
                <a:spcPts val="0"/>
              </a:spcBef>
              <a:spcAft>
                <a:spcPts val="0"/>
              </a:spcAft>
              <a:buClr>
                <a:srgbClr val="434343"/>
              </a:buClr>
              <a:buSzPts val="1200"/>
              <a:buChar char="■"/>
              <a:defRPr>
                <a:solidFill>
                  <a:srgbClr val="434343"/>
                </a:solidFill>
              </a:defRPr>
            </a:lvl9pPr>
          </a:lstStyle>
          <a:p/>
        </p:txBody>
      </p:sp>
      <p:sp>
        <p:nvSpPr>
          <p:cNvPr id="17" name="Google Shape;17;p4"/>
          <p:cNvSpPr/>
          <p:nvPr/>
        </p:nvSpPr>
        <p:spPr>
          <a:xfrm rot="-3600036">
            <a:off x="8213776" y="-1125742"/>
            <a:ext cx="2304487" cy="2530679"/>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4"/>
          <p:cNvSpPr/>
          <p:nvPr/>
        </p:nvSpPr>
        <p:spPr>
          <a:xfrm rot="-3600036">
            <a:off x="7858866" y="-1070545"/>
            <a:ext cx="2304487" cy="2530679"/>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 name="Google Shape;19;p4"/>
          <p:cNvPicPr preferRelativeResize="0"/>
          <p:nvPr/>
        </p:nvPicPr>
        <p:blipFill>
          <a:blip r:embed="rId2">
            <a:alphaModFix/>
          </a:blip>
          <a:stretch>
            <a:fillRect/>
          </a:stretch>
        </p:blipFill>
        <p:spPr>
          <a:xfrm>
            <a:off x="7571893" y="87344"/>
            <a:ext cx="1115996" cy="950890"/>
          </a:xfrm>
          <a:prstGeom prst="rect">
            <a:avLst/>
          </a:prstGeom>
          <a:noFill/>
          <a:ln>
            <a:noFill/>
          </a:ln>
        </p:spPr>
      </p:pic>
      <p:sp>
        <p:nvSpPr>
          <p:cNvPr id="20" name="Google Shape;20;p4"/>
          <p:cNvSpPr/>
          <p:nvPr/>
        </p:nvSpPr>
        <p:spPr>
          <a:xfrm>
            <a:off x="-1293202" y="4045406"/>
            <a:ext cx="2199256" cy="2415120"/>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4"/>
          <p:cNvSpPr/>
          <p:nvPr/>
        </p:nvSpPr>
        <p:spPr>
          <a:xfrm>
            <a:off x="-1391450" y="3913701"/>
            <a:ext cx="2199256" cy="2415120"/>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2" name="Google Shape;22;p4"/>
          <p:cNvPicPr preferRelativeResize="0"/>
          <p:nvPr/>
        </p:nvPicPr>
        <p:blipFill>
          <a:blip r:embed="rId3">
            <a:alphaModFix/>
          </a:blip>
          <a:stretch>
            <a:fillRect/>
          </a:stretch>
        </p:blipFill>
        <p:spPr>
          <a:xfrm>
            <a:off x="184780" y="4339348"/>
            <a:ext cx="980127" cy="835126"/>
          </a:xfrm>
          <a:prstGeom prst="rect">
            <a:avLst/>
          </a:prstGeom>
          <a:noFill/>
          <a:ln>
            <a:noFill/>
          </a:ln>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3" name="Shape 23"/>
        <p:cNvGrpSpPr/>
        <p:nvPr/>
      </p:nvGrpSpPr>
      <p:grpSpPr>
        <a:xfrm>
          <a:off x="0" y="0"/>
          <a:ext cx="0" cy="0"/>
          <a:chOff x="0" y="0"/>
          <a:chExt cx="0" cy="0"/>
        </a:xfrm>
      </p:grpSpPr>
      <p:sp>
        <p:nvSpPr>
          <p:cNvPr id="24" name="Google Shape;24;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5" name="Google Shape;25;p5"/>
          <p:cNvSpPr txBox="1"/>
          <p:nvPr>
            <p:ph idx="1" type="subTitle"/>
          </p:nvPr>
        </p:nvSpPr>
        <p:spPr>
          <a:xfrm>
            <a:off x="4923249" y="2269350"/>
            <a:ext cx="2505600" cy="199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 name="Google Shape;26;p5"/>
          <p:cNvSpPr txBox="1"/>
          <p:nvPr>
            <p:ph idx="2" type="subTitle"/>
          </p:nvPr>
        </p:nvSpPr>
        <p:spPr>
          <a:xfrm>
            <a:off x="1715375" y="2269350"/>
            <a:ext cx="2505600" cy="199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7" name="Google Shape;27;p5"/>
          <p:cNvSpPr txBox="1"/>
          <p:nvPr>
            <p:ph idx="3" type="subTitle"/>
          </p:nvPr>
        </p:nvSpPr>
        <p:spPr>
          <a:xfrm>
            <a:off x="1715375" y="1508452"/>
            <a:ext cx="2505600" cy="669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solidFill>
                  <a:schemeClr val="lt2"/>
                </a:solidFill>
                <a:latin typeface="Poppins SemiBold"/>
                <a:ea typeface="Poppins SemiBold"/>
                <a:cs typeface="Poppins SemiBold"/>
                <a:sym typeface="Poppins SemiBol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 name="Google Shape;28;p5"/>
          <p:cNvSpPr txBox="1"/>
          <p:nvPr>
            <p:ph idx="4" type="subTitle"/>
          </p:nvPr>
        </p:nvSpPr>
        <p:spPr>
          <a:xfrm>
            <a:off x="4923250" y="1508452"/>
            <a:ext cx="2505600" cy="669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solidFill>
                  <a:schemeClr val="lt2"/>
                </a:solidFill>
                <a:latin typeface="Poppins SemiBold"/>
                <a:ea typeface="Poppins SemiBold"/>
                <a:cs typeface="Poppins SemiBold"/>
                <a:sym typeface="Poppins SemiBol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9" name="Google Shape;29;p5"/>
          <p:cNvSpPr/>
          <p:nvPr/>
        </p:nvSpPr>
        <p:spPr>
          <a:xfrm rot="-3600274">
            <a:off x="7988387" y="-1450347"/>
            <a:ext cx="2295052" cy="252031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5"/>
          <p:cNvSpPr/>
          <p:nvPr/>
        </p:nvSpPr>
        <p:spPr>
          <a:xfrm rot="-3600274">
            <a:off x="7634965" y="-1395381"/>
            <a:ext cx="2295052" cy="252031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1" name="Google Shape;31;p5"/>
          <p:cNvPicPr preferRelativeResize="0"/>
          <p:nvPr/>
        </p:nvPicPr>
        <p:blipFill>
          <a:blip r:embed="rId2">
            <a:alphaModFix/>
          </a:blip>
          <a:stretch>
            <a:fillRect/>
          </a:stretch>
        </p:blipFill>
        <p:spPr>
          <a:xfrm>
            <a:off x="7349169" y="-242072"/>
            <a:ext cx="1111322" cy="946907"/>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2" name="Shape 32"/>
        <p:cNvGrpSpPr/>
        <p:nvPr/>
      </p:nvGrpSpPr>
      <p:grpSpPr>
        <a:xfrm>
          <a:off x="0" y="0"/>
          <a:ext cx="0" cy="0"/>
          <a:chOff x="0" y="0"/>
          <a:chExt cx="0" cy="0"/>
        </a:xfrm>
      </p:grpSpPr>
      <p:sp>
        <p:nvSpPr>
          <p:cNvPr id="33" name="Google Shape;33;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4" name="Google Shape;34;p6"/>
          <p:cNvSpPr/>
          <p:nvPr/>
        </p:nvSpPr>
        <p:spPr>
          <a:xfrm>
            <a:off x="-1384502" y="4045406"/>
            <a:ext cx="2199256" cy="2415120"/>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6"/>
          <p:cNvSpPr/>
          <p:nvPr/>
        </p:nvSpPr>
        <p:spPr>
          <a:xfrm>
            <a:off x="-1482750" y="3913701"/>
            <a:ext cx="2199256" cy="2415120"/>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6" name="Google Shape;36;p6"/>
          <p:cNvPicPr preferRelativeResize="0"/>
          <p:nvPr/>
        </p:nvPicPr>
        <p:blipFill>
          <a:blip r:embed="rId2">
            <a:alphaModFix/>
          </a:blip>
          <a:stretch>
            <a:fillRect/>
          </a:stretch>
        </p:blipFill>
        <p:spPr>
          <a:xfrm>
            <a:off x="93480" y="4339348"/>
            <a:ext cx="980127" cy="835126"/>
          </a:xfrm>
          <a:prstGeom prst="rect">
            <a:avLst/>
          </a:prstGeom>
          <a:noFill/>
          <a:ln>
            <a:noFill/>
          </a:ln>
        </p:spPr>
      </p:pic>
      <p:sp>
        <p:nvSpPr>
          <p:cNvPr id="37" name="Google Shape;37;p6"/>
          <p:cNvSpPr/>
          <p:nvPr/>
        </p:nvSpPr>
        <p:spPr>
          <a:xfrm rot="-3600036">
            <a:off x="8333651" y="-1141717"/>
            <a:ext cx="2304487" cy="2530679"/>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6"/>
          <p:cNvSpPr/>
          <p:nvPr/>
        </p:nvSpPr>
        <p:spPr>
          <a:xfrm rot="-3600036">
            <a:off x="7978741" y="-1086520"/>
            <a:ext cx="2304487" cy="2530679"/>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9" name="Google Shape;39;p6"/>
          <p:cNvPicPr preferRelativeResize="0"/>
          <p:nvPr/>
        </p:nvPicPr>
        <p:blipFill>
          <a:blip r:embed="rId3">
            <a:alphaModFix/>
          </a:blip>
          <a:stretch>
            <a:fillRect/>
          </a:stretch>
        </p:blipFill>
        <p:spPr>
          <a:xfrm>
            <a:off x="7691768" y="71369"/>
            <a:ext cx="1115996" cy="950890"/>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0" name="Shape 40"/>
        <p:cNvGrpSpPr/>
        <p:nvPr/>
      </p:nvGrpSpPr>
      <p:grpSpPr>
        <a:xfrm>
          <a:off x="0" y="0"/>
          <a:ext cx="0" cy="0"/>
          <a:chOff x="0" y="0"/>
          <a:chExt cx="0" cy="0"/>
        </a:xfrm>
      </p:grpSpPr>
      <p:sp>
        <p:nvSpPr>
          <p:cNvPr id="41" name="Google Shape;41;p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2" name="Google Shape;42;p7"/>
          <p:cNvSpPr txBox="1"/>
          <p:nvPr>
            <p:ph idx="1" type="body"/>
          </p:nvPr>
        </p:nvSpPr>
        <p:spPr>
          <a:xfrm>
            <a:off x="720000" y="1611800"/>
            <a:ext cx="3566400" cy="2301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04800" lvl="1" marL="914400" rtl="0">
              <a:lnSpc>
                <a:spcPct val="115000"/>
              </a:lnSpc>
              <a:spcBef>
                <a:spcPts val="0"/>
              </a:spcBef>
              <a:spcAft>
                <a:spcPts val="0"/>
              </a:spcAft>
              <a:buSzPts val="1200"/>
              <a:buChar char="○"/>
              <a:defRPr>
                <a:solidFill>
                  <a:srgbClr val="434343"/>
                </a:solidFill>
              </a:defRPr>
            </a:lvl2pPr>
            <a:lvl3pPr indent="-304800" lvl="2" marL="1371600" rtl="0">
              <a:lnSpc>
                <a:spcPct val="115000"/>
              </a:lnSpc>
              <a:spcBef>
                <a:spcPts val="0"/>
              </a:spcBef>
              <a:spcAft>
                <a:spcPts val="0"/>
              </a:spcAft>
              <a:buSzPts val="1200"/>
              <a:buChar char="■"/>
              <a:defRPr>
                <a:solidFill>
                  <a:srgbClr val="434343"/>
                </a:solidFill>
              </a:defRPr>
            </a:lvl3pPr>
            <a:lvl4pPr indent="-304800" lvl="3" marL="1828800" rtl="0">
              <a:lnSpc>
                <a:spcPct val="115000"/>
              </a:lnSpc>
              <a:spcBef>
                <a:spcPts val="0"/>
              </a:spcBef>
              <a:spcAft>
                <a:spcPts val="0"/>
              </a:spcAft>
              <a:buSzPts val="1200"/>
              <a:buChar char="●"/>
              <a:defRPr>
                <a:solidFill>
                  <a:srgbClr val="434343"/>
                </a:solidFill>
              </a:defRPr>
            </a:lvl4pPr>
            <a:lvl5pPr indent="-304800" lvl="4" marL="2286000" rtl="0">
              <a:lnSpc>
                <a:spcPct val="115000"/>
              </a:lnSpc>
              <a:spcBef>
                <a:spcPts val="0"/>
              </a:spcBef>
              <a:spcAft>
                <a:spcPts val="0"/>
              </a:spcAft>
              <a:buSzPts val="1200"/>
              <a:buChar char="○"/>
              <a:defRPr>
                <a:solidFill>
                  <a:srgbClr val="434343"/>
                </a:solidFill>
              </a:defRPr>
            </a:lvl5pPr>
            <a:lvl6pPr indent="-304800" lvl="5" marL="2743200" rtl="0">
              <a:lnSpc>
                <a:spcPct val="115000"/>
              </a:lnSpc>
              <a:spcBef>
                <a:spcPts val="0"/>
              </a:spcBef>
              <a:spcAft>
                <a:spcPts val="0"/>
              </a:spcAft>
              <a:buSzPts val="1200"/>
              <a:buChar char="■"/>
              <a:defRPr>
                <a:solidFill>
                  <a:srgbClr val="434343"/>
                </a:solidFill>
              </a:defRPr>
            </a:lvl6pPr>
            <a:lvl7pPr indent="-304800" lvl="6" marL="3200400" rtl="0">
              <a:lnSpc>
                <a:spcPct val="115000"/>
              </a:lnSpc>
              <a:spcBef>
                <a:spcPts val="0"/>
              </a:spcBef>
              <a:spcAft>
                <a:spcPts val="0"/>
              </a:spcAft>
              <a:buSzPts val="1200"/>
              <a:buChar char="●"/>
              <a:defRPr>
                <a:solidFill>
                  <a:srgbClr val="434343"/>
                </a:solidFill>
              </a:defRPr>
            </a:lvl7pPr>
            <a:lvl8pPr indent="-304800" lvl="7" marL="3657600" rtl="0">
              <a:lnSpc>
                <a:spcPct val="115000"/>
              </a:lnSpc>
              <a:spcBef>
                <a:spcPts val="0"/>
              </a:spcBef>
              <a:spcAft>
                <a:spcPts val="0"/>
              </a:spcAft>
              <a:buSzPts val="1200"/>
              <a:buChar char="○"/>
              <a:defRPr>
                <a:solidFill>
                  <a:srgbClr val="434343"/>
                </a:solidFill>
              </a:defRPr>
            </a:lvl8pPr>
            <a:lvl9pPr indent="-304800" lvl="8" marL="4114800" rtl="0">
              <a:lnSpc>
                <a:spcPct val="115000"/>
              </a:lnSpc>
              <a:spcBef>
                <a:spcPts val="0"/>
              </a:spcBef>
              <a:spcAft>
                <a:spcPts val="0"/>
              </a:spcAft>
              <a:buSzPts val="1200"/>
              <a:buChar char="■"/>
              <a:defRPr>
                <a:solidFill>
                  <a:srgbClr val="434343"/>
                </a:solidFill>
              </a:defRPr>
            </a:lvl9pPr>
          </a:lstStyle>
          <a:p/>
        </p:txBody>
      </p:sp>
      <p:sp>
        <p:nvSpPr>
          <p:cNvPr id="43" name="Google Shape;43;p7"/>
          <p:cNvSpPr/>
          <p:nvPr>
            <p:ph idx="2" type="pic"/>
          </p:nvPr>
        </p:nvSpPr>
        <p:spPr>
          <a:xfrm>
            <a:off x="5238825" y="1133300"/>
            <a:ext cx="2980500" cy="3419400"/>
          </a:xfrm>
          <a:prstGeom prst="rect">
            <a:avLst/>
          </a:prstGeom>
          <a:noFill/>
          <a:ln>
            <a:noFill/>
          </a:ln>
        </p:spPr>
      </p:sp>
      <p:sp>
        <p:nvSpPr>
          <p:cNvPr id="44" name="Google Shape;44;p7"/>
          <p:cNvSpPr/>
          <p:nvPr/>
        </p:nvSpPr>
        <p:spPr>
          <a:xfrm rot="-3600036">
            <a:off x="8213776" y="-1125742"/>
            <a:ext cx="2304487" cy="2530679"/>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7"/>
          <p:cNvSpPr/>
          <p:nvPr/>
        </p:nvSpPr>
        <p:spPr>
          <a:xfrm rot="-3600036">
            <a:off x="7858866" y="-1070545"/>
            <a:ext cx="2304487" cy="2530679"/>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6" name="Google Shape;46;p7"/>
          <p:cNvPicPr preferRelativeResize="0"/>
          <p:nvPr/>
        </p:nvPicPr>
        <p:blipFill>
          <a:blip r:embed="rId2">
            <a:alphaModFix/>
          </a:blip>
          <a:stretch>
            <a:fillRect/>
          </a:stretch>
        </p:blipFill>
        <p:spPr>
          <a:xfrm>
            <a:off x="7571893" y="87344"/>
            <a:ext cx="1115996" cy="950890"/>
          </a:xfrm>
          <a:prstGeom prst="rect">
            <a:avLst/>
          </a:prstGeom>
          <a:noFill/>
          <a:ln>
            <a:noFill/>
          </a:ln>
        </p:spPr>
      </p:pic>
      <p:sp>
        <p:nvSpPr>
          <p:cNvPr id="47" name="Google Shape;47;p7"/>
          <p:cNvSpPr/>
          <p:nvPr/>
        </p:nvSpPr>
        <p:spPr>
          <a:xfrm>
            <a:off x="-1293202" y="4045406"/>
            <a:ext cx="2199256" cy="2415120"/>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7"/>
          <p:cNvSpPr/>
          <p:nvPr/>
        </p:nvSpPr>
        <p:spPr>
          <a:xfrm>
            <a:off x="-1391450" y="3913701"/>
            <a:ext cx="2199256" cy="2415120"/>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9" name="Google Shape;49;p7"/>
          <p:cNvPicPr preferRelativeResize="0"/>
          <p:nvPr/>
        </p:nvPicPr>
        <p:blipFill>
          <a:blip r:embed="rId3">
            <a:alphaModFix/>
          </a:blip>
          <a:stretch>
            <a:fillRect/>
          </a:stretch>
        </p:blipFill>
        <p:spPr>
          <a:xfrm>
            <a:off x="184780" y="4339348"/>
            <a:ext cx="980127" cy="835126"/>
          </a:xfrm>
          <a:prstGeom prst="rect">
            <a:avLst/>
          </a:prstGeom>
          <a:noFill/>
          <a:ln>
            <a:noFill/>
          </a:ln>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0" name="Shape 50"/>
        <p:cNvGrpSpPr/>
        <p:nvPr/>
      </p:nvGrpSpPr>
      <p:grpSpPr>
        <a:xfrm>
          <a:off x="0" y="0"/>
          <a:ext cx="0" cy="0"/>
          <a:chOff x="0" y="0"/>
          <a:chExt cx="0" cy="0"/>
        </a:xfrm>
      </p:grpSpPr>
      <p:sp>
        <p:nvSpPr>
          <p:cNvPr id="51" name="Google Shape;51;p8"/>
          <p:cNvSpPr txBox="1"/>
          <p:nvPr>
            <p:ph type="title"/>
          </p:nvPr>
        </p:nvSpPr>
        <p:spPr>
          <a:xfrm>
            <a:off x="2724150" y="1307100"/>
            <a:ext cx="36957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2" name="Shape 52"/>
        <p:cNvGrpSpPr/>
        <p:nvPr/>
      </p:nvGrpSpPr>
      <p:grpSpPr>
        <a:xfrm>
          <a:off x="0" y="0"/>
          <a:ext cx="0" cy="0"/>
          <a:chOff x="0" y="0"/>
          <a:chExt cx="0" cy="0"/>
        </a:xfrm>
      </p:grpSpPr>
      <p:sp>
        <p:nvSpPr>
          <p:cNvPr id="53" name="Google Shape;53;p9"/>
          <p:cNvSpPr txBox="1"/>
          <p:nvPr>
            <p:ph type="title"/>
          </p:nvPr>
        </p:nvSpPr>
        <p:spPr>
          <a:xfrm>
            <a:off x="2201850" y="1584874"/>
            <a:ext cx="47403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4" name="Google Shape;54;p9"/>
          <p:cNvSpPr txBox="1"/>
          <p:nvPr>
            <p:ph idx="1" type="subTitle"/>
          </p:nvPr>
        </p:nvSpPr>
        <p:spPr>
          <a:xfrm>
            <a:off x="2201925" y="2427926"/>
            <a:ext cx="4740300" cy="113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5" name="Shape 55"/>
        <p:cNvGrpSpPr/>
        <p:nvPr/>
      </p:nvGrpSpPr>
      <p:grpSpPr>
        <a:xfrm>
          <a:off x="0" y="0"/>
          <a:ext cx="0" cy="0"/>
          <a:chOff x="0" y="0"/>
          <a:chExt cx="0" cy="0"/>
        </a:xfrm>
      </p:grpSpPr>
      <p:sp>
        <p:nvSpPr>
          <p:cNvPr id="56" name="Google Shape;56;p10"/>
          <p:cNvSpPr/>
          <p:nvPr>
            <p:ph idx="2" type="pic"/>
          </p:nvPr>
        </p:nvSpPr>
        <p:spPr>
          <a:xfrm>
            <a:off x="-6875" y="0"/>
            <a:ext cx="9144000" cy="5157300"/>
          </a:xfrm>
          <a:prstGeom prst="rect">
            <a:avLst/>
          </a:prstGeom>
          <a:noFill/>
          <a:ln>
            <a:noFill/>
          </a:ln>
        </p:spPr>
      </p:sp>
      <p:sp>
        <p:nvSpPr>
          <p:cNvPr id="57" name="Google Shape;57;p10"/>
          <p:cNvSpPr txBox="1"/>
          <p:nvPr>
            <p:ph type="title"/>
          </p:nvPr>
        </p:nvSpPr>
        <p:spPr>
          <a:xfrm>
            <a:off x="720000" y="4038000"/>
            <a:ext cx="7704000" cy="5727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lt1"/>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8" name="Shape 58"/>
        <p:cNvGrpSpPr/>
        <p:nvPr/>
      </p:nvGrpSpPr>
      <p:grpSpPr>
        <a:xfrm>
          <a:off x="0" y="0"/>
          <a:ext cx="0" cy="0"/>
          <a:chOff x="0" y="0"/>
          <a:chExt cx="0" cy="0"/>
        </a:xfrm>
      </p:grpSpPr>
      <p:sp>
        <p:nvSpPr>
          <p:cNvPr id="59" name="Google Shape;59;p11"/>
          <p:cNvSpPr txBox="1"/>
          <p:nvPr>
            <p:ph hasCustomPrompt="1" type="title"/>
          </p:nvPr>
        </p:nvSpPr>
        <p:spPr>
          <a:xfrm>
            <a:off x="1284000" y="1156075"/>
            <a:ext cx="6576000" cy="15111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7200">
                <a:solidFill>
                  <a:schemeClr val="accen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0" name="Google Shape;60;p11"/>
          <p:cNvSpPr txBox="1"/>
          <p:nvPr>
            <p:ph idx="1" type="subTitle"/>
          </p:nvPr>
        </p:nvSpPr>
        <p:spPr>
          <a:xfrm>
            <a:off x="1284000" y="2818225"/>
            <a:ext cx="6576000" cy="115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61" name="Google Shape;61;p11"/>
          <p:cNvSpPr/>
          <p:nvPr/>
        </p:nvSpPr>
        <p:spPr>
          <a:xfrm rot="2700000">
            <a:off x="-2489377" y="1376030"/>
            <a:ext cx="3153701" cy="3463247"/>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11"/>
          <p:cNvSpPr/>
          <p:nvPr/>
        </p:nvSpPr>
        <p:spPr>
          <a:xfrm rot="2700000">
            <a:off x="-2455447" y="1142821"/>
            <a:ext cx="3153701" cy="3463247"/>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3" name="Google Shape;63;p11"/>
          <p:cNvPicPr preferRelativeResize="0"/>
          <p:nvPr/>
        </p:nvPicPr>
        <p:blipFill>
          <a:blip r:embed="rId2">
            <a:alphaModFix/>
          </a:blip>
          <a:stretch>
            <a:fillRect/>
          </a:stretch>
        </p:blipFill>
        <p:spPr>
          <a:xfrm rot="900000">
            <a:off x="-387602" y="2223402"/>
            <a:ext cx="1341389" cy="1142946"/>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2"/>
        </a:solidFill>
      </p:bgPr>
    </p:bg>
    <p:spTree>
      <p:nvGrpSpPr>
        <p:cNvPr id="64" name="Shape 6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65" name="Shape 65"/>
        <p:cNvGrpSpPr/>
        <p:nvPr/>
      </p:nvGrpSpPr>
      <p:grpSpPr>
        <a:xfrm>
          <a:off x="0" y="0"/>
          <a:ext cx="0" cy="0"/>
          <a:chOff x="0" y="0"/>
          <a:chExt cx="0" cy="0"/>
        </a:xfrm>
      </p:grpSpPr>
      <p:sp>
        <p:nvSpPr>
          <p:cNvPr id="66" name="Google Shape;66;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7" name="Google Shape;67;p13"/>
          <p:cNvSpPr/>
          <p:nvPr/>
        </p:nvSpPr>
        <p:spPr>
          <a:xfrm rot="-3870207">
            <a:off x="8492949" y="3039474"/>
            <a:ext cx="3211529" cy="320836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13"/>
          <p:cNvSpPr/>
          <p:nvPr/>
        </p:nvSpPr>
        <p:spPr>
          <a:xfrm rot="-3870207">
            <a:off x="8222576" y="3191952"/>
            <a:ext cx="3211529" cy="320836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13"/>
          <p:cNvSpPr/>
          <p:nvPr/>
        </p:nvSpPr>
        <p:spPr>
          <a:xfrm rot="-3600274">
            <a:off x="8458312" y="-893747"/>
            <a:ext cx="2295052" cy="252031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13"/>
          <p:cNvSpPr/>
          <p:nvPr/>
        </p:nvSpPr>
        <p:spPr>
          <a:xfrm rot="-3600274">
            <a:off x="8339815" y="-893756"/>
            <a:ext cx="2295052" cy="252031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1" name="Google Shape;71;p13"/>
          <p:cNvPicPr preferRelativeResize="0"/>
          <p:nvPr/>
        </p:nvPicPr>
        <p:blipFill>
          <a:blip r:embed="rId2">
            <a:alphaModFix/>
          </a:blip>
          <a:stretch>
            <a:fillRect/>
          </a:stretch>
        </p:blipFill>
        <p:spPr>
          <a:xfrm>
            <a:off x="8054019" y="259553"/>
            <a:ext cx="1111322" cy="946907"/>
          </a:xfrm>
          <a:prstGeom prst="rect">
            <a:avLst/>
          </a:prstGeom>
          <a:noFill/>
          <a:ln>
            <a:noFill/>
          </a:ln>
        </p:spPr>
      </p:pic>
      <p:sp>
        <p:nvSpPr>
          <p:cNvPr id="72" name="Google Shape;72;p13"/>
          <p:cNvSpPr/>
          <p:nvPr/>
        </p:nvSpPr>
        <p:spPr>
          <a:xfrm rot="2700000">
            <a:off x="-1871957" y="1798997"/>
            <a:ext cx="2313782" cy="2540887"/>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13"/>
          <p:cNvSpPr/>
          <p:nvPr/>
        </p:nvSpPr>
        <p:spPr>
          <a:xfrm rot="2700000">
            <a:off x="-1847063" y="1627894"/>
            <a:ext cx="2313782" cy="2540887"/>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4" name="Google Shape;74;p13"/>
          <p:cNvPicPr preferRelativeResize="0"/>
          <p:nvPr/>
        </p:nvPicPr>
        <p:blipFill>
          <a:blip r:embed="rId3">
            <a:alphaModFix/>
          </a:blip>
          <a:stretch>
            <a:fillRect/>
          </a:stretch>
        </p:blipFill>
        <p:spPr>
          <a:xfrm rot="899989">
            <a:off x="-329933" y="2420719"/>
            <a:ext cx="984175" cy="838568"/>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75" name="Shape 75"/>
        <p:cNvGrpSpPr/>
        <p:nvPr/>
      </p:nvGrpSpPr>
      <p:grpSpPr>
        <a:xfrm>
          <a:off x="0" y="0"/>
          <a:ext cx="0" cy="0"/>
          <a:chOff x="0" y="0"/>
          <a:chExt cx="0" cy="0"/>
        </a:xfrm>
      </p:grpSpPr>
      <p:sp>
        <p:nvSpPr>
          <p:cNvPr id="76" name="Google Shape;76;p1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7" name="Google Shape;77;p14"/>
          <p:cNvSpPr txBox="1"/>
          <p:nvPr>
            <p:ph hasCustomPrompt="1" idx="2" type="title"/>
          </p:nvPr>
        </p:nvSpPr>
        <p:spPr>
          <a:xfrm>
            <a:off x="1681150" y="1480883"/>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8" name="Google Shape;78;p14"/>
          <p:cNvSpPr txBox="1"/>
          <p:nvPr>
            <p:ph hasCustomPrompt="1" idx="3" type="title"/>
          </p:nvPr>
        </p:nvSpPr>
        <p:spPr>
          <a:xfrm>
            <a:off x="1681150" y="2914291"/>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9" name="Google Shape;79;p14"/>
          <p:cNvSpPr txBox="1"/>
          <p:nvPr>
            <p:ph hasCustomPrompt="1" idx="4" type="title"/>
          </p:nvPr>
        </p:nvSpPr>
        <p:spPr>
          <a:xfrm>
            <a:off x="4204650" y="1480883"/>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0" name="Google Shape;80;p14"/>
          <p:cNvSpPr txBox="1"/>
          <p:nvPr>
            <p:ph hasCustomPrompt="1" idx="5" type="title"/>
          </p:nvPr>
        </p:nvSpPr>
        <p:spPr>
          <a:xfrm>
            <a:off x="4204650" y="2914291"/>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1" name="Google Shape;81;p14"/>
          <p:cNvSpPr txBox="1"/>
          <p:nvPr>
            <p:ph hasCustomPrompt="1" idx="6" type="title"/>
          </p:nvPr>
        </p:nvSpPr>
        <p:spPr>
          <a:xfrm>
            <a:off x="6728150" y="1480883"/>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2" name="Google Shape;82;p14"/>
          <p:cNvSpPr txBox="1"/>
          <p:nvPr>
            <p:ph hasCustomPrompt="1" idx="7" type="title"/>
          </p:nvPr>
        </p:nvSpPr>
        <p:spPr>
          <a:xfrm>
            <a:off x="6728150" y="2914291"/>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3" name="Google Shape;83;p14"/>
          <p:cNvSpPr txBox="1"/>
          <p:nvPr>
            <p:ph idx="1" type="subTitle"/>
          </p:nvPr>
        </p:nvSpPr>
        <p:spPr>
          <a:xfrm>
            <a:off x="836950" y="2056575"/>
            <a:ext cx="2423100" cy="635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solidFill>
                  <a:schemeClr val="dk1"/>
                </a:solidFill>
                <a:latin typeface="Poppins SemiBold"/>
                <a:ea typeface="Poppins SemiBold"/>
                <a:cs typeface="Poppins SemiBold"/>
                <a:sym typeface="Poppins Semi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4" name="Google Shape;84;p14"/>
          <p:cNvSpPr txBox="1"/>
          <p:nvPr>
            <p:ph idx="8" type="subTitle"/>
          </p:nvPr>
        </p:nvSpPr>
        <p:spPr>
          <a:xfrm>
            <a:off x="3360450" y="2056575"/>
            <a:ext cx="2423100" cy="635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solidFill>
                  <a:schemeClr val="dk1"/>
                </a:solidFill>
                <a:latin typeface="Poppins SemiBold"/>
                <a:ea typeface="Poppins SemiBold"/>
                <a:cs typeface="Poppins SemiBold"/>
                <a:sym typeface="Poppins Semi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5" name="Google Shape;85;p14"/>
          <p:cNvSpPr txBox="1"/>
          <p:nvPr>
            <p:ph idx="9" type="subTitle"/>
          </p:nvPr>
        </p:nvSpPr>
        <p:spPr>
          <a:xfrm>
            <a:off x="5883950" y="2056575"/>
            <a:ext cx="2423100" cy="635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solidFill>
                  <a:schemeClr val="dk1"/>
                </a:solidFill>
                <a:latin typeface="Poppins SemiBold"/>
                <a:ea typeface="Poppins SemiBold"/>
                <a:cs typeface="Poppins SemiBold"/>
                <a:sym typeface="Poppins Semi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6" name="Google Shape;86;p14"/>
          <p:cNvSpPr txBox="1"/>
          <p:nvPr>
            <p:ph idx="13" type="subTitle"/>
          </p:nvPr>
        </p:nvSpPr>
        <p:spPr>
          <a:xfrm>
            <a:off x="836950" y="3490050"/>
            <a:ext cx="2423100" cy="635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solidFill>
                  <a:schemeClr val="lt2"/>
                </a:solidFill>
                <a:latin typeface="Poppins SemiBold"/>
                <a:ea typeface="Poppins SemiBold"/>
                <a:cs typeface="Poppins SemiBold"/>
                <a:sym typeface="Poppins Semi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7" name="Google Shape;87;p14"/>
          <p:cNvSpPr txBox="1"/>
          <p:nvPr>
            <p:ph idx="14" type="subTitle"/>
          </p:nvPr>
        </p:nvSpPr>
        <p:spPr>
          <a:xfrm>
            <a:off x="3360750" y="3490050"/>
            <a:ext cx="2422500" cy="635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solidFill>
                  <a:schemeClr val="lt2"/>
                </a:solidFill>
                <a:latin typeface="Poppins SemiBold"/>
                <a:ea typeface="Poppins SemiBold"/>
                <a:cs typeface="Poppins SemiBold"/>
                <a:sym typeface="Poppins Semi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8" name="Google Shape;88;p14"/>
          <p:cNvSpPr txBox="1"/>
          <p:nvPr>
            <p:ph idx="15" type="subTitle"/>
          </p:nvPr>
        </p:nvSpPr>
        <p:spPr>
          <a:xfrm>
            <a:off x="5883950" y="3490050"/>
            <a:ext cx="2423100" cy="635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solidFill>
                  <a:schemeClr val="lt2"/>
                </a:solidFill>
                <a:latin typeface="Poppins SemiBold"/>
                <a:ea typeface="Poppins SemiBold"/>
                <a:cs typeface="Poppins SemiBold"/>
                <a:sym typeface="Poppins Semi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9" name="Google Shape;89;p14"/>
          <p:cNvSpPr/>
          <p:nvPr/>
        </p:nvSpPr>
        <p:spPr>
          <a:xfrm flipH="1" rot="-5547880">
            <a:off x="8443958" y="1296666"/>
            <a:ext cx="2954089" cy="3244042"/>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4"/>
          <p:cNvSpPr/>
          <p:nvPr/>
        </p:nvSpPr>
        <p:spPr>
          <a:xfrm flipH="1" rot="-5547880">
            <a:off x="8249888" y="872057"/>
            <a:ext cx="2954089" cy="3244042"/>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1" name="Google Shape;91;p14"/>
          <p:cNvPicPr preferRelativeResize="0"/>
          <p:nvPr/>
        </p:nvPicPr>
        <p:blipFill>
          <a:blip r:embed="rId2">
            <a:alphaModFix/>
          </a:blip>
          <a:stretch>
            <a:fillRect/>
          </a:stretch>
        </p:blipFill>
        <p:spPr>
          <a:xfrm flipH="1" rot="2551747">
            <a:off x="7971172" y="1189359"/>
            <a:ext cx="1256298" cy="1070442"/>
          </a:xfrm>
          <a:prstGeom prst="rect">
            <a:avLst/>
          </a:prstGeom>
          <a:noFill/>
          <a:ln>
            <a:noFill/>
          </a:ln>
        </p:spPr>
      </p:pic>
      <p:pic>
        <p:nvPicPr>
          <p:cNvPr id="92" name="Google Shape;92;p14"/>
          <p:cNvPicPr preferRelativeResize="0"/>
          <p:nvPr/>
        </p:nvPicPr>
        <p:blipFill>
          <a:blip r:embed="rId3">
            <a:alphaModFix/>
          </a:blip>
          <a:stretch>
            <a:fillRect/>
          </a:stretch>
        </p:blipFill>
        <p:spPr>
          <a:xfrm flipH="1" rot="-7389925">
            <a:off x="8243583" y="2404445"/>
            <a:ext cx="1430453" cy="1218826"/>
          </a:xfrm>
          <a:prstGeom prst="rect">
            <a:avLst/>
          </a:prstGeom>
          <a:noFill/>
          <a:ln>
            <a:noFill/>
          </a:ln>
        </p:spPr>
      </p:pic>
      <p:sp>
        <p:nvSpPr>
          <p:cNvPr id="93" name="Google Shape;93;p14"/>
          <p:cNvSpPr/>
          <p:nvPr/>
        </p:nvSpPr>
        <p:spPr>
          <a:xfrm flipH="1" rot="8100000">
            <a:off x="-2826725" y="2779392"/>
            <a:ext cx="3487266" cy="3829552"/>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4"/>
          <p:cNvSpPr/>
          <p:nvPr/>
        </p:nvSpPr>
        <p:spPr>
          <a:xfrm flipH="1" rot="8100000">
            <a:off x="-2789208" y="3037254"/>
            <a:ext cx="3487266" cy="3829552"/>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5" name="Google Shape;95;p14"/>
          <p:cNvPicPr preferRelativeResize="0"/>
          <p:nvPr/>
        </p:nvPicPr>
        <p:blipFill>
          <a:blip r:embed="rId2">
            <a:alphaModFix/>
          </a:blip>
          <a:stretch>
            <a:fillRect/>
          </a:stretch>
        </p:blipFill>
        <p:spPr>
          <a:xfrm flipH="1">
            <a:off x="-373222" y="4062282"/>
            <a:ext cx="1483192" cy="1263764"/>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_1">
    <p:spTree>
      <p:nvGrpSpPr>
        <p:cNvPr id="96" name="Shape 96"/>
        <p:cNvGrpSpPr/>
        <p:nvPr/>
      </p:nvGrpSpPr>
      <p:grpSpPr>
        <a:xfrm>
          <a:off x="0" y="0"/>
          <a:ext cx="0" cy="0"/>
          <a:chOff x="0" y="0"/>
          <a:chExt cx="0" cy="0"/>
        </a:xfrm>
      </p:grpSpPr>
      <p:sp>
        <p:nvSpPr>
          <p:cNvPr id="97" name="Google Shape;97;p15"/>
          <p:cNvSpPr txBox="1"/>
          <p:nvPr>
            <p:ph type="title"/>
          </p:nvPr>
        </p:nvSpPr>
        <p:spPr>
          <a:xfrm>
            <a:off x="3996600" y="733775"/>
            <a:ext cx="44013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8" name="Google Shape;98;p15"/>
          <p:cNvSpPr txBox="1"/>
          <p:nvPr>
            <p:ph idx="1" type="subTitle"/>
          </p:nvPr>
        </p:nvSpPr>
        <p:spPr>
          <a:xfrm>
            <a:off x="3996600" y="1362125"/>
            <a:ext cx="4401300" cy="885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9" name="Google Shape;99;p15"/>
          <p:cNvSpPr/>
          <p:nvPr>
            <p:ph idx="2" type="pic"/>
          </p:nvPr>
        </p:nvSpPr>
        <p:spPr>
          <a:xfrm>
            <a:off x="606010" y="535000"/>
            <a:ext cx="3026400" cy="4073400"/>
          </a:xfrm>
          <a:prstGeom prst="rect">
            <a:avLst/>
          </a:prstGeom>
          <a:noFill/>
          <a:ln>
            <a:noFill/>
          </a:ln>
        </p:spPr>
      </p:sp>
      <p:sp>
        <p:nvSpPr>
          <p:cNvPr id="100" name="Google Shape;100;p15"/>
          <p:cNvSpPr/>
          <p:nvPr>
            <p:ph idx="3" type="pic"/>
          </p:nvPr>
        </p:nvSpPr>
        <p:spPr>
          <a:xfrm>
            <a:off x="3991700" y="2481450"/>
            <a:ext cx="4465500" cy="2127000"/>
          </a:xfrm>
          <a:prstGeom prst="rect">
            <a:avLst/>
          </a:prstGeom>
          <a:noFill/>
          <a:ln>
            <a:noFill/>
          </a:ln>
        </p:spPr>
      </p:sp>
      <p:sp>
        <p:nvSpPr>
          <p:cNvPr id="101" name="Google Shape;101;p15"/>
          <p:cNvSpPr/>
          <p:nvPr/>
        </p:nvSpPr>
        <p:spPr>
          <a:xfrm rot="-3600274">
            <a:off x="7316962" y="-1359397"/>
            <a:ext cx="2295052" cy="252031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15"/>
          <p:cNvSpPr/>
          <p:nvPr/>
        </p:nvSpPr>
        <p:spPr>
          <a:xfrm rot="-3600274">
            <a:off x="6963540" y="-1304431"/>
            <a:ext cx="2295052" cy="252031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3" name="Google Shape;103;p15"/>
          <p:cNvPicPr preferRelativeResize="0"/>
          <p:nvPr/>
        </p:nvPicPr>
        <p:blipFill>
          <a:blip r:embed="rId2">
            <a:alphaModFix/>
          </a:blip>
          <a:stretch>
            <a:fillRect/>
          </a:stretch>
        </p:blipFill>
        <p:spPr>
          <a:xfrm>
            <a:off x="6677744" y="-151122"/>
            <a:ext cx="1111322" cy="946907"/>
          </a:xfrm>
          <a:prstGeom prst="rect">
            <a:avLst/>
          </a:prstGeom>
          <a:noFill/>
          <a:ln>
            <a:noFill/>
          </a:ln>
        </p:spPr>
      </p:pic>
      <p:sp>
        <p:nvSpPr>
          <p:cNvPr id="104" name="Google Shape;104;p15"/>
          <p:cNvSpPr/>
          <p:nvPr/>
        </p:nvSpPr>
        <p:spPr>
          <a:xfrm rot="2700000">
            <a:off x="-1871957" y="1798997"/>
            <a:ext cx="2313782" cy="2540887"/>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5"/>
          <p:cNvSpPr/>
          <p:nvPr/>
        </p:nvSpPr>
        <p:spPr>
          <a:xfrm rot="2700000">
            <a:off x="-1847063" y="1627894"/>
            <a:ext cx="2313782" cy="2540887"/>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6" name="Google Shape;106;p15"/>
          <p:cNvPicPr preferRelativeResize="0"/>
          <p:nvPr/>
        </p:nvPicPr>
        <p:blipFill>
          <a:blip r:embed="rId3">
            <a:alphaModFix/>
          </a:blip>
          <a:stretch>
            <a:fillRect/>
          </a:stretch>
        </p:blipFill>
        <p:spPr>
          <a:xfrm rot="899989">
            <a:off x="-329933" y="2420719"/>
            <a:ext cx="984175" cy="838568"/>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07" name="Shape 107"/>
        <p:cNvGrpSpPr/>
        <p:nvPr/>
      </p:nvGrpSpPr>
      <p:grpSpPr>
        <a:xfrm>
          <a:off x="0" y="0"/>
          <a:ext cx="0" cy="0"/>
          <a:chOff x="0" y="0"/>
          <a:chExt cx="0" cy="0"/>
        </a:xfrm>
      </p:grpSpPr>
      <p:sp>
        <p:nvSpPr>
          <p:cNvPr id="108" name="Google Shape;108;p16"/>
          <p:cNvSpPr txBox="1"/>
          <p:nvPr>
            <p:ph hasCustomPrompt="1" type="title"/>
          </p:nvPr>
        </p:nvSpPr>
        <p:spPr>
          <a:xfrm>
            <a:off x="1103188" y="2595975"/>
            <a:ext cx="34926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5500">
                <a:solidFill>
                  <a:schemeClr val="l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09" name="Google Shape;109;p16"/>
          <p:cNvSpPr txBox="1"/>
          <p:nvPr>
            <p:ph idx="1" type="subTitle"/>
          </p:nvPr>
        </p:nvSpPr>
        <p:spPr>
          <a:xfrm>
            <a:off x="1103200" y="3507299"/>
            <a:ext cx="3492600" cy="37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sz="1600"/>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10" name="Google Shape;110;p16"/>
          <p:cNvSpPr txBox="1"/>
          <p:nvPr>
            <p:ph hasCustomPrompt="1" idx="2" type="title"/>
          </p:nvPr>
        </p:nvSpPr>
        <p:spPr>
          <a:xfrm>
            <a:off x="2825700" y="1189789"/>
            <a:ext cx="34926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5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11" name="Google Shape;111;p16"/>
          <p:cNvSpPr txBox="1"/>
          <p:nvPr>
            <p:ph idx="3" type="subTitle"/>
          </p:nvPr>
        </p:nvSpPr>
        <p:spPr>
          <a:xfrm>
            <a:off x="2825700" y="2101100"/>
            <a:ext cx="3492600" cy="37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sz="1600"/>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12" name="Google Shape;112;p16"/>
          <p:cNvSpPr txBox="1"/>
          <p:nvPr>
            <p:ph hasCustomPrompt="1" idx="4" type="title"/>
          </p:nvPr>
        </p:nvSpPr>
        <p:spPr>
          <a:xfrm>
            <a:off x="4548213" y="2595975"/>
            <a:ext cx="34926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5500">
                <a:solidFill>
                  <a:schemeClr val="l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13" name="Google Shape;113;p16"/>
          <p:cNvSpPr txBox="1"/>
          <p:nvPr>
            <p:ph idx="5" type="subTitle"/>
          </p:nvPr>
        </p:nvSpPr>
        <p:spPr>
          <a:xfrm>
            <a:off x="4548225" y="3507299"/>
            <a:ext cx="3492600" cy="37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sz="1600"/>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14" name="Shape 114"/>
        <p:cNvGrpSpPr/>
        <p:nvPr/>
      </p:nvGrpSpPr>
      <p:grpSpPr>
        <a:xfrm>
          <a:off x="0" y="0"/>
          <a:ext cx="0" cy="0"/>
          <a:chOff x="0" y="0"/>
          <a:chExt cx="0" cy="0"/>
        </a:xfrm>
      </p:grpSpPr>
      <p:sp>
        <p:nvSpPr>
          <p:cNvPr id="115" name="Google Shape;115;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6" name="Google Shape;116;p17"/>
          <p:cNvSpPr txBox="1"/>
          <p:nvPr>
            <p:ph idx="1" type="subTitle"/>
          </p:nvPr>
        </p:nvSpPr>
        <p:spPr>
          <a:xfrm>
            <a:off x="937625" y="2426874"/>
            <a:ext cx="2345100" cy="150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7" name="Google Shape;117;p17"/>
          <p:cNvSpPr txBox="1"/>
          <p:nvPr>
            <p:ph idx="2" type="subTitle"/>
          </p:nvPr>
        </p:nvSpPr>
        <p:spPr>
          <a:xfrm>
            <a:off x="3484347" y="2426873"/>
            <a:ext cx="2340900" cy="150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8" name="Google Shape;118;p17"/>
          <p:cNvSpPr txBox="1"/>
          <p:nvPr>
            <p:ph idx="3" type="subTitle"/>
          </p:nvPr>
        </p:nvSpPr>
        <p:spPr>
          <a:xfrm>
            <a:off x="6031075" y="2426873"/>
            <a:ext cx="2340900" cy="150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9" name="Google Shape;119;p17"/>
          <p:cNvSpPr txBox="1"/>
          <p:nvPr>
            <p:ph idx="4" type="subTitle"/>
          </p:nvPr>
        </p:nvSpPr>
        <p:spPr>
          <a:xfrm>
            <a:off x="937625" y="1806675"/>
            <a:ext cx="2345100" cy="527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solidFill>
                  <a:schemeClr val="dk1"/>
                </a:solidFill>
                <a:latin typeface="Poppins SemiBold"/>
                <a:ea typeface="Poppins SemiBold"/>
                <a:cs typeface="Poppins SemiBold"/>
                <a:sym typeface="Poppins SemiBol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20" name="Google Shape;120;p17"/>
          <p:cNvSpPr txBox="1"/>
          <p:nvPr>
            <p:ph idx="5" type="subTitle"/>
          </p:nvPr>
        </p:nvSpPr>
        <p:spPr>
          <a:xfrm>
            <a:off x="3484350" y="1806676"/>
            <a:ext cx="2340900" cy="527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solidFill>
                  <a:schemeClr val="dk1"/>
                </a:solidFill>
                <a:latin typeface="Poppins SemiBold"/>
                <a:ea typeface="Poppins SemiBold"/>
                <a:cs typeface="Poppins SemiBold"/>
                <a:sym typeface="Poppins SemiBol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21" name="Google Shape;121;p17"/>
          <p:cNvSpPr txBox="1"/>
          <p:nvPr>
            <p:ph idx="6" type="subTitle"/>
          </p:nvPr>
        </p:nvSpPr>
        <p:spPr>
          <a:xfrm>
            <a:off x="6031075" y="1806676"/>
            <a:ext cx="2340900" cy="527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solidFill>
                  <a:schemeClr val="dk1"/>
                </a:solidFill>
                <a:latin typeface="Poppins SemiBold"/>
                <a:ea typeface="Poppins SemiBold"/>
                <a:cs typeface="Poppins SemiBold"/>
                <a:sym typeface="Poppins SemiBol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22" name="Google Shape;122;p17"/>
          <p:cNvSpPr/>
          <p:nvPr/>
        </p:nvSpPr>
        <p:spPr>
          <a:xfrm rot="-3600036">
            <a:off x="8357651" y="-1144392"/>
            <a:ext cx="2304487" cy="2530679"/>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7"/>
          <p:cNvSpPr/>
          <p:nvPr/>
        </p:nvSpPr>
        <p:spPr>
          <a:xfrm rot="-3600036">
            <a:off x="8002741" y="-1089195"/>
            <a:ext cx="2304487" cy="2530679"/>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4" name="Google Shape;124;p17"/>
          <p:cNvPicPr preferRelativeResize="0"/>
          <p:nvPr/>
        </p:nvPicPr>
        <p:blipFill>
          <a:blip r:embed="rId2">
            <a:alphaModFix/>
          </a:blip>
          <a:stretch>
            <a:fillRect/>
          </a:stretch>
        </p:blipFill>
        <p:spPr>
          <a:xfrm>
            <a:off x="7715768" y="68694"/>
            <a:ext cx="1115996" cy="950890"/>
          </a:xfrm>
          <a:prstGeom prst="rect">
            <a:avLst/>
          </a:prstGeom>
          <a:noFill/>
          <a:ln>
            <a:noFill/>
          </a:ln>
        </p:spPr>
      </p:pic>
      <p:sp>
        <p:nvSpPr>
          <p:cNvPr id="125" name="Google Shape;125;p17"/>
          <p:cNvSpPr/>
          <p:nvPr/>
        </p:nvSpPr>
        <p:spPr>
          <a:xfrm>
            <a:off x="-1293202" y="4045406"/>
            <a:ext cx="2199256" cy="2415120"/>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7"/>
          <p:cNvSpPr/>
          <p:nvPr/>
        </p:nvSpPr>
        <p:spPr>
          <a:xfrm>
            <a:off x="-1391450" y="3913701"/>
            <a:ext cx="2199256" cy="2415120"/>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7" name="Google Shape;127;p17"/>
          <p:cNvPicPr preferRelativeResize="0"/>
          <p:nvPr/>
        </p:nvPicPr>
        <p:blipFill>
          <a:blip r:embed="rId3">
            <a:alphaModFix/>
          </a:blip>
          <a:stretch>
            <a:fillRect/>
          </a:stretch>
        </p:blipFill>
        <p:spPr>
          <a:xfrm>
            <a:off x="184780" y="4339348"/>
            <a:ext cx="980127" cy="835126"/>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128" name="Shape 128"/>
        <p:cNvGrpSpPr/>
        <p:nvPr/>
      </p:nvGrpSpPr>
      <p:grpSpPr>
        <a:xfrm>
          <a:off x="0" y="0"/>
          <a:ext cx="0" cy="0"/>
          <a:chOff x="0" y="0"/>
          <a:chExt cx="0" cy="0"/>
        </a:xfrm>
      </p:grpSpPr>
      <p:sp>
        <p:nvSpPr>
          <p:cNvPr id="129" name="Google Shape;129;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0" name="Google Shape;130;p18"/>
          <p:cNvSpPr txBox="1"/>
          <p:nvPr>
            <p:ph idx="1" type="subTitle"/>
          </p:nvPr>
        </p:nvSpPr>
        <p:spPr>
          <a:xfrm>
            <a:off x="1316137" y="1306475"/>
            <a:ext cx="2724900" cy="5259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1800">
                <a:solidFill>
                  <a:schemeClr val="lt2"/>
                </a:solidFill>
                <a:latin typeface="Poppins SemiBold"/>
                <a:ea typeface="Poppins SemiBold"/>
                <a:cs typeface="Poppins SemiBold"/>
                <a:sym typeface="Poppins SemiBold"/>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1" name="Google Shape;131;p18"/>
          <p:cNvSpPr txBox="1"/>
          <p:nvPr>
            <p:ph idx="2" type="subTitle"/>
          </p:nvPr>
        </p:nvSpPr>
        <p:spPr>
          <a:xfrm>
            <a:off x="1316138" y="1908575"/>
            <a:ext cx="2724900" cy="10278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2" name="Google Shape;132;p18"/>
          <p:cNvSpPr txBox="1"/>
          <p:nvPr>
            <p:ph idx="3" type="subTitle"/>
          </p:nvPr>
        </p:nvSpPr>
        <p:spPr>
          <a:xfrm>
            <a:off x="5100863" y="1908575"/>
            <a:ext cx="2727000" cy="10278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3" name="Google Shape;133;p18"/>
          <p:cNvSpPr txBox="1"/>
          <p:nvPr>
            <p:ph idx="4" type="subTitle"/>
          </p:nvPr>
        </p:nvSpPr>
        <p:spPr>
          <a:xfrm>
            <a:off x="1316138" y="3656900"/>
            <a:ext cx="2724900" cy="10278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4" name="Google Shape;134;p18"/>
          <p:cNvSpPr txBox="1"/>
          <p:nvPr>
            <p:ph idx="5" type="subTitle"/>
          </p:nvPr>
        </p:nvSpPr>
        <p:spPr>
          <a:xfrm>
            <a:off x="5100863" y="3656900"/>
            <a:ext cx="2727000" cy="10278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5" name="Google Shape;135;p18"/>
          <p:cNvSpPr txBox="1"/>
          <p:nvPr>
            <p:ph idx="6" type="subTitle"/>
          </p:nvPr>
        </p:nvSpPr>
        <p:spPr>
          <a:xfrm>
            <a:off x="1316137" y="3054800"/>
            <a:ext cx="2724900" cy="5259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1800">
                <a:solidFill>
                  <a:schemeClr val="lt2"/>
                </a:solidFill>
                <a:latin typeface="Poppins SemiBold"/>
                <a:ea typeface="Poppins SemiBold"/>
                <a:cs typeface="Poppins SemiBold"/>
                <a:sym typeface="Poppins SemiBold"/>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6" name="Google Shape;136;p18"/>
          <p:cNvSpPr txBox="1"/>
          <p:nvPr>
            <p:ph idx="7" type="subTitle"/>
          </p:nvPr>
        </p:nvSpPr>
        <p:spPr>
          <a:xfrm>
            <a:off x="5100862" y="1306475"/>
            <a:ext cx="2727000" cy="5259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1800">
                <a:solidFill>
                  <a:schemeClr val="lt2"/>
                </a:solidFill>
                <a:latin typeface="Poppins SemiBold"/>
                <a:ea typeface="Poppins SemiBold"/>
                <a:cs typeface="Poppins SemiBold"/>
                <a:sym typeface="Poppins SemiBold"/>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7" name="Google Shape;137;p18"/>
          <p:cNvSpPr txBox="1"/>
          <p:nvPr>
            <p:ph idx="8" type="subTitle"/>
          </p:nvPr>
        </p:nvSpPr>
        <p:spPr>
          <a:xfrm>
            <a:off x="5100862" y="3054800"/>
            <a:ext cx="2727000" cy="5259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1800">
                <a:solidFill>
                  <a:schemeClr val="lt2"/>
                </a:solidFill>
                <a:latin typeface="Poppins SemiBold"/>
                <a:ea typeface="Poppins SemiBold"/>
                <a:cs typeface="Poppins SemiBold"/>
                <a:sym typeface="Poppins SemiBold"/>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8" name="Google Shape;138;p18"/>
          <p:cNvSpPr/>
          <p:nvPr/>
        </p:nvSpPr>
        <p:spPr>
          <a:xfrm rot="-3600274">
            <a:off x="8195137" y="-1319447"/>
            <a:ext cx="2295052" cy="252031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8"/>
          <p:cNvSpPr/>
          <p:nvPr/>
        </p:nvSpPr>
        <p:spPr>
          <a:xfrm rot="-3600274">
            <a:off x="7841715" y="-1264481"/>
            <a:ext cx="2295052" cy="252031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0" name="Google Shape;140;p18"/>
          <p:cNvPicPr preferRelativeResize="0"/>
          <p:nvPr/>
        </p:nvPicPr>
        <p:blipFill>
          <a:blip r:embed="rId2">
            <a:alphaModFix/>
          </a:blip>
          <a:stretch>
            <a:fillRect/>
          </a:stretch>
        </p:blipFill>
        <p:spPr>
          <a:xfrm>
            <a:off x="7555919" y="-111172"/>
            <a:ext cx="1111322" cy="946907"/>
          </a:xfrm>
          <a:prstGeom prst="rect">
            <a:avLst/>
          </a:prstGeom>
          <a:noFill/>
          <a:ln>
            <a:noFill/>
          </a:ln>
        </p:spPr>
      </p:pic>
      <p:sp>
        <p:nvSpPr>
          <p:cNvPr id="141" name="Google Shape;141;p18"/>
          <p:cNvSpPr/>
          <p:nvPr/>
        </p:nvSpPr>
        <p:spPr>
          <a:xfrm rot="-3870207">
            <a:off x="8641574" y="1844649"/>
            <a:ext cx="3211529" cy="320836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18"/>
          <p:cNvSpPr/>
          <p:nvPr/>
        </p:nvSpPr>
        <p:spPr>
          <a:xfrm rot="-3870207">
            <a:off x="8371201" y="1997127"/>
            <a:ext cx="3211529" cy="320836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8"/>
          <p:cNvSpPr/>
          <p:nvPr/>
        </p:nvSpPr>
        <p:spPr>
          <a:xfrm rot="2700000">
            <a:off x="-2174823" y="1533424"/>
            <a:ext cx="2978623" cy="327098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8"/>
          <p:cNvSpPr/>
          <p:nvPr/>
        </p:nvSpPr>
        <p:spPr>
          <a:xfrm rot="2700000">
            <a:off x="-2142779" y="1313177"/>
            <a:ext cx="2978623" cy="327098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5" name="Google Shape;145;p18"/>
          <p:cNvPicPr preferRelativeResize="0"/>
          <p:nvPr/>
        </p:nvPicPr>
        <p:blipFill>
          <a:blip r:embed="rId3">
            <a:alphaModFix/>
          </a:blip>
          <a:stretch>
            <a:fillRect/>
          </a:stretch>
        </p:blipFill>
        <p:spPr>
          <a:xfrm rot="899992">
            <a:off x="-189753" y="2333661"/>
            <a:ext cx="1266841" cy="1079418"/>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46" name="Shape 146"/>
        <p:cNvGrpSpPr/>
        <p:nvPr/>
      </p:nvGrpSpPr>
      <p:grpSpPr>
        <a:xfrm>
          <a:off x="0" y="0"/>
          <a:ext cx="0" cy="0"/>
          <a:chOff x="0" y="0"/>
          <a:chExt cx="0" cy="0"/>
        </a:xfrm>
      </p:grpSpPr>
      <p:sp>
        <p:nvSpPr>
          <p:cNvPr id="147" name="Google Shape;147;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8" name="Google Shape;148;p19"/>
          <p:cNvSpPr txBox="1"/>
          <p:nvPr>
            <p:ph idx="1" type="subTitle"/>
          </p:nvPr>
        </p:nvSpPr>
        <p:spPr>
          <a:xfrm>
            <a:off x="756000" y="1770135"/>
            <a:ext cx="2296800" cy="118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9" name="Google Shape;149;p19"/>
          <p:cNvSpPr txBox="1"/>
          <p:nvPr>
            <p:ph idx="2" type="subTitle"/>
          </p:nvPr>
        </p:nvSpPr>
        <p:spPr>
          <a:xfrm>
            <a:off x="3425400" y="1770125"/>
            <a:ext cx="2295000" cy="118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0" name="Google Shape;150;p19"/>
          <p:cNvSpPr txBox="1"/>
          <p:nvPr>
            <p:ph idx="3" type="subTitle"/>
          </p:nvPr>
        </p:nvSpPr>
        <p:spPr>
          <a:xfrm>
            <a:off x="756000" y="3487976"/>
            <a:ext cx="2296800" cy="118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1" name="Google Shape;151;p19"/>
          <p:cNvSpPr txBox="1"/>
          <p:nvPr>
            <p:ph idx="4" type="subTitle"/>
          </p:nvPr>
        </p:nvSpPr>
        <p:spPr>
          <a:xfrm>
            <a:off x="3425400" y="3487975"/>
            <a:ext cx="2295000" cy="118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2" name="Google Shape;152;p19"/>
          <p:cNvSpPr txBox="1"/>
          <p:nvPr>
            <p:ph idx="5" type="subTitle"/>
          </p:nvPr>
        </p:nvSpPr>
        <p:spPr>
          <a:xfrm>
            <a:off x="6093000" y="1770125"/>
            <a:ext cx="2295000" cy="118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3" name="Google Shape;153;p19"/>
          <p:cNvSpPr txBox="1"/>
          <p:nvPr>
            <p:ph idx="6" type="subTitle"/>
          </p:nvPr>
        </p:nvSpPr>
        <p:spPr>
          <a:xfrm>
            <a:off x="6093000" y="3487975"/>
            <a:ext cx="2295000" cy="118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4" name="Google Shape;154;p19"/>
          <p:cNvSpPr txBox="1"/>
          <p:nvPr>
            <p:ph idx="7" type="subTitle"/>
          </p:nvPr>
        </p:nvSpPr>
        <p:spPr>
          <a:xfrm>
            <a:off x="760517" y="1336275"/>
            <a:ext cx="22878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solidFill>
                  <a:schemeClr val="lt2"/>
                </a:solidFill>
                <a:latin typeface="Poppins SemiBold"/>
                <a:ea typeface="Poppins SemiBold"/>
                <a:cs typeface="Poppins SemiBold"/>
                <a:sym typeface="Poppins SemiBol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5" name="Google Shape;155;p19"/>
          <p:cNvSpPr txBox="1"/>
          <p:nvPr>
            <p:ph idx="8" type="subTitle"/>
          </p:nvPr>
        </p:nvSpPr>
        <p:spPr>
          <a:xfrm>
            <a:off x="3429909" y="1336263"/>
            <a:ext cx="22860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solidFill>
                  <a:schemeClr val="lt2"/>
                </a:solidFill>
                <a:latin typeface="Poppins SemiBold"/>
                <a:ea typeface="Poppins SemiBold"/>
                <a:cs typeface="Poppins SemiBold"/>
                <a:sym typeface="Poppins SemiBol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6" name="Google Shape;156;p19"/>
          <p:cNvSpPr txBox="1"/>
          <p:nvPr>
            <p:ph idx="9" type="subTitle"/>
          </p:nvPr>
        </p:nvSpPr>
        <p:spPr>
          <a:xfrm>
            <a:off x="6097501" y="1336263"/>
            <a:ext cx="22860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solidFill>
                  <a:schemeClr val="lt2"/>
                </a:solidFill>
                <a:latin typeface="Poppins SemiBold"/>
                <a:ea typeface="Poppins SemiBold"/>
                <a:cs typeface="Poppins SemiBold"/>
                <a:sym typeface="Poppins SemiBol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7" name="Google Shape;157;p19"/>
          <p:cNvSpPr txBox="1"/>
          <p:nvPr>
            <p:ph idx="13" type="subTitle"/>
          </p:nvPr>
        </p:nvSpPr>
        <p:spPr>
          <a:xfrm>
            <a:off x="760517" y="3050903"/>
            <a:ext cx="22878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solidFill>
                  <a:schemeClr val="lt2"/>
                </a:solidFill>
                <a:latin typeface="Poppins SemiBold"/>
                <a:ea typeface="Poppins SemiBold"/>
                <a:cs typeface="Poppins SemiBold"/>
                <a:sym typeface="Poppins SemiBol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8" name="Google Shape;158;p19"/>
          <p:cNvSpPr txBox="1"/>
          <p:nvPr>
            <p:ph idx="14" type="subTitle"/>
          </p:nvPr>
        </p:nvSpPr>
        <p:spPr>
          <a:xfrm>
            <a:off x="3429909" y="3050900"/>
            <a:ext cx="22860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solidFill>
                  <a:schemeClr val="lt2"/>
                </a:solidFill>
                <a:latin typeface="Poppins SemiBold"/>
                <a:ea typeface="Poppins SemiBold"/>
                <a:cs typeface="Poppins SemiBold"/>
                <a:sym typeface="Poppins SemiBol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9" name="Google Shape;159;p19"/>
          <p:cNvSpPr txBox="1"/>
          <p:nvPr>
            <p:ph idx="15" type="subTitle"/>
          </p:nvPr>
        </p:nvSpPr>
        <p:spPr>
          <a:xfrm>
            <a:off x="6097501" y="3050900"/>
            <a:ext cx="22860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solidFill>
                  <a:schemeClr val="lt2"/>
                </a:solidFill>
                <a:latin typeface="Poppins SemiBold"/>
                <a:ea typeface="Poppins SemiBold"/>
                <a:cs typeface="Poppins SemiBold"/>
                <a:sym typeface="Poppins SemiBol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0" name="Google Shape;160;p19"/>
          <p:cNvSpPr/>
          <p:nvPr/>
        </p:nvSpPr>
        <p:spPr>
          <a:xfrm rot="-3600036">
            <a:off x="8325676" y="-1133742"/>
            <a:ext cx="2304487" cy="2530679"/>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9"/>
          <p:cNvSpPr/>
          <p:nvPr/>
        </p:nvSpPr>
        <p:spPr>
          <a:xfrm rot="-3600036">
            <a:off x="7970766" y="-1078545"/>
            <a:ext cx="2304487" cy="2530679"/>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2" name="Google Shape;162;p19"/>
          <p:cNvPicPr preferRelativeResize="0"/>
          <p:nvPr/>
        </p:nvPicPr>
        <p:blipFill>
          <a:blip r:embed="rId2">
            <a:alphaModFix/>
          </a:blip>
          <a:stretch>
            <a:fillRect/>
          </a:stretch>
        </p:blipFill>
        <p:spPr>
          <a:xfrm>
            <a:off x="7683793" y="79344"/>
            <a:ext cx="1115996" cy="950890"/>
          </a:xfrm>
          <a:prstGeom prst="rect">
            <a:avLst/>
          </a:prstGeom>
          <a:noFill/>
          <a:ln>
            <a:noFill/>
          </a:ln>
        </p:spPr>
      </p:pic>
      <p:sp>
        <p:nvSpPr>
          <p:cNvPr id="163" name="Google Shape;163;p19"/>
          <p:cNvSpPr/>
          <p:nvPr/>
        </p:nvSpPr>
        <p:spPr>
          <a:xfrm rot="541021">
            <a:off x="-1743574" y="2020464"/>
            <a:ext cx="2199329" cy="2415200"/>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19"/>
          <p:cNvSpPr/>
          <p:nvPr/>
        </p:nvSpPr>
        <p:spPr>
          <a:xfrm rot="541021">
            <a:off x="-1819970" y="1874992"/>
            <a:ext cx="2199329" cy="2415200"/>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5" name="Google Shape;165;p19"/>
          <p:cNvPicPr preferRelativeResize="0"/>
          <p:nvPr/>
        </p:nvPicPr>
        <p:blipFill>
          <a:blip r:embed="rId3">
            <a:alphaModFix/>
          </a:blip>
          <a:stretch>
            <a:fillRect/>
          </a:stretch>
        </p:blipFill>
        <p:spPr>
          <a:xfrm rot="-900018">
            <a:off x="-198543" y="2456583"/>
            <a:ext cx="980127" cy="835127"/>
          </a:xfrm>
          <a:prstGeom prst="rect">
            <a:avLst/>
          </a:prstGeom>
          <a:noFill/>
          <a:ln>
            <a:noFill/>
          </a:ln>
        </p:spPr>
      </p:pic>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166" name="Shape 166"/>
        <p:cNvGrpSpPr/>
        <p:nvPr/>
      </p:nvGrpSpPr>
      <p:grpSpPr>
        <a:xfrm>
          <a:off x="0" y="0"/>
          <a:ext cx="0" cy="0"/>
          <a:chOff x="0" y="0"/>
          <a:chExt cx="0" cy="0"/>
        </a:xfrm>
      </p:grpSpPr>
      <p:sp>
        <p:nvSpPr>
          <p:cNvPr id="167" name="Google Shape;167;p20"/>
          <p:cNvSpPr txBox="1"/>
          <p:nvPr>
            <p:ph type="ctrTitle"/>
          </p:nvPr>
        </p:nvSpPr>
        <p:spPr>
          <a:xfrm>
            <a:off x="2725200" y="669825"/>
            <a:ext cx="3693600" cy="99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200"/>
              <a:buNone/>
              <a:defRPr sz="65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68" name="Google Shape;168;p20"/>
          <p:cNvSpPr txBox="1"/>
          <p:nvPr>
            <p:ph idx="1" type="subTitle"/>
          </p:nvPr>
        </p:nvSpPr>
        <p:spPr>
          <a:xfrm>
            <a:off x="2725200" y="1780750"/>
            <a:ext cx="3693600" cy="99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69" name="Google Shape;169;p20"/>
          <p:cNvSpPr txBox="1"/>
          <p:nvPr/>
        </p:nvSpPr>
        <p:spPr>
          <a:xfrm>
            <a:off x="2279550" y="3496925"/>
            <a:ext cx="4584900" cy="615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000">
                <a:solidFill>
                  <a:schemeClr val="accent1"/>
                </a:solidFill>
                <a:latin typeface="Comfortaa"/>
                <a:ea typeface="Comfortaa"/>
                <a:cs typeface="Comfortaa"/>
                <a:sym typeface="Comfortaa"/>
              </a:rPr>
              <a:t>CREDITS:</a:t>
            </a:r>
            <a:r>
              <a:rPr lang="en" sz="1000">
                <a:solidFill>
                  <a:schemeClr val="accent1"/>
                </a:solidFill>
                <a:latin typeface="Comfortaa"/>
                <a:ea typeface="Comfortaa"/>
                <a:cs typeface="Comfortaa"/>
                <a:sym typeface="Comfortaa"/>
              </a:rPr>
              <a:t> This presentation template was created by </a:t>
            </a:r>
            <a:r>
              <a:rPr b="1" lang="en" sz="1000" u="sng">
                <a:solidFill>
                  <a:schemeClr val="accent1"/>
                </a:solidFill>
                <a:latin typeface="Comfortaa"/>
                <a:ea typeface="Comfortaa"/>
                <a:cs typeface="Comfortaa"/>
                <a:sym typeface="Comfortaa"/>
                <a:hlinkClick r:id="rId2">
                  <a:extLst>
                    <a:ext uri="{A12FA001-AC4F-418D-AE19-62706E023703}">
                      <ahyp:hlinkClr val="tx"/>
                    </a:ext>
                  </a:extLst>
                </a:hlinkClick>
              </a:rPr>
              <a:t>Slidesgo</a:t>
            </a:r>
            <a:r>
              <a:rPr b="1" lang="en" sz="1000" u="sng">
                <a:solidFill>
                  <a:schemeClr val="accent1"/>
                </a:solidFill>
                <a:latin typeface="Comfortaa"/>
                <a:ea typeface="Comfortaa"/>
                <a:cs typeface="Comfortaa"/>
                <a:sym typeface="Comfortaa"/>
              </a:rPr>
              <a:t>,</a:t>
            </a:r>
            <a:r>
              <a:rPr b="1" lang="en" sz="1000">
                <a:solidFill>
                  <a:schemeClr val="accent1"/>
                </a:solidFill>
                <a:latin typeface="Comfortaa"/>
                <a:ea typeface="Comfortaa"/>
                <a:cs typeface="Comfortaa"/>
                <a:sym typeface="Comfortaa"/>
              </a:rPr>
              <a:t> </a:t>
            </a:r>
            <a:r>
              <a:rPr lang="en" sz="1000">
                <a:solidFill>
                  <a:schemeClr val="accent1"/>
                </a:solidFill>
                <a:latin typeface="Comfortaa"/>
                <a:ea typeface="Comfortaa"/>
                <a:cs typeface="Comfortaa"/>
                <a:sym typeface="Comfortaa"/>
              </a:rPr>
              <a:t>including icons by </a:t>
            </a:r>
            <a:r>
              <a:rPr b="1" lang="en" sz="1000" u="sng">
                <a:solidFill>
                  <a:schemeClr val="accent1"/>
                </a:solidFill>
                <a:latin typeface="Comfortaa"/>
                <a:ea typeface="Comfortaa"/>
                <a:cs typeface="Comfortaa"/>
                <a:sym typeface="Comfortaa"/>
                <a:hlinkClick r:id="rId3">
                  <a:extLst>
                    <a:ext uri="{A12FA001-AC4F-418D-AE19-62706E023703}">
                      <ahyp:hlinkClr val="tx"/>
                    </a:ext>
                  </a:extLst>
                </a:hlinkClick>
              </a:rPr>
              <a:t>Flaticon</a:t>
            </a:r>
            <a:r>
              <a:rPr b="1" lang="en" sz="1000">
                <a:solidFill>
                  <a:schemeClr val="accent1"/>
                </a:solidFill>
                <a:latin typeface="Comfortaa"/>
                <a:ea typeface="Comfortaa"/>
                <a:cs typeface="Comfortaa"/>
                <a:sym typeface="Comfortaa"/>
              </a:rPr>
              <a:t> </a:t>
            </a:r>
            <a:r>
              <a:rPr lang="en" sz="1000">
                <a:solidFill>
                  <a:schemeClr val="accent1"/>
                </a:solidFill>
                <a:latin typeface="Comfortaa"/>
                <a:ea typeface="Comfortaa"/>
                <a:cs typeface="Comfortaa"/>
                <a:sym typeface="Comfortaa"/>
              </a:rPr>
              <a:t>and infographics &amp; images by </a:t>
            </a:r>
            <a:r>
              <a:rPr b="1" lang="en" sz="1000" u="sng">
                <a:solidFill>
                  <a:schemeClr val="accent1"/>
                </a:solidFill>
                <a:latin typeface="Comfortaa"/>
                <a:ea typeface="Comfortaa"/>
                <a:cs typeface="Comfortaa"/>
                <a:sym typeface="Comfortaa"/>
                <a:hlinkClick r:id="rId4">
                  <a:extLst>
                    <a:ext uri="{A12FA001-AC4F-418D-AE19-62706E023703}">
                      <ahyp:hlinkClr val="tx"/>
                    </a:ext>
                  </a:extLst>
                </a:hlinkClick>
              </a:rPr>
              <a:t>Freepik</a:t>
            </a:r>
            <a:endParaRPr b="1" sz="1000" u="sng">
              <a:solidFill>
                <a:schemeClr val="accent1"/>
              </a:solidFill>
              <a:highlight>
                <a:srgbClr val="DFDEFC"/>
              </a:highlight>
              <a:latin typeface="Comfortaa"/>
              <a:ea typeface="Comfortaa"/>
              <a:cs typeface="Comfortaa"/>
              <a:sym typeface="Comfortaa"/>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70" name="Shape 170"/>
        <p:cNvGrpSpPr/>
        <p:nvPr/>
      </p:nvGrpSpPr>
      <p:grpSpPr>
        <a:xfrm>
          <a:off x="0" y="0"/>
          <a:ext cx="0" cy="0"/>
          <a:chOff x="0" y="0"/>
          <a:chExt cx="0" cy="0"/>
        </a:xfrm>
      </p:grpSpPr>
      <p:sp>
        <p:nvSpPr>
          <p:cNvPr id="171" name="Google Shape;171;p21"/>
          <p:cNvSpPr/>
          <p:nvPr/>
        </p:nvSpPr>
        <p:spPr>
          <a:xfrm rot="-3600274">
            <a:off x="8195137" y="-1319447"/>
            <a:ext cx="2295052" cy="252031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1"/>
          <p:cNvSpPr/>
          <p:nvPr/>
        </p:nvSpPr>
        <p:spPr>
          <a:xfrm rot="-3600274">
            <a:off x="7841715" y="-1264481"/>
            <a:ext cx="2295052" cy="252031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3" name="Google Shape;173;p21"/>
          <p:cNvPicPr preferRelativeResize="0"/>
          <p:nvPr/>
        </p:nvPicPr>
        <p:blipFill>
          <a:blip r:embed="rId2">
            <a:alphaModFix/>
          </a:blip>
          <a:stretch>
            <a:fillRect/>
          </a:stretch>
        </p:blipFill>
        <p:spPr>
          <a:xfrm>
            <a:off x="7555919" y="-111172"/>
            <a:ext cx="1111322" cy="946907"/>
          </a:xfrm>
          <a:prstGeom prst="rect">
            <a:avLst/>
          </a:prstGeom>
          <a:noFill/>
          <a:ln>
            <a:noFill/>
          </a:ln>
        </p:spPr>
      </p:pic>
      <p:sp>
        <p:nvSpPr>
          <p:cNvPr id="174" name="Google Shape;174;p21"/>
          <p:cNvSpPr/>
          <p:nvPr/>
        </p:nvSpPr>
        <p:spPr>
          <a:xfrm rot="-3870207">
            <a:off x="8641574" y="1844649"/>
            <a:ext cx="3211529" cy="320836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1"/>
          <p:cNvSpPr/>
          <p:nvPr/>
        </p:nvSpPr>
        <p:spPr>
          <a:xfrm rot="-3870207">
            <a:off x="8371201" y="1997127"/>
            <a:ext cx="3211529" cy="320836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1"/>
          <p:cNvSpPr/>
          <p:nvPr/>
        </p:nvSpPr>
        <p:spPr>
          <a:xfrm rot="2700000">
            <a:off x="-2174823" y="1533424"/>
            <a:ext cx="2978623" cy="327098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1"/>
          <p:cNvSpPr/>
          <p:nvPr/>
        </p:nvSpPr>
        <p:spPr>
          <a:xfrm rot="2700000">
            <a:off x="-2142779" y="1313177"/>
            <a:ext cx="2978623" cy="327098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8" name="Google Shape;178;p21"/>
          <p:cNvPicPr preferRelativeResize="0"/>
          <p:nvPr/>
        </p:nvPicPr>
        <p:blipFill>
          <a:blip r:embed="rId3">
            <a:alphaModFix/>
          </a:blip>
          <a:stretch>
            <a:fillRect/>
          </a:stretch>
        </p:blipFill>
        <p:spPr>
          <a:xfrm rot="899992">
            <a:off x="-189753" y="2333661"/>
            <a:ext cx="1266841" cy="1079418"/>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79" name="Shape 179"/>
        <p:cNvGrpSpPr/>
        <p:nvPr/>
      </p:nvGrpSpPr>
      <p:grpSpPr>
        <a:xfrm>
          <a:off x="0" y="0"/>
          <a:ext cx="0" cy="0"/>
          <a:chOff x="0" y="0"/>
          <a:chExt cx="0" cy="0"/>
        </a:xfrm>
      </p:grpSpPr>
      <p:sp>
        <p:nvSpPr>
          <p:cNvPr id="180" name="Google Shape;180;p22"/>
          <p:cNvSpPr/>
          <p:nvPr/>
        </p:nvSpPr>
        <p:spPr>
          <a:xfrm rot="-3600036">
            <a:off x="8357651" y="-1144392"/>
            <a:ext cx="2304487" cy="2530679"/>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2"/>
          <p:cNvSpPr/>
          <p:nvPr/>
        </p:nvSpPr>
        <p:spPr>
          <a:xfrm rot="-3600036">
            <a:off x="8002741" y="-1089195"/>
            <a:ext cx="2304487" cy="2530679"/>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2" name="Google Shape;182;p22"/>
          <p:cNvPicPr preferRelativeResize="0"/>
          <p:nvPr/>
        </p:nvPicPr>
        <p:blipFill>
          <a:blip r:embed="rId2">
            <a:alphaModFix/>
          </a:blip>
          <a:stretch>
            <a:fillRect/>
          </a:stretch>
        </p:blipFill>
        <p:spPr>
          <a:xfrm>
            <a:off x="7715768" y="68694"/>
            <a:ext cx="1115996" cy="950890"/>
          </a:xfrm>
          <a:prstGeom prst="rect">
            <a:avLst/>
          </a:prstGeom>
          <a:noFill/>
          <a:ln>
            <a:noFill/>
          </a:ln>
        </p:spPr>
      </p:pic>
      <p:sp>
        <p:nvSpPr>
          <p:cNvPr id="183" name="Google Shape;183;p22"/>
          <p:cNvSpPr/>
          <p:nvPr/>
        </p:nvSpPr>
        <p:spPr>
          <a:xfrm>
            <a:off x="-1293202" y="4045406"/>
            <a:ext cx="2199256" cy="2415120"/>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2"/>
          <p:cNvSpPr/>
          <p:nvPr/>
        </p:nvSpPr>
        <p:spPr>
          <a:xfrm>
            <a:off x="-1391450" y="3913701"/>
            <a:ext cx="2199256" cy="2415120"/>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5" name="Google Shape;185;p22"/>
          <p:cNvPicPr preferRelativeResize="0"/>
          <p:nvPr/>
        </p:nvPicPr>
        <p:blipFill>
          <a:blip r:embed="rId3">
            <a:alphaModFix/>
          </a:blip>
          <a:stretch>
            <a:fillRect/>
          </a:stretch>
        </p:blipFill>
        <p:spPr>
          <a:xfrm>
            <a:off x="184780" y="4339348"/>
            <a:ext cx="980127" cy="835126"/>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89" name="Shape 189"/>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90" name="Shape 190"/>
        <p:cNvGrpSpPr/>
        <p:nvPr/>
      </p:nvGrpSpPr>
      <p:grpSpPr>
        <a:xfrm>
          <a:off x="0" y="0"/>
          <a:ext cx="0" cy="0"/>
          <a:chOff x="0" y="0"/>
          <a:chExt cx="0" cy="0"/>
        </a:xfrm>
      </p:grpSpPr>
      <p:sp>
        <p:nvSpPr>
          <p:cNvPr id="191" name="Google Shape;191;p25"/>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theme" Target="../theme/theme3.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slideLayout" Target="../slideLayouts/slideLayout23.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445025"/>
            <a:ext cx="77139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Poppins SemiBold"/>
              <a:buNone/>
              <a:defRPr sz="3000">
                <a:solidFill>
                  <a:schemeClr val="dk1"/>
                </a:solidFill>
                <a:latin typeface="Poppins SemiBold"/>
                <a:ea typeface="Poppins SemiBold"/>
                <a:cs typeface="Poppins SemiBold"/>
                <a:sym typeface="Poppins SemiBold"/>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715100" y="1152475"/>
            <a:ext cx="77139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accent1"/>
              </a:buClr>
              <a:buSzPts val="1200"/>
              <a:buFont typeface="Comfortaa"/>
              <a:buChar char="●"/>
              <a:defRPr sz="1200">
                <a:solidFill>
                  <a:schemeClr val="accent1"/>
                </a:solidFill>
                <a:latin typeface="Comfortaa"/>
                <a:ea typeface="Comfortaa"/>
                <a:cs typeface="Comfortaa"/>
                <a:sym typeface="Comfortaa"/>
              </a:defRPr>
            </a:lvl1pPr>
            <a:lvl2pPr indent="-304800" lvl="1" marL="914400">
              <a:lnSpc>
                <a:spcPct val="100000"/>
              </a:lnSpc>
              <a:spcBef>
                <a:spcPts val="0"/>
              </a:spcBef>
              <a:spcAft>
                <a:spcPts val="0"/>
              </a:spcAft>
              <a:buClr>
                <a:schemeClr val="accent1"/>
              </a:buClr>
              <a:buSzPts val="1200"/>
              <a:buFont typeface="Comfortaa"/>
              <a:buChar char="○"/>
              <a:defRPr sz="1200">
                <a:solidFill>
                  <a:schemeClr val="accent1"/>
                </a:solidFill>
                <a:latin typeface="Comfortaa"/>
                <a:ea typeface="Comfortaa"/>
                <a:cs typeface="Comfortaa"/>
                <a:sym typeface="Comfortaa"/>
              </a:defRPr>
            </a:lvl2pPr>
            <a:lvl3pPr indent="-304800" lvl="2" marL="1371600">
              <a:lnSpc>
                <a:spcPct val="100000"/>
              </a:lnSpc>
              <a:spcBef>
                <a:spcPts val="0"/>
              </a:spcBef>
              <a:spcAft>
                <a:spcPts val="0"/>
              </a:spcAft>
              <a:buClr>
                <a:schemeClr val="accent1"/>
              </a:buClr>
              <a:buSzPts val="1200"/>
              <a:buFont typeface="Comfortaa"/>
              <a:buChar char="■"/>
              <a:defRPr sz="1200">
                <a:solidFill>
                  <a:schemeClr val="accent1"/>
                </a:solidFill>
                <a:latin typeface="Comfortaa"/>
                <a:ea typeface="Comfortaa"/>
                <a:cs typeface="Comfortaa"/>
                <a:sym typeface="Comfortaa"/>
              </a:defRPr>
            </a:lvl3pPr>
            <a:lvl4pPr indent="-304800" lvl="3" marL="1828800">
              <a:lnSpc>
                <a:spcPct val="100000"/>
              </a:lnSpc>
              <a:spcBef>
                <a:spcPts val="0"/>
              </a:spcBef>
              <a:spcAft>
                <a:spcPts val="0"/>
              </a:spcAft>
              <a:buClr>
                <a:schemeClr val="accent1"/>
              </a:buClr>
              <a:buSzPts val="1200"/>
              <a:buFont typeface="Comfortaa"/>
              <a:buChar char="●"/>
              <a:defRPr sz="1200">
                <a:solidFill>
                  <a:schemeClr val="accent1"/>
                </a:solidFill>
                <a:latin typeface="Comfortaa"/>
                <a:ea typeface="Comfortaa"/>
                <a:cs typeface="Comfortaa"/>
                <a:sym typeface="Comfortaa"/>
              </a:defRPr>
            </a:lvl4pPr>
            <a:lvl5pPr indent="-304800" lvl="4" marL="2286000">
              <a:lnSpc>
                <a:spcPct val="100000"/>
              </a:lnSpc>
              <a:spcBef>
                <a:spcPts val="0"/>
              </a:spcBef>
              <a:spcAft>
                <a:spcPts val="0"/>
              </a:spcAft>
              <a:buClr>
                <a:schemeClr val="accent1"/>
              </a:buClr>
              <a:buSzPts val="1200"/>
              <a:buFont typeface="Comfortaa"/>
              <a:buChar char="○"/>
              <a:defRPr sz="1200">
                <a:solidFill>
                  <a:schemeClr val="accent1"/>
                </a:solidFill>
                <a:latin typeface="Comfortaa"/>
                <a:ea typeface="Comfortaa"/>
                <a:cs typeface="Comfortaa"/>
                <a:sym typeface="Comfortaa"/>
              </a:defRPr>
            </a:lvl5pPr>
            <a:lvl6pPr indent="-304800" lvl="5" marL="2743200">
              <a:lnSpc>
                <a:spcPct val="100000"/>
              </a:lnSpc>
              <a:spcBef>
                <a:spcPts val="0"/>
              </a:spcBef>
              <a:spcAft>
                <a:spcPts val="0"/>
              </a:spcAft>
              <a:buClr>
                <a:schemeClr val="accent1"/>
              </a:buClr>
              <a:buSzPts val="1200"/>
              <a:buFont typeface="Comfortaa"/>
              <a:buChar char="■"/>
              <a:defRPr sz="1200">
                <a:solidFill>
                  <a:schemeClr val="accent1"/>
                </a:solidFill>
                <a:latin typeface="Comfortaa"/>
                <a:ea typeface="Comfortaa"/>
                <a:cs typeface="Comfortaa"/>
                <a:sym typeface="Comfortaa"/>
              </a:defRPr>
            </a:lvl6pPr>
            <a:lvl7pPr indent="-304800" lvl="6" marL="3200400">
              <a:lnSpc>
                <a:spcPct val="100000"/>
              </a:lnSpc>
              <a:spcBef>
                <a:spcPts val="0"/>
              </a:spcBef>
              <a:spcAft>
                <a:spcPts val="0"/>
              </a:spcAft>
              <a:buClr>
                <a:schemeClr val="accent1"/>
              </a:buClr>
              <a:buSzPts val="1200"/>
              <a:buFont typeface="Comfortaa"/>
              <a:buChar char="●"/>
              <a:defRPr sz="1200">
                <a:solidFill>
                  <a:schemeClr val="accent1"/>
                </a:solidFill>
                <a:latin typeface="Comfortaa"/>
                <a:ea typeface="Comfortaa"/>
                <a:cs typeface="Comfortaa"/>
                <a:sym typeface="Comfortaa"/>
              </a:defRPr>
            </a:lvl7pPr>
            <a:lvl8pPr indent="-304800" lvl="7" marL="3657600">
              <a:lnSpc>
                <a:spcPct val="100000"/>
              </a:lnSpc>
              <a:spcBef>
                <a:spcPts val="0"/>
              </a:spcBef>
              <a:spcAft>
                <a:spcPts val="0"/>
              </a:spcAft>
              <a:buClr>
                <a:schemeClr val="accent1"/>
              </a:buClr>
              <a:buSzPts val="1200"/>
              <a:buFont typeface="Comfortaa"/>
              <a:buChar char="○"/>
              <a:defRPr sz="1200">
                <a:solidFill>
                  <a:schemeClr val="accent1"/>
                </a:solidFill>
                <a:latin typeface="Comfortaa"/>
                <a:ea typeface="Comfortaa"/>
                <a:cs typeface="Comfortaa"/>
                <a:sym typeface="Comfortaa"/>
              </a:defRPr>
            </a:lvl8pPr>
            <a:lvl9pPr indent="-304800" lvl="8" marL="4114800">
              <a:lnSpc>
                <a:spcPct val="100000"/>
              </a:lnSpc>
              <a:spcBef>
                <a:spcPts val="0"/>
              </a:spcBef>
              <a:spcAft>
                <a:spcPts val="0"/>
              </a:spcAft>
              <a:buClr>
                <a:schemeClr val="accent1"/>
              </a:buClr>
              <a:buSzPts val="1200"/>
              <a:buFont typeface="Comfortaa"/>
              <a:buChar char="■"/>
              <a:defRPr sz="1200">
                <a:solidFill>
                  <a:schemeClr val="accent1"/>
                </a:solidFill>
                <a:latin typeface="Comfortaa"/>
                <a:ea typeface="Comfortaa"/>
                <a:cs typeface="Comfortaa"/>
                <a:sym typeface="Comfortaa"/>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86" name="Shape 186"/>
        <p:cNvGrpSpPr/>
        <p:nvPr/>
      </p:nvGrpSpPr>
      <p:grpSpPr>
        <a:xfrm>
          <a:off x="0" y="0"/>
          <a:ext cx="0" cy="0"/>
          <a:chOff x="0" y="0"/>
          <a:chExt cx="0" cy="0"/>
        </a:xfrm>
      </p:grpSpPr>
      <p:sp>
        <p:nvSpPr>
          <p:cNvPr id="187" name="Google Shape;187;p2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88" name="Google Shape;188;p2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9" r:id="rId1"/>
    <p:sldLayoutId id="214748367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pn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20" Type="http://schemas.openxmlformats.org/officeDocument/2006/relationships/hyperlink" Target="https://wepik.com/?utm_source=slidesgo_template&amp;utm_medium=referral-link&amp;utm_campaign=promo-slide&amp;utm_term=slidesgo&amp;utm_content=wepik" TargetMode="External"/><Relationship Id="rId11" Type="http://schemas.openxmlformats.org/officeDocument/2006/relationships/slide" Target="/ppt/slides/slide27.xml"/><Relationship Id="rId22" Type="http://schemas.openxmlformats.org/officeDocument/2006/relationships/hyperlink" Target="https://www.videvo.net/?utm_source=slidesgo_template&amp;utm_medium=referral-link&amp;utm_campaign=sg_resources&amp;utm_content=videvo" TargetMode="External"/><Relationship Id="rId10" Type="http://schemas.openxmlformats.org/officeDocument/2006/relationships/slide" Target="/ppt/slides/slide33.xml"/><Relationship Id="rId21" Type="http://schemas.openxmlformats.org/officeDocument/2006/relationships/hyperlink" Target="https://wepik.com/?utm_source=slidesgo_template&amp;utm_medium=referral-link&amp;utm_campaign=promo-slide&amp;utm_term=slidesgo&amp;utm_content=wepik" TargetMode="External"/><Relationship Id="rId13" Type="http://schemas.openxmlformats.org/officeDocument/2006/relationships/hyperlink" Target="https://bit.ly/3A1uf1Q" TargetMode="External"/><Relationship Id="rId12"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33.xml"/><Relationship Id="rId15" Type="http://schemas.openxmlformats.org/officeDocument/2006/relationships/hyperlink" Target="http://bit.ly/30B07Gq" TargetMode="External"/><Relationship Id="rId14" Type="http://schemas.openxmlformats.org/officeDocument/2006/relationships/hyperlink" Target="https://bit.ly/3A1uf1Q" TargetMode="External"/><Relationship Id="rId17" Type="http://schemas.openxmlformats.org/officeDocument/2006/relationships/hyperlink" Target="https://www.freepik.com/?utm_source=slidesgo_template&amp;utm_medium=referral-link&amp;utm_campaign=promo-slide&amp;utm_term=slidesgo&amp;utm_content=freepik" TargetMode="External"/><Relationship Id="rId16" Type="http://schemas.openxmlformats.org/officeDocument/2006/relationships/hyperlink" Target="http://bit.ly/33VAFh3" TargetMode="External"/><Relationship Id="rId5" Type="http://schemas.openxmlformats.org/officeDocument/2006/relationships/slide" Target="/ppt/slides/slide21.xml"/><Relationship Id="rId19" Type="http://schemas.openxmlformats.org/officeDocument/2006/relationships/hyperlink" Target="https://storyset.com/?utm_source=slidesgo_template&amp;utm_medium=referral-link&amp;utm_campaign=promo-slide&amp;utm_term=slidesgo&amp;utm_content=storyset" TargetMode="External"/><Relationship Id="rId6" Type="http://schemas.openxmlformats.org/officeDocument/2006/relationships/slide" Target="/ppt/slides/slide21.xml"/><Relationship Id="rId18" Type="http://schemas.openxmlformats.org/officeDocument/2006/relationships/hyperlink" Target="https://www.flaticon.com/?utm_source=slidesgo_template&amp;utm_medium=referral-link&amp;utm_campaign=promo-slide&amp;utm_term=slidesgo&amp;utm_content=flaticon" TargetMode="External"/><Relationship Id="rId7" Type="http://schemas.openxmlformats.org/officeDocument/2006/relationships/slide" Target="/ppt/slides/slide20.xml"/><Relationship Id="rId8"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image" Target="../media/image1.png"/><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 Id="rId3" Type="http://schemas.openxmlformats.org/officeDocument/2006/relationships/image" Target="../media/image14.png"/><Relationship Id="rId4" Type="http://schemas.openxmlformats.org/officeDocument/2006/relationships/image" Target="../media/image1.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 Id="rId3" Type="http://schemas.openxmlformats.org/officeDocument/2006/relationships/image" Target="../media/image1.png"/><Relationship Id="rId4" Type="http://schemas.openxmlformats.org/officeDocument/2006/relationships/image" Target="../media/image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0.xml"/><Relationship Id="rId3" Type="http://schemas.openxmlformats.org/officeDocument/2006/relationships/image" Target="../media/image1.png"/><Relationship Id="rId4" Type="http://schemas.openxmlformats.org/officeDocument/2006/relationships/image" Target="../media/image2.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 Id="rId3" Type="http://schemas.openxmlformats.org/officeDocument/2006/relationships/image" Target="../media/image1.png"/><Relationship Id="rId4" Type="http://schemas.openxmlformats.org/officeDocument/2006/relationships/image" Target="../media/image2.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5" Type="http://schemas.openxmlformats.org/officeDocument/2006/relationships/hyperlink" Target="https://docs.google.com/spreadsheets/d/1HH51Ya_qj71A-142J5dWWh3Yn7QHiHUcRM-wfIO5HH8/copy" TargetMode="External"/><Relationship Id="rId6" Type="http://schemas.openxmlformats.org/officeDocument/2006/relationships/image" Target="../media/image3.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HH51Ya_qj71A-142J5dWWh3Yn7QHiHUcRM-wfIO5HH8/copy" TargetMode="External"/><Relationship Id="rId5" Type="http://schemas.openxmlformats.org/officeDocument/2006/relationships/image" Target="../media/image6.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5.xml"/><Relationship Id="rId3" Type="http://schemas.openxmlformats.org/officeDocument/2006/relationships/image" Target="../media/image1.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image" Target="../media/image11.jpg"/><Relationship Id="rId4" Type="http://schemas.openxmlformats.org/officeDocument/2006/relationships/image" Target="../media/image12.jpg"/><Relationship Id="rId5" Type="http://schemas.openxmlformats.org/officeDocument/2006/relationships/image" Target="../media/image1.png"/><Relationship Id="rId6" Type="http://schemas.openxmlformats.org/officeDocument/2006/relationships/image" Target="../media/image2.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HH51Ya_qj71A-142J5dWWh3Yn7QHiHUcRM-wfIO5HH8/copy" TargetMode="External"/><Relationship Id="rId5" Type="http://schemas.openxmlformats.org/officeDocument/2006/relationships/image" Target="../media/image4.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 Id="rId3" Type="http://schemas.openxmlformats.org/officeDocument/2006/relationships/image" Target="../media/image1.png"/><Relationship Id="rId4" Type="http://schemas.openxmlformats.org/officeDocument/2006/relationships/image" Target="../media/image2.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1.xml"/><Relationship Id="rId3" Type="http://schemas.openxmlformats.org/officeDocument/2006/relationships/hyperlink" Target="https://www.freepik.com/free-vector/realistic-world-blood-donor-day-instagram-posts-collection_27974587.htm/?utm_source=slidesgo_template&amp;utm_medium=referral-link&amp;utm_campaign=sg_resources&amp;utm_content=freepik" TargetMode="External"/><Relationship Id="rId4" Type="http://schemas.openxmlformats.org/officeDocument/2006/relationships/hyperlink" Target="https://www.freepik.com/free-photo/representation-microorganisms-concept_36488165.htm/?utm_source=slidesgo_template&amp;utm_medium=referral-link&amp;utm_campaign=sg_resources&amp;utm_content=freepik" TargetMode="External"/><Relationship Id="rId5" Type="http://schemas.openxmlformats.org/officeDocument/2006/relationships/hyperlink" Target="https://www.freepik.com/free-photo/representation-microorganisms-concept_36488185.htm/?utm_source=slidesgo_template&amp;utm_medium=referral-link&amp;utm_campaign=sg_resources&amp;utm_content=freepik" TargetMode="External"/><Relationship Id="rId6" Type="http://schemas.openxmlformats.org/officeDocument/2006/relationships/hyperlink" Target="https://www.freepik.com/free-photo/representation-microorganisms-concept_36488182.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hyperlink" Target="https://www.freepik.com/free-vector/realistic-world-blood-donor-day-horizontal-banners-set-with-red-blood-cells_27974912.htm/?utm_source=slidesgo_template&amp;utm_medium=referral-link&amp;utm_campaign=sg_resources&amp;utm_content=freepik" TargetMode="External"/><Relationship Id="rId4" Type="http://schemas.openxmlformats.org/officeDocument/2006/relationships/hyperlink" Target="https://www.freepik.com/free-photo/representation-microorganisms-concept_36488183.htm/?utm_source=slidesgo_template&amp;utm_medium=referral-link&amp;utm_campaign=sg_resources&amp;utm_content=freepik" TargetMode="External"/><Relationship Id="rId5" Type="http://schemas.openxmlformats.org/officeDocument/2006/relationships/hyperlink" Target="https://www.freepik.com/free-photo/representation-microorganisms-concept_36488180.htm/?utm_source=slidesgo_template&amp;utm_medium=referral-link&amp;utm_campaign=sg_resources&amp;utm_content=freepik" TargetMode="External"/><Relationship Id="rId6" Type="http://schemas.openxmlformats.org/officeDocument/2006/relationships/hyperlink" Target="https://www.freepik.com/free-photo/representation-microorganisms-concept_36488168.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slide" Target="/ppt/slides/slide20.xml"/><Relationship Id="rId6" Type="http://schemas.openxmlformats.org/officeDocument/2006/relationships/hyperlink" Target="http://bit.ly/33VAFh3" TargetMode="External"/><Relationship Id="rId7"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 Id="rId3" Type="http://schemas.openxmlformats.org/officeDocument/2006/relationships/hyperlink" Target="https://fonts.google.com/specimen/Poppins" TargetMode="External"/><Relationship Id="rId4" Type="http://schemas.openxmlformats.org/officeDocument/2006/relationships/hyperlink" Target="https://fonts.google.com/specimen/Comfortaa)" TargetMode="External"/><Relationship Id="rId5" Type="http://schemas.openxmlformats.org/officeDocument/2006/relationships/hyperlink" Target="https://fonts.google.com/specimen/Comfortaa)" TargetMode="External"/><Relationship Id="rId6" Type="http://schemas.openxmlformats.org/officeDocument/2006/relationships/hyperlink" Target="https://fonts.google.com/specimen/Comfortaa)"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3.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8.png"/><Relationship Id="rId14" Type="http://schemas.openxmlformats.org/officeDocument/2006/relationships/image" Target="../media/image10.png"/><Relationship Id="rId17" Type="http://schemas.openxmlformats.org/officeDocument/2006/relationships/image" Target="../media/image7.png"/><Relationship Id="rId16" Type="http://schemas.openxmlformats.org/officeDocument/2006/relationships/image" Target="../media/image9.png"/><Relationship Id="rId5" Type="http://schemas.openxmlformats.org/officeDocument/2006/relationships/image" Target="../media/image5.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1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 name="Shape 195"/>
        <p:cNvGrpSpPr/>
        <p:nvPr/>
      </p:nvGrpSpPr>
      <p:grpSpPr>
        <a:xfrm>
          <a:off x="0" y="0"/>
          <a:ext cx="0" cy="0"/>
          <a:chOff x="0" y="0"/>
          <a:chExt cx="0" cy="0"/>
        </a:xfrm>
      </p:grpSpPr>
      <p:sp>
        <p:nvSpPr>
          <p:cNvPr id="196" name="Google Shape;196;p26"/>
          <p:cNvSpPr txBox="1"/>
          <p:nvPr>
            <p:ph type="ctrTitle"/>
          </p:nvPr>
        </p:nvSpPr>
        <p:spPr>
          <a:xfrm>
            <a:off x="1120500" y="1281463"/>
            <a:ext cx="6903000" cy="2122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Red Blood </a:t>
            </a:r>
            <a:r>
              <a:rPr lang="en">
                <a:solidFill>
                  <a:schemeClr val="lt2"/>
                </a:solidFill>
              </a:rPr>
              <a:t>Cell Disorders</a:t>
            </a:r>
            <a:endParaRPr>
              <a:solidFill>
                <a:schemeClr val="lt2"/>
              </a:solidFill>
            </a:endParaRPr>
          </a:p>
        </p:txBody>
      </p:sp>
      <p:sp>
        <p:nvSpPr>
          <p:cNvPr id="197" name="Google Shape;197;p26"/>
          <p:cNvSpPr txBox="1"/>
          <p:nvPr>
            <p:ph idx="1" type="subTitle"/>
          </p:nvPr>
        </p:nvSpPr>
        <p:spPr>
          <a:xfrm>
            <a:off x="2392500" y="3452538"/>
            <a:ext cx="4359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198" name="Google Shape;198;p26"/>
          <p:cNvSpPr/>
          <p:nvPr/>
        </p:nvSpPr>
        <p:spPr>
          <a:xfrm>
            <a:off x="-1472454" y="3152505"/>
            <a:ext cx="3224847" cy="3541376"/>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6"/>
          <p:cNvSpPr/>
          <p:nvPr/>
        </p:nvSpPr>
        <p:spPr>
          <a:xfrm rot="-3600072">
            <a:off x="7584171" y="2739970"/>
            <a:ext cx="3600826" cy="395425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6"/>
          <p:cNvSpPr/>
          <p:nvPr/>
        </p:nvSpPr>
        <p:spPr>
          <a:xfrm rot="-3599888">
            <a:off x="3344936" y="-1870195"/>
            <a:ext cx="3054350" cy="335414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6"/>
          <p:cNvSpPr/>
          <p:nvPr/>
        </p:nvSpPr>
        <p:spPr>
          <a:xfrm rot="-3599888">
            <a:off x="2874566" y="-1797040"/>
            <a:ext cx="3054350" cy="335414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6"/>
          <p:cNvSpPr/>
          <p:nvPr/>
        </p:nvSpPr>
        <p:spPr>
          <a:xfrm>
            <a:off x="-1616525" y="2959375"/>
            <a:ext cx="3224847" cy="3541376"/>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6"/>
          <p:cNvSpPr/>
          <p:nvPr/>
        </p:nvSpPr>
        <p:spPr>
          <a:xfrm rot="-3600072">
            <a:off x="7232076" y="2903991"/>
            <a:ext cx="3600826" cy="395425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4" name="Google Shape;204;p26"/>
          <p:cNvPicPr preferRelativeResize="0"/>
          <p:nvPr/>
        </p:nvPicPr>
        <p:blipFill>
          <a:blip r:embed="rId3">
            <a:alphaModFix/>
          </a:blip>
          <a:stretch>
            <a:fillRect/>
          </a:stretch>
        </p:blipFill>
        <p:spPr>
          <a:xfrm>
            <a:off x="1074463" y="4338844"/>
            <a:ext cx="1371464" cy="1168565"/>
          </a:xfrm>
          <a:prstGeom prst="rect">
            <a:avLst/>
          </a:prstGeom>
          <a:noFill/>
          <a:ln>
            <a:noFill/>
          </a:ln>
        </p:spPr>
      </p:pic>
      <p:pic>
        <p:nvPicPr>
          <p:cNvPr id="205" name="Google Shape;205;p26"/>
          <p:cNvPicPr preferRelativeResize="0"/>
          <p:nvPr/>
        </p:nvPicPr>
        <p:blipFill>
          <a:blip r:embed="rId3">
            <a:alphaModFix/>
          </a:blip>
          <a:stretch>
            <a:fillRect/>
          </a:stretch>
        </p:blipFill>
        <p:spPr>
          <a:xfrm rot="2003970">
            <a:off x="-282226" y="2783176"/>
            <a:ext cx="1371464" cy="1168563"/>
          </a:xfrm>
          <a:prstGeom prst="rect">
            <a:avLst/>
          </a:prstGeom>
          <a:noFill/>
          <a:ln>
            <a:noFill/>
          </a:ln>
        </p:spPr>
      </p:pic>
      <p:pic>
        <p:nvPicPr>
          <p:cNvPr id="206" name="Google Shape;206;p26"/>
          <p:cNvPicPr preferRelativeResize="0"/>
          <p:nvPr/>
        </p:nvPicPr>
        <p:blipFill rotWithShape="1">
          <a:blip r:embed="rId3">
            <a:alphaModFix/>
          </a:blip>
          <a:srcRect b="11785" l="0" r="0" t="0"/>
          <a:stretch/>
        </p:blipFill>
        <p:spPr>
          <a:xfrm>
            <a:off x="5710600" y="-87500"/>
            <a:ext cx="1476352" cy="1109698"/>
          </a:xfrm>
          <a:prstGeom prst="rect">
            <a:avLst/>
          </a:prstGeom>
          <a:noFill/>
          <a:ln>
            <a:noFill/>
          </a:ln>
        </p:spPr>
      </p:pic>
      <p:pic>
        <p:nvPicPr>
          <p:cNvPr id="207" name="Google Shape;207;p26"/>
          <p:cNvPicPr preferRelativeResize="0"/>
          <p:nvPr/>
        </p:nvPicPr>
        <p:blipFill>
          <a:blip r:embed="rId3">
            <a:alphaModFix/>
          </a:blip>
          <a:stretch>
            <a:fillRect/>
          </a:stretch>
        </p:blipFill>
        <p:spPr>
          <a:xfrm>
            <a:off x="8415136" y="2502201"/>
            <a:ext cx="1234698" cy="1052026"/>
          </a:xfrm>
          <a:prstGeom prst="rect">
            <a:avLst/>
          </a:prstGeom>
          <a:noFill/>
          <a:ln>
            <a:noFill/>
          </a:ln>
        </p:spPr>
      </p:pic>
      <p:pic>
        <p:nvPicPr>
          <p:cNvPr id="208" name="Google Shape;208;p26"/>
          <p:cNvPicPr preferRelativeResize="0"/>
          <p:nvPr/>
        </p:nvPicPr>
        <p:blipFill>
          <a:blip r:embed="rId4">
            <a:alphaModFix/>
          </a:blip>
          <a:stretch>
            <a:fillRect/>
          </a:stretch>
        </p:blipFill>
        <p:spPr>
          <a:xfrm>
            <a:off x="7644235" y="3685146"/>
            <a:ext cx="1743708" cy="1485737"/>
          </a:xfrm>
          <a:prstGeom prst="rect">
            <a:avLst/>
          </a:prstGeom>
          <a:noFill/>
          <a:ln>
            <a:noFill/>
          </a:ln>
        </p:spPr>
      </p:pic>
      <p:pic>
        <p:nvPicPr>
          <p:cNvPr id="209" name="Google Shape;209;p26"/>
          <p:cNvPicPr preferRelativeResize="0"/>
          <p:nvPr/>
        </p:nvPicPr>
        <p:blipFill rotWithShape="1">
          <a:blip r:embed="rId4">
            <a:alphaModFix/>
          </a:blip>
          <a:srcRect b="12171" l="14241" r="9886" t="10350"/>
          <a:stretch/>
        </p:blipFill>
        <p:spPr>
          <a:xfrm>
            <a:off x="1826100" y="-19862"/>
            <a:ext cx="1275448" cy="1109724"/>
          </a:xfrm>
          <a:prstGeom prst="rect">
            <a:avLst/>
          </a:prstGeom>
          <a:noFill/>
          <a:ln>
            <a:noFill/>
          </a:ln>
        </p:spPr>
      </p:pic>
      <p:pic>
        <p:nvPicPr>
          <p:cNvPr id="210" name="Google Shape;210;p26"/>
          <p:cNvPicPr preferRelativeResize="0"/>
          <p:nvPr/>
        </p:nvPicPr>
        <p:blipFill>
          <a:blip r:embed="rId4">
            <a:alphaModFix/>
          </a:blip>
          <a:stretch>
            <a:fillRect/>
          </a:stretch>
        </p:blipFill>
        <p:spPr>
          <a:xfrm>
            <a:off x="-784953" y="4257852"/>
            <a:ext cx="1561585" cy="1330549"/>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 name="Shape 214"/>
        <p:cNvGrpSpPr/>
        <p:nvPr/>
      </p:nvGrpSpPr>
      <p:grpSpPr>
        <a:xfrm>
          <a:off x="0" y="0"/>
          <a:ext cx="0" cy="0"/>
          <a:chOff x="0" y="0"/>
          <a:chExt cx="0" cy="0"/>
        </a:xfrm>
      </p:grpSpPr>
      <p:sp>
        <p:nvSpPr>
          <p:cNvPr id="215" name="Google Shape;215;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a:t>
            </a:r>
            <a:r>
              <a:rPr lang="en">
                <a:solidFill>
                  <a:schemeClr val="lt2"/>
                </a:solidFill>
              </a:rPr>
              <a:t>of this template</a:t>
            </a:r>
            <a:endParaRPr>
              <a:solidFill>
                <a:schemeClr val="lt2"/>
              </a:solidFill>
            </a:endParaRPr>
          </a:p>
        </p:txBody>
      </p:sp>
      <p:sp>
        <p:nvSpPr>
          <p:cNvPr id="216" name="Google Shape;216;p27"/>
          <p:cNvSpPr txBox="1"/>
          <p:nvPr>
            <p:ph idx="1" type="body"/>
          </p:nvPr>
        </p:nvSpPr>
        <p:spPr>
          <a:xfrm>
            <a:off x="720000" y="1152475"/>
            <a:ext cx="7704000" cy="35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delete this slide when you’re done editing the presentation</a:t>
            </a:r>
            <a:endParaRPr/>
          </a:p>
        </p:txBody>
      </p:sp>
      <p:graphicFrame>
        <p:nvGraphicFramePr>
          <p:cNvPr id="217" name="Google Shape;217;p27"/>
          <p:cNvGraphicFramePr/>
          <p:nvPr/>
        </p:nvGraphicFramePr>
        <p:xfrm>
          <a:off x="720000" y="1767225"/>
          <a:ext cx="3000000" cy="3000000"/>
        </p:xfrm>
        <a:graphic>
          <a:graphicData uri="http://schemas.openxmlformats.org/drawingml/2006/table">
            <a:tbl>
              <a:tblPr>
                <a:noFill/>
                <a:tableStyleId>{B25CB304-C0FD-46AB-B551-F50E89CAD5CD}</a:tableStyleId>
              </a:tblPr>
              <a:tblGrid>
                <a:gridCol w="2619875"/>
                <a:gridCol w="5084125"/>
              </a:tblGrid>
              <a:tr h="361525">
                <a:tc>
                  <a:txBody>
                    <a:bodyPr/>
                    <a:lstStyle/>
                    <a:p>
                      <a:pPr indent="0" lvl="0" marL="0" rtl="0" algn="l">
                        <a:spcBef>
                          <a:spcPts val="0"/>
                        </a:spcBef>
                        <a:spcAft>
                          <a:spcPts val="0"/>
                        </a:spcAft>
                        <a:buNone/>
                      </a:pPr>
                      <a:r>
                        <a:rPr b="1" lang="en" sz="1000" u="sng">
                          <a:solidFill>
                            <a:schemeClr val="lt1"/>
                          </a:solidFill>
                          <a:latin typeface="Comfortaa"/>
                          <a:ea typeface="Comfortaa"/>
                          <a:cs typeface="Comfortaa"/>
                          <a:sym typeface="Comfortaa"/>
                          <a:hlinkClick action="ppaction://hlinksldjump" r:id="rId3">
                            <a:extLst>
                              <a:ext uri="{A12FA001-AC4F-418D-AE19-62706E023703}">
                                <ahyp:hlinkClr val="tx"/>
                              </a:ext>
                            </a:extLst>
                          </a:hlinkClick>
                        </a:rPr>
                        <a:t>Fonts</a:t>
                      </a:r>
                      <a:endParaRPr b="1" sz="1000" u="sng">
                        <a:solidFill>
                          <a:schemeClr val="lt1"/>
                        </a:solidFill>
                        <a:latin typeface="Comfortaa"/>
                        <a:ea typeface="Comfortaa"/>
                        <a:cs typeface="Comfortaa"/>
                        <a:sym typeface="Comfortaa"/>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800">
                          <a:solidFill>
                            <a:schemeClr val="accent1"/>
                          </a:solidFill>
                          <a:latin typeface="Comfortaa"/>
                          <a:ea typeface="Comfortaa"/>
                          <a:cs typeface="Comfortaa"/>
                          <a:sym typeface="Comfortaa"/>
                        </a:rPr>
                        <a:t>To view this template correctly in PowerPoint, download and install the fonts we used</a:t>
                      </a:r>
                      <a:endParaRPr sz="800">
                        <a:solidFill>
                          <a:schemeClr val="accent1"/>
                        </a:solidFill>
                        <a:latin typeface="Comfortaa"/>
                        <a:ea typeface="Comfortaa"/>
                        <a:cs typeface="Comfortaa"/>
                        <a:sym typeface="Comfortaa"/>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accent6"/>
                          </a:solidFill>
                          <a:latin typeface="Comfortaa"/>
                          <a:ea typeface="Comfortaa"/>
                          <a:cs typeface="Comfortaa"/>
                          <a:sym typeface="Comfortaa"/>
                          <a:hlinkClick action="ppaction://hlinksldjump" r:id="rId4">
                            <a:extLst>
                              <a:ext uri="{A12FA001-AC4F-418D-AE19-62706E023703}">
                                <ahyp:hlinkClr val="tx"/>
                              </a:ext>
                            </a:extLst>
                          </a:hlinkClick>
                        </a:rPr>
                        <a:t>Used</a:t>
                      </a:r>
                      <a:r>
                        <a:rPr b="1" lang="en" sz="1000">
                          <a:solidFill>
                            <a:schemeClr val="lt1"/>
                          </a:solidFill>
                          <a:latin typeface="Comfortaa"/>
                          <a:ea typeface="Comfortaa"/>
                          <a:cs typeface="Comfortaa"/>
                          <a:sym typeface="Comfortaa"/>
                        </a:rPr>
                        <a:t> </a:t>
                      </a:r>
                      <a:r>
                        <a:rPr b="1" lang="en" sz="1000">
                          <a:solidFill>
                            <a:schemeClr val="lt1"/>
                          </a:solidFill>
                          <a:latin typeface="Comfortaa"/>
                          <a:ea typeface="Comfortaa"/>
                          <a:cs typeface="Comfortaa"/>
                          <a:sym typeface="Comfortaa"/>
                        </a:rPr>
                        <a:t>and </a:t>
                      </a:r>
                      <a:r>
                        <a:rPr b="1" lang="en" sz="1000" u="sng">
                          <a:solidFill>
                            <a:schemeClr val="lt1"/>
                          </a:solidFill>
                          <a:latin typeface="Comfortaa"/>
                          <a:ea typeface="Comfortaa"/>
                          <a:cs typeface="Comfortaa"/>
                          <a:sym typeface="Comfortaa"/>
                          <a:hlinkClick action="ppaction://hlinksldjump" r:id="rId5">
                            <a:extLst>
                              <a:ext uri="{A12FA001-AC4F-418D-AE19-62706E023703}">
                                <ahyp:hlinkClr val="tx"/>
                              </a:ext>
                            </a:extLst>
                          </a:hlinkClick>
                        </a:rPr>
                        <a:t>alternative</a:t>
                      </a:r>
                      <a:r>
                        <a:rPr b="1" lang="en" sz="1000" u="sng">
                          <a:solidFill>
                            <a:schemeClr val="lt1"/>
                          </a:solidFill>
                          <a:latin typeface="Comfortaa"/>
                          <a:ea typeface="Comfortaa"/>
                          <a:cs typeface="Comfortaa"/>
                          <a:sym typeface="Comfortaa"/>
                          <a:hlinkClick action="ppaction://hlinksldjump" r:id="rId6">
                            <a:extLst>
                              <a:ext uri="{A12FA001-AC4F-418D-AE19-62706E023703}">
                                <ahyp:hlinkClr val="tx"/>
                              </a:ext>
                            </a:extLst>
                          </a:hlinkClick>
                        </a:rPr>
                        <a:t> resources</a:t>
                      </a:r>
                      <a:endParaRPr b="1" sz="1000" u="sng">
                        <a:solidFill>
                          <a:schemeClr val="lt1"/>
                        </a:solidFill>
                        <a:latin typeface="Comfortaa"/>
                        <a:ea typeface="Comfortaa"/>
                        <a:cs typeface="Comfortaa"/>
                        <a:sym typeface="Comfortaa"/>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marR="0" rtl="0" algn="l">
                        <a:lnSpc>
                          <a:spcPct val="100000"/>
                        </a:lnSpc>
                        <a:spcBef>
                          <a:spcPts val="0"/>
                        </a:spcBef>
                        <a:spcAft>
                          <a:spcPts val="1600"/>
                        </a:spcAft>
                        <a:buNone/>
                      </a:pPr>
                      <a:r>
                        <a:rPr lang="en" sz="800">
                          <a:solidFill>
                            <a:schemeClr val="accent1"/>
                          </a:solidFill>
                          <a:latin typeface="Comfortaa"/>
                          <a:ea typeface="Comfortaa"/>
                          <a:cs typeface="Comfortaa"/>
                          <a:sym typeface="Comfortaa"/>
                        </a:rPr>
                        <a:t>An assortment of graphic resources that are suitable for use in this presentation</a:t>
                      </a:r>
                      <a:endParaRPr sz="800">
                        <a:solidFill>
                          <a:schemeClr val="accent1"/>
                        </a:solidFill>
                        <a:latin typeface="Comfortaa"/>
                        <a:ea typeface="Comfortaa"/>
                        <a:cs typeface="Comfortaa"/>
                        <a:sym typeface="Comfortaa"/>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lt1"/>
                          </a:solidFill>
                          <a:latin typeface="Comfortaa"/>
                          <a:ea typeface="Comfortaa"/>
                          <a:cs typeface="Comfortaa"/>
                          <a:sym typeface="Comfortaa"/>
                          <a:hlinkClick action="ppaction://hlinksldjump" r:id="rId7">
                            <a:extLst>
                              <a:ext uri="{A12FA001-AC4F-418D-AE19-62706E023703}">
                                <ahyp:hlinkClr val="tx"/>
                              </a:ext>
                            </a:extLst>
                          </a:hlinkClick>
                        </a:rPr>
                        <a:t>Thanks slide</a:t>
                      </a:r>
                      <a:endParaRPr b="1" sz="1000" u="sng">
                        <a:solidFill>
                          <a:schemeClr val="lt1"/>
                        </a:solidFill>
                        <a:latin typeface="Comfortaa"/>
                        <a:ea typeface="Comfortaa"/>
                        <a:cs typeface="Comfortaa"/>
                        <a:sym typeface="Comfortaa"/>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800">
                          <a:solidFill>
                            <a:schemeClr val="accent1"/>
                          </a:solidFill>
                          <a:latin typeface="Comfortaa"/>
                          <a:ea typeface="Comfortaa"/>
                          <a:cs typeface="Comfortaa"/>
                          <a:sym typeface="Comfortaa"/>
                        </a:rPr>
                        <a:t>You must keep it so that proper credits for our design are given</a:t>
                      </a:r>
                      <a:endParaRPr sz="800">
                        <a:solidFill>
                          <a:schemeClr val="accent1"/>
                        </a:solidFill>
                        <a:latin typeface="Comfortaa"/>
                        <a:ea typeface="Comfortaa"/>
                        <a:cs typeface="Comfortaa"/>
                        <a:sym typeface="Comfortaa"/>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lt1"/>
                          </a:solidFill>
                          <a:latin typeface="Comfortaa"/>
                          <a:ea typeface="Comfortaa"/>
                          <a:cs typeface="Comfortaa"/>
                          <a:sym typeface="Comfortaa"/>
                          <a:hlinkClick action="ppaction://hlinksldjump" r:id="rId8">
                            <a:extLst>
                              <a:ext uri="{A12FA001-AC4F-418D-AE19-62706E023703}">
                                <ahyp:hlinkClr val="tx"/>
                              </a:ext>
                            </a:extLst>
                          </a:hlinkClick>
                        </a:rPr>
                        <a:t>Colors</a:t>
                      </a:r>
                      <a:endParaRPr b="1" sz="1000" u="sng">
                        <a:solidFill>
                          <a:schemeClr val="lt1"/>
                        </a:solidFill>
                        <a:latin typeface="Comfortaa"/>
                        <a:ea typeface="Comfortaa"/>
                        <a:cs typeface="Comfortaa"/>
                        <a:sym typeface="Comfortaa"/>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800">
                          <a:solidFill>
                            <a:schemeClr val="accent1"/>
                          </a:solidFill>
                          <a:latin typeface="Comfortaa"/>
                          <a:ea typeface="Comfortaa"/>
                          <a:cs typeface="Comfortaa"/>
                          <a:sym typeface="Comfortaa"/>
                        </a:rPr>
                        <a:t>All the colors used in this presentation</a:t>
                      </a:r>
                      <a:endParaRPr sz="800">
                        <a:solidFill>
                          <a:schemeClr val="accent1"/>
                        </a:solidFill>
                        <a:latin typeface="Comfortaa"/>
                        <a:ea typeface="Comfortaa"/>
                        <a:cs typeface="Comfortaa"/>
                        <a:sym typeface="Comfortaa"/>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lt1"/>
                          </a:solidFill>
                          <a:latin typeface="Comfortaa"/>
                          <a:ea typeface="Comfortaa"/>
                          <a:cs typeface="Comfortaa"/>
                          <a:sym typeface="Comfortaa"/>
                          <a:hlinkClick action="ppaction://hlinksldjump" r:id="rId9">
                            <a:extLst>
                              <a:ext uri="{A12FA001-AC4F-418D-AE19-62706E023703}">
                                <ahyp:hlinkClr val="tx"/>
                              </a:ext>
                            </a:extLst>
                          </a:hlinkClick>
                        </a:rPr>
                        <a:t>Icons</a:t>
                      </a:r>
                      <a:r>
                        <a:rPr b="1" lang="en" sz="1000">
                          <a:solidFill>
                            <a:schemeClr val="lt1"/>
                          </a:solidFill>
                          <a:uFill>
                            <a:noFill/>
                          </a:uFill>
                          <a:latin typeface="Comfortaa"/>
                          <a:ea typeface="Comfortaa"/>
                          <a:cs typeface="Comfortaa"/>
                          <a:sym typeface="Comfortaa"/>
                          <a:hlinkClick action="ppaction://hlinksldjump" r:id="rId10">
                            <a:extLst>
                              <a:ext uri="{A12FA001-AC4F-418D-AE19-62706E023703}">
                                <ahyp:hlinkClr val="tx"/>
                              </a:ext>
                            </a:extLst>
                          </a:hlinkClick>
                        </a:rPr>
                        <a:t> </a:t>
                      </a:r>
                      <a:r>
                        <a:rPr b="1" lang="en" sz="1000">
                          <a:solidFill>
                            <a:schemeClr val="lt1"/>
                          </a:solidFill>
                          <a:latin typeface="Comfortaa"/>
                          <a:ea typeface="Comfortaa"/>
                          <a:cs typeface="Comfortaa"/>
                          <a:sym typeface="Comfortaa"/>
                        </a:rPr>
                        <a:t>and </a:t>
                      </a:r>
                      <a:r>
                        <a:rPr b="1" lang="en" sz="1000" u="sng">
                          <a:solidFill>
                            <a:schemeClr val="lt1"/>
                          </a:solidFill>
                          <a:latin typeface="Comfortaa"/>
                          <a:ea typeface="Comfortaa"/>
                          <a:cs typeface="Comfortaa"/>
                          <a:sym typeface="Comfortaa"/>
                          <a:hlinkClick action="ppaction://hlinksldjump" r:id="rId11">
                            <a:extLst>
                              <a:ext uri="{A12FA001-AC4F-418D-AE19-62706E023703}">
                                <ahyp:hlinkClr val="tx"/>
                              </a:ext>
                            </a:extLst>
                          </a:hlinkClick>
                        </a:rPr>
                        <a:t>infographic resources</a:t>
                      </a:r>
                      <a:endParaRPr b="1" sz="1000" u="sng">
                        <a:solidFill>
                          <a:schemeClr val="lt1"/>
                        </a:solidFill>
                        <a:latin typeface="Comfortaa"/>
                        <a:ea typeface="Comfortaa"/>
                        <a:cs typeface="Comfortaa"/>
                        <a:sym typeface="Comfortaa"/>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800">
                          <a:solidFill>
                            <a:schemeClr val="accent1"/>
                          </a:solidFill>
                          <a:latin typeface="Comfortaa"/>
                          <a:ea typeface="Comfortaa"/>
                          <a:cs typeface="Comfortaa"/>
                          <a:sym typeface="Comfortaa"/>
                        </a:rPr>
                        <a:t>These can be used in the template, and their size and color can be edited</a:t>
                      </a:r>
                      <a:endParaRPr sz="800">
                        <a:solidFill>
                          <a:schemeClr val="accent1"/>
                        </a:solidFill>
                        <a:latin typeface="Comfortaa"/>
                        <a:ea typeface="Comfortaa"/>
                        <a:cs typeface="Comfortaa"/>
                        <a:sym typeface="Comfortaa"/>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a:solidFill>
                            <a:schemeClr val="lt1"/>
                          </a:solidFill>
                          <a:latin typeface="Comfortaa"/>
                          <a:ea typeface="Comfortaa"/>
                          <a:cs typeface="Comfortaa"/>
                          <a:sym typeface="Comfortaa"/>
                        </a:rPr>
                        <a:t>Editable presentation theme </a:t>
                      </a:r>
                      <a:endParaRPr b="1" sz="1000">
                        <a:solidFill>
                          <a:schemeClr val="lt1"/>
                        </a:solidFill>
                        <a:latin typeface="Comfortaa"/>
                        <a:ea typeface="Comfortaa"/>
                        <a:cs typeface="Comfortaa"/>
                        <a:sym typeface="Comfortaa"/>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800">
                          <a:solidFill>
                            <a:schemeClr val="accent1"/>
                          </a:solidFill>
                          <a:latin typeface="Comfortaa"/>
                          <a:ea typeface="Comfortaa"/>
                          <a:cs typeface="Comfortaa"/>
                          <a:sym typeface="Comfortaa"/>
                        </a:rPr>
                        <a:t>You can edit the master slides easily. For more info, click </a:t>
                      </a:r>
                      <a:r>
                        <a:rPr lang="en" sz="900" u="sng">
                          <a:solidFill>
                            <a:schemeClr val="accent1"/>
                          </a:solidFill>
                          <a:latin typeface="Comfortaa"/>
                          <a:ea typeface="Comfortaa"/>
                          <a:cs typeface="Comfortaa"/>
                          <a:sym typeface="Comfortaa"/>
                          <a:hlinkClick r:id="rId12">
                            <a:extLst>
                              <a:ext uri="{A12FA001-AC4F-418D-AE19-62706E023703}">
                                <ahyp:hlinkClr val="tx"/>
                              </a:ext>
                            </a:extLst>
                          </a:hlinkClick>
                        </a:rPr>
                        <a:t>here</a:t>
                      </a:r>
                      <a:endParaRPr sz="800">
                        <a:solidFill>
                          <a:schemeClr val="accent1"/>
                        </a:solidFill>
                        <a:latin typeface="Comfortaa"/>
                        <a:ea typeface="Comfortaa"/>
                        <a:cs typeface="Comfortaa"/>
                        <a:sym typeface="Comfortaa"/>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
        <p:nvSpPr>
          <p:cNvPr id="218" name="Google Shape;218;p27"/>
          <p:cNvSpPr txBox="1"/>
          <p:nvPr/>
        </p:nvSpPr>
        <p:spPr>
          <a:xfrm>
            <a:off x="720001" y="4133675"/>
            <a:ext cx="26199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chemeClr val="accent1"/>
                </a:solidFill>
                <a:latin typeface="Comfortaa"/>
                <a:ea typeface="Comfortaa"/>
                <a:cs typeface="Comfortaa"/>
                <a:sym typeface="Comfortaa"/>
              </a:rPr>
              <a:t>For more info:</a:t>
            </a:r>
            <a:br>
              <a:rPr lang="en" sz="800">
                <a:solidFill>
                  <a:schemeClr val="accent1"/>
                </a:solidFill>
                <a:latin typeface="Comfortaa"/>
                <a:ea typeface="Comfortaa"/>
                <a:cs typeface="Comfortaa"/>
                <a:sym typeface="Comfortaa"/>
              </a:rPr>
            </a:br>
            <a:r>
              <a:rPr lang="en" sz="1000" u="sng">
                <a:solidFill>
                  <a:schemeClr val="accent1"/>
                </a:solidFill>
                <a:latin typeface="Comfortaa"/>
                <a:ea typeface="Comfortaa"/>
                <a:cs typeface="Comfortaa"/>
                <a:sym typeface="Comfortaa"/>
                <a:hlinkClick r:id="rId13">
                  <a:extLst>
                    <a:ext uri="{A12FA001-AC4F-418D-AE19-62706E023703}">
                      <ahyp:hlinkClr val="tx"/>
                    </a:ext>
                  </a:extLst>
                </a:hlinkClick>
              </a:rPr>
              <a:t>SLIDESGO</a:t>
            </a:r>
            <a:r>
              <a:rPr lang="en" sz="1000">
                <a:solidFill>
                  <a:schemeClr val="accent1"/>
                </a:solidFill>
                <a:uFill>
                  <a:noFill/>
                </a:uFill>
                <a:latin typeface="Comfortaa"/>
                <a:ea typeface="Comfortaa"/>
                <a:cs typeface="Comfortaa"/>
                <a:sym typeface="Comfortaa"/>
                <a:hlinkClick r:id="rId14">
                  <a:extLst>
                    <a:ext uri="{A12FA001-AC4F-418D-AE19-62706E023703}">
                      <ahyp:hlinkClr val="tx"/>
                    </a:ext>
                  </a:extLst>
                </a:hlinkClick>
              </a:rPr>
              <a:t> </a:t>
            </a:r>
            <a:r>
              <a:rPr lang="en" sz="1000">
                <a:solidFill>
                  <a:schemeClr val="accent1"/>
                </a:solidFill>
                <a:latin typeface="Comfortaa"/>
                <a:ea typeface="Comfortaa"/>
                <a:cs typeface="Comfortaa"/>
                <a:sym typeface="Comfortaa"/>
              </a:rPr>
              <a:t>| </a:t>
            </a:r>
            <a:r>
              <a:rPr lang="en" sz="1000" u="sng">
                <a:solidFill>
                  <a:schemeClr val="accent1"/>
                </a:solidFill>
                <a:latin typeface="Comfortaa"/>
                <a:ea typeface="Comfortaa"/>
                <a:cs typeface="Comfortaa"/>
                <a:sym typeface="Comfortaa"/>
                <a:hlinkClick r:id="rId15">
                  <a:extLst>
                    <a:ext uri="{A12FA001-AC4F-418D-AE19-62706E023703}">
                      <ahyp:hlinkClr val="tx"/>
                    </a:ext>
                  </a:extLst>
                </a:hlinkClick>
              </a:rPr>
              <a:t>BLOG</a:t>
            </a:r>
            <a:r>
              <a:rPr lang="en" sz="1000">
                <a:solidFill>
                  <a:schemeClr val="accent1"/>
                </a:solidFill>
                <a:latin typeface="Comfortaa"/>
                <a:ea typeface="Comfortaa"/>
                <a:cs typeface="Comfortaa"/>
                <a:sym typeface="Comfortaa"/>
              </a:rPr>
              <a:t> | </a:t>
            </a:r>
            <a:r>
              <a:rPr lang="en" sz="1000" u="sng">
                <a:solidFill>
                  <a:schemeClr val="accent1"/>
                </a:solidFill>
                <a:latin typeface="Comfortaa"/>
                <a:ea typeface="Comfortaa"/>
                <a:cs typeface="Comfortaa"/>
                <a:sym typeface="Comfortaa"/>
                <a:hlinkClick r:id="rId16">
                  <a:extLst>
                    <a:ext uri="{A12FA001-AC4F-418D-AE19-62706E023703}">
                      <ahyp:hlinkClr val="tx"/>
                    </a:ext>
                  </a:extLst>
                </a:hlinkClick>
              </a:rPr>
              <a:t>FAQ</a:t>
            </a:r>
            <a:r>
              <a:rPr lang="en" sz="1000" u="sng">
                <a:solidFill>
                  <a:schemeClr val="accent1"/>
                </a:solidFill>
                <a:latin typeface="Comfortaa"/>
                <a:ea typeface="Comfortaa"/>
                <a:cs typeface="Comfortaa"/>
                <a:sym typeface="Comfortaa"/>
              </a:rPr>
              <a:t>s</a:t>
            </a:r>
            <a:endParaRPr sz="1000" u="sng">
              <a:solidFill>
                <a:schemeClr val="accent1"/>
              </a:solidFill>
              <a:latin typeface="Comfortaa"/>
              <a:ea typeface="Comfortaa"/>
              <a:cs typeface="Comfortaa"/>
              <a:sym typeface="Comfortaa"/>
            </a:endParaRPr>
          </a:p>
        </p:txBody>
      </p:sp>
      <p:sp>
        <p:nvSpPr>
          <p:cNvPr id="219" name="Google Shape;219;p27"/>
          <p:cNvSpPr txBox="1"/>
          <p:nvPr/>
        </p:nvSpPr>
        <p:spPr>
          <a:xfrm>
            <a:off x="3339874" y="4133675"/>
            <a:ext cx="50841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chemeClr val="accent1"/>
                </a:solidFill>
                <a:latin typeface="Comfortaa"/>
                <a:ea typeface="Comfortaa"/>
                <a:cs typeface="Comfortaa"/>
                <a:sym typeface="Comfortaa"/>
              </a:rPr>
              <a:t>You can visit our sister </a:t>
            </a:r>
            <a:r>
              <a:rPr lang="en" sz="800">
                <a:solidFill>
                  <a:schemeClr val="accent1"/>
                </a:solidFill>
                <a:latin typeface="Comfortaa"/>
                <a:ea typeface="Comfortaa"/>
                <a:cs typeface="Comfortaa"/>
                <a:sym typeface="Comfortaa"/>
              </a:rPr>
              <a:t>projects</a:t>
            </a:r>
            <a:r>
              <a:rPr lang="en" sz="800">
                <a:solidFill>
                  <a:schemeClr val="accent1"/>
                </a:solidFill>
                <a:latin typeface="Comfortaa"/>
                <a:ea typeface="Comfortaa"/>
                <a:cs typeface="Comfortaa"/>
                <a:sym typeface="Comfortaa"/>
              </a:rPr>
              <a:t>:</a:t>
            </a:r>
            <a:br>
              <a:rPr lang="en" sz="800">
                <a:solidFill>
                  <a:schemeClr val="accent1"/>
                </a:solidFill>
                <a:latin typeface="Comfortaa"/>
                <a:ea typeface="Comfortaa"/>
                <a:cs typeface="Comfortaa"/>
                <a:sym typeface="Comfortaa"/>
              </a:rPr>
            </a:br>
            <a:r>
              <a:rPr lang="en" sz="1000" u="sng">
                <a:solidFill>
                  <a:schemeClr val="accent1"/>
                </a:solidFill>
                <a:latin typeface="Comfortaa"/>
                <a:ea typeface="Comfortaa"/>
                <a:cs typeface="Comfortaa"/>
                <a:sym typeface="Comfortaa"/>
                <a:hlinkClick r:id="rId17">
                  <a:extLst>
                    <a:ext uri="{A12FA001-AC4F-418D-AE19-62706E023703}">
                      <ahyp:hlinkClr val="tx"/>
                    </a:ext>
                  </a:extLst>
                </a:hlinkClick>
              </a:rPr>
              <a:t>FREEPIK</a:t>
            </a:r>
            <a:r>
              <a:rPr lang="en" sz="1000">
                <a:solidFill>
                  <a:schemeClr val="accent1"/>
                </a:solidFill>
                <a:latin typeface="Comfortaa"/>
                <a:ea typeface="Comfortaa"/>
                <a:cs typeface="Comfortaa"/>
                <a:sym typeface="Comfortaa"/>
              </a:rPr>
              <a:t> | </a:t>
            </a:r>
            <a:r>
              <a:rPr lang="en" sz="1000" u="sng">
                <a:solidFill>
                  <a:schemeClr val="accent1"/>
                </a:solidFill>
                <a:latin typeface="Comfortaa"/>
                <a:ea typeface="Comfortaa"/>
                <a:cs typeface="Comfortaa"/>
                <a:sym typeface="Comfortaa"/>
                <a:hlinkClick r:id="rId18">
                  <a:extLst>
                    <a:ext uri="{A12FA001-AC4F-418D-AE19-62706E023703}">
                      <ahyp:hlinkClr val="tx"/>
                    </a:ext>
                  </a:extLst>
                </a:hlinkClick>
              </a:rPr>
              <a:t>FLATICON</a:t>
            </a:r>
            <a:r>
              <a:rPr lang="en" sz="1000">
                <a:solidFill>
                  <a:schemeClr val="accent1"/>
                </a:solidFill>
                <a:latin typeface="Comfortaa"/>
                <a:ea typeface="Comfortaa"/>
                <a:cs typeface="Comfortaa"/>
                <a:sym typeface="Comfortaa"/>
              </a:rPr>
              <a:t> | </a:t>
            </a:r>
            <a:r>
              <a:rPr lang="en" sz="1000" u="sng">
                <a:solidFill>
                  <a:schemeClr val="accent1"/>
                </a:solidFill>
                <a:latin typeface="Comfortaa"/>
                <a:ea typeface="Comfortaa"/>
                <a:cs typeface="Comfortaa"/>
                <a:sym typeface="Comfortaa"/>
                <a:hlinkClick r:id="rId19">
                  <a:extLst>
                    <a:ext uri="{A12FA001-AC4F-418D-AE19-62706E023703}">
                      <ahyp:hlinkClr val="tx"/>
                    </a:ext>
                  </a:extLst>
                </a:hlinkClick>
              </a:rPr>
              <a:t>STORYSET</a:t>
            </a:r>
            <a:r>
              <a:rPr lang="en" sz="1000">
                <a:solidFill>
                  <a:schemeClr val="accent1"/>
                </a:solidFill>
                <a:latin typeface="Comfortaa"/>
                <a:ea typeface="Comfortaa"/>
                <a:cs typeface="Comfortaa"/>
                <a:sym typeface="Comfortaa"/>
              </a:rPr>
              <a:t> | </a:t>
            </a:r>
            <a:r>
              <a:rPr lang="en" sz="1000" u="sng">
                <a:solidFill>
                  <a:schemeClr val="accent1"/>
                </a:solidFill>
                <a:latin typeface="Comfortaa"/>
                <a:ea typeface="Comfortaa"/>
                <a:cs typeface="Comfortaa"/>
                <a:sym typeface="Comfortaa"/>
                <a:hlinkClick r:id="rId20">
                  <a:extLst>
                    <a:ext uri="{A12FA001-AC4F-418D-AE19-62706E023703}">
                      <ahyp:hlinkClr val="tx"/>
                    </a:ext>
                  </a:extLst>
                </a:hlinkClick>
              </a:rPr>
              <a:t>WEPIK</a:t>
            </a:r>
            <a:r>
              <a:rPr lang="en" sz="1000">
                <a:solidFill>
                  <a:schemeClr val="accent1"/>
                </a:solidFill>
                <a:uFill>
                  <a:noFill/>
                </a:uFill>
                <a:latin typeface="Comfortaa"/>
                <a:ea typeface="Comfortaa"/>
                <a:cs typeface="Comfortaa"/>
                <a:sym typeface="Comfortaa"/>
                <a:hlinkClick r:id="rId21">
                  <a:extLst>
                    <a:ext uri="{A12FA001-AC4F-418D-AE19-62706E023703}">
                      <ahyp:hlinkClr val="tx"/>
                    </a:ext>
                  </a:extLst>
                </a:hlinkClick>
              </a:rPr>
              <a:t> </a:t>
            </a:r>
            <a:r>
              <a:rPr lang="en" sz="1000">
                <a:solidFill>
                  <a:schemeClr val="accent1"/>
                </a:solidFill>
                <a:latin typeface="Comfortaa"/>
                <a:ea typeface="Comfortaa"/>
                <a:cs typeface="Comfortaa"/>
                <a:sym typeface="Comfortaa"/>
              </a:rPr>
              <a:t>| </a:t>
            </a:r>
            <a:r>
              <a:rPr lang="en" sz="1000" u="sng">
                <a:solidFill>
                  <a:schemeClr val="accent1"/>
                </a:solidFill>
                <a:latin typeface="Comfortaa"/>
                <a:ea typeface="Comfortaa"/>
                <a:cs typeface="Comfortaa"/>
                <a:sym typeface="Comfortaa"/>
                <a:hlinkClick r:id="rId22">
                  <a:extLst>
                    <a:ext uri="{A12FA001-AC4F-418D-AE19-62706E023703}">
                      <ahyp:hlinkClr val="tx"/>
                    </a:ext>
                  </a:extLst>
                </a:hlinkClick>
              </a:rPr>
              <a:t>VIDEVO</a:t>
            </a:r>
            <a:endParaRPr sz="1000">
              <a:solidFill>
                <a:schemeClr val="accent1"/>
              </a:solidFill>
              <a:latin typeface="Comfortaa"/>
              <a:ea typeface="Comfortaa"/>
              <a:cs typeface="Comfortaa"/>
              <a:sym typeface="Comfortaa"/>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 name="Shape 223"/>
        <p:cNvGrpSpPr/>
        <p:nvPr/>
      </p:nvGrpSpPr>
      <p:grpSpPr>
        <a:xfrm>
          <a:off x="0" y="0"/>
          <a:ext cx="0" cy="0"/>
          <a:chOff x="0" y="0"/>
          <a:chExt cx="0" cy="0"/>
        </a:xfrm>
      </p:grpSpPr>
      <p:sp>
        <p:nvSpPr>
          <p:cNvPr id="224" name="Google Shape;224;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a:t>
            </a:r>
            <a:r>
              <a:rPr lang="en">
                <a:solidFill>
                  <a:schemeClr val="lt2"/>
                </a:solidFill>
              </a:rPr>
              <a:t>of contents</a:t>
            </a:r>
            <a:endParaRPr>
              <a:solidFill>
                <a:schemeClr val="lt2"/>
              </a:solidFill>
            </a:endParaRPr>
          </a:p>
        </p:txBody>
      </p:sp>
      <p:sp>
        <p:nvSpPr>
          <p:cNvPr id="225" name="Google Shape;225;p28"/>
          <p:cNvSpPr txBox="1"/>
          <p:nvPr>
            <p:ph idx="2" type="title"/>
          </p:nvPr>
        </p:nvSpPr>
        <p:spPr>
          <a:xfrm>
            <a:off x="1681150" y="1480883"/>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26" name="Google Shape;226;p28"/>
          <p:cNvSpPr txBox="1"/>
          <p:nvPr>
            <p:ph idx="3" type="title"/>
          </p:nvPr>
        </p:nvSpPr>
        <p:spPr>
          <a:xfrm>
            <a:off x="1681150" y="2914291"/>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227" name="Google Shape;227;p28"/>
          <p:cNvSpPr txBox="1"/>
          <p:nvPr>
            <p:ph idx="4" type="title"/>
          </p:nvPr>
        </p:nvSpPr>
        <p:spPr>
          <a:xfrm>
            <a:off x="4204650" y="1480883"/>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28" name="Google Shape;228;p28"/>
          <p:cNvSpPr txBox="1"/>
          <p:nvPr>
            <p:ph idx="5" type="title"/>
          </p:nvPr>
        </p:nvSpPr>
        <p:spPr>
          <a:xfrm>
            <a:off x="4204650" y="2914291"/>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229" name="Google Shape;229;p28"/>
          <p:cNvSpPr txBox="1"/>
          <p:nvPr>
            <p:ph idx="6" type="title"/>
          </p:nvPr>
        </p:nvSpPr>
        <p:spPr>
          <a:xfrm>
            <a:off x="6728150" y="1480883"/>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30" name="Google Shape;230;p28"/>
          <p:cNvSpPr txBox="1"/>
          <p:nvPr>
            <p:ph idx="7" type="title"/>
          </p:nvPr>
        </p:nvSpPr>
        <p:spPr>
          <a:xfrm>
            <a:off x="6728150" y="2914291"/>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231" name="Google Shape;231;p28"/>
          <p:cNvSpPr txBox="1"/>
          <p:nvPr>
            <p:ph idx="1" type="subTitle"/>
          </p:nvPr>
        </p:nvSpPr>
        <p:spPr>
          <a:xfrm>
            <a:off x="836950" y="2056575"/>
            <a:ext cx="2423100" cy="63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2"/>
                </a:solidFill>
              </a:rPr>
              <a:t>The disease and</a:t>
            </a:r>
            <a:endParaRPr>
              <a:solidFill>
                <a:schemeClr val="lt2"/>
              </a:solidFill>
            </a:endParaRPr>
          </a:p>
          <a:p>
            <a:pPr indent="0" lvl="0" marL="0" rtl="0" algn="ctr">
              <a:spcBef>
                <a:spcPts val="0"/>
              </a:spcBef>
              <a:spcAft>
                <a:spcPts val="0"/>
              </a:spcAft>
              <a:buNone/>
            </a:pPr>
            <a:r>
              <a:rPr lang="en">
                <a:solidFill>
                  <a:schemeClr val="lt2"/>
                </a:solidFill>
              </a:rPr>
              <a:t>its symptoms</a:t>
            </a:r>
            <a:endParaRPr>
              <a:solidFill>
                <a:schemeClr val="lt2"/>
              </a:solidFill>
            </a:endParaRPr>
          </a:p>
        </p:txBody>
      </p:sp>
      <p:sp>
        <p:nvSpPr>
          <p:cNvPr id="232" name="Google Shape;232;p28"/>
          <p:cNvSpPr txBox="1"/>
          <p:nvPr>
            <p:ph idx="8" type="subTitle"/>
          </p:nvPr>
        </p:nvSpPr>
        <p:spPr>
          <a:xfrm>
            <a:off x="3360450" y="2056575"/>
            <a:ext cx="2423100" cy="63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2"/>
                </a:solidFill>
              </a:rPr>
              <a:t>People</a:t>
            </a:r>
            <a:endParaRPr>
              <a:solidFill>
                <a:schemeClr val="lt2"/>
              </a:solidFill>
            </a:endParaRPr>
          </a:p>
          <a:p>
            <a:pPr indent="0" lvl="0" marL="0" rtl="0" algn="ctr">
              <a:spcBef>
                <a:spcPts val="0"/>
              </a:spcBef>
              <a:spcAft>
                <a:spcPts val="0"/>
              </a:spcAft>
              <a:buNone/>
            </a:pPr>
            <a:r>
              <a:rPr lang="en">
                <a:solidFill>
                  <a:schemeClr val="lt2"/>
                </a:solidFill>
              </a:rPr>
              <a:t>at risk</a:t>
            </a:r>
            <a:endParaRPr>
              <a:solidFill>
                <a:schemeClr val="lt2"/>
              </a:solidFill>
            </a:endParaRPr>
          </a:p>
        </p:txBody>
      </p:sp>
      <p:sp>
        <p:nvSpPr>
          <p:cNvPr id="233" name="Google Shape;233;p28"/>
          <p:cNvSpPr txBox="1"/>
          <p:nvPr>
            <p:ph idx="9" type="subTitle"/>
          </p:nvPr>
        </p:nvSpPr>
        <p:spPr>
          <a:xfrm>
            <a:off x="5883950" y="2056575"/>
            <a:ext cx="2423100" cy="63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2"/>
                </a:solidFill>
              </a:rPr>
              <a:t>Risk</a:t>
            </a:r>
            <a:endParaRPr>
              <a:solidFill>
                <a:schemeClr val="lt2"/>
              </a:solidFill>
            </a:endParaRPr>
          </a:p>
          <a:p>
            <a:pPr indent="0" lvl="0" marL="0" rtl="0" algn="ctr">
              <a:spcBef>
                <a:spcPts val="0"/>
              </a:spcBef>
              <a:spcAft>
                <a:spcPts val="0"/>
              </a:spcAft>
              <a:buNone/>
            </a:pPr>
            <a:r>
              <a:rPr lang="en">
                <a:solidFill>
                  <a:schemeClr val="lt2"/>
                </a:solidFill>
              </a:rPr>
              <a:t>factors</a:t>
            </a:r>
            <a:endParaRPr>
              <a:solidFill>
                <a:schemeClr val="lt2"/>
              </a:solidFill>
            </a:endParaRPr>
          </a:p>
        </p:txBody>
      </p:sp>
      <p:sp>
        <p:nvSpPr>
          <p:cNvPr id="234" name="Google Shape;234;p28"/>
          <p:cNvSpPr txBox="1"/>
          <p:nvPr>
            <p:ph idx="13" type="subTitle"/>
          </p:nvPr>
        </p:nvSpPr>
        <p:spPr>
          <a:xfrm>
            <a:off x="836950" y="3490050"/>
            <a:ext cx="2423100" cy="63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Available</a:t>
            </a:r>
            <a:r>
              <a:rPr lang="en"/>
              <a:t> treatments</a:t>
            </a:r>
            <a:endParaRPr/>
          </a:p>
        </p:txBody>
      </p:sp>
      <p:sp>
        <p:nvSpPr>
          <p:cNvPr id="235" name="Google Shape;235;p28"/>
          <p:cNvSpPr txBox="1"/>
          <p:nvPr>
            <p:ph idx="14" type="subTitle"/>
          </p:nvPr>
        </p:nvSpPr>
        <p:spPr>
          <a:xfrm>
            <a:off x="3360750" y="3490050"/>
            <a:ext cx="2422500" cy="63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Disease prevention and control</a:t>
            </a:r>
            <a:endParaRPr/>
          </a:p>
        </p:txBody>
      </p:sp>
      <p:sp>
        <p:nvSpPr>
          <p:cNvPr id="236" name="Google Shape;236;p28"/>
          <p:cNvSpPr txBox="1"/>
          <p:nvPr>
            <p:ph idx="15" type="subTitle"/>
          </p:nvPr>
        </p:nvSpPr>
        <p:spPr>
          <a:xfrm>
            <a:off x="5883950" y="3490050"/>
            <a:ext cx="2423100" cy="63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0" name="Shape 240"/>
        <p:cNvGrpSpPr/>
        <p:nvPr/>
      </p:nvGrpSpPr>
      <p:grpSpPr>
        <a:xfrm>
          <a:off x="0" y="0"/>
          <a:ext cx="0" cy="0"/>
          <a:chOff x="0" y="0"/>
          <a:chExt cx="0" cy="0"/>
        </a:xfrm>
      </p:grpSpPr>
      <p:sp>
        <p:nvSpPr>
          <p:cNvPr id="241" name="Google Shape;241;p29"/>
          <p:cNvSpPr txBox="1"/>
          <p:nvPr>
            <p:ph type="title"/>
          </p:nvPr>
        </p:nvSpPr>
        <p:spPr>
          <a:xfrm>
            <a:off x="1035050" y="2219250"/>
            <a:ext cx="5565600" cy="205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disease </a:t>
            </a:r>
            <a:r>
              <a:rPr lang="en">
                <a:solidFill>
                  <a:schemeClr val="lt2"/>
                </a:solidFill>
              </a:rPr>
              <a:t>and its symptoms</a:t>
            </a:r>
            <a:endParaRPr>
              <a:solidFill>
                <a:schemeClr val="lt2"/>
              </a:solidFill>
            </a:endParaRPr>
          </a:p>
        </p:txBody>
      </p:sp>
      <p:sp>
        <p:nvSpPr>
          <p:cNvPr id="242" name="Google Shape;242;p29"/>
          <p:cNvSpPr txBox="1"/>
          <p:nvPr>
            <p:ph idx="2" type="title"/>
          </p:nvPr>
        </p:nvSpPr>
        <p:spPr>
          <a:xfrm>
            <a:off x="1035050" y="868050"/>
            <a:ext cx="1996200" cy="150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43" name="Google Shape;243;p29"/>
          <p:cNvSpPr/>
          <p:nvPr/>
        </p:nvSpPr>
        <p:spPr>
          <a:xfrm rot="-3600072">
            <a:off x="7717546" y="1806295"/>
            <a:ext cx="3600826" cy="395425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9"/>
          <p:cNvSpPr/>
          <p:nvPr/>
        </p:nvSpPr>
        <p:spPr>
          <a:xfrm rot="-3600072">
            <a:off x="7365451" y="1970316"/>
            <a:ext cx="3600826" cy="395425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45" name="Google Shape;245;p29"/>
          <p:cNvPicPr preferRelativeResize="0"/>
          <p:nvPr/>
        </p:nvPicPr>
        <p:blipFill>
          <a:blip r:embed="rId3">
            <a:alphaModFix/>
          </a:blip>
          <a:stretch>
            <a:fillRect/>
          </a:stretch>
        </p:blipFill>
        <p:spPr>
          <a:xfrm>
            <a:off x="6797550" y="3838026"/>
            <a:ext cx="1531418" cy="1304859"/>
          </a:xfrm>
          <a:prstGeom prst="rect">
            <a:avLst/>
          </a:prstGeom>
          <a:noFill/>
          <a:ln>
            <a:noFill/>
          </a:ln>
        </p:spPr>
      </p:pic>
      <p:pic>
        <p:nvPicPr>
          <p:cNvPr id="246" name="Google Shape;246;p29"/>
          <p:cNvPicPr preferRelativeResize="0"/>
          <p:nvPr/>
        </p:nvPicPr>
        <p:blipFill>
          <a:blip r:embed="rId4">
            <a:alphaModFix/>
          </a:blip>
          <a:stretch>
            <a:fillRect/>
          </a:stretch>
        </p:blipFill>
        <p:spPr>
          <a:xfrm>
            <a:off x="7777610" y="2751471"/>
            <a:ext cx="1743708" cy="1485737"/>
          </a:xfrm>
          <a:prstGeom prst="rect">
            <a:avLst/>
          </a:prstGeom>
          <a:noFill/>
          <a:ln>
            <a:noFill/>
          </a:ln>
        </p:spPr>
      </p:pic>
      <p:sp>
        <p:nvSpPr>
          <p:cNvPr id="247" name="Google Shape;247;p29"/>
          <p:cNvSpPr/>
          <p:nvPr/>
        </p:nvSpPr>
        <p:spPr>
          <a:xfrm rot="-3600277">
            <a:off x="5121785" y="-1351342"/>
            <a:ext cx="2754715" cy="302509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9"/>
          <p:cNvSpPr/>
          <p:nvPr/>
        </p:nvSpPr>
        <p:spPr>
          <a:xfrm rot="-3600277">
            <a:off x="4697592" y="-1285369"/>
            <a:ext cx="2754715" cy="302509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49" name="Google Shape;249;p29"/>
          <p:cNvPicPr preferRelativeResize="0"/>
          <p:nvPr/>
        </p:nvPicPr>
        <p:blipFill>
          <a:blip r:embed="rId3">
            <a:alphaModFix/>
          </a:blip>
          <a:stretch>
            <a:fillRect/>
          </a:stretch>
        </p:blipFill>
        <p:spPr>
          <a:xfrm>
            <a:off x="7274546" y="134866"/>
            <a:ext cx="1291940" cy="1100803"/>
          </a:xfrm>
          <a:prstGeom prst="rect">
            <a:avLst/>
          </a:prstGeom>
          <a:noFill/>
          <a:ln>
            <a:noFill/>
          </a:ln>
        </p:spPr>
      </p:pic>
      <p:pic>
        <p:nvPicPr>
          <p:cNvPr id="250" name="Google Shape;250;p29"/>
          <p:cNvPicPr preferRelativeResize="0"/>
          <p:nvPr/>
        </p:nvPicPr>
        <p:blipFill>
          <a:blip r:embed="rId4">
            <a:alphaModFix/>
          </a:blip>
          <a:stretch>
            <a:fillRect/>
          </a:stretch>
        </p:blipFill>
        <p:spPr>
          <a:xfrm>
            <a:off x="4354547" y="98951"/>
            <a:ext cx="1333852" cy="1136519"/>
          </a:xfrm>
          <a:prstGeom prst="rect">
            <a:avLst/>
          </a:prstGeom>
          <a:noFill/>
          <a:ln>
            <a:noFill/>
          </a:ln>
        </p:spPr>
      </p:pic>
      <p:sp>
        <p:nvSpPr>
          <p:cNvPr id="251" name="Google Shape;251;p29"/>
          <p:cNvSpPr/>
          <p:nvPr/>
        </p:nvSpPr>
        <p:spPr>
          <a:xfrm rot="2700000">
            <a:off x="-2489377" y="1376030"/>
            <a:ext cx="3153701" cy="3463247"/>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9"/>
          <p:cNvSpPr/>
          <p:nvPr/>
        </p:nvSpPr>
        <p:spPr>
          <a:xfrm rot="2700000">
            <a:off x="-2455447" y="1142821"/>
            <a:ext cx="3153701" cy="3463247"/>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53" name="Google Shape;253;p29"/>
          <p:cNvPicPr preferRelativeResize="0"/>
          <p:nvPr/>
        </p:nvPicPr>
        <p:blipFill>
          <a:blip r:embed="rId3">
            <a:alphaModFix/>
          </a:blip>
          <a:stretch>
            <a:fillRect/>
          </a:stretch>
        </p:blipFill>
        <p:spPr>
          <a:xfrm rot="900000">
            <a:off x="-387602" y="2223402"/>
            <a:ext cx="1341389" cy="1142946"/>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7" name="Shape 257"/>
        <p:cNvGrpSpPr/>
        <p:nvPr/>
      </p:nvGrpSpPr>
      <p:grpSpPr>
        <a:xfrm>
          <a:off x="0" y="0"/>
          <a:ext cx="0" cy="0"/>
          <a:chOff x="0" y="0"/>
          <a:chExt cx="0" cy="0"/>
        </a:xfrm>
      </p:grpSpPr>
      <p:sp>
        <p:nvSpPr>
          <p:cNvPr id="258" name="Google Shape;258;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 </a:t>
            </a:r>
            <a:r>
              <a:rPr lang="en">
                <a:solidFill>
                  <a:schemeClr val="lt2"/>
                </a:solidFill>
              </a:rPr>
              <a:t>to the disease</a:t>
            </a:r>
            <a:endParaRPr>
              <a:solidFill>
                <a:schemeClr val="lt2"/>
              </a:solidFill>
            </a:endParaRPr>
          </a:p>
        </p:txBody>
      </p:sp>
      <p:sp>
        <p:nvSpPr>
          <p:cNvPr id="259" name="Google Shape;259;p30"/>
          <p:cNvSpPr txBox="1"/>
          <p:nvPr>
            <p:ph idx="1" type="body"/>
          </p:nvPr>
        </p:nvSpPr>
        <p:spPr>
          <a:xfrm>
            <a:off x="720000" y="1611800"/>
            <a:ext cx="3566400" cy="230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1"/>
                </a:solidFill>
              </a:rPr>
              <a:t>On the first part of the presentation, it’s important to give an overview of the </a:t>
            </a:r>
            <a:r>
              <a:rPr lang="en">
                <a:solidFill>
                  <a:schemeClr val="accent1"/>
                </a:solidFill>
              </a:rPr>
              <a:t>disease</a:t>
            </a:r>
            <a:r>
              <a:rPr lang="en">
                <a:solidFill>
                  <a:schemeClr val="accent1"/>
                </a:solidFill>
              </a:rPr>
              <a:t> you’re going to speak about. This helps your audience easily understand: </a:t>
            </a:r>
            <a:endParaRPr>
              <a:solidFill>
                <a:schemeClr val="accent1"/>
              </a:solidFill>
            </a:endParaRPr>
          </a:p>
          <a:p>
            <a:pPr indent="-317500" lvl="0" marL="457200" rtl="0" algn="l">
              <a:spcBef>
                <a:spcPts val="1000"/>
              </a:spcBef>
              <a:spcAft>
                <a:spcPts val="0"/>
              </a:spcAft>
              <a:buSzPts val="1400"/>
              <a:buChar char="●"/>
            </a:pPr>
            <a:r>
              <a:rPr lang="en">
                <a:solidFill>
                  <a:schemeClr val="accent1"/>
                </a:solidFill>
              </a:rPr>
              <a:t>The context</a:t>
            </a:r>
            <a:endParaRPr>
              <a:solidFill>
                <a:schemeClr val="accent1"/>
              </a:solidFill>
            </a:endParaRPr>
          </a:p>
          <a:p>
            <a:pPr indent="-317500" lvl="0" marL="457200" rtl="0" algn="l">
              <a:spcBef>
                <a:spcPts val="0"/>
              </a:spcBef>
              <a:spcAft>
                <a:spcPts val="0"/>
              </a:spcAft>
              <a:buSzPts val="1400"/>
              <a:buChar char="●"/>
            </a:pPr>
            <a:r>
              <a:rPr lang="en">
                <a:solidFill>
                  <a:schemeClr val="accent1"/>
                </a:solidFill>
              </a:rPr>
              <a:t>The health risks</a:t>
            </a:r>
            <a:endParaRPr>
              <a:solidFill>
                <a:schemeClr val="accent1"/>
              </a:solidFill>
            </a:endParaRPr>
          </a:p>
          <a:p>
            <a:pPr indent="-317500" lvl="0" marL="457200" rtl="0" algn="l">
              <a:spcBef>
                <a:spcPts val="0"/>
              </a:spcBef>
              <a:spcAft>
                <a:spcPts val="0"/>
              </a:spcAft>
              <a:buSzPts val="1400"/>
              <a:buChar char="●"/>
            </a:pPr>
            <a:r>
              <a:rPr lang="en">
                <a:solidFill>
                  <a:schemeClr val="accent1"/>
                </a:solidFill>
              </a:rPr>
              <a:t>Likelihood of developing it</a:t>
            </a:r>
            <a:endParaRPr>
              <a:solidFill>
                <a:schemeClr val="accent1"/>
              </a:solidFill>
            </a:endParaRPr>
          </a:p>
          <a:p>
            <a:pPr indent="-317500" lvl="0" marL="457200" rtl="0" algn="l">
              <a:spcBef>
                <a:spcPts val="0"/>
              </a:spcBef>
              <a:spcAft>
                <a:spcPts val="0"/>
              </a:spcAft>
              <a:buSzPts val="1400"/>
              <a:buChar char="●"/>
            </a:pPr>
            <a:r>
              <a:rPr lang="en">
                <a:solidFill>
                  <a:schemeClr val="accent1"/>
                </a:solidFill>
              </a:rPr>
              <a:t>Prevalence</a:t>
            </a:r>
            <a:endParaRPr>
              <a:solidFill>
                <a:schemeClr val="dk1"/>
              </a:solidFill>
            </a:endParaRPr>
          </a:p>
        </p:txBody>
      </p:sp>
      <p:pic>
        <p:nvPicPr>
          <p:cNvPr id="260" name="Google Shape;260;p30"/>
          <p:cNvPicPr preferRelativeResize="0"/>
          <p:nvPr>
            <p:ph idx="2" type="pic"/>
          </p:nvPr>
        </p:nvPicPr>
        <p:blipFill rotWithShape="1">
          <a:blip r:embed="rId3">
            <a:alphaModFix/>
          </a:blip>
          <a:srcRect b="0" l="20955" r="20949" t="0"/>
          <a:stretch/>
        </p:blipFill>
        <p:spPr>
          <a:xfrm>
            <a:off x="5238825" y="1133300"/>
            <a:ext cx="2980500" cy="3419400"/>
          </a:xfrm>
          <a:prstGeom prst="rect">
            <a:avLst/>
          </a:prstGeom>
        </p:spPr>
      </p:pic>
      <p:pic>
        <p:nvPicPr>
          <p:cNvPr id="261" name="Google Shape;261;p30"/>
          <p:cNvPicPr preferRelativeResize="0"/>
          <p:nvPr/>
        </p:nvPicPr>
        <p:blipFill>
          <a:blip r:embed="rId4">
            <a:alphaModFix/>
          </a:blip>
          <a:stretch>
            <a:fillRect/>
          </a:stretch>
        </p:blipFill>
        <p:spPr>
          <a:xfrm>
            <a:off x="4743587" y="3702020"/>
            <a:ext cx="1175967" cy="1213019"/>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5" name="Shape 265"/>
        <p:cNvGrpSpPr/>
        <p:nvPr/>
      </p:nvGrpSpPr>
      <p:grpSpPr>
        <a:xfrm>
          <a:off x="0" y="0"/>
          <a:ext cx="0" cy="0"/>
          <a:chOff x="0" y="0"/>
          <a:chExt cx="0" cy="0"/>
        </a:xfrm>
      </p:grpSpPr>
      <p:sp>
        <p:nvSpPr>
          <p:cNvPr id="266" name="Google Shape;266;p31"/>
          <p:cNvSpPr txBox="1"/>
          <p:nvPr>
            <p:ph idx="4" type="subTitle"/>
          </p:nvPr>
        </p:nvSpPr>
        <p:spPr>
          <a:xfrm>
            <a:off x="4923250" y="1508452"/>
            <a:ext cx="2505600" cy="66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Environmental factors</a:t>
            </a:r>
            <a:endParaRPr/>
          </a:p>
        </p:txBody>
      </p:sp>
      <p:sp>
        <p:nvSpPr>
          <p:cNvPr id="267" name="Google Shape;267;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Who is </a:t>
            </a:r>
            <a:r>
              <a:rPr lang="en">
                <a:solidFill>
                  <a:schemeClr val="lt2"/>
                </a:solidFill>
              </a:rPr>
              <a:t>at risk?</a:t>
            </a:r>
            <a:endParaRPr>
              <a:solidFill>
                <a:schemeClr val="lt2"/>
              </a:solidFill>
            </a:endParaRPr>
          </a:p>
        </p:txBody>
      </p:sp>
      <p:sp>
        <p:nvSpPr>
          <p:cNvPr id="268" name="Google Shape;268;p31"/>
          <p:cNvSpPr txBox="1"/>
          <p:nvPr>
            <p:ph idx="1" type="subTitle"/>
          </p:nvPr>
        </p:nvSpPr>
        <p:spPr>
          <a:xfrm>
            <a:off x="4923249" y="2269350"/>
            <a:ext cx="2505600" cy="199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When an environmental factor puts a person at risk of developing an illness, it means that exposure to certain substances, conditions, or situations in the environment can increase the likelihood of developing that illness</a:t>
            </a:r>
            <a:endParaRPr/>
          </a:p>
        </p:txBody>
      </p:sp>
      <p:sp>
        <p:nvSpPr>
          <p:cNvPr id="269" name="Google Shape;269;p31"/>
          <p:cNvSpPr txBox="1"/>
          <p:nvPr>
            <p:ph idx="2" type="subTitle"/>
          </p:nvPr>
        </p:nvSpPr>
        <p:spPr>
          <a:xfrm>
            <a:off x="1715375" y="2269350"/>
            <a:ext cx="2505600" cy="199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When a genetic factor puts a person at risk of developing an illness, it means that there is a hereditary component. This can be due to specific genetic mutations or variations that increase a person's susceptibility to developing the illness</a:t>
            </a:r>
            <a:endParaRPr/>
          </a:p>
        </p:txBody>
      </p:sp>
      <p:sp>
        <p:nvSpPr>
          <p:cNvPr id="270" name="Google Shape;270;p31"/>
          <p:cNvSpPr txBox="1"/>
          <p:nvPr>
            <p:ph idx="3" type="subTitle"/>
          </p:nvPr>
        </p:nvSpPr>
        <p:spPr>
          <a:xfrm>
            <a:off x="1715375" y="1508452"/>
            <a:ext cx="2505600" cy="66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Genetic</a:t>
            </a:r>
            <a:endParaRPr/>
          </a:p>
          <a:p>
            <a:pPr indent="0" lvl="0" marL="0" rtl="0" algn="ctr">
              <a:spcBef>
                <a:spcPts val="0"/>
              </a:spcBef>
              <a:spcAft>
                <a:spcPts val="0"/>
              </a:spcAft>
              <a:buNone/>
            </a:pPr>
            <a:r>
              <a:rPr lang="en"/>
              <a:t>factors</a:t>
            </a:r>
            <a:endParaRPr/>
          </a:p>
        </p:txBody>
      </p:sp>
      <p:sp>
        <p:nvSpPr>
          <p:cNvPr id="271" name="Google Shape;271;p31"/>
          <p:cNvSpPr/>
          <p:nvPr/>
        </p:nvSpPr>
        <p:spPr>
          <a:xfrm rot="-3870207">
            <a:off x="8260574" y="1844649"/>
            <a:ext cx="3211529" cy="320836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1"/>
          <p:cNvSpPr/>
          <p:nvPr/>
        </p:nvSpPr>
        <p:spPr>
          <a:xfrm rot="-3870207">
            <a:off x="7990201" y="1997127"/>
            <a:ext cx="3211529" cy="320836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73" name="Google Shape;273;p31"/>
          <p:cNvPicPr preferRelativeResize="0"/>
          <p:nvPr/>
        </p:nvPicPr>
        <p:blipFill>
          <a:blip r:embed="rId3">
            <a:alphaModFix/>
          </a:blip>
          <a:stretch>
            <a:fillRect/>
          </a:stretch>
        </p:blipFill>
        <p:spPr>
          <a:xfrm>
            <a:off x="7777362" y="3499445"/>
            <a:ext cx="1175967" cy="1213019"/>
          </a:xfrm>
          <a:prstGeom prst="rect">
            <a:avLst/>
          </a:prstGeom>
          <a:noFill/>
          <a:ln>
            <a:noFill/>
          </a:ln>
        </p:spPr>
      </p:pic>
      <p:pic>
        <p:nvPicPr>
          <p:cNvPr id="274" name="Google Shape;274;p31"/>
          <p:cNvPicPr preferRelativeResize="0"/>
          <p:nvPr/>
        </p:nvPicPr>
        <p:blipFill>
          <a:blip r:embed="rId4">
            <a:alphaModFix/>
          </a:blip>
          <a:stretch>
            <a:fillRect/>
          </a:stretch>
        </p:blipFill>
        <p:spPr>
          <a:xfrm>
            <a:off x="8529946" y="2489363"/>
            <a:ext cx="1338988" cy="1381168"/>
          </a:xfrm>
          <a:prstGeom prst="rect">
            <a:avLst/>
          </a:prstGeom>
          <a:noFill/>
          <a:ln>
            <a:noFill/>
          </a:ln>
        </p:spPr>
      </p:pic>
      <p:sp>
        <p:nvSpPr>
          <p:cNvPr id="275" name="Google Shape;275;p31"/>
          <p:cNvSpPr/>
          <p:nvPr/>
        </p:nvSpPr>
        <p:spPr>
          <a:xfrm rot="2700000">
            <a:off x="-2174823" y="1533424"/>
            <a:ext cx="2978623" cy="327098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1"/>
          <p:cNvSpPr/>
          <p:nvPr/>
        </p:nvSpPr>
        <p:spPr>
          <a:xfrm rot="2700000">
            <a:off x="-2142779" y="1313177"/>
            <a:ext cx="2978623" cy="327098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77" name="Google Shape;277;p31"/>
          <p:cNvPicPr preferRelativeResize="0"/>
          <p:nvPr/>
        </p:nvPicPr>
        <p:blipFill>
          <a:blip r:embed="rId3">
            <a:alphaModFix/>
          </a:blip>
          <a:stretch>
            <a:fillRect/>
          </a:stretch>
        </p:blipFill>
        <p:spPr>
          <a:xfrm rot="899992">
            <a:off x="-189753" y="2333661"/>
            <a:ext cx="1266841" cy="1079418"/>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 name="Shape 281"/>
        <p:cNvGrpSpPr/>
        <p:nvPr/>
      </p:nvGrpSpPr>
      <p:grpSpPr>
        <a:xfrm>
          <a:off x="0" y="0"/>
          <a:ext cx="0" cy="0"/>
          <a:chOff x="0" y="0"/>
          <a:chExt cx="0" cy="0"/>
        </a:xfrm>
      </p:grpSpPr>
      <p:sp>
        <p:nvSpPr>
          <p:cNvPr id="282" name="Google Shape;282;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Three main </a:t>
            </a:r>
            <a:r>
              <a:rPr lang="en">
                <a:solidFill>
                  <a:schemeClr val="lt2"/>
                </a:solidFill>
              </a:rPr>
              <a:t>types of diseases</a:t>
            </a:r>
            <a:endParaRPr>
              <a:solidFill>
                <a:schemeClr val="lt2"/>
              </a:solidFill>
            </a:endParaRPr>
          </a:p>
        </p:txBody>
      </p:sp>
      <p:sp>
        <p:nvSpPr>
          <p:cNvPr id="283" name="Google Shape;283;p32"/>
          <p:cNvSpPr txBox="1"/>
          <p:nvPr>
            <p:ph idx="4" type="subTitle"/>
          </p:nvPr>
        </p:nvSpPr>
        <p:spPr>
          <a:xfrm>
            <a:off x="937625" y="1806675"/>
            <a:ext cx="23451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2"/>
                </a:solidFill>
              </a:rPr>
              <a:t>Infectious </a:t>
            </a:r>
            <a:endParaRPr>
              <a:solidFill>
                <a:schemeClr val="lt2"/>
              </a:solidFill>
            </a:endParaRPr>
          </a:p>
        </p:txBody>
      </p:sp>
      <p:sp>
        <p:nvSpPr>
          <p:cNvPr id="284" name="Google Shape;284;p32"/>
          <p:cNvSpPr txBox="1"/>
          <p:nvPr>
            <p:ph idx="5" type="subTitle"/>
          </p:nvPr>
        </p:nvSpPr>
        <p:spPr>
          <a:xfrm>
            <a:off x="3484350" y="1806676"/>
            <a:ext cx="23409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2"/>
                </a:solidFill>
              </a:rPr>
              <a:t>Chronic</a:t>
            </a:r>
            <a:endParaRPr>
              <a:solidFill>
                <a:schemeClr val="lt2"/>
              </a:solidFill>
            </a:endParaRPr>
          </a:p>
        </p:txBody>
      </p:sp>
      <p:sp>
        <p:nvSpPr>
          <p:cNvPr id="285" name="Google Shape;285;p32"/>
          <p:cNvSpPr txBox="1"/>
          <p:nvPr>
            <p:ph idx="1" type="subTitle"/>
          </p:nvPr>
        </p:nvSpPr>
        <p:spPr>
          <a:xfrm>
            <a:off x="937625" y="2426874"/>
            <a:ext cx="2345100" cy="150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These are diseases that are caused by pathogenic microorganisms such as bacteria, viruses, fungi, or parasites. Examples of infectious diseases include the flu or tuberculosis</a:t>
            </a:r>
            <a:endParaRPr/>
          </a:p>
        </p:txBody>
      </p:sp>
      <p:sp>
        <p:nvSpPr>
          <p:cNvPr id="286" name="Google Shape;286;p32"/>
          <p:cNvSpPr txBox="1"/>
          <p:nvPr>
            <p:ph idx="2" type="subTitle"/>
          </p:nvPr>
        </p:nvSpPr>
        <p:spPr>
          <a:xfrm>
            <a:off x="3484347" y="2426873"/>
            <a:ext cx="2340900" cy="150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These are long-term illnesses that typically progress slowly and may not have a cure. Chronic diseases can be caused by a variety of factors</a:t>
            </a:r>
            <a:endParaRPr/>
          </a:p>
        </p:txBody>
      </p:sp>
      <p:sp>
        <p:nvSpPr>
          <p:cNvPr id="287" name="Google Shape;287;p32"/>
          <p:cNvSpPr txBox="1"/>
          <p:nvPr>
            <p:ph idx="3" type="subTitle"/>
          </p:nvPr>
        </p:nvSpPr>
        <p:spPr>
          <a:xfrm>
            <a:off x="6031075" y="2426873"/>
            <a:ext cx="2340900" cy="150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These are diseases that are caused by abnormal genes or chromosomal abnormalities. Genetic diseases can be inherited, or they may occur spontaneously</a:t>
            </a:r>
            <a:endParaRPr/>
          </a:p>
        </p:txBody>
      </p:sp>
      <p:sp>
        <p:nvSpPr>
          <p:cNvPr id="288" name="Google Shape;288;p32"/>
          <p:cNvSpPr txBox="1"/>
          <p:nvPr>
            <p:ph idx="6" type="subTitle"/>
          </p:nvPr>
        </p:nvSpPr>
        <p:spPr>
          <a:xfrm>
            <a:off x="6031075" y="1806676"/>
            <a:ext cx="23409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2"/>
                </a:solidFill>
              </a:rPr>
              <a:t>Genetic</a:t>
            </a:r>
            <a:endParaRPr>
              <a:solidFill>
                <a:schemeClr val="lt2"/>
              </a:solidFill>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 name="Shape 292"/>
        <p:cNvGrpSpPr/>
        <p:nvPr/>
      </p:nvGrpSpPr>
      <p:grpSpPr>
        <a:xfrm>
          <a:off x="0" y="0"/>
          <a:ext cx="0" cy="0"/>
          <a:chOff x="0" y="0"/>
          <a:chExt cx="0" cy="0"/>
        </a:xfrm>
      </p:grpSpPr>
      <p:sp>
        <p:nvSpPr>
          <p:cNvPr id="293" name="Google Shape;293;p33"/>
          <p:cNvSpPr txBox="1"/>
          <p:nvPr>
            <p:ph idx="2" type="subTitle"/>
          </p:nvPr>
        </p:nvSpPr>
        <p:spPr>
          <a:xfrm>
            <a:off x="1316138" y="1908575"/>
            <a:ext cx="2724900" cy="102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involves the use of medications, surgery, radiation therapy, chemotherapy, or other medical procedures to treat a particular illness </a:t>
            </a:r>
            <a:endParaRPr/>
          </a:p>
        </p:txBody>
      </p:sp>
      <p:sp>
        <p:nvSpPr>
          <p:cNvPr id="294" name="Google Shape;294;p33"/>
          <p:cNvSpPr txBox="1"/>
          <p:nvPr>
            <p:ph idx="3" type="subTitle"/>
          </p:nvPr>
        </p:nvSpPr>
        <p:spPr>
          <a:xfrm>
            <a:off x="5100863" y="1908575"/>
            <a:ext cx="2727000" cy="102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Behavioral therapies involve various techniques that are used to treat mental health conditions, such as depression, anxiety, and addiction</a:t>
            </a:r>
            <a:endParaRPr/>
          </a:p>
        </p:txBody>
      </p:sp>
      <p:sp>
        <p:nvSpPr>
          <p:cNvPr id="295" name="Google Shape;295;p33"/>
          <p:cNvSpPr txBox="1"/>
          <p:nvPr>
            <p:ph idx="4" type="subTitle"/>
          </p:nvPr>
        </p:nvSpPr>
        <p:spPr>
          <a:xfrm>
            <a:off x="1316138" y="3656900"/>
            <a:ext cx="2724900" cy="102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therapies include a range of treatments that are not considered part of conventional medical practice</a:t>
            </a:r>
            <a:endParaRPr/>
          </a:p>
        </p:txBody>
      </p:sp>
      <p:sp>
        <p:nvSpPr>
          <p:cNvPr id="296" name="Google Shape;296;p33"/>
          <p:cNvSpPr txBox="1"/>
          <p:nvPr>
            <p:ph idx="5" type="subTitle"/>
          </p:nvPr>
        </p:nvSpPr>
        <p:spPr>
          <a:xfrm>
            <a:off x="5100863" y="3656900"/>
            <a:ext cx="2727000" cy="102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Lifestyle changes involve making modifications to an individual's diet, exercise habits, or other behaviors</a:t>
            </a:r>
            <a:endParaRPr/>
          </a:p>
        </p:txBody>
      </p:sp>
      <p:sp>
        <p:nvSpPr>
          <p:cNvPr id="297" name="Google Shape;297;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Four main </a:t>
            </a:r>
            <a:r>
              <a:rPr lang="en">
                <a:solidFill>
                  <a:schemeClr val="lt2"/>
                </a:solidFill>
              </a:rPr>
              <a:t>types of treatments</a:t>
            </a:r>
            <a:endParaRPr>
              <a:solidFill>
                <a:schemeClr val="lt2"/>
              </a:solidFill>
            </a:endParaRPr>
          </a:p>
        </p:txBody>
      </p:sp>
      <p:sp>
        <p:nvSpPr>
          <p:cNvPr id="298" name="Google Shape;298;p33"/>
          <p:cNvSpPr txBox="1"/>
          <p:nvPr>
            <p:ph idx="1" type="subTitle"/>
          </p:nvPr>
        </p:nvSpPr>
        <p:spPr>
          <a:xfrm>
            <a:off x="1316137" y="1306475"/>
            <a:ext cx="2724900" cy="525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Medical treatment</a:t>
            </a:r>
            <a:endParaRPr/>
          </a:p>
        </p:txBody>
      </p:sp>
      <p:sp>
        <p:nvSpPr>
          <p:cNvPr id="299" name="Google Shape;299;p33"/>
          <p:cNvSpPr txBox="1"/>
          <p:nvPr>
            <p:ph idx="6" type="subTitle"/>
          </p:nvPr>
        </p:nvSpPr>
        <p:spPr>
          <a:xfrm>
            <a:off x="1316137" y="3054800"/>
            <a:ext cx="2724900" cy="525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Alternative therapies</a:t>
            </a:r>
            <a:endParaRPr/>
          </a:p>
        </p:txBody>
      </p:sp>
      <p:sp>
        <p:nvSpPr>
          <p:cNvPr id="300" name="Google Shape;300;p33"/>
          <p:cNvSpPr txBox="1"/>
          <p:nvPr>
            <p:ph idx="7" type="subTitle"/>
          </p:nvPr>
        </p:nvSpPr>
        <p:spPr>
          <a:xfrm>
            <a:off x="5100862" y="1306475"/>
            <a:ext cx="2727000" cy="525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Behavioral </a:t>
            </a:r>
            <a:r>
              <a:rPr lang="en"/>
              <a:t>therapy</a:t>
            </a:r>
            <a:endParaRPr/>
          </a:p>
        </p:txBody>
      </p:sp>
      <p:sp>
        <p:nvSpPr>
          <p:cNvPr id="301" name="Google Shape;301;p33"/>
          <p:cNvSpPr txBox="1"/>
          <p:nvPr>
            <p:ph idx="8" type="subTitle"/>
          </p:nvPr>
        </p:nvSpPr>
        <p:spPr>
          <a:xfrm>
            <a:off x="5100862" y="3054800"/>
            <a:ext cx="2727000" cy="525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Lifestyle changes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5" name="Shape 305"/>
        <p:cNvGrpSpPr/>
        <p:nvPr/>
      </p:nvGrpSpPr>
      <p:grpSpPr>
        <a:xfrm>
          <a:off x="0" y="0"/>
          <a:ext cx="0" cy="0"/>
          <a:chOff x="0" y="0"/>
          <a:chExt cx="0" cy="0"/>
        </a:xfrm>
      </p:grpSpPr>
      <p:sp>
        <p:nvSpPr>
          <p:cNvPr id="306" name="Google Shape;306;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Risk </a:t>
            </a:r>
            <a:r>
              <a:rPr lang="en">
                <a:solidFill>
                  <a:schemeClr val="lt2"/>
                </a:solidFill>
              </a:rPr>
              <a:t>factors</a:t>
            </a:r>
            <a:endParaRPr>
              <a:solidFill>
                <a:schemeClr val="lt2"/>
              </a:solidFill>
            </a:endParaRPr>
          </a:p>
        </p:txBody>
      </p:sp>
      <p:sp>
        <p:nvSpPr>
          <p:cNvPr id="307" name="Google Shape;307;p34"/>
          <p:cNvSpPr txBox="1"/>
          <p:nvPr>
            <p:ph idx="1" type="subTitle"/>
          </p:nvPr>
        </p:nvSpPr>
        <p:spPr>
          <a:xfrm>
            <a:off x="756000" y="1770135"/>
            <a:ext cx="2296800" cy="118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Many diseases occur more frequently in certain age brackets</a:t>
            </a:r>
            <a:endParaRPr/>
          </a:p>
        </p:txBody>
      </p:sp>
      <p:sp>
        <p:nvSpPr>
          <p:cNvPr id="308" name="Google Shape;308;p34"/>
          <p:cNvSpPr txBox="1"/>
          <p:nvPr>
            <p:ph idx="2" type="subTitle"/>
          </p:nvPr>
        </p:nvSpPr>
        <p:spPr>
          <a:xfrm>
            <a:off x="3425400" y="1770125"/>
            <a:ext cx="2295000" cy="118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 diseases have a hereditary component and can be passed down through families</a:t>
            </a:r>
            <a:endParaRPr/>
          </a:p>
        </p:txBody>
      </p:sp>
      <p:sp>
        <p:nvSpPr>
          <p:cNvPr id="309" name="Google Shape;309;p34"/>
          <p:cNvSpPr txBox="1"/>
          <p:nvPr>
            <p:ph idx="3" type="subTitle"/>
          </p:nvPr>
        </p:nvSpPr>
        <p:spPr>
          <a:xfrm>
            <a:off x="756000" y="3487976"/>
            <a:ext cx="2296800" cy="118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Exposure to certain substances in the environment can increase the risk of developing some diseases</a:t>
            </a:r>
            <a:endParaRPr/>
          </a:p>
        </p:txBody>
      </p:sp>
      <p:sp>
        <p:nvSpPr>
          <p:cNvPr id="310" name="Google Shape;310;p34"/>
          <p:cNvSpPr txBox="1"/>
          <p:nvPr>
            <p:ph idx="4" type="subTitle"/>
          </p:nvPr>
        </p:nvSpPr>
        <p:spPr>
          <a:xfrm>
            <a:off x="3425400" y="3487975"/>
            <a:ext cx="2295000" cy="118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personal or family history of certain illnesses can increase the risk of developing</a:t>
            </a:r>
            <a:endParaRPr/>
          </a:p>
          <a:p>
            <a:pPr indent="0" lvl="0" marL="0" rtl="0" algn="ctr">
              <a:spcBef>
                <a:spcPts val="0"/>
              </a:spcBef>
              <a:spcAft>
                <a:spcPts val="0"/>
              </a:spcAft>
              <a:buNone/>
            </a:pPr>
            <a:r>
              <a:rPr lang="en"/>
              <a:t>related conditions</a:t>
            </a:r>
            <a:endParaRPr/>
          </a:p>
        </p:txBody>
      </p:sp>
      <p:sp>
        <p:nvSpPr>
          <p:cNvPr id="311" name="Google Shape;311;p34"/>
          <p:cNvSpPr txBox="1"/>
          <p:nvPr>
            <p:ph idx="7" type="subTitle"/>
          </p:nvPr>
        </p:nvSpPr>
        <p:spPr>
          <a:xfrm>
            <a:off x="760517" y="1336275"/>
            <a:ext cx="22878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Age</a:t>
            </a:r>
            <a:endParaRPr/>
          </a:p>
        </p:txBody>
      </p:sp>
      <p:sp>
        <p:nvSpPr>
          <p:cNvPr id="312" name="Google Shape;312;p34"/>
          <p:cNvSpPr txBox="1"/>
          <p:nvPr>
            <p:ph idx="8" type="subTitle"/>
          </p:nvPr>
        </p:nvSpPr>
        <p:spPr>
          <a:xfrm>
            <a:off x="3429909" y="1336263"/>
            <a:ext cx="22860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Genetics</a:t>
            </a:r>
            <a:endParaRPr/>
          </a:p>
        </p:txBody>
      </p:sp>
      <p:sp>
        <p:nvSpPr>
          <p:cNvPr id="313" name="Google Shape;313;p34"/>
          <p:cNvSpPr txBox="1"/>
          <p:nvPr>
            <p:ph idx="9" type="subTitle"/>
          </p:nvPr>
        </p:nvSpPr>
        <p:spPr>
          <a:xfrm>
            <a:off x="6097501" y="1336263"/>
            <a:ext cx="22860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Lifestyle</a:t>
            </a:r>
            <a:endParaRPr/>
          </a:p>
        </p:txBody>
      </p:sp>
      <p:sp>
        <p:nvSpPr>
          <p:cNvPr id="314" name="Google Shape;314;p34"/>
          <p:cNvSpPr txBox="1"/>
          <p:nvPr>
            <p:ph idx="5" type="subTitle"/>
          </p:nvPr>
        </p:nvSpPr>
        <p:spPr>
          <a:xfrm>
            <a:off x="6093000" y="1770125"/>
            <a:ext cx="2295000" cy="118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Certain behaviors can increase the risk of developing illnesses</a:t>
            </a:r>
            <a:endParaRPr/>
          </a:p>
        </p:txBody>
      </p:sp>
      <p:sp>
        <p:nvSpPr>
          <p:cNvPr id="315" name="Google Shape;315;p34"/>
          <p:cNvSpPr txBox="1"/>
          <p:nvPr>
            <p:ph idx="6" type="subTitle"/>
          </p:nvPr>
        </p:nvSpPr>
        <p:spPr>
          <a:xfrm>
            <a:off x="6093000" y="3487975"/>
            <a:ext cx="2295000" cy="118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 illnesses are more common in one gender than the other</a:t>
            </a:r>
            <a:endParaRPr/>
          </a:p>
        </p:txBody>
      </p:sp>
      <p:sp>
        <p:nvSpPr>
          <p:cNvPr id="316" name="Google Shape;316;p34"/>
          <p:cNvSpPr txBox="1"/>
          <p:nvPr>
            <p:ph idx="13" type="subTitle"/>
          </p:nvPr>
        </p:nvSpPr>
        <p:spPr>
          <a:xfrm>
            <a:off x="760517" y="3050903"/>
            <a:ext cx="22878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Environment</a:t>
            </a:r>
            <a:endParaRPr/>
          </a:p>
        </p:txBody>
      </p:sp>
      <p:sp>
        <p:nvSpPr>
          <p:cNvPr id="317" name="Google Shape;317;p34"/>
          <p:cNvSpPr txBox="1"/>
          <p:nvPr>
            <p:ph idx="14" type="subTitle"/>
          </p:nvPr>
        </p:nvSpPr>
        <p:spPr>
          <a:xfrm>
            <a:off x="3429909" y="3050900"/>
            <a:ext cx="22860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Medical history</a:t>
            </a:r>
            <a:endParaRPr/>
          </a:p>
        </p:txBody>
      </p:sp>
      <p:sp>
        <p:nvSpPr>
          <p:cNvPr id="318" name="Google Shape;318;p34"/>
          <p:cNvSpPr txBox="1"/>
          <p:nvPr>
            <p:ph idx="15" type="subTitle"/>
          </p:nvPr>
        </p:nvSpPr>
        <p:spPr>
          <a:xfrm>
            <a:off x="6097501" y="3050900"/>
            <a:ext cx="22860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Gender</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 name="Shape 322"/>
        <p:cNvGrpSpPr/>
        <p:nvPr/>
      </p:nvGrpSpPr>
      <p:grpSpPr>
        <a:xfrm>
          <a:off x="0" y="0"/>
          <a:ext cx="0" cy="0"/>
          <a:chOff x="0" y="0"/>
          <a:chExt cx="0" cy="0"/>
        </a:xfrm>
      </p:grpSpPr>
      <p:sp>
        <p:nvSpPr>
          <p:cNvPr id="323" name="Google Shape;323;p35"/>
          <p:cNvSpPr txBox="1"/>
          <p:nvPr>
            <p:ph idx="3" type="subTitle"/>
          </p:nvPr>
        </p:nvSpPr>
        <p:spPr>
          <a:xfrm>
            <a:off x="2825688" y="2101100"/>
            <a:ext cx="3492600" cy="37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Patients treated</a:t>
            </a:r>
            <a:endParaRPr/>
          </a:p>
        </p:txBody>
      </p:sp>
      <p:sp>
        <p:nvSpPr>
          <p:cNvPr id="324" name="Google Shape;324;p35"/>
          <p:cNvSpPr txBox="1"/>
          <p:nvPr>
            <p:ph type="title"/>
          </p:nvPr>
        </p:nvSpPr>
        <p:spPr>
          <a:xfrm>
            <a:off x="1103175" y="2595975"/>
            <a:ext cx="34926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85%</a:t>
            </a:r>
            <a:endParaRPr/>
          </a:p>
        </p:txBody>
      </p:sp>
      <p:sp>
        <p:nvSpPr>
          <p:cNvPr id="325" name="Google Shape;325;p35"/>
          <p:cNvSpPr txBox="1"/>
          <p:nvPr>
            <p:ph idx="1" type="subTitle"/>
          </p:nvPr>
        </p:nvSpPr>
        <p:spPr>
          <a:xfrm>
            <a:off x="1103188" y="3507299"/>
            <a:ext cx="3492600" cy="37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Success</a:t>
            </a:r>
            <a:r>
              <a:rPr lang="en"/>
              <a:t> rate</a:t>
            </a:r>
            <a:endParaRPr/>
          </a:p>
        </p:txBody>
      </p:sp>
      <p:sp>
        <p:nvSpPr>
          <p:cNvPr id="326" name="Google Shape;326;p35"/>
          <p:cNvSpPr txBox="1"/>
          <p:nvPr>
            <p:ph idx="2" type="title"/>
          </p:nvPr>
        </p:nvSpPr>
        <p:spPr>
          <a:xfrm>
            <a:off x="2825688" y="1189789"/>
            <a:ext cx="34926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a:t>
            </a:r>
            <a:r>
              <a:rPr lang="en"/>
              <a:t>0,000</a:t>
            </a:r>
            <a:endParaRPr/>
          </a:p>
        </p:txBody>
      </p:sp>
      <p:sp>
        <p:nvSpPr>
          <p:cNvPr id="327" name="Google Shape;327;p35"/>
          <p:cNvSpPr txBox="1"/>
          <p:nvPr>
            <p:ph idx="4" type="title"/>
          </p:nvPr>
        </p:nvSpPr>
        <p:spPr>
          <a:xfrm>
            <a:off x="4548200" y="2595975"/>
            <a:ext cx="34926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a:t>
            </a:r>
            <a:r>
              <a:rPr lang="en"/>
              <a:t>,000</a:t>
            </a:r>
            <a:endParaRPr/>
          </a:p>
        </p:txBody>
      </p:sp>
      <p:sp>
        <p:nvSpPr>
          <p:cNvPr id="328" name="Google Shape;328;p35"/>
          <p:cNvSpPr txBox="1"/>
          <p:nvPr>
            <p:ph idx="5" type="subTitle"/>
          </p:nvPr>
        </p:nvSpPr>
        <p:spPr>
          <a:xfrm>
            <a:off x="4548213" y="3507299"/>
            <a:ext cx="3492600" cy="37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Suffered secondary effects</a:t>
            </a:r>
            <a:endParaRPr/>
          </a:p>
        </p:txBody>
      </p:sp>
      <p:sp>
        <p:nvSpPr>
          <p:cNvPr id="329" name="Google Shape;329;p35"/>
          <p:cNvSpPr/>
          <p:nvPr/>
        </p:nvSpPr>
        <p:spPr>
          <a:xfrm rot="-3870207">
            <a:off x="8286999" y="2133324"/>
            <a:ext cx="3211529" cy="320836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5"/>
          <p:cNvSpPr/>
          <p:nvPr/>
        </p:nvSpPr>
        <p:spPr>
          <a:xfrm rot="-3870207">
            <a:off x="8122976" y="2133314"/>
            <a:ext cx="3211529" cy="320836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31" name="Google Shape;331;p35"/>
          <p:cNvPicPr preferRelativeResize="0"/>
          <p:nvPr/>
        </p:nvPicPr>
        <p:blipFill>
          <a:blip r:embed="rId3">
            <a:alphaModFix/>
          </a:blip>
          <a:stretch>
            <a:fillRect/>
          </a:stretch>
        </p:blipFill>
        <p:spPr>
          <a:xfrm rot="-2032239">
            <a:off x="7881887" y="3838069"/>
            <a:ext cx="1175969" cy="1213018"/>
          </a:xfrm>
          <a:prstGeom prst="rect">
            <a:avLst/>
          </a:prstGeom>
          <a:noFill/>
          <a:ln>
            <a:noFill/>
          </a:ln>
        </p:spPr>
      </p:pic>
      <p:pic>
        <p:nvPicPr>
          <p:cNvPr id="332" name="Google Shape;332;p35"/>
          <p:cNvPicPr preferRelativeResize="0"/>
          <p:nvPr/>
        </p:nvPicPr>
        <p:blipFill>
          <a:blip r:embed="rId4">
            <a:alphaModFix/>
          </a:blip>
          <a:stretch>
            <a:fillRect/>
          </a:stretch>
        </p:blipFill>
        <p:spPr>
          <a:xfrm>
            <a:off x="8556371" y="2778038"/>
            <a:ext cx="1338988" cy="1381168"/>
          </a:xfrm>
          <a:prstGeom prst="rect">
            <a:avLst/>
          </a:prstGeom>
          <a:noFill/>
          <a:ln>
            <a:noFill/>
          </a:ln>
        </p:spPr>
      </p:pic>
      <p:sp>
        <p:nvSpPr>
          <p:cNvPr id="333" name="Google Shape;333;p35"/>
          <p:cNvSpPr/>
          <p:nvPr/>
        </p:nvSpPr>
        <p:spPr>
          <a:xfrm rot="-3600274">
            <a:off x="7144212" y="-871172"/>
            <a:ext cx="2295052" cy="252031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5"/>
          <p:cNvSpPr/>
          <p:nvPr/>
        </p:nvSpPr>
        <p:spPr>
          <a:xfrm rot="-3600274">
            <a:off x="6790790" y="-816206"/>
            <a:ext cx="2295052" cy="252031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35" name="Google Shape;335;p35"/>
          <p:cNvPicPr preferRelativeResize="0"/>
          <p:nvPr/>
        </p:nvPicPr>
        <p:blipFill>
          <a:blip r:embed="rId4">
            <a:alphaModFix/>
          </a:blip>
          <a:stretch>
            <a:fillRect/>
          </a:stretch>
        </p:blipFill>
        <p:spPr>
          <a:xfrm>
            <a:off x="6504982" y="337103"/>
            <a:ext cx="1111322" cy="946907"/>
          </a:xfrm>
          <a:prstGeom prst="rect">
            <a:avLst/>
          </a:prstGeom>
          <a:noFill/>
          <a:ln>
            <a:noFill/>
          </a:ln>
        </p:spPr>
      </p:pic>
      <p:sp>
        <p:nvSpPr>
          <p:cNvPr id="336" name="Google Shape;336;p35"/>
          <p:cNvSpPr/>
          <p:nvPr/>
        </p:nvSpPr>
        <p:spPr>
          <a:xfrm rot="2700000">
            <a:off x="-1878523" y="646537"/>
            <a:ext cx="2978623" cy="327098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5"/>
          <p:cNvSpPr/>
          <p:nvPr/>
        </p:nvSpPr>
        <p:spPr>
          <a:xfrm rot="2700000">
            <a:off x="-1846479" y="426290"/>
            <a:ext cx="2978623" cy="327098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38" name="Google Shape;338;p35"/>
          <p:cNvPicPr preferRelativeResize="0"/>
          <p:nvPr/>
        </p:nvPicPr>
        <p:blipFill>
          <a:blip r:embed="rId3">
            <a:alphaModFix/>
          </a:blip>
          <a:stretch>
            <a:fillRect/>
          </a:stretch>
        </p:blipFill>
        <p:spPr>
          <a:xfrm rot="899992">
            <a:off x="106547" y="1446773"/>
            <a:ext cx="1266841" cy="1079418"/>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 name="Shape 342"/>
        <p:cNvGrpSpPr/>
        <p:nvPr/>
      </p:nvGrpSpPr>
      <p:grpSpPr>
        <a:xfrm>
          <a:off x="0" y="0"/>
          <a:ext cx="0" cy="0"/>
          <a:chOff x="0" y="0"/>
          <a:chExt cx="0" cy="0"/>
        </a:xfrm>
      </p:grpSpPr>
      <p:sp>
        <p:nvSpPr>
          <p:cNvPr id="343" name="Google Shape;343;p36"/>
          <p:cNvSpPr txBox="1"/>
          <p:nvPr>
            <p:ph idx="1" type="subTitle"/>
          </p:nvPr>
        </p:nvSpPr>
        <p:spPr>
          <a:xfrm>
            <a:off x="1284000" y="2818225"/>
            <a:ext cx="6576000" cy="115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a:t>
            </a:r>
            <a:r>
              <a:rPr lang="en"/>
              <a:t>nvestment in disease research is crucial for improving public health outcomes, advancing medicine, and improving quality of life for patients, which in turn has the potential for significant economic growth and global health benefits</a:t>
            </a:r>
            <a:endParaRPr/>
          </a:p>
        </p:txBody>
      </p:sp>
      <p:sp>
        <p:nvSpPr>
          <p:cNvPr id="344" name="Google Shape;344;p36"/>
          <p:cNvSpPr txBox="1"/>
          <p:nvPr>
            <p:ph type="title"/>
          </p:nvPr>
        </p:nvSpPr>
        <p:spPr>
          <a:xfrm>
            <a:off x="1284000" y="1156075"/>
            <a:ext cx="6576000" cy="1511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$1 </a:t>
            </a:r>
            <a:r>
              <a:rPr lang="en">
                <a:solidFill>
                  <a:schemeClr val="lt2"/>
                </a:solidFill>
              </a:rPr>
              <a:t>billion</a:t>
            </a:r>
            <a:endParaRPr>
              <a:solidFill>
                <a:schemeClr val="lt2"/>
              </a:solidFill>
            </a:endParaRPr>
          </a:p>
        </p:txBody>
      </p:sp>
      <p:sp>
        <p:nvSpPr>
          <p:cNvPr id="345" name="Google Shape;345;p36"/>
          <p:cNvSpPr/>
          <p:nvPr/>
        </p:nvSpPr>
        <p:spPr>
          <a:xfrm rot="-3600072">
            <a:off x="8754421" y="1770595"/>
            <a:ext cx="3600826" cy="395425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6"/>
          <p:cNvSpPr/>
          <p:nvPr/>
        </p:nvSpPr>
        <p:spPr>
          <a:xfrm rot="-3600072">
            <a:off x="8569476" y="1770591"/>
            <a:ext cx="3600826" cy="395425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47" name="Google Shape;347;p36"/>
          <p:cNvPicPr preferRelativeResize="0"/>
          <p:nvPr/>
        </p:nvPicPr>
        <p:blipFill>
          <a:blip r:embed="rId3">
            <a:alphaModFix/>
          </a:blip>
          <a:stretch>
            <a:fillRect/>
          </a:stretch>
        </p:blipFill>
        <p:spPr>
          <a:xfrm>
            <a:off x="8487800" y="2555876"/>
            <a:ext cx="1531418" cy="1304859"/>
          </a:xfrm>
          <a:prstGeom prst="rect">
            <a:avLst/>
          </a:prstGeom>
          <a:noFill/>
          <a:ln>
            <a:noFill/>
          </a:ln>
        </p:spPr>
      </p:pic>
      <p:sp>
        <p:nvSpPr>
          <p:cNvPr id="348" name="Google Shape;348;p36"/>
          <p:cNvSpPr/>
          <p:nvPr/>
        </p:nvSpPr>
        <p:spPr>
          <a:xfrm rot="-3600202">
            <a:off x="4706016" y="-1541814"/>
            <a:ext cx="3037839" cy="3336012"/>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6"/>
          <p:cNvSpPr/>
          <p:nvPr/>
        </p:nvSpPr>
        <p:spPr>
          <a:xfrm rot="-3600202">
            <a:off x="4238198" y="-1469056"/>
            <a:ext cx="3037839" cy="3336012"/>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50" name="Google Shape;350;p36"/>
          <p:cNvPicPr preferRelativeResize="0"/>
          <p:nvPr/>
        </p:nvPicPr>
        <p:blipFill>
          <a:blip r:embed="rId3">
            <a:alphaModFix/>
          </a:blip>
          <a:stretch>
            <a:fillRect/>
          </a:stretch>
        </p:blipFill>
        <p:spPr>
          <a:xfrm>
            <a:off x="7025646" y="187166"/>
            <a:ext cx="1291940" cy="1100803"/>
          </a:xfrm>
          <a:prstGeom prst="rect">
            <a:avLst/>
          </a:prstGeom>
          <a:noFill/>
          <a:ln>
            <a:noFill/>
          </a:ln>
        </p:spPr>
      </p:pic>
      <p:pic>
        <p:nvPicPr>
          <p:cNvPr id="351" name="Google Shape;351;p36"/>
          <p:cNvPicPr preferRelativeResize="0"/>
          <p:nvPr/>
        </p:nvPicPr>
        <p:blipFill>
          <a:blip r:embed="rId4">
            <a:alphaModFix/>
          </a:blip>
          <a:stretch>
            <a:fillRect/>
          </a:stretch>
        </p:blipFill>
        <p:spPr>
          <a:xfrm>
            <a:off x="3859903" y="57457"/>
            <a:ext cx="1471032" cy="1253399"/>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 name="Shape 355"/>
        <p:cNvGrpSpPr/>
        <p:nvPr/>
      </p:nvGrpSpPr>
      <p:grpSpPr>
        <a:xfrm>
          <a:off x="0" y="0"/>
          <a:ext cx="0" cy="0"/>
          <a:chOff x="0" y="0"/>
          <a:chExt cx="0" cy="0"/>
        </a:xfrm>
      </p:grpSpPr>
      <p:sp>
        <p:nvSpPr>
          <p:cNvPr id="356" name="Google Shape;356;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Disease </a:t>
            </a:r>
            <a:r>
              <a:rPr lang="en">
                <a:solidFill>
                  <a:schemeClr val="lt2"/>
                </a:solidFill>
              </a:rPr>
              <a:t>prevalence</a:t>
            </a:r>
            <a:endParaRPr>
              <a:solidFill>
                <a:schemeClr val="lt2"/>
              </a:solidFill>
            </a:endParaRPr>
          </a:p>
        </p:txBody>
      </p:sp>
      <p:sp>
        <p:nvSpPr>
          <p:cNvPr id="357" name="Google Shape;357;p37"/>
          <p:cNvSpPr txBox="1"/>
          <p:nvPr/>
        </p:nvSpPr>
        <p:spPr>
          <a:xfrm>
            <a:off x="981900" y="4435100"/>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accent1"/>
                </a:solidFill>
                <a:latin typeface="Comfortaa"/>
                <a:ea typeface="Comfortaa"/>
                <a:cs typeface="Comfortaa"/>
                <a:sym typeface="Comfortaa"/>
              </a:rPr>
              <a:t>Follow the link in the graph to modify its data and then paste the new one here. </a:t>
            </a:r>
            <a:r>
              <a:rPr b="1" lang="en" sz="1000">
                <a:solidFill>
                  <a:schemeClr val="accent1"/>
                </a:solidFill>
                <a:uFill>
                  <a:noFill/>
                </a:uFill>
                <a:latin typeface="Comfortaa"/>
                <a:ea typeface="Comfortaa"/>
                <a:cs typeface="Comfortaa"/>
                <a:sym typeface="Comfortaa"/>
                <a:hlinkClick r:id="rId3">
                  <a:extLst>
                    <a:ext uri="{A12FA001-AC4F-418D-AE19-62706E023703}">
                      <ahyp:hlinkClr val="tx"/>
                    </a:ext>
                  </a:extLst>
                </a:hlinkClick>
              </a:rPr>
              <a:t>For more info, </a:t>
            </a:r>
            <a:r>
              <a:rPr b="1" lang="en" sz="1000" u="sng">
                <a:solidFill>
                  <a:schemeClr val="accent1"/>
                </a:solidFill>
                <a:latin typeface="Comfortaa"/>
                <a:ea typeface="Comfortaa"/>
                <a:cs typeface="Comfortaa"/>
                <a:sym typeface="Comfortaa"/>
                <a:hlinkClick r:id="rId4">
                  <a:extLst>
                    <a:ext uri="{A12FA001-AC4F-418D-AE19-62706E023703}">
                      <ahyp:hlinkClr val="tx"/>
                    </a:ext>
                  </a:extLst>
                </a:hlinkClick>
              </a:rPr>
              <a:t>click here</a:t>
            </a:r>
            <a:endParaRPr b="1" sz="1000" u="sng">
              <a:solidFill>
                <a:schemeClr val="accent1"/>
              </a:solidFill>
              <a:latin typeface="Comfortaa"/>
              <a:ea typeface="Comfortaa"/>
              <a:cs typeface="Comfortaa"/>
              <a:sym typeface="Comfortaa"/>
            </a:endParaRPr>
          </a:p>
        </p:txBody>
      </p:sp>
      <p:sp>
        <p:nvSpPr>
          <p:cNvPr id="358" name="Google Shape;358;p37"/>
          <p:cNvSpPr txBox="1"/>
          <p:nvPr/>
        </p:nvSpPr>
        <p:spPr>
          <a:xfrm>
            <a:off x="1144200" y="3318154"/>
            <a:ext cx="2073300" cy="81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Comfortaa"/>
                <a:ea typeface="Comfortaa"/>
                <a:cs typeface="Comfortaa"/>
                <a:sym typeface="Comfortaa"/>
              </a:rPr>
              <a:t>15-30% of the population in these regions are affected by the disease</a:t>
            </a:r>
            <a:endParaRPr sz="1200">
              <a:solidFill>
                <a:srgbClr val="191919"/>
              </a:solidFill>
              <a:latin typeface="Comfortaa"/>
              <a:ea typeface="Comfortaa"/>
              <a:cs typeface="Comfortaa"/>
              <a:sym typeface="Comfortaa"/>
            </a:endParaRPr>
          </a:p>
        </p:txBody>
      </p:sp>
      <p:sp>
        <p:nvSpPr>
          <p:cNvPr id="359" name="Google Shape;359;p37"/>
          <p:cNvSpPr txBox="1"/>
          <p:nvPr/>
        </p:nvSpPr>
        <p:spPr>
          <a:xfrm>
            <a:off x="1144200" y="2269490"/>
            <a:ext cx="2073300" cy="81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Comfortaa"/>
                <a:ea typeface="Comfortaa"/>
                <a:cs typeface="Comfortaa"/>
                <a:sym typeface="Comfortaa"/>
              </a:rPr>
              <a:t>6-14% of the population in these regions are affected by the disease</a:t>
            </a:r>
            <a:endParaRPr sz="1200">
              <a:solidFill>
                <a:srgbClr val="191919"/>
              </a:solidFill>
              <a:latin typeface="Comfortaa"/>
              <a:ea typeface="Comfortaa"/>
              <a:cs typeface="Comfortaa"/>
              <a:sym typeface="Comfortaa"/>
            </a:endParaRPr>
          </a:p>
        </p:txBody>
      </p:sp>
      <p:sp>
        <p:nvSpPr>
          <p:cNvPr id="360" name="Google Shape;360;p37"/>
          <p:cNvSpPr txBox="1"/>
          <p:nvPr/>
        </p:nvSpPr>
        <p:spPr>
          <a:xfrm>
            <a:off x="1144200" y="1220825"/>
            <a:ext cx="2073300" cy="81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Comfortaa"/>
                <a:ea typeface="Comfortaa"/>
                <a:cs typeface="Comfortaa"/>
                <a:sym typeface="Comfortaa"/>
              </a:rPr>
              <a:t>0-5% of the population in these regions are affected by the disease</a:t>
            </a:r>
            <a:endParaRPr sz="1200">
              <a:solidFill>
                <a:srgbClr val="191919"/>
              </a:solidFill>
              <a:latin typeface="Comfortaa"/>
              <a:ea typeface="Comfortaa"/>
              <a:cs typeface="Comfortaa"/>
              <a:sym typeface="Comfortaa"/>
            </a:endParaRPr>
          </a:p>
        </p:txBody>
      </p:sp>
      <p:sp>
        <p:nvSpPr>
          <p:cNvPr id="361" name="Google Shape;361;p37"/>
          <p:cNvSpPr/>
          <p:nvPr/>
        </p:nvSpPr>
        <p:spPr>
          <a:xfrm>
            <a:off x="807788" y="1321125"/>
            <a:ext cx="265800" cy="265800"/>
          </a:xfrm>
          <a:prstGeom prst="ellipse">
            <a:avLst/>
          </a:prstGeom>
          <a:solidFill>
            <a:srgbClr val="750D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7"/>
          <p:cNvSpPr/>
          <p:nvPr/>
        </p:nvSpPr>
        <p:spPr>
          <a:xfrm>
            <a:off x="807788" y="2391025"/>
            <a:ext cx="265800" cy="265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7"/>
          <p:cNvSpPr/>
          <p:nvPr/>
        </p:nvSpPr>
        <p:spPr>
          <a:xfrm>
            <a:off x="807788" y="3476188"/>
            <a:ext cx="265800" cy="265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64" name="Google Shape;364;p37" title="Gráfico">
            <a:hlinkClick r:id="rId5"/>
          </p:cNvPr>
          <p:cNvPicPr preferRelativeResize="0"/>
          <p:nvPr/>
        </p:nvPicPr>
        <p:blipFill>
          <a:blip r:embed="rId6">
            <a:alphaModFix/>
          </a:blip>
          <a:stretch>
            <a:fillRect/>
          </a:stretch>
        </p:blipFill>
        <p:spPr>
          <a:xfrm>
            <a:off x="3369900" y="1170125"/>
            <a:ext cx="4729163" cy="2928938"/>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8" name="Shape 368"/>
        <p:cNvGrpSpPr/>
        <p:nvPr/>
      </p:nvGrpSpPr>
      <p:grpSpPr>
        <a:xfrm>
          <a:off x="0" y="0"/>
          <a:ext cx="0" cy="0"/>
          <a:chOff x="0" y="0"/>
          <a:chExt cx="0" cy="0"/>
        </a:xfrm>
      </p:grpSpPr>
      <p:sp>
        <p:nvSpPr>
          <p:cNvPr id="369" name="Google Shape;369;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Symptoms</a:t>
            </a:r>
            <a:r>
              <a:rPr lang="en">
                <a:solidFill>
                  <a:schemeClr val="lt2"/>
                </a:solidFill>
              </a:rPr>
              <a:t> and diagnosis</a:t>
            </a:r>
            <a:endParaRPr>
              <a:solidFill>
                <a:schemeClr val="lt2"/>
              </a:solidFill>
            </a:endParaRPr>
          </a:p>
        </p:txBody>
      </p:sp>
      <p:sp>
        <p:nvSpPr>
          <p:cNvPr id="370" name="Google Shape;370;p38"/>
          <p:cNvSpPr txBox="1"/>
          <p:nvPr/>
        </p:nvSpPr>
        <p:spPr>
          <a:xfrm>
            <a:off x="853725" y="4346225"/>
            <a:ext cx="7436700" cy="23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accent1"/>
                </a:solidFill>
                <a:latin typeface="Comfortaa"/>
                <a:ea typeface="Comfortaa"/>
                <a:cs typeface="Comfortaa"/>
                <a:sym typeface="Comfortaa"/>
              </a:rPr>
              <a:t>Follow the link in the graph to modify its data and then paste the new one here. </a:t>
            </a:r>
            <a:r>
              <a:rPr b="1" lang="en" sz="1000">
                <a:solidFill>
                  <a:schemeClr val="accent1"/>
                </a:solidFill>
                <a:latin typeface="Comfortaa"/>
                <a:ea typeface="Comfortaa"/>
                <a:cs typeface="Comfortaa"/>
                <a:sym typeface="Comfortaa"/>
              </a:rPr>
              <a:t>For more info, </a:t>
            </a:r>
            <a:r>
              <a:rPr b="1" lang="en" sz="1000" u="sng">
                <a:solidFill>
                  <a:schemeClr val="hlink"/>
                </a:solidFill>
                <a:latin typeface="Comfortaa"/>
                <a:ea typeface="Comfortaa"/>
                <a:cs typeface="Comfortaa"/>
                <a:sym typeface="Comfortaa"/>
                <a:hlinkClick r:id="rId3"/>
              </a:rPr>
              <a:t>click here</a:t>
            </a:r>
            <a:endParaRPr b="1" sz="1000">
              <a:solidFill>
                <a:schemeClr val="accent1"/>
              </a:solidFill>
              <a:latin typeface="Comfortaa"/>
              <a:ea typeface="Comfortaa"/>
              <a:cs typeface="Comfortaa"/>
              <a:sym typeface="Comfortaa"/>
            </a:endParaRPr>
          </a:p>
        </p:txBody>
      </p:sp>
      <p:sp>
        <p:nvSpPr>
          <p:cNvPr id="371" name="Google Shape;371;p38"/>
          <p:cNvSpPr txBox="1"/>
          <p:nvPr/>
        </p:nvSpPr>
        <p:spPr>
          <a:xfrm>
            <a:off x="5931425" y="1237900"/>
            <a:ext cx="2416800" cy="75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lt2"/>
                </a:solidFill>
                <a:latin typeface="Poppins SemiBold"/>
                <a:ea typeface="Poppins SemiBold"/>
                <a:cs typeface="Poppins SemiBold"/>
                <a:sym typeface="Poppins SemiBold"/>
              </a:rPr>
              <a:t>Most common symptoms</a:t>
            </a:r>
            <a:endParaRPr sz="1800">
              <a:solidFill>
                <a:schemeClr val="lt2"/>
              </a:solidFill>
              <a:latin typeface="Poppins SemiBold"/>
              <a:ea typeface="Poppins SemiBold"/>
              <a:cs typeface="Poppins SemiBold"/>
              <a:sym typeface="Poppins SemiBold"/>
            </a:endParaRPr>
          </a:p>
        </p:txBody>
      </p:sp>
      <p:sp>
        <p:nvSpPr>
          <p:cNvPr id="372" name="Google Shape;372;p38"/>
          <p:cNvSpPr txBox="1"/>
          <p:nvPr/>
        </p:nvSpPr>
        <p:spPr>
          <a:xfrm>
            <a:off x="5931425" y="1990225"/>
            <a:ext cx="2416800" cy="2298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Comfortaa"/>
                <a:ea typeface="Comfortaa"/>
                <a:cs typeface="Comfortaa"/>
                <a:sym typeface="Comfortaa"/>
              </a:rPr>
              <a:t>Use this slide to display the most common symptoms of the disease being discussed. Include a graph with a clear title and labels for each axis. You can also explain how the disease is diagnosed, including the types of tests or procedures used, to help your audience understand how it is identified and treated</a:t>
            </a:r>
            <a:endParaRPr sz="1200">
              <a:solidFill>
                <a:srgbClr val="191919"/>
              </a:solidFill>
              <a:latin typeface="Comfortaa"/>
              <a:ea typeface="Comfortaa"/>
              <a:cs typeface="Comfortaa"/>
              <a:sym typeface="Comfortaa"/>
            </a:endParaRPr>
          </a:p>
        </p:txBody>
      </p:sp>
      <p:pic>
        <p:nvPicPr>
          <p:cNvPr id="373" name="Google Shape;373;p38" title="Gráfico">
            <a:hlinkClick r:id="rId4"/>
          </p:cNvPr>
          <p:cNvPicPr preferRelativeResize="0"/>
          <p:nvPr/>
        </p:nvPicPr>
        <p:blipFill>
          <a:blip r:embed="rId5">
            <a:alphaModFix/>
          </a:blip>
          <a:stretch>
            <a:fillRect/>
          </a:stretch>
        </p:blipFill>
        <p:spPr>
          <a:xfrm>
            <a:off x="887716" y="1237900"/>
            <a:ext cx="4974383" cy="3050600"/>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 name="Shape 377"/>
        <p:cNvGrpSpPr/>
        <p:nvPr/>
      </p:nvGrpSpPr>
      <p:grpSpPr>
        <a:xfrm>
          <a:off x="0" y="0"/>
          <a:ext cx="0" cy="0"/>
          <a:chOff x="0" y="0"/>
          <a:chExt cx="0" cy="0"/>
        </a:xfrm>
      </p:grpSpPr>
      <p:graphicFrame>
        <p:nvGraphicFramePr>
          <p:cNvPr id="378" name="Google Shape;378;p39"/>
          <p:cNvGraphicFramePr/>
          <p:nvPr/>
        </p:nvGraphicFramePr>
        <p:xfrm>
          <a:off x="715075" y="1374575"/>
          <a:ext cx="3000000" cy="3000000"/>
        </p:xfrm>
        <a:graphic>
          <a:graphicData uri="http://schemas.openxmlformats.org/drawingml/2006/table">
            <a:tbl>
              <a:tblPr>
                <a:noFill/>
                <a:tableStyleId>{9124C68A-3E77-4A8F-8EA0-15565A1C2D81}</a:tableStyleId>
              </a:tblPr>
              <a:tblGrid>
                <a:gridCol w="993800"/>
                <a:gridCol w="1478875"/>
                <a:gridCol w="1135775"/>
                <a:gridCol w="1419700"/>
                <a:gridCol w="1668150"/>
                <a:gridCol w="1017450"/>
              </a:tblGrid>
              <a:tr h="352925">
                <a:tc>
                  <a:txBody>
                    <a:bodyPr/>
                    <a:lstStyle/>
                    <a:p>
                      <a:pPr indent="0" lvl="0" marL="0" rtl="0" algn="ctr">
                        <a:lnSpc>
                          <a:spcPct val="100000"/>
                        </a:lnSpc>
                        <a:spcBef>
                          <a:spcPts val="0"/>
                        </a:spcBef>
                        <a:spcAft>
                          <a:spcPts val="0"/>
                        </a:spcAft>
                        <a:buNone/>
                      </a:pPr>
                      <a:r>
                        <a:rPr lang="en" sz="1200">
                          <a:solidFill>
                            <a:schemeClr val="lt1"/>
                          </a:solidFill>
                          <a:latin typeface="Poppins SemiBold"/>
                          <a:ea typeface="Poppins SemiBold"/>
                          <a:cs typeface="Poppins SemiBold"/>
                          <a:sym typeface="Poppins SemiBold"/>
                        </a:rPr>
                        <a:t>Risk factors</a:t>
                      </a:r>
                      <a:endParaRPr sz="1200">
                        <a:solidFill>
                          <a:schemeClr val="lt1"/>
                        </a:solidFill>
                        <a:latin typeface="Poppins SemiBold"/>
                        <a:ea typeface="Poppins SemiBold"/>
                        <a:cs typeface="Poppins SemiBold"/>
                        <a:sym typeface="Poppins SemiBold"/>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lnSpc>
                          <a:spcPct val="100000"/>
                        </a:lnSpc>
                        <a:spcBef>
                          <a:spcPts val="0"/>
                        </a:spcBef>
                        <a:spcAft>
                          <a:spcPts val="0"/>
                        </a:spcAft>
                        <a:buNone/>
                      </a:pPr>
                      <a:r>
                        <a:rPr lang="en" sz="1200">
                          <a:solidFill>
                            <a:schemeClr val="lt1"/>
                          </a:solidFill>
                          <a:latin typeface="Poppins SemiBold"/>
                          <a:ea typeface="Poppins SemiBold"/>
                          <a:cs typeface="Poppins SemiBold"/>
                          <a:sym typeface="Poppins SemiBold"/>
                        </a:rPr>
                        <a:t>Description</a:t>
                      </a:r>
                      <a:endParaRPr sz="1200">
                        <a:solidFill>
                          <a:schemeClr val="lt1"/>
                        </a:solidFill>
                        <a:latin typeface="Poppins SemiBold"/>
                        <a:ea typeface="Poppins SemiBold"/>
                        <a:cs typeface="Poppins SemiBold"/>
                        <a:sym typeface="Poppins SemiBold"/>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lnSpc>
                          <a:spcPct val="100000"/>
                        </a:lnSpc>
                        <a:spcBef>
                          <a:spcPts val="0"/>
                        </a:spcBef>
                        <a:spcAft>
                          <a:spcPts val="0"/>
                        </a:spcAft>
                        <a:buNone/>
                      </a:pPr>
                      <a:r>
                        <a:rPr lang="en" sz="1200">
                          <a:solidFill>
                            <a:schemeClr val="lt1"/>
                          </a:solidFill>
                          <a:latin typeface="Poppins SemiBold"/>
                          <a:ea typeface="Poppins SemiBold"/>
                          <a:cs typeface="Poppins SemiBold"/>
                          <a:sym typeface="Poppins SemiBold"/>
                        </a:rPr>
                        <a:t>Prevalence</a:t>
                      </a:r>
                      <a:endParaRPr sz="1200">
                        <a:solidFill>
                          <a:schemeClr val="lt1"/>
                        </a:solidFill>
                        <a:latin typeface="Poppins SemiBold"/>
                        <a:ea typeface="Poppins SemiBold"/>
                        <a:cs typeface="Poppins SemiBold"/>
                        <a:sym typeface="Poppins SemiBold"/>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lnSpc>
                          <a:spcPct val="100000"/>
                        </a:lnSpc>
                        <a:spcBef>
                          <a:spcPts val="0"/>
                        </a:spcBef>
                        <a:spcAft>
                          <a:spcPts val="0"/>
                        </a:spcAft>
                        <a:buNone/>
                      </a:pPr>
                      <a:r>
                        <a:rPr lang="en" sz="1200">
                          <a:solidFill>
                            <a:schemeClr val="lt1"/>
                          </a:solidFill>
                          <a:latin typeface="Poppins SemiBold"/>
                          <a:ea typeface="Poppins SemiBold"/>
                          <a:cs typeface="Poppins SemiBold"/>
                          <a:sym typeface="Poppins SemiBold"/>
                        </a:rPr>
                        <a:t>Contributing factors</a:t>
                      </a:r>
                      <a:endParaRPr sz="1200">
                        <a:solidFill>
                          <a:schemeClr val="lt1"/>
                        </a:solidFill>
                        <a:latin typeface="Poppins SemiBold"/>
                        <a:ea typeface="Poppins SemiBold"/>
                        <a:cs typeface="Poppins SemiBold"/>
                        <a:sym typeface="Poppins SemiBold"/>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lnSpc>
                          <a:spcPct val="100000"/>
                        </a:lnSpc>
                        <a:spcBef>
                          <a:spcPts val="0"/>
                        </a:spcBef>
                        <a:spcAft>
                          <a:spcPts val="0"/>
                        </a:spcAft>
                        <a:buNone/>
                      </a:pPr>
                      <a:r>
                        <a:rPr lang="en" sz="1200">
                          <a:solidFill>
                            <a:schemeClr val="lt1"/>
                          </a:solidFill>
                          <a:latin typeface="Poppins SemiBold"/>
                          <a:ea typeface="Poppins SemiBold"/>
                          <a:cs typeface="Poppins SemiBold"/>
                          <a:sym typeface="Poppins SemiBold"/>
                        </a:rPr>
                        <a:t>Complications</a:t>
                      </a:r>
                      <a:endParaRPr sz="1200">
                        <a:solidFill>
                          <a:schemeClr val="lt1"/>
                        </a:solidFill>
                        <a:latin typeface="Poppins SemiBold"/>
                        <a:ea typeface="Poppins SemiBold"/>
                        <a:cs typeface="Poppins SemiBold"/>
                        <a:sym typeface="Poppins SemiBold"/>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lnSpc>
                          <a:spcPct val="100000"/>
                        </a:lnSpc>
                        <a:spcBef>
                          <a:spcPts val="0"/>
                        </a:spcBef>
                        <a:spcAft>
                          <a:spcPts val="0"/>
                        </a:spcAft>
                        <a:buNone/>
                      </a:pPr>
                      <a:r>
                        <a:rPr lang="en" sz="1200">
                          <a:solidFill>
                            <a:schemeClr val="lt1"/>
                          </a:solidFill>
                          <a:latin typeface="Poppins SemiBold"/>
                          <a:ea typeface="Poppins SemiBold"/>
                          <a:cs typeface="Poppins SemiBold"/>
                          <a:sym typeface="Poppins SemiBold"/>
                        </a:rPr>
                        <a:t>Severity</a:t>
                      </a:r>
                      <a:endParaRPr sz="1200">
                        <a:solidFill>
                          <a:schemeClr val="lt1"/>
                        </a:solidFill>
                        <a:latin typeface="Poppins SemiBold"/>
                        <a:ea typeface="Poppins SemiBold"/>
                        <a:cs typeface="Poppins SemiBold"/>
                        <a:sym typeface="Poppins SemiBold"/>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r>
              <a:tr h="675450">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Age over 50</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Being over the age</a:t>
                      </a:r>
                      <a:endParaRPr sz="1000">
                        <a:solidFill>
                          <a:schemeClr val="accent1"/>
                        </a:solidFill>
                        <a:latin typeface="Comfortaa"/>
                        <a:ea typeface="Comfortaa"/>
                        <a:cs typeface="Comfortaa"/>
                        <a:sym typeface="Comfortaa"/>
                      </a:endParaRPr>
                    </a:p>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of 50</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80% of cases</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Age-related decline in immune function</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Heart attack, Stroke, Kidney damage, Blindness</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High</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675450">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Smoking</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Using tobacco products</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30% of cases</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Nicotine addiction, Exposure to carcinogens</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Lung cancer, Chronic obstructive pulmonary disease (COPD)</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Moderate</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675450">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High blood pressure</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Blood pressure consistently above 140/90 mm Hg</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40% of cases</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Obesity, Stress, Genetics</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Heart disease, Stroke, Kidney damage, Vision loss</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High</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675450">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Family history of disease</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Genetic predisposition</a:t>
                      </a:r>
                      <a:endParaRPr sz="1000">
                        <a:solidFill>
                          <a:schemeClr val="accent1"/>
                        </a:solidFill>
                        <a:latin typeface="Comfortaa"/>
                        <a:ea typeface="Comfortaa"/>
                        <a:cs typeface="Comfortaa"/>
                        <a:sym typeface="Comfortaa"/>
                      </a:endParaRPr>
                    </a:p>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to the disease</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10% of cases</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Family history</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Heart disease, Stroke, Kidney damage, Blindness</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Moderate</a:t>
                      </a:r>
                      <a:endParaRPr sz="1000">
                        <a:solidFill>
                          <a:schemeClr val="accent1"/>
                        </a:solidFill>
                        <a:latin typeface="Comfortaa"/>
                        <a:ea typeface="Comfortaa"/>
                        <a:cs typeface="Comfortaa"/>
                        <a:sym typeface="Comfortaa"/>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bl>
          </a:graphicData>
        </a:graphic>
      </p:graphicFrame>
      <p:sp>
        <p:nvSpPr>
          <p:cNvPr id="379" name="Google Shape;379;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Risk factors </a:t>
            </a:r>
            <a:r>
              <a:rPr lang="en">
                <a:solidFill>
                  <a:schemeClr val="lt2"/>
                </a:solidFill>
              </a:rPr>
              <a:t>and complications</a:t>
            </a:r>
            <a:endParaRPr>
              <a:solidFill>
                <a:schemeClr val="lt2"/>
              </a:solidFil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 name="Shape 383"/>
        <p:cNvGrpSpPr/>
        <p:nvPr/>
      </p:nvGrpSpPr>
      <p:grpSpPr>
        <a:xfrm>
          <a:off x="0" y="0"/>
          <a:ext cx="0" cy="0"/>
          <a:chOff x="0" y="0"/>
          <a:chExt cx="0" cy="0"/>
        </a:xfrm>
      </p:grpSpPr>
      <p:sp>
        <p:nvSpPr>
          <p:cNvPr id="384" name="Google Shape;384;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Disease </a:t>
            </a:r>
            <a:r>
              <a:rPr lang="en">
                <a:solidFill>
                  <a:schemeClr val="lt2"/>
                </a:solidFill>
              </a:rPr>
              <a:t>history</a:t>
            </a:r>
            <a:endParaRPr>
              <a:solidFill>
                <a:schemeClr val="lt2"/>
              </a:solidFill>
            </a:endParaRPr>
          </a:p>
        </p:txBody>
      </p:sp>
      <p:sp>
        <p:nvSpPr>
          <p:cNvPr id="385" name="Google Shape;385;p40"/>
          <p:cNvSpPr txBox="1"/>
          <p:nvPr/>
        </p:nvSpPr>
        <p:spPr>
          <a:xfrm flipH="1">
            <a:off x="713125" y="1979650"/>
            <a:ext cx="1812300" cy="673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191919"/>
                </a:solidFill>
                <a:latin typeface="Comfortaa"/>
                <a:ea typeface="Comfortaa"/>
                <a:cs typeface="Comfortaa"/>
                <a:sym typeface="Comfortaa"/>
              </a:rPr>
              <a:t>Discovery</a:t>
            </a:r>
            <a:endParaRPr sz="1200">
              <a:solidFill>
                <a:srgbClr val="191919"/>
              </a:solidFill>
              <a:latin typeface="Comfortaa"/>
              <a:ea typeface="Comfortaa"/>
              <a:cs typeface="Comfortaa"/>
              <a:sym typeface="Comfortaa"/>
            </a:endParaRPr>
          </a:p>
          <a:p>
            <a:pPr indent="0" lvl="0" marL="0" rtl="0" algn="ctr">
              <a:spcBef>
                <a:spcPts val="0"/>
              </a:spcBef>
              <a:spcAft>
                <a:spcPts val="0"/>
              </a:spcAft>
              <a:buNone/>
            </a:pPr>
            <a:r>
              <a:rPr lang="en" sz="1200">
                <a:solidFill>
                  <a:srgbClr val="191919"/>
                </a:solidFill>
                <a:latin typeface="Comfortaa"/>
                <a:ea typeface="Comfortaa"/>
                <a:cs typeface="Comfortaa"/>
                <a:sym typeface="Comfortaa"/>
              </a:rPr>
              <a:t>of the disease</a:t>
            </a:r>
            <a:endParaRPr sz="1200">
              <a:solidFill>
                <a:srgbClr val="191919"/>
              </a:solidFill>
              <a:latin typeface="Comfortaa"/>
              <a:ea typeface="Comfortaa"/>
              <a:cs typeface="Comfortaa"/>
              <a:sym typeface="Comfortaa"/>
            </a:endParaRPr>
          </a:p>
        </p:txBody>
      </p:sp>
      <p:sp>
        <p:nvSpPr>
          <p:cNvPr id="386" name="Google Shape;386;p40"/>
          <p:cNvSpPr txBox="1"/>
          <p:nvPr/>
        </p:nvSpPr>
        <p:spPr>
          <a:xfrm flipH="1">
            <a:off x="2677025" y="1979650"/>
            <a:ext cx="1812300" cy="673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191919"/>
                </a:solidFill>
                <a:latin typeface="Comfortaa"/>
                <a:ea typeface="Comfortaa"/>
                <a:cs typeface="Comfortaa"/>
                <a:sym typeface="Comfortaa"/>
              </a:rPr>
              <a:t>Early research</a:t>
            </a:r>
            <a:endParaRPr sz="1200">
              <a:solidFill>
                <a:srgbClr val="191919"/>
              </a:solidFill>
              <a:latin typeface="Comfortaa"/>
              <a:ea typeface="Comfortaa"/>
              <a:cs typeface="Comfortaa"/>
              <a:sym typeface="Comfortaa"/>
            </a:endParaRPr>
          </a:p>
        </p:txBody>
      </p:sp>
      <p:sp>
        <p:nvSpPr>
          <p:cNvPr id="387" name="Google Shape;387;p40"/>
          <p:cNvSpPr txBox="1"/>
          <p:nvPr/>
        </p:nvSpPr>
        <p:spPr>
          <a:xfrm flipH="1">
            <a:off x="4640925" y="1979650"/>
            <a:ext cx="1812300" cy="673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191919"/>
                </a:solidFill>
                <a:latin typeface="Comfortaa"/>
                <a:ea typeface="Comfortaa"/>
                <a:cs typeface="Comfortaa"/>
                <a:sym typeface="Comfortaa"/>
              </a:rPr>
              <a:t>First treatment</a:t>
            </a:r>
            <a:endParaRPr sz="1200">
              <a:solidFill>
                <a:srgbClr val="191919"/>
              </a:solidFill>
              <a:latin typeface="Comfortaa"/>
              <a:ea typeface="Comfortaa"/>
              <a:cs typeface="Comfortaa"/>
              <a:sym typeface="Comfortaa"/>
            </a:endParaRPr>
          </a:p>
        </p:txBody>
      </p:sp>
      <p:sp>
        <p:nvSpPr>
          <p:cNvPr id="388" name="Google Shape;388;p40"/>
          <p:cNvSpPr txBox="1"/>
          <p:nvPr/>
        </p:nvSpPr>
        <p:spPr>
          <a:xfrm flipH="1">
            <a:off x="6604825" y="1979650"/>
            <a:ext cx="1812300" cy="673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191919"/>
                </a:solidFill>
                <a:latin typeface="Comfortaa"/>
                <a:ea typeface="Comfortaa"/>
                <a:cs typeface="Comfortaa"/>
                <a:sym typeface="Comfortaa"/>
              </a:rPr>
              <a:t>Milestone discoveries</a:t>
            </a:r>
            <a:endParaRPr sz="1200">
              <a:solidFill>
                <a:srgbClr val="191919"/>
              </a:solidFill>
              <a:latin typeface="Comfortaa"/>
              <a:ea typeface="Comfortaa"/>
              <a:cs typeface="Comfortaa"/>
              <a:sym typeface="Comfortaa"/>
            </a:endParaRPr>
          </a:p>
        </p:txBody>
      </p:sp>
      <p:sp>
        <p:nvSpPr>
          <p:cNvPr id="389" name="Google Shape;389;p40"/>
          <p:cNvSpPr txBox="1"/>
          <p:nvPr/>
        </p:nvSpPr>
        <p:spPr>
          <a:xfrm flipH="1">
            <a:off x="713125" y="3785300"/>
            <a:ext cx="1812300" cy="673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191919"/>
                </a:solidFill>
                <a:latin typeface="Comfortaa"/>
                <a:ea typeface="Comfortaa"/>
                <a:cs typeface="Comfortaa"/>
                <a:sym typeface="Comfortaa"/>
              </a:rPr>
              <a:t>Breakthrough treatment</a:t>
            </a:r>
            <a:endParaRPr sz="1200">
              <a:solidFill>
                <a:srgbClr val="191919"/>
              </a:solidFill>
              <a:latin typeface="Comfortaa"/>
              <a:ea typeface="Comfortaa"/>
              <a:cs typeface="Comfortaa"/>
              <a:sym typeface="Comfortaa"/>
            </a:endParaRPr>
          </a:p>
        </p:txBody>
      </p:sp>
      <p:sp>
        <p:nvSpPr>
          <p:cNvPr id="390" name="Google Shape;390;p40"/>
          <p:cNvSpPr txBox="1"/>
          <p:nvPr/>
        </p:nvSpPr>
        <p:spPr>
          <a:xfrm flipH="1">
            <a:off x="2677025" y="3785300"/>
            <a:ext cx="1812300" cy="673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191919"/>
                </a:solidFill>
                <a:latin typeface="Comfortaa"/>
                <a:ea typeface="Comfortaa"/>
                <a:cs typeface="Comfortaa"/>
                <a:sym typeface="Comfortaa"/>
              </a:rPr>
              <a:t>Epidemic outbreak</a:t>
            </a:r>
            <a:endParaRPr sz="1200">
              <a:solidFill>
                <a:srgbClr val="191919"/>
              </a:solidFill>
              <a:latin typeface="Comfortaa"/>
              <a:ea typeface="Comfortaa"/>
              <a:cs typeface="Comfortaa"/>
              <a:sym typeface="Comfortaa"/>
            </a:endParaRPr>
          </a:p>
        </p:txBody>
      </p:sp>
      <p:sp>
        <p:nvSpPr>
          <p:cNvPr id="391" name="Google Shape;391;p40"/>
          <p:cNvSpPr txBox="1"/>
          <p:nvPr/>
        </p:nvSpPr>
        <p:spPr>
          <a:xfrm flipH="1">
            <a:off x="4640925" y="3785300"/>
            <a:ext cx="1812300" cy="673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191919"/>
                </a:solidFill>
                <a:latin typeface="Comfortaa"/>
                <a:ea typeface="Comfortaa"/>
                <a:cs typeface="Comfortaa"/>
                <a:sym typeface="Comfortaa"/>
              </a:rPr>
              <a:t>Current research</a:t>
            </a:r>
            <a:endParaRPr sz="1200">
              <a:solidFill>
                <a:srgbClr val="191919"/>
              </a:solidFill>
              <a:latin typeface="Comfortaa"/>
              <a:ea typeface="Comfortaa"/>
              <a:cs typeface="Comfortaa"/>
              <a:sym typeface="Comfortaa"/>
            </a:endParaRPr>
          </a:p>
        </p:txBody>
      </p:sp>
      <p:sp>
        <p:nvSpPr>
          <p:cNvPr id="392" name="Google Shape;392;p40"/>
          <p:cNvSpPr txBox="1"/>
          <p:nvPr/>
        </p:nvSpPr>
        <p:spPr>
          <a:xfrm flipH="1">
            <a:off x="6604825" y="3785300"/>
            <a:ext cx="1812300" cy="673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191919"/>
                </a:solidFill>
                <a:latin typeface="Comfortaa"/>
                <a:ea typeface="Comfortaa"/>
                <a:cs typeface="Comfortaa"/>
                <a:sym typeface="Comfortaa"/>
              </a:rPr>
              <a:t>Future directions</a:t>
            </a:r>
            <a:endParaRPr sz="1200">
              <a:solidFill>
                <a:srgbClr val="191919"/>
              </a:solidFill>
              <a:latin typeface="Comfortaa"/>
              <a:ea typeface="Comfortaa"/>
              <a:cs typeface="Comfortaa"/>
              <a:sym typeface="Comfortaa"/>
            </a:endParaRPr>
          </a:p>
        </p:txBody>
      </p:sp>
      <p:sp>
        <p:nvSpPr>
          <p:cNvPr id="393" name="Google Shape;393;p40"/>
          <p:cNvSpPr/>
          <p:nvPr/>
        </p:nvSpPr>
        <p:spPr>
          <a:xfrm>
            <a:off x="1531125" y="1361700"/>
            <a:ext cx="176400" cy="176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0"/>
          <p:cNvSpPr/>
          <p:nvPr/>
        </p:nvSpPr>
        <p:spPr>
          <a:xfrm>
            <a:off x="3495025" y="1361700"/>
            <a:ext cx="176400" cy="176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40"/>
          <p:cNvSpPr/>
          <p:nvPr/>
        </p:nvSpPr>
        <p:spPr>
          <a:xfrm>
            <a:off x="5458925" y="1361700"/>
            <a:ext cx="176400" cy="176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0"/>
          <p:cNvSpPr/>
          <p:nvPr/>
        </p:nvSpPr>
        <p:spPr>
          <a:xfrm>
            <a:off x="7422825" y="1361700"/>
            <a:ext cx="176400" cy="176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7" name="Google Shape;397;p40"/>
          <p:cNvCxnSpPr>
            <a:stCxn id="393" idx="3"/>
            <a:endCxn id="394" idx="1"/>
          </p:cNvCxnSpPr>
          <p:nvPr/>
        </p:nvCxnSpPr>
        <p:spPr>
          <a:xfrm>
            <a:off x="1707525" y="1449900"/>
            <a:ext cx="1787400" cy="0"/>
          </a:xfrm>
          <a:prstGeom prst="straightConnector1">
            <a:avLst/>
          </a:prstGeom>
          <a:noFill/>
          <a:ln cap="flat" cmpd="sng" w="9525">
            <a:solidFill>
              <a:schemeClr val="lt2"/>
            </a:solidFill>
            <a:prstDash val="solid"/>
            <a:round/>
            <a:headEnd len="med" w="med" type="none"/>
            <a:tailEnd len="med" w="med" type="none"/>
          </a:ln>
        </p:spPr>
      </p:cxnSp>
      <p:cxnSp>
        <p:nvCxnSpPr>
          <p:cNvPr id="398" name="Google Shape;398;p40"/>
          <p:cNvCxnSpPr>
            <a:stCxn id="394" idx="3"/>
            <a:endCxn id="395" idx="1"/>
          </p:cNvCxnSpPr>
          <p:nvPr/>
        </p:nvCxnSpPr>
        <p:spPr>
          <a:xfrm>
            <a:off x="3671425" y="1449900"/>
            <a:ext cx="1787400" cy="0"/>
          </a:xfrm>
          <a:prstGeom prst="straightConnector1">
            <a:avLst/>
          </a:prstGeom>
          <a:noFill/>
          <a:ln cap="flat" cmpd="sng" w="9525">
            <a:solidFill>
              <a:schemeClr val="lt2"/>
            </a:solidFill>
            <a:prstDash val="solid"/>
            <a:round/>
            <a:headEnd len="med" w="med" type="none"/>
            <a:tailEnd len="med" w="med" type="none"/>
          </a:ln>
        </p:spPr>
      </p:cxnSp>
      <p:cxnSp>
        <p:nvCxnSpPr>
          <p:cNvPr id="399" name="Google Shape;399;p40"/>
          <p:cNvCxnSpPr>
            <a:stCxn id="395" idx="3"/>
            <a:endCxn id="396" idx="1"/>
          </p:cNvCxnSpPr>
          <p:nvPr/>
        </p:nvCxnSpPr>
        <p:spPr>
          <a:xfrm>
            <a:off x="5635325" y="1449900"/>
            <a:ext cx="1787400" cy="0"/>
          </a:xfrm>
          <a:prstGeom prst="straightConnector1">
            <a:avLst/>
          </a:prstGeom>
          <a:noFill/>
          <a:ln cap="flat" cmpd="sng" w="9525">
            <a:solidFill>
              <a:schemeClr val="lt2"/>
            </a:solidFill>
            <a:prstDash val="solid"/>
            <a:round/>
            <a:headEnd len="med" w="med" type="none"/>
            <a:tailEnd len="med" w="med" type="none"/>
          </a:ln>
        </p:spPr>
      </p:cxnSp>
      <p:cxnSp>
        <p:nvCxnSpPr>
          <p:cNvPr id="400" name="Google Shape;400;p40"/>
          <p:cNvCxnSpPr>
            <a:stCxn id="393" idx="2"/>
            <a:endCxn id="385" idx="0"/>
          </p:cNvCxnSpPr>
          <p:nvPr/>
        </p:nvCxnSpPr>
        <p:spPr>
          <a:xfrm>
            <a:off x="1619325" y="1538100"/>
            <a:ext cx="0" cy="441600"/>
          </a:xfrm>
          <a:prstGeom prst="straightConnector1">
            <a:avLst/>
          </a:prstGeom>
          <a:noFill/>
          <a:ln cap="flat" cmpd="sng" w="9525">
            <a:solidFill>
              <a:schemeClr val="lt2"/>
            </a:solidFill>
            <a:prstDash val="solid"/>
            <a:round/>
            <a:headEnd len="med" w="med" type="none"/>
            <a:tailEnd len="med" w="med" type="none"/>
          </a:ln>
        </p:spPr>
      </p:cxnSp>
      <p:cxnSp>
        <p:nvCxnSpPr>
          <p:cNvPr id="401" name="Google Shape;401;p40"/>
          <p:cNvCxnSpPr>
            <a:stCxn id="394" idx="2"/>
            <a:endCxn id="386" idx="0"/>
          </p:cNvCxnSpPr>
          <p:nvPr/>
        </p:nvCxnSpPr>
        <p:spPr>
          <a:xfrm>
            <a:off x="3583225" y="1538100"/>
            <a:ext cx="0" cy="441600"/>
          </a:xfrm>
          <a:prstGeom prst="straightConnector1">
            <a:avLst/>
          </a:prstGeom>
          <a:noFill/>
          <a:ln cap="flat" cmpd="sng" w="9525">
            <a:solidFill>
              <a:schemeClr val="lt2"/>
            </a:solidFill>
            <a:prstDash val="solid"/>
            <a:round/>
            <a:headEnd len="med" w="med" type="none"/>
            <a:tailEnd len="med" w="med" type="none"/>
          </a:ln>
        </p:spPr>
      </p:cxnSp>
      <p:cxnSp>
        <p:nvCxnSpPr>
          <p:cNvPr id="402" name="Google Shape;402;p40"/>
          <p:cNvCxnSpPr>
            <a:stCxn id="395" idx="2"/>
            <a:endCxn id="387" idx="0"/>
          </p:cNvCxnSpPr>
          <p:nvPr/>
        </p:nvCxnSpPr>
        <p:spPr>
          <a:xfrm>
            <a:off x="5547125" y="1538100"/>
            <a:ext cx="0" cy="441600"/>
          </a:xfrm>
          <a:prstGeom prst="straightConnector1">
            <a:avLst/>
          </a:prstGeom>
          <a:noFill/>
          <a:ln cap="flat" cmpd="sng" w="9525">
            <a:solidFill>
              <a:schemeClr val="lt2"/>
            </a:solidFill>
            <a:prstDash val="solid"/>
            <a:round/>
            <a:headEnd len="med" w="med" type="none"/>
            <a:tailEnd len="med" w="med" type="none"/>
          </a:ln>
        </p:spPr>
      </p:cxnSp>
      <p:cxnSp>
        <p:nvCxnSpPr>
          <p:cNvPr id="403" name="Google Shape;403;p40"/>
          <p:cNvCxnSpPr>
            <a:stCxn id="396" idx="2"/>
            <a:endCxn id="388" idx="0"/>
          </p:cNvCxnSpPr>
          <p:nvPr/>
        </p:nvCxnSpPr>
        <p:spPr>
          <a:xfrm>
            <a:off x="7511025" y="1538100"/>
            <a:ext cx="0" cy="441600"/>
          </a:xfrm>
          <a:prstGeom prst="straightConnector1">
            <a:avLst/>
          </a:prstGeom>
          <a:noFill/>
          <a:ln cap="flat" cmpd="sng" w="9525">
            <a:solidFill>
              <a:schemeClr val="lt2"/>
            </a:solidFill>
            <a:prstDash val="solid"/>
            <a:round/>
            <a:headEnd len="med" w="med" type="none"/>
            <a:tailEnd len="med" w="med" type="none"/>
          </a:ln>
        </p:spPr>
      </p:cxnSp>
      <p:sp>
        <p:nvSpPr>
          <p:cNvPr id="404" name="Google Shape;404;p40"/>
          <p:cNvSpPr/>
          <p:nvPr/>
        </p:nvSpPr>
        <p:spPr>
          <a:xfrm>
            <a:off x="1531125" y="3196150"/>
            <a:ext cx="176400" cy="176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0"/>
          <p:cNvSpPr/>
          <p:nvPr/>
        </p:nvSpPr>
        <p:spPr>
          <a:xfrm>
            <a:off x="3495025" y="3196150"/>
            <a:ext cx="176400" cy="176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40"/>
          <p:cNvSpPr/>
          <p:nvPr/>
        </p:nvSpPr>
        <p:spPr>
          <a:xfrm>
            <a:off x="5458925" y="3196150"/>
            <a:ext cx="176400" cy="176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0"/>
          <p:cNvSpPr/>
          <p:nvPr/>
        </p:nvSpPr>
        <p:spPr>
          <a:xfrm>
            <a:off x="7422825" y="3196150"/>
            <a:ext cx="176400" cy="176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8" name="Google Shape;408;p40"/>
          <p:cNvCxnSpPr>
            <a:stCxn id="404" idx="3"/>
            <a:endCxn id="405" idx="1"/>
          </p:cNvCxnSpPr>
          <p:nvPr/>
        </p:nvCxnSpPr>
        <p:spPr>
          <a:xfrm>
            <a:off x="1707525" y="3284350"/>
            <a:ext cx="1787400" cy="0"/>
          </a:xfrm>
          <a:prstGeom prst="straightConnector1">
            <a:avLst/>
          </a:prstGeom>
          <a:noFill/>
          <a:ln cap="flat" cmpd="sng" w="9525">
            <a:solidFill>
              <a:schemeClr val="accent1"/>
            </a:solidFill>
            <a:prstDash val="solid"/>
            <a:round/>
            <a:headEnd len="med" w="med" type="none"/>
            <a:tailEnd len="med" w="med" type="none"/>
          </a:ln>
        </p:spPr>
      </p:cxnSp>
      <p:cxnSp>
        <p:nvCxnSpPr>
          <p:cNvPr id="409" name="Google Shape;409;p40"/>
          <p:cNvCxnSpPr>
            <a:stCxn id="405" idx="3"/>
            <a:endCxn id="406" idx="1"/>
          </p:cNvCxnSpPr>
          <p:nvPr/>
        </p:nvCxnSpPr>
        <p:spPr>
          <a:xfrm>
            <a:off x="3671425" y="3284350"/>
            <a:ext cx="1787400" cy="0"/>
          </a:xfrm>
          <a:prstGeom prst="straightConnector1">
            <a:avLst/>
          </a:prstGeom>
          <a:noFill/>
          <a:ln cap="flat" cmpd="sng" w="9525">
            <a:solidFill>
              <a:schemeClr val="accent1"/>
            </a:solidFill>
            <a:prstDash val="solid"/>
            <a:round/>
            <a:headEnd len="med" w="med" type="none"/>
            <a:tailEnd len="med" w="med" type="none"/>
          </a:ln>
        </p:spPr>
      </p:cxnSp>
      <p:cxnSp>
        <p:nvCxnSpPr>
          <p:cNvPr id="410" name="Google Shape;410;p40"/>
          <p:cNvCxnSpPr>
            <a:stCxn id="406" idx="3"/>
            <a:endCxn id="407" idx="1"/>
          </p:cNvCxnSpPr>
          <p:nvPr/>
        </p:nvCxnSpPr>
        <p:spPr>
          <a:xfrm>
            <a:off x="5635325" y="3284350"/>
            <a:ext cx="1787400" cy="0"/>
          </a:xfrm>
          <a:prstGeom prst="straightConnector1">
            <a:avLst/>
          </a:prstGeom>
          <a:noFill/>
          <a:ln cap="flat" cmpd="sng" w="9525">
            <a:solidFill>
              <a:schemeClr val="accent1"/>
            </a:solidFill>
            <a:prstDash val="solid"/>
            <a:round/>
            <a:headEnd len="med" w="med" type="none"/>
            <a:tailEnd len="med" w="med" type="none"/>
          </a:ln>
        </p:spPr>
      </p:cxnSp>
      <p:cxnSp>
        <p:nvCxnSpPr>
          <p:cNvPr id="411" name="Google Shape;411;p40"/>
          <p:cNvCxnSpPr>
            <a:stCxn id="404" idx="2"/>
            <a:endCxn id="389" idx="0"/>
          </p:cNvCxnSpPr>
          <p:nvPr/>
        </p:nvCxnSpPr>
        <p:spPr>
          <a:xfrm>
            <a:off x="1619325" y="3372550"/>
            <a:ext cx="0" cy="412800"/>
          </a:xfrm>
          <a:prstGeom prst="straightConnector1">
            <a:avLst/>
          </a:prstGeom>
          <a:noFill/>
          <a:ln cap="flat" cmpd="sng" w="9525">
            <a:solidFill>
              <a:schemeClr val="lt2"/>
            </a:solidFill>
            <a:prstDash val="solid"/>
            <a:round/>
            <a:headEnd len="med" w="med" type="none"/>
            <a:tailEnd len="med" w="med" type="none"/>
          </a:ln>
        </p:spPr>
      </p:cxnSp>
      <p:cxnSp>
        <p:nvCxnSpPr>
          <p:cNvPr id="412" name="Google Shape;412;p40"/>
          <p:cNvCxnSpPr>
            <a:stCxn id="405" idx="2"/>
            <a:endCxn id="390" idx="0"/>
          </p:cNvCxnSpPr>
          <p:nvPr/>
        </p:nvCxnSpPr>
        <p:spPr>
          <a:xfrm>
            <a:off x="3583225" y="3372550"/>
            <a:ext cx="0" cy="412800"/>
          </a:xfrm>
          <a:prstGeom prst="straightConnector1">
            <a:avLst/>
          </a:prstGeom>
          <a:noFill/>
          <a:ln cap="flat" cmpd="sng" w="9525">
            <a:solidFill>
              <a:schemeClr val="lt2"/>
            </a:solidFill>
            <a:prstDash val="solid"/>
            <a:round/>
            <a:headEnd len="med" w="med" type="none"/>
            <a:tailEnd len="med" w="med" type="none"/>
          </a:ln>
        </p:spPr>
      </p:cxnSp>
      <p:cxnSp>
        <p:nvCxnSpPr>
          <p:cNvPr id="413" name="Google Shape;413;p40"/>
          <p:cNvCxnSpPr>
            <a:stCxn id="406" idx="2"/>
            <a:endCxn id="391" idx="0"/>
          </p:cNvCxnSpPr>
          <p:nvPr/>
        </p:nvCxnSpPr>
        <p:spPr>
          <a:xfrm>
            <a:off x="5547125" y="3372550"/>
            <a:ext cx="0" cy="412800"/>
          </a:xfrm>
          <a:prstGeom prst="straightConnector1">
            <a:avLst/>
          </a:prstGeom>
          <a:noFill/>
          <a:ln cap="flat" cmpd="sng" w="9525">
            <a:solidFill>
              <a:schemeClr val="lt2"/>
            </a:solidFill>
            <a:prstDash val="solid"/>
            <a:round/>
            <a:headEnd len="med" w="med" type="none"/>
            <a:tailEnd len="med" w="med" type="none"/>
          </a:ln>
        </p:spPr>
      </p:cxnSp>
      <p:cxnSp>
        <p:nvCxnSpPr>
          <p:cNvPr id="414" name="Google Shape;414;p40"/>
          <p:cNvCxnSpPr>
            <a:stCxn id="407" idx="2"/>
            <a:endCxn id="392" idx="0"/>
          </p:cNvCxnSpPr>
          <p:nvPr/>
        </p:nvCxnSpPr>
        <p:spPr>
          <a:xfrm>
            <a:off x="7511025" y="3372550"/>
            <a:ext cx="0" cy="412800"/>
          </a:xfrm>
          <a:prstGeom prst="straightConnector1">
            <a:avLst/>
          </a:prstGeom>
          <a:noFill/>
          <a:ln cap="flat" cmpd="sng" w="9525">
            <a:solidFill>
              <a:schemeClr val="accent1"/>
            </a:solidFill>
            <a:prstDash val="solid"/>
            <a:round/>
            <a:headEnd len="med" w="med" type="none"/>
            <a:tailEnd len="med" w="med" type="none"/>
          </a:ln>
        </p:spPr>
      </p:cxnSp>
      <p:cxnSp>
        <p:nvCxnSpPr>
          <p:cNvPr id="415" name="Google Shape;415;p40"/>
          <p:cNvCxnSpPr>
            <a:stCxn id="396" idx="3"/>
            <a:endCxn id="404" idx="1"/>
          </p:cNvCxnSpPr>
          <p:nvPr/>
        </p:nvCxnSpPr>
        <p:spPr>
          <a:xfrm flipH="1">
            <a:off x="1531125" y="1449900"/>
            <a:ext cx="6068100" cy="1834500"/>
          </a:xfrm>
          <a:prstGeom prst="bentConnector5">
            <a:avLst>
              <a:gd fmla="val -14179" name="adj1"/>
              <a:gd fmla="val 78268" name="adj2"/>
              <a:gd fmla="val 113721" name="adj3"/>
            </a:avLst>
          </a:prstGeom>
          <a:noFill/>
          <a:ln cap="flat" cmpd="sng" w="9525">
            <a:solidFill>
              <a:schemeClr val="lt2"/>
            </a:solidFill>
            <a:prstDash val="solid"/>
            <a:round/>
            <a:headEnd len="med" w="med" type="none"/>
            <a:tailEnd len="med" w="med" type="none"/>
          </a:ln>
        </p:spPr>
      </p:cxnSp>
      <p:pic>
        <p:nvPicPr>
          <p:cNvPr id="416" name="Google Shape;416;p40"/>
          <p:cNvPicPr preferRelativeResize="0"/>
          <p:nvPr/>
        </p:nvPicPr>
        <p:blipFill rotWithShape="1">
          <a:blip r:embed="rId3">
            <a:alphaModFix/>
          </a:blip>
          <a:srcRect b="0" l="0" r="14617" t="0"/>
          <a:stretch/>
        </p:blipFill>
        <p:spPr>
          <a:xfrm rot="899960">
            <a:off x="1386999" y="1270924"/>
            <a:ext cx="398727" cy="397885"/>
          </a:xfrm>
          <a:prstGeom prst="rect">
            <a:avLst/>
          </a:prstGeom>
          <a:noFill/>
          <a:ln>
            <a:noFill/>
          </a:ln>
        </p:spPr>
      </p:pic>
      <p:pic>
        <p:nvPicPr>
          <p:cNvPr id="417" name="Google Shape;417;p40"/>
          <p:cNvPicPr preferRelativeResize="0"/>
          <p:nvPr/>
        </p:nvPicPr>
        <p:blipFill rotWithShape="1">
          <a:blip r:embed="rId3">
            <a:alphaModFix/>
          </a:blip>
          <a:srcRect b="0" l="0" r="14617" t="0"/>
          <a:stretch/>
        </p:blipFill>
        <p:spPr>
          <a:xfrm rot="899960">
            <a:off x="3361886" y="1270924"/>
            <a:ext cx="398727" cy="397885"/>
          </a:xfrm>
          <a:prstGeom prst="rect">
            <a:avLst/>
          </a:prstGeom>
          <a:noFill/>
          <a:ln>
            <a:noFill/>
          </a:ln>
        </p:spPr>
      </p:pic>
      <p:pic>
        <p:nvPicPr>
          <p:cNvPr id="418" name="Google Shape;418;p40"/>
          <p:cNvPicPr preferRelativeResize="0"/>
          <p:nvPr/>
        </p:nvPicPr>
        <p:blipFill rotWithShape="1">
          <a:blip r:embed="rId3">
            <a:alphaModFix/>
          </a:blip>
          <a:srcRect b="0" l="0" r="14617" t="0"/>
          <a:stretch/>
        </p:blipFill>
        <p:spPr>
          <a:xfrm rot="899960">
            <a:off x="5336774" y="1270924"/>
            <a:ext cx="398727" cy="397885"/>
          </a:xfrm>
          <a:prstGeom prst="rect">
            <a:avLst/>
          </a:prstGeom>
          <a:noFill/>
          <a:ln>
            <a:noFill/>
          </a:ln>
        </p:spPr>
      </p:pic>
      <p:pic>
        <p:nvPicPr>
          <p:cNvPr id="419" name="Google Shape;419;p40"/>
          <p:cNvPicPr preferRelativeResize="0"/>
          <p:nvPr/>
        </p:nvPicPr>
        <p:blipFill rotWithShape="1">
          <a:blip r:embed="rId3">
            <a:alphaModFix/>
          </a:blip>
          <a:srcRect b="0" l="0" r="14617" t="0"/>
          <a:stretch/>
        </p:blipFill>
        <p:spPr>
          <a:xfrm rot="899960">
            <a:off x="7311661" y="1270924"/>
            <a:ext cx="398727" cy="397885"/>
          </a:xfrm>
          <a:prstGeom prst="rect">
            <a:avLst/>
          </a:prstGeom>
          <a:noFill/>
          <a:ln>
            <a:noFill/>
          </a:ln>
        </p:spPr>
      </p:pic>
      <p:pic>
        <p:nvPicPr>
          <p:cNvPr id="420" name="Google Shape;420;p40"/>
          <p:cNvPicPr preferRelativeResize="0"/>
          <p:nvPr/>
        </p:nvPicPr>
        <p:blipFill rotWithShape="1">
          <a:blip r:embed="rId3">
            <a:alphaModFix/>
          </a:blip>
          <a:srcRect b="0" l="0" r="14617" t="0"/>
          <a:stretch/>
        </p:blipFill>
        <p:spPr>
          <a:xfrm rot="899960">
            <a:off x="7311661" y="3071905"/>
            <a:ext cx="398727" cy="397885"/>
          </a:xfrm>
          <a:prstGeom prst="rect">
            <a:avLst/>
          </a:prstGeom>
          <a:noFill/>
          <a:ln>
            <a:noFill/>
          </a:ln>
        </p:spPr>
      </p:pic>
      <p:pic>
        <p:nvPicPr>
          <p:cNvPr id="421" name="Google Shape;421;p40"/>
          <p:cNvPicPr preferRelativeResize="0"/>
          <p:nvPr/>
        </p:nvPicPr>
        <p:blipFill rotWithShape="1">
          <a:blip r:embed="rId3">
            <a:alphaModFix/>
          </a:blip>
          <a:srcRect b="0" l="0" r="14617" t="0"/>
          <a:stretch/>
        </p:blipFill>
        <p:spPr>
          <a:xfrm rot="899960">
            <a:off x="5347761" y="3071905"/>
            <a:ext cx="398727" cy="397885"/>
          </a:xfrm>
          <a:prstGeom prst="rect">
            <a:avLst/>
          </a:prstGeom>
          <a:noFill/>
          <a:ln>
            <a:noFill/>
          </a:ln>
        </p:spPr>
      </p:pic>
      <p:pic>
        <p:nvPicPr>
          <p:cNvPr id="422" name="Google Shape;422;p40"/>
          <p:cNvPicPr preferRelativeResize="0"/>
          <p:nvPr/>
        </p:nvPicPr>
        <p:blipFill rotWithShape="1">
          <a:blip r:embed="rId3">
            <a:alphaModFix/>
          </a:blip>
          <a:srcRect b="0" l="0" r="14617" t="0"/>
          <a:stretch/>
        </p:blipFill>
        <p:spPr>
          <a:xfrm rot="899960">
            <a:off x="3383861" y="3071905"/>
            <a:ext cx="398727" cy="397885"/>
          </a:xfrm>
          <a:prstGeom prst="rect">
            <a:avLst/>
          </a:prstGeom>
          <a:noFill/>
          <a:ln>
            <a:noFill/>
          </a:ln>
        </p:spPr>
      </p:pic>
      <p:pic>
        <p:nvPicPr>
          <p:cNvPr id="423" name="Google Shape;423;p40"/>
          <p:cNvPicPr preferRelativeResize="0"/>
          <p:nvPr/>
        </p:nvPicPr>
        <p:blipFill rotWithShape="1">
          <a:blip r:embed="rId3">
            <a:alphaModFix/>
          </a:blip>
          <a:srcRect b="0" l="0" r="14617" t="0"/>
          <a:stretch/>
        </p:blipFill>
        <p:spPr>
          <a:xfrm rot="899960">
            <a:off x="1419961" y="3071905"/>
            <a:ext cx="398727" cy="397885"/>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 name="Shape 427"/>
        <p:cNvGrpSpPr/>
        <p:nvPr/>
      </p:nvGrpSpPr>
      <p:grpSpPr>
        <a:xfrm>
          <a:off x="0" y="0"/>
          <a:ext cx="0" cy="0"/>
          <a:chOff x="0" y="0"/>
          <a:chExt cx="0" cy="0"/>
        </a:xfrm>
      </p:grpSpPr>
      <p:sp>
        <p:nvSpPr>
          <p:cNvPr id="428" name="Google Shape;428;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Diagnosis </a:t>
            </a:r>
            <a:r>
              <a:rPr lang="en">
                <a:solidFill>
                  <a:schemeClr val="lt2"/>
                </a:solidFill>
              </a:rPr>
              <a:t>and treatment flowchart</a:t>
            </a:r>
            <a:endParaRPr>
              <a:solidFill>
                <a:schemeClr val="lt2"/>
              </a:solidFill>
            </a:endParaRPr>
          </a:p>
        </p:txBody>
      </p:sp>
      <p:sp>
        <p:nvSpPr>
          <p:cNvPr id="429" name="Google Shape;429;p41"/>
          <p:cNvSpPr/>
          <p:nvPr/>
        </p:nvSpPr>
        <p:spPr>
          <a:xfrm>
            <a:off x="720000" y="1140650"/>
            <a:ext cx="7704000" cy="459000"/>
          </a:xfrm>
          <a:prstGeom prst="rec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1"/>
                </a:solidFill>
                <a:latin typeface="Poppins Medium"/>
                <a:ea typeface="Poppins Medium"/>
                <a:cs typeface="Poppins Medium"/>
                <a:sym typeface="Poppins Medium"/>
              </a:rPr>
              <a:t>Start</a:t>
            </a:r>
            <a:endParaRPr sz="1800">
              <a:solidFill>
                <a:schemeClr val="lt1"/>
              </a:solidFill>
              <a:latin typeface="Poppins Medium"/>
              <a:ea typeface="Poppins Medium"/>
              <a:cs typeface="Poppins Medium"/>
              <a:sym typeface="Poppins Medium"/>
            </a:endParaRPr>
          </a:p>
        </p:txBody>
      </p:sp>
      <p:sp>
        <p:nvSpPr>
          <p:cNvPr id="430" name="Google Shape;430;p41"/>
          <p:cNvSpPr/>
          <p:nvPr/>
        </p:nvSpPr>
        <p:spPr>
          <a:xfrm>
            <a:off x="2756356" y="1923975"/>
            <a:ext cx="1829400" cy="517800"/>
          </a:xfrm>
          <a:prstGeom prst="rec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Poppins Medium"/>
                <a:ea typeface="Poppins Medium"/>
                <a:cs typeface="Poppins Medium"/>
                <a:sym typeface="Poppins Medium"/>
              </a:rPr>
              <a:t>Diagnostic test</a:t>
            </a:r>
            <a:endParaRPr>
              <a:solidFill>
                <a:schemeClr val="lt1"/>
              </a:solidFill>
              <a:latin typeface="Poppins Medium"/>
              <a:ea typeface="Poppins Medium"/>
              <a:cs typeface="Poppins Medium"/>
              <a:sym typeface="Poppins Medium"/>
            </a:endParaRPr>
          </a:p>
        </p:txBody>
      </p:sp>
      <p:sp>
        <p:nvSpPr>
          <p:cNvPr id="431" name="Google Shape;431;p41"/>
          <p:cNvSpPr/>
          <p:nvPr/>
        </p:nvSpPr>
        <p:spPr>
          <a:xfrm>
            <a:off x="720000" y="1923975"/>
            <a:ext cx="1829400" cy="517800"/>
          </a:xfrm>
          <a:prstGeom prst="rec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Poppins Medium"/>
                <a:ea typeface="Poppins Medium"/>
                <a:cs typeface="Poppins Medium"/>
                <a:sym typeface="Poppins Medium"/>
              </a:rPr>
              <a:t>Patient symptoms</a:t>
            </a:r>
            <a:endParaRPr>
              <a:solidFill>
                <a:schemeClr val="lt1"/>
              </a:solidFill>
              <a:latin typeface="Poppins Medium"/>
              <a:ea typeface="Poppins Medium"/>
              <a:cs typeface="Poppins Medium"/>
              <a:sym typeface="Poppins Medium"/>
            </a:endParaRPr>
          </a:p>
        </p:txBody>
      </p:sp>
      <p:sp>
        <p:nvSpPr>
          <p:cNvPr id="432" name="Google Shape;432;p41"/>
          <p:cNvSpPr/>
          <p:nvPr/>
        </p:nvSpPr>
        <p:spPr>
          <a:xfrm>
            <a:off x="4675444" y="1923975"/>
            <a:ext cx="1829400" cy="517800"/>
          </a:xfrm>
          <a:prstGeom prst="rec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Poppins Medium"/>
                <a:ea typeface="Poppins Medium"/>
                <a:cs typeface="Poppins Medium"/>
                <a:sym typeface="Poppins Medium"/>
              </a:rPr>
              <a:t>Diagnosis confirmed</a:t>
            </a:r>
            <a:endParaRPr>
              <a:solidFill>
                <a:schemeClr val="lt1"/>
              </a:solidFill>
              <a:latin typeface="Poppins Medium"/>
              <a:ea typeface="Poppins Medium"/>
              <a:cs typeface="Poppins Medium"/>
              <a:sym typeface="Poppins Medium"/>
            </a:endParaRPr>
          </a:p>
        </p:txBody>
      </p:sp>
      <p:sp>
        <p:nvSpPr>
          <p:cNvPr id="433" name="Google Shape;433;p41"/>
          <p:cNvSpPr/>
          <p:nvPr/>
        </p:nvSpPr>
        <p:spPr>
          <a:xfrm>
            <a:off x="720000" y="2567750"/>
            <a:ext cx="1829400" cy="14805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1000">
                <a:latin typeface="Comfortaa"/>
                <a:ea typeface="Comfortaa"/>
                <a:cs typeface="Comfortaa"/>
                <a:sym typeface="Comfortaa"/>
              </a:rPr>
              <a:t>List the symptoms that the patient is experiencing: </a:t>
            </a:r>
            <a:endParaRPr sz="1000">
              <a:latin typeface="Comfortaa"/>
              <a:ea typeface="Comfortaa"/>
              <a:cs typeface="Comfortaa"/>
              <a:sym typeface="Comfortaa"/>
            </a:endParaRPr>
          </a:p>
          <a:p>
            <a:pPr indent="-234950" lvl="0" marL="285750" rtl="0" algn="l">
              <a:spcBef>
                <a:spcPts val="0"/>
              </a:spcBef>
              <a:spcAft>
                <a:spcPts val="0"/>
              </a:spcAft>
              <a:buSzPts val="1000"/>
              <a:buFont typeface="Comfortaa"/>
              <a:buAutoNum type="alphaUcPeriod"/>
            </a:pPr>
            <a:r>
              <a:rPr lang="en" sz="1000">
                <a:latin typeface="Comfortaa"/>
                <a:ea typeface="Comfortaa"/>
                <a:cs typeface="Comfortaa"/>
                <a:sym typeface="Comfortaa"/>
              </a:rPr>
              <a:t>Write the symptoms of the patient</a:t>
            </a:r>
            <a:endParaRPr sz="1000">
              <a:latin typeface="Comfortaa"/>
              <a:ea typeface="Comfortaa"/>
              <a:cs typeface="Comfortaa"/>
              <a:sym typeface="Comfortaa"/>
            </a:endParaRPr>
          </a:p>
          <a:p>
            <a:pPr indent="-234950" lvl="0" marL="285750" rtl="0" algn="l">
              <a:spcBef>
                <a:spcPts val="0"/>
              </a:spcBef>
              <a:spcAft>
                <a:spcPts val="0"/>
              </a:spcAft>
              <a:buSzPts val="1000"/>
              <a:buFont typeface="Comfortaa"/>
              <a:buAutoNum type="alphaUcPeriod"/>
            </a:pPr>
            <a:r>
              <a:rPr lang="en" sz="1000">
                <a:latin typeface="Comfortaa"/>
                <a:ea typeface="Comfortaa"/>
                <a:cs typeface="Comfortaa"/>
                <a:sym typeface="Comfortaa"/>
              </a:rPr>
              <a:t>Write the symptoms of the patient</a:t>
            </a:r>
            <a:endParaRPr sz="1000">
              <a:latin typeface="Comfortaa"/>
              <a:ea typeface="Comfortaa"/>
              <a:cs typeface="Comfortaa"/>
              <a:sym typeface="Comfortaa"/>
            </a:endParaRPr>
          </a:p>
          <a:p>
            <a:pPr indent="-234950" lvl="0" marL="285750" rtl="0" algn="l">
              <a:spcBef>
                <a:spcPts val="0"/>
              </a:spcBef>
              <a:spcAft>
                <a:spcPts val="0"/>
              </a:spcAft>
              <a:buSzPts val="1000"/>
              <a:buFont typeface="Comfortaa"/>
              <a:buAutoNum type="alphaUcPeriod"/>
            </a:pPr>
            <a:r>
              <a:rPr lang="en" sz="1000">
                <a:latin typeface="Comfortaa"/>
                <a:ea typeface="Comfortaa"/>
                <a:cs typeface="Comfortaa"/>
                <a:sym typeface="Comfortaa"/>
              </a:rPr>
              <a:t>Write the symptoms of the patient</a:t>
            </a:r>
            <a:endParaRPr sz="1000">
              <a:latin typeface="Comfortaa"/>
              <a:ea typeface="Comfortaa"/>
              <a:cs typeface="Comfortaa"/>
              <a:sym typeface="Comfortaa"/>
            </a:endParaRPr>
          </a:p>
        </p:txBody>
      </p:sp>
      <p:cxnSp>
        <p:nvCxnSpPr>
          <p:cNvPr id="434" name="Google Shape;434;p41"/>
          <p:cNvCxnSpPr>
            <a:stCxn id="429" idx="2"/>
            <a:endCxn id="431" idx="0"/>
          </p:cNvCxnSpPr>
          <p:nvPr/>
        </p:nvCxnSpPr>
        <p:spPr>
          <a:xfrm rot="5400000">
            <a:off x="2941200" y="293150"/>
            <a:ext cx="324300" cy="2937300"/>
          </a:xfrm>
          <a:prstGeom prst="bentConnector3">
            <a:avLst>
              <a:gd fmla="val 50004" name="adj1"/>
            </a:avLst>
          </a:prstGeom>
          <a:noFill/>
          <a:ln cap="flat" cmpd="sng" w="9525">
            <a:solidFill>
              <a:schemeClr val="dk2"/>
            </a:solidFill>
            <a:prstDash val="solid"/>
            <a:round/>
            <a:headEnd len="med" w="med" type="none"/>
            <a:tailEnd len="med" w="med" type="none"/>
          </a:ln>
        </p:spPr>
      </p:cxnSp>
      <p:cxnSp>
        <p:nvCxnSpPr>
          <p:cNvPr id="435" name="Google Shape;435;p41"/>
          <p:cNvCxnSpPr>
            <a:stCxn id="431" idx="2"/>
            <a:endCxn id="433" idx="0"/>
          </p:cNvCxnSpPr>
          <p:nvPr/>
        </p:nvCxnSpPr>
        <p:spPr>
          <a:xfrm flipH="1" rot="-5400000">
            <a:off x="1572000" y="2504475"/>
            <a:ext cx="126000" cy="600"/>
          </a:xfrm>
          <a:prstGeom prst="bentConnector3">
            <a:avLst>
              <a:gd fmla="val 49990" name="adj1"/>
            </a:avLst>
          </a:prstGeom>
          <a:noFill/>
          <a:ln cap="flat" cmpd="sng" w="9525">
            <a:solidFill>
              <a:schemeClr val="dk2"/>
            </a:solidFill>
            <a:prstDash val="solid"/>
            <a:round/>
            <a:headEnd len="med" w="med" type="none"/>
            <a:tailEnd len="med" w="med" type="none"/>
          </a:ln>
        </p:spPr>
      </p:cxnSp>
      <p:cxnSp>
        <p:nvCxnSpPr>
          <p:cNvPr id="436" name="Google Shape;436;p41"/>
          <p:cNvCxnSpPr>
            <a:stCxn id="430" idx="2"/>
            <a:endCxn id="437" idx="0"/>
          </p:cNvCxnSpPr>
          <p:nvPr/>
        </p:nvCxnSpPr>
        <p:spPr>
          <a:xfrm flipH="1" rot="-5400000">
            <a:off x="3608356" y="2504475"/>
            <a:ext cx="126000" cy="600"/>
          </a:xfrm>
          <a:prstGeom prst="bentConnector3">
            <a:avLst>
              <a:gd fmla="val 49990" name="adj1"/>
            </a:avLst>
          </a:prstGeom>
          <a:noFill/>
          <a:ln cap="flat" cmpd="sng" w="9525">
            <a:solidFill>
              <a:schemeClr val="dk2"/>
            </a:solidFill>
            <a:prstDash val="solid"/>
            <a:round/>
            <a:headEnd len="med" w="med" type="none"/>
            <a:tailEnd len="med" w="med" type="none"/>
          </a:ln>
        </p:spPr>
      </p:cxnSp>
      <p:sp>
        <p:nvSpPr>
          <p:cNvPr id="437" name="Google Shape;437;p41"/>
          <p:cNvSpPr/>
          <p:nvPr/>
        </p:nvSpPr>
        <p:spPr>
          <a:xfrm>
            <a:off x="2756354" y="2567750"/>
            <a:ext cx="1829400" cy="14805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1000">
                <a:latin typeface="Comfortaa"/>
                <a:ea typeface="Comfortaa"/>
                <a:cs typeface="Comfortaa"/>
                <a:sym typeface="Comfortaa"/>
              </a:rPr>
              <a:t>List the diagnostic tests that were performed: </a:t>
            </a:r>
            <a:endParaRPr sz="1000">
              <a:latin typeface="Comfortaa"/>
              <a:ea typeface="Comfortaa"/>
              <a:cs typeface="Comfortaa"/>
              <a:sym typeface="Comfortaa"/>
            </a:endParaRPr>
          </a:p>
          <a:p>
            <a:pPr indent="-234950" lvl="0" marL="285750" rtl="0" algn="l">
              <a:spcBef>
                <a:spcPts val="0"/>
              </a:spcBef>
              <a:spcAft>
                <a:spcPts val="0"/>
              </a:spcAft>
              <a:buSzPts val="1000"/>
              <a:buFont typeface="Comfortaa"/>
              <a:buAutoNum type="alphaUcPeriod"/>
            </a:pPr>
            <a:r>
              <a:rPr lang="en" sz="1000">
                <a:latin typeface="Comfortaa"/>
                <a:ea typeface="Comfortaa"/>
                <a:cs typeface="Comfortaa"/>
                <a:sym typeface="Comfortaa"/>
              </a:rPr>
              <a:t>Write the diagnostic test performed</a:t>
            </a:r>
            <a:endParaRPr sz="1000">
              <a:latin typeface="Comfortaa"/>
              <a:ea typeface="Comfortaa"/>
              <a:cs typeface="Comfortaa"/>
              <a:sym typeface="Comfortaa"/>
            </a:endParaRPr>
          </a:p>
          <a:p>
            <a:pPr indent="-234950" lvl="0" marL="285750" rtl="0" algn="l">
              <a:spcBef>
                <a:spcPts val="0"/>
              </a:spcBef>
              <a:spcAft>
                <a:spcPts val="0"/>
              </a:spcAft>
              <a:buSzPts val="1000"/>
              <a:buFont typeface="Comfortaa"/>
              <a:buAutoNum type="alphaUcPeriod"/>
            </a:pPr>
            <a:r>
              <a:rPr lang="en" sz="1000">
                <a:latin typeface="Comfortaa"/>
                <a:ea typeface="Comfortaa"/>
                <a:cs typeface="Comfortaa"/>
                <a:sym typeface="Comfortaa"/>
              </a:rPr>
              <a:t>Write the diagnostic test performed</a:t>
            </a:r>
            <a:endParaRPr sz="1000">
              <a:latin typeface="Comfortaa"/>
              <a:ea typeface="Comfortaa"/>
              <a:cs typeface="Comfortaa"/>
              <a:sym typeface="Comfortaa"/>
            </a:endParaRPr>
          </a:p>
          <a:p>
            <a:pPr indent="-234950" lvl="0" marL="285750" rtl="0" algn="l">
              <a:spcBef>
                <a:spcPts val="0"/>
              </a:spcBef>
              <a:spcAft>
                <a:spcPts val="0"/>
              </a:spcAft>
              <a:buSzPts val="1000"/>
              <a:buFont typeface="Comfortaa"/>
              <a:buAutoNum type="alphaUcPeriod"/>
            </a:pPr>
            <a:r>
              <a:rPr lang="en" sz="1000">
                <a:latin typeface="Comfortaa"/>
                <a:ea typeface="Comfortaa"/>
                <a:cs typeface="Comfortaa"/>
                <a:sym typeface="Comfortaa"/>
              </a:rPr>
              <a:t>Write the diagnostic test performed</a:t>
            </a:r>
            <a:endParaRPr sz="1000">
              <a:latin typeface="Comfortaa"/>
              <a:ea typeface="Comfortaa"/>
              <a:cs typeface="Comfortaa"/>
              <a:sym typeface="Comfortaa"/>
            </a:endParaRPr>
          </a:p>
        </p:txBody>
      </p:sp>
      <p:sp>
        <p:nvSpPr>
          <p:cNvPr id="438" name="Google Shape;438;p41"/>
          <p:cNvSpPr/>
          <p:nvPr/>
        </p:nvSpPr>
        <p:spPr>
          <a:xfrm>
            <a:off x="6594532" y="1923975"/>
            <a:ext cx="1829400" cy="517800"/>
          </a:xfrm>
          <a:prstGeom prst="rec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Poppins Medium"/>
                <a:ea typeface="Poppins Medium"/>
                <a:cs typeface="Poppins Medium"/>
                <a:sym typeface="Poppins Medium"/>
              </a:rPr>
              <a:t>Prescribe treatment</a:t>
            </a:r>
            <a:endParaRPr>
              <a:solidFill>
                <a:schemeClr val="lt1"/>
              </a:solidFill>
              <a:latin typeface="Poppins Medium"/>
              <a:ea typeface="Poppins Medium"/>
              <a:cs typeface="Poppins Medium"/>
              <a:sym typeface="Poppins Medium"/>
            </a:endParaRPr>
          </a:p>
        </p:txBody>
      </p:sp>
      <p:cxnSp>
        <p:nvCxnSpPr>
          <p:cNvPr id="439" name="Google Shape;439;p41"/>
          <p:cNvCxnSpPr>
            <a:stCxn id="438" idx="2"/>
            <a:endCxn id="440" idx="0"/>
          </p:cNvCxnSpPr>
          <p:nvPr/>
        </p:nvCxnSpPr>
        <p:spPr>
          <a:xfrm flipH="1" rot="-5400000">
            <a:off x="7446532" y="2504475"/>
            <a:ext cx="126000" cy="600"/>
          </a:xfrm>
          <a:prstGeom prst="bentConnector3">
            <a:avLst>
              <a:gd fmla="val 49990" name="adj1"/>
            </a:avLst>
          </a:prstGeom>
          <a:noFill/>
          <a:ln cap="flat" cmpd="sng" w="9525">
            <a:solidFill>
              <a:schemeClr val="dk2"/>
            </a:solidFill>
            <a:prstDash val="solid"/>
            <a:round/>
            <a:headEnd len="med" w="med" type="none"/>
            <a:tailEnd len="med" w="med" type="none"/>
          </a:ln>
        </p:spPr>
      </p:cxnSp>
      <p:sp>
        <p:nvSpPr>
          <p:cNvPr id="440" name="Google Shape;440;p41"/>
          <p:cNvSpPr/>
          <p:nvPr/>
        </p:nvSpPr>
        <p:spPr>
          <a:xfrm>
            <a:off x="6594527" y="2567750"/>
            <a:ext cx="1829400" cy="14805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1000">
                <a:latin typeface="Comfortaa"/>
                <a:ea typeface="Comfortaa"/>
                <a:cs typeface="Comfortaa"/>
                <a:sym typeface="Comfortaa"/>
              </a:rPr>
              <a:t>List the recommended treatment options</a:t>
            </a:r>
            <a:endParaRPr sz="1000">
              <a:latin typeface="Comfortaa"/>
              <a:ea typeface="Comfortaa"/>
              <a:cs typeface="Comfortaa"/>
              <a:sym typeface="Comfortaa"/>
            </a:endParaRPr>
          </a:p>
          <a:p>
            <a:pPr indent="-234950" lvl="0" marL="285750" rtl="0" algn="l">
              <a:spcBef>
                <a:spcPts val="0"/>
              </a:spcBef>
              <a:spcAft>
                <a:spcPts val="0"/>
              </a:spcAft>
              <a:buSzPts val="1000"/>
              <a:buFont typeface="Comfortaa"/>
              <a:buAutoNum type="alphaUcPeriod"/>
            </a:pPr>
            <a:r>
              <a:rPr lang="en" sz="1000">
                <a:latin typeface="Comfortaa"/>
                <a:ea typeface="Comfortaa"/>
                <a:cs typeface="Comfortaa"/>
                <a:sym typeface="Comfortaa"/>
              </a:rPr>
              <a:t>Write the</a:t>
            </a:r>
            <a:endParaRPr sz="1000">
              <a:latin typeface="Comfortaa"/>
              <a:ea typeface="Comfortaa"/>
              <a:cs typeface="Comfortaa"/>
              <a:sym typeface="Comfortaa"/>
            </a:endParaRPr>
          </a:p>
          <a:p>
            <a:pPr indent="0" lvl="0" marL="285750" rtl="0" algn="l">
              <a:spcBef>
                <a:spcPts val="0"/>
              </a:spcBef>
              <a:spcAft>
                <a:spcPts val="0"/>
              </a:spcAft>
              <a:buNone/>
            </a:pPr>
            <a:r>
              <a:rPr lang="en" sz="1000">
                <a:latin typeface="Comfortaa"/>
                <a:ea typeface="Comfortaa"/>
                <a:cs typeface="Comfortaa"/>
                <a:sym typeface="Comfortaa"/>
              </a:rPr>
              <a:t>treatment options</a:t>
            </a:r>
            <a:endParaRPr sz="1000">
              <a:latin typeface="Comfortaa"/>
              <a:ea typeface="Comfortaa"/>
              <a:cs typeface="Comfortaa"/>
              <a:sym typeface="Comfortaa"/>
            </a:endParaRPr>
          </a:p>
          <a:p>
            <a:pPr indent="-234950" lvl="0" marL="285750" rtl="0" algn="l">
              <a:spcBef>
                <a:spcPts val="0"/>
              </a:spcBef>
              <a:spcAft>
                <a:spcPts val="0"/>
              </a:spcAft>
              <a:buSzPts val="1000"/>
              <a:buFont typeface="Comfortaa"/>
              <a:buAutoNum type="alphaUcPeriod"/>
            </a:pPr>
            <a:r>
              <a:rPr lang="en" sz="1000">
                <a:latin typeface="Comfortaa"/>
                <a:ea typeface="Comfortaa"/>
                <a:cs typeface="Comfortaa"/>
                <a:sym typeface="Comfortaa"/>
              </a:rPr>
              <a:t>Write the</a:t>
            </a:r>
            <a:endParaRPr sz="1000">
              <a:latin typeface="Comfortaa"/>
              <a:ea typeface="Comfortaa"/>
              <a:cs typeface="Comfortaa"/>
              <a:sym typeface="Comfortaa"/>
            </a:endParaRPr>
          </a:p>
          <a:p>
            <a:pPr indent="0" lvl="0" marL="285750" rtl="0" algn="l">
              <a:spcBef>
                <a:spcPts val="0"/>
              </a:spcBef>
              <a:spcAft>
                <a:spcPts val="0"/>
              </a:spcAft>
              <a:buNone/>
            </a:pPr>
            <a:r>
              <a:rPr lang="en" sz="1000">
                <a:latin typeface="Comfortaa"/>
                <a:ea typeface="Comfortaa"/>
                <a:cs typeface="Comfortaa"/>
                <a:sym typeface="Comfortaa"/>
              </a:rPr>
              <a:t>treatment options</a:t>
            </a:r>
            <a:endParaRPr sz="1000">
              <a:latin typeface="Comfortaa"/>
              <a:ea typeface="Comfortaa"/>
              <a:cs typeface="Comfortaa"/>
              <a:sym typeface="Comfortaa"/>
            </a:endParaRPr>
          </a:p>
          <a:p>
            <a:pPr indent="-234950" lvl="0" marL="285750" rtl="0" algn="l">
              <a:spcBef>
                <a:spcPts val="0"/>
              </a:spcBef>
              <a:spcAft>
                <a:spcPts val="0"/>
              </a:spcAft>
              <a:buSzPts val="1000"/>
              <a:buFont typeface="Comfortaa"/>
              <a:buAutoNum type="alphaUcPeriod"/>
            </a:pPr>
            <a:r>
              <a:rPr lang="en" sz="1000">
                <a:latin typeface="Comfortaa"/>
                <a:ea typeface="Comfortaa"/>
                <a:cs typeface="Comfortaa"/>
                <a:sym typeface="Comfortaa"/>
              </a:rPr>
              <a:t>Write the</a:t>
            </a:r>
            <a:endParaRPr sz="1000">
              <a:latin typeface="Comfortaa"/>
              <a:ea typeface="Comfortaa"/>
              <a:cs typeface="Comfortaa"/>
              <a:sym typeface="Comfortaa"/>
            </a:endParaRPr>
          </a:p>
          <a:p>
            <a:pPr indent="0" lvl="0" marL="285750" rtl="0" algn="l">
              <a:spcBef>
                <a:spcPts val="0"/>
              </a:spcBef>
              <a:spcAft>
                <a:spcPts val="0"/>
              </a:spcAft>
              <a:buNone/>
            </a:pPr>
            <a:r>
              <a:rPr lang="en" sz="1000">
                <a:latin typeface="Comfortaa"/>
                <a:ea typeface="Comfortaa"/>
                <a:cs typeface="Comfortaa"/>
                <a:sym typeface="Comfortaa"/>
              </a:rPr>
              <a:t>treatment options</a:t>
            </a:r>
            <a:endParaRPr sz="1000">
              <a:latin typeface="Comfortaa"/>
              <a:ea typeface="Comfortaa"/>
              <a:cs typeface="Comfortaa"/>
              <a:sym typeface="Comfortaa"/>
            </a:endParaRPr>
          </a:p>
        </p:txBody>
      </p:sp>
      <p:sp>
        <p:nvSpPr>
          <p:cNvPr id="441" name="Google Shape;441;p41"/>
          <p:cNvSpPr/>
          <p:nvPr/>
        </p:nvSpPr>
        <p:spPr>
          <a:xfrm>
            <a:off x="720000" y="4256600"/>
            <a:ext cx="7704000" cy="351900"/>
          </a:xfrm>
          <a:prstGeom prst="rec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1"/>
                </a:solidFill>
                <a:latin typeface="Poppins Medium"/>
                <a:ea typeface="Poppins Medium"/>
                <a:cs typeface="Poppins Medium"/>
                <a:sym typeface="Poppins Medium"/>
              </a:rPr>
              <a:t>End</a:t>
            </a:r>
            <a:endParaRPr sz="1800">
              <a:solidFill>
                <a:schemeClr val="lt1"/>
              </a:solidFill>
              <a:latin typeface="Poppins Medium"/>
              <a:ea typeface="Poppins Medium"/>
              <a:cs typeface="Poppins Medium"/>
              <a:sym typeface="Poppins Medium"/>
            </a:endParaRPr>
          </a:p>
        </p:txBody>
      </p:sp>
      <p:cxnSp>
        <p:nvCxnSpPr>
          <p:cNvPr id="442" name="Google Shape;442;p41"/>
          <p:cNvCxnSpPr>
            <a:stCxn id="440" idx="2"/>
            <a:endCxn id="441" idx="0"/>
          </p:cNvCxnSpPr>
          <p:nvPr/>
        </p:nvCxnSpPr>
        <p:spPr>
          <a:xfrm rot="5400000">
            <a:off x="5936327" y="2683850"/>
            <a:ext cx="208500" cy="2937300"/>
          </a:xfrm>
          <a:prstGeom prst="bentConnector3">
            <a:avLst>
              <a:gd fmla="val 49964" name="adj1"/>
            </a:avLst>
          </a:prstGeom>
          <a:noFill/>
          <a:ln cap="flat" cmpd="sng" w="9525">
            <a:solidFill>
              <a:schemeClr val="dk2"/>
            </a:solidFill>
            <a:prstDash val="solid"/>
            <a:round/>
            <a:headEnd len="med" w="med" type="none"/>
            <a:tailEnd len="med" w="med" type="none"/>
          </a:ln>
        </p:spPr>
      </p:cxnSp>
      <p:cxnSp>
        <p:nvCxnSpPr>
          <p:cNvPr id="443" name="Google Shape;443;p41"/>
          <p:cNvCxnSpPr>
            <a:stCxn id="432" idx="2"/>
            <a:endCxn id="444" idx="0"/>
          </p:cNvCxnSpPr>
          <p:nvPr/>
        </p:nvCxnSpPr>
        <p:spPr>
          <a:xfrm flipH="1" rot="-5400000">
            <a:off x="5527444" y="2504475"/>
            <a:ext cx="126000" cy="600"/>
          </a:xfrm>
          <a:prstGeom prst="bentConnector3">
            <a:avLst>
              <a:gd fmla="val 49990" name="adj1"/>
            </a:avLst>
          </a:prstGeom>
          <a:noFill/>
          <a:ln cap="flat" cmpd="sng" w="9525">
            <a:solidFill>
              <a:schemeClr val="dk2"/>
            </a:solidFill>
            <a:prstDash val="solid"/>
            <a:round/>
            <a:headEnd len="med" w="med" type="none"/>
            <a:tailEnd len="med" w="med" type="none"/>
          </a:ln>
        </p:spPr>
      </p:cxnSp>
      <p:sp>
        <p:nvSpPr>
          <p:cNvPr id="444" name="Google Shape;444;p41"/>
          <p:cNvSpPr/>
          <p:nvPr/>
        </p:nvSpPr>
        <p:spPr>
          <a:xfrm>
            <a:off x="4675440" y="2567750"/>
            <a:ext cx="1829400" cy="14805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1000">
                <a:latin typeface="Comfortaa"/>
                <a:ea typeface="Comfortaa"/>
                <a:cs typeface="Comfortaa"/>
                <a:sym typeface="Comfortaa"/>
              </a:rPr>
              <a:t>This step represents the confirmation or ruling out of a specific disease diagnosis based on the results of the</a:t>
            </a:r>
            <a:endParaRPr sz="1000">
              <a:latin typeface="Comfortaa"/>
              <a:ea typeface="Comfortaa"/>
              <a:cs typeface="Comfortaa"/>
              <a:sym typeface="Comfortaa"/>
            </a:endParaRPr>
          </a:p>
          <a:p>
            <a:pPr indent="0" lvl="0" marL="0" rtl="0" algn="l">
              <a:spcBef>
                <a:spcPts val="0"/>
              </a:spcBef>
              <a:spcAft>
                <a:spcPts val="0"/>
              </a:spcAft>
              <a:buNone/>
            </a:pPr>
            <a:r>
              <a:rPr lang="en" sz="1000">
                <a:latin typeface="Comfortaa"/>
                <a:ea typeface="Comfortaa"/>
                <a:cs typeface="Comfortaa"/>
                <a:sym typeface="Comfortaa"/>
              </a:rPr>
              <a:t>diagnostic tests</a:t>
            </a:r>
            <a:endParaRPr sz="1000">
              <a:latin typeface="Comfortaa"/>
              <a:ea typeface="Comfortaa"/>
              <a:cs typeface="Comfortaa"/>
              <a:sym typeface="Comfortaa"/>
            </a:endParaRPr>
          </a:p>
        </p:txBody>
      </p:sp>
      <p:cxnSp>
        <p:nvCxnSpPr>
          <p:cNvPr id="445" name="Google Shape;445;p41"/>
          <p:cNvCxnSpPr>
            <a:stCxn id="431" idx="3"/>
            <a:endCxn id="430" idx="1"/>
          </p:cNvCxnSpPr>
          <p:nvPr/>
        </p:nvCxnSpPr>
        <p:spPr>
          <a:xfrm>
            <a:off x="2549400" y="2182875"/>
            <a:ext cx="207000" cy="600"/>
          </a:xfrm>
          <a:prstGeom prst="bentConnector3">
            <a:avLst>
              <a:gd fmla="val 49989" name="adj1"/>
            </a:avLst>
          </a:prstGeom>
          <a:noFill/>
          <a:ln cap="flat" cmpd="sng" w="9525">
            <a:solidFill>
              <a:schemeClr val="dk2"/>
            </a:solidFill>
            <a:prstDash val="solid"/>
            <a:round/>
            <a:headEnd len="med" w="med" type="none"/>
            <a:tailEnd len="med" w="med" type="none"/>
          </a:ln>
        </p:spPr>
      </p:cxnSp>
      <p:cxnSp>
        <p:nvCxnSpPr>
          <p:cNvPr id="446" name="Google Shape;446;p41"/>
          <p:cNvCxnSpPr>
            <a:stCxn id="430" idx="3"/>
            <a:endCxn id="432" idx="1"/>
          </p:cNvCxnSpPr>
          <p:nvPr/>
        </p:nvCxnSpPr>
        <p:spPr>
          <a:xfrm>
            <a:off x="4585756" y="2182875"/>
            <a:ext cx="89700" cy="600"/>
          </a:xfrm>
          <a:prstGeom prst="bentConnector3">
            <a:avLst>
              <a:gd fmla="val 49993" name="adj1"/>
            </a:avLst>
          </a:prstGeom>
          <a:noFill/>
          <a:ln cap="flat" cmpd="sng" w="9525">
            <a:solidFill>
              <a:schemeClr val="dk2"/>
            </a:solidFill>
            <a:prstDash val="solid"/>
            <a:round/>
            <a:headEnd len="med" w="med" type="none"/>
            <a:tailEnd len="med" w="med" type="none"/>
          </a:ln>
        </p:spPr>
      </p:cxnSp>
      <p:cxnSp>
        <p:nvCxnSpPr>
          <p:cNvPr id="447" name="Google Shape;447;p41"/>
          <p:cNvCxnSpPr>
            <a:stCxn id="432" idx="3"/>
            <a:endCxn id="438" idx="1"/>
          </p:cNvCxnSpPr>
          <p:nvPr/>
        </p:nvCxnSpPr>
        <p:spPr>
          <a:xfrm>
            <a:off x="6504844" y="2182875"/>
            <a:ext cx="89700" cy="600"/>
          </a:xfrm>
          <a:prstGeom prst="bentConnector3">
            <a:avLst>
              <a:gd fmla="val 49993" name="adj1"/>
            </a:avLst>
          </a:prstGeom>
          <a:noFill/>
          <a:ln cap="flat" cmpd="sng" w="9525">
            <a:solidFill>
              <a:schemeClr val="dk2"/>
            </a:solidFill>
            <a:prstDash val="solid"/>
            <a:round/>
            <a:headEnd len="med" w="med" type="none"/>
            <a:tailEnd len="med" w="med" type="non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 name="Shape 451"/>
        <p:cNvGrpSpPr/>
        <p:nvPr/>
      </p:nvGrpSpPr>
      <p:grpSpPr>
        <a:xfrm>
          <a:off x="0" y="0"/>
          <a:ext cx="0" cy="0"/>
          <a:chOff x="0" y="0"/>
          <a:chExt cx="0" cy="0"/>
        </a:xfrm>
      </p:grpSpPr>
      <p:sp>
        <p:nvSpPr>
          <p:cNvPr id="452" name="Google Shape;452;p42"/>
          <p:cNvSpPr txBox="1"/>
          <p:nvPr>
            <p:ph type="title"/>
          </p:nvPr>
        </p:nvSpPr>
        <p:spPr>
          <a:xfrm>
            <a:off x="3996600" y="733775"/>
            <a:ext cx="44013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Real life </a:t>
            </a:r>
            <a:r>
              <a:rPr lang="en">
                <a:solidFill>
                  <a:schemeClr val="lt2"/>
                </a:solidFill>
              </a:rPr>
              <a:t>impact</a:t>
            </a:r>
            <a:endParaRPr>
              <a:solidFill>
                <a:schemeClr val="lt2"/>
              </a:solidFill>
            </a:endParaRPr>
          </a:p>
        </p:txBody>
      </p:sp>
      <p:sp>
        <p:nvSpPr>
          <p:cNvPr id="453" name="Google Shape;453;p42"/>
          <p:cNvSpPr txBox="1"/>
          <p:nvPr>
            <p:ph idx="1" type="subTitle"/>
          </p:nvPr>
        </p:nvSpPr>
        <p:spPr>
          <a:xfrm>
            <a:off x="3996600" y="1362125"/>
            <a:ext cx="4401300" cy="88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photo showcase can be a useful addition to a business project proposal as it can help to visually communicate the concept or idea </a:t>
            </a:r>
            <a:endParaRPr/>
          </a:p>
          <a:p>
            <a:pPr indent="0" lvl="0" marL="0" rtl="0" algn="l">
              <a:spcBef>
                <a:spcPts val="0"/>
              </a:spcBef>
              <a:spcAft>
                <a:spcPts val="0"/>
              </a:spcAft>
              <a:buNone/>
            </a:pPr>
            <a:r>
              <a:rPr lang="en"/>
              <a:t>being proposed</a:t>
            </a:r>
            <a:endParaRPr/>
          </a:p>
        </p:txBody>
      </p:sp>
      <p:pic>
        <p:nvPicPr>
          <p:cNvPr id="454" name="Google Shape;454;p42"/>
          <p:cNvPicPr preferRelativeResize="0"/>
          <p:nvPr>
            <p:ph idx="2" type="pic"/>
          </p:nvPr>
        </p:nvPicPr>
        <p:blipFill rotWithShape="1">
          <a:blip r:embed="rId3">
            <a:alphaModFix/>
          </a:blip>
          <a:srcRect b="0" l="40034" r="10448" t="0"/>
          <a:stretch/>
        </p:blipFill>
        <p:spPr>
          <a:xfrm>
            <a:off x="606010" y="535000"/>
            <a:ext cx="3026294" cy="4073498"/>
          </a:xfrm>
          <a:prstGeom prst="rect">
            <a:avLst/>
          </a:prstGeom>
        </p:spPr>
      </p:pic>
      <p:pic>
        <p:nvPicPr>
          <p:cNvPr id="455" name="Google Shape;455;p42"/>
          <p:cNvPicPr preferRelativeResize="0"/>
          <p:nvPr>
            <p:ph idx="3" type="pic"/>
          </p:nvPr>
        </p:nvPicPr>
        <p:blipFill rotWithShape="1">
          <a:blip r:embed="rId4">
            <a:alphaModFix/>
          </a:blip>
          <a:srcRect b="14271" l="0" r="0" t="14264"/>
          <a:stretch/>
        </p:blipFill>
        <p:spPr>
          <a:xfrm>
            <a:off x="3991700" y="2481450"/>
            <a:ext cx="4465603" cy="2127049"/>
          </a:xfrm>
          <a:prstGeom prst="rect">
            <a:avLst/>
          </a:prstGeom>
        </p:spPr>
      </p:pic>
      <p:sp>
        <p:nvSpPr>
          <p:cNvPr id="456" name="Google Shape;456;p42"/>
          <p:cNvSpPr/>
          <p:nvPr/>
        </p:nvSpPr>
        <p:spPr>
          <a:xfrm rot="-3870207">
            <a:off x="8260574" y="1844649"/>
            <a:ext cx="3211529" cy="320836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2"/>
          <p:cNvSpPr/>
          <p:nvPr/>
        </p:nvSpPr>
        <p:spPr>
          <a:xfrm rot="-3870207">
            <a:off x="8260576" y="1905952"/>
            <a:ext cx="3211529" cy="3208364"/>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58" name="Google Shape;458;p42"/>
          <p:cNvPicPr preferRelativeResize="0"/>
          <p:nvPr/>
        </p:nvPicPr>
        <p:blipFill>
          <a:blip r:embed="rId5">
            <a:alphaModFix/>
          </a:blip>
          <a:stretch>
            <a:fillRect/>
          </a:stretch>
        </p:blipFill>
        <p:spPr>
          <a:xfrm>
            <a:off x="2892187" y="184620"/>
            <a:ext cx="1175967" cy="1213019"/>
          </a:xfrm>
          <a:prstGeom prst="rect">
            <a:avLst/>
          </a:prstGeom>
          <a:noFill/>
          <a:ln>
            <a:noFill/>
          </a:ln>
        </p:spPr>
      </p:pic>
      <p:pic>
        <p:nvPicPr>
          <p:cNvPr id="459" name="Google Shape;459;p42"/>
          <p:cNvPicPr preferRelativeResize="0"/>
          <p:nvPr/>
        </p:nvPicPr>
        <p:blipFill>
          <a:blip r:embed="rId6">
            <a:alphaModFix/>
          </a:blip>
          <a:stretch>
            <a:fillRect/>
          </a:stretch>
        </p:blipFill>
        <p:spPr>
          <a:xfrm>
            <a:off x="8428896" y="2819551"/>
            <a:ext cx="1338988" cy="1381168"/>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3" name="Shape 463"/>
        <p:cNvGrpSpPr/>
        <p:nvPr/>
      </p:nvGrpSpPr>
      <p:grpSpPr>
        <a:xfrm>
          <a:off x="0" y="0"/>
          <a:ext cx="0" cy="0"/>
          <a:chOff x="0" y="0"/>
          <a:chExt cx="0" cy="0"/>
        </a:xfrm>
      </p:grpSpPr>
      <p:graphicFrame>
        <p:nvGraphicFramePr>
          <p:cNvPr id="464" name="Google Shape;464;p43"/>
          <p:cNvGraphicFramePr/>
          <p:nvPr/>
        </p:nvGraphicFramePr>
        <p:xfrm>
          <a:off x="816938" y="1199588"/>
          <a:ext cx="3000000" cy="3000000"/>
        </p:xfrm>
        <a:graphic>
          <a:graphicData uri="http://schemas.openxmlformats.org/drawingml/2006/table">
            <a:tbl>
              <a:tblPr>
                <a:noFill/>
                <a:tableStyleId>{9124C68A-3E77-4A8F-8EA0-15565A1C2D81}</a:tableStyleId>
              </a:tblPr>
              <a:tblGrid>
                <a:gridCol w="676275"/>
                <a:gridCol w="1476375"/>
                <a:gridCol w="1685925"/>
              </a:tblGrid>
              <a:tr h="404175">
                <a:tc>
                  <a:txBody>
                    <a:bodyPr/>
                    <a:lstStyle/>
                    <a:p>
                      <a:pPr indent="0" lvl="0" marL="0" rtl="0" algn="l">
                        <a:lnSpc>
                          <a:spcPct val="100000"/>
                        </a:lnSpc>
                        <a:spcBef>
                          <a:spcPts val="0"/>
                        </a:spcBef>
                        <a:spcAft>
                          <a:spcPts val="0"/>
                        </a:spcAft>
                        <a:buNone/>
                      </a:pPr>
                      <a:r>
                        <a:rPr b="1" lang="en" sz="1200">
                          <a:solidFill>
                            <a:schemeClr val="lt1"/>
                          </a:solidFill>
                          <a:latin typeface="Comfortaa"/>
                          <a:ea typeface="Comfortaa"/>
                          <a:cs typeface="Comfortaa"/>
                          <a:sym typeface="Comfortaa"/>
                        </a:rPr>
                        <a:t>R</a:t>
                      </a:r>
                      <a:r>
                        <a:rPr b="1" lang="en" sz="1200">
                          <a:solidFill>
                            <a:schemeClr val="lt1"/>
                          </a:solidFill>
                          <a:latin typeface="Comfortaa"/>
                          <a:ea typeface="Comfortaa"/>
                          <a:cs typeface="Comfortaa"/>
                          <a:sym typeface="Comfortaa"/>
                        </a:rPr>
                        <a:t>egion</a:t>
                      </a:r>
                      <a:endParaRPr b="1" sz="1200">
                        <a:solidFill>
                          <a:schemeClr val="lt1"/>
                        </a:solidFill>
                        <a:latin typeface="Comfortaa"/>
                        <a:ea typeface="Comfortaa"/>
                        <a:cs typeface="Comfortaa"/>
                        <a:sym typeface="Comfortaa"/>
                      </a:endParaRPr>
                    </a:p>
                  </a:txBody>
                  <a:tcPr marT="9125" marB="9125" marR="9125" marL="27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l">
                        <a:lnSpc>
                          <a:spcPct val="100000"/>
                        </a:lnSpc>
                        <a:spcBef>
                          <a:spcPts val="0"/>
                        </a:spcBef>
                        <a:spcAft>
                          <a:spcPts val="0"/>
                        </a:spcAft>
                        <a:buNone/>
                      </a:pPr>
                      <a:r>
                        <a:rPr b="1" lang="en" sz="1200">
                          <a:solidFill>
                            <a:schemeClr val="lt1"/>
                          </a:solidFill>
                          <a:latin typeface="Comfortaa"/>
                          <a:ea typeface="Comfortaa"/>
                          <a:cs typeface="Comfortaa"/>
                          <a:sym typeface="Comfortaa"/>
                        </a:rPr>
                        <a:t>Number of cases</a:t>
                      </a:r>
                      <a:endParaRPr b="1" sz="1200">
                        <a:solidFill>
                          <a:schemeClr val="lt1"/>
                        </a:solidFill>
                        <a:latin typeface="Comfortaa"/>
                        <a:ea typeface="Comfortaa"/>
                        <a:cs typeface="Comfortaa"/>
                        <a:sym typeface="Comfortaa"/>
                      </a:endParaRPr>
                    </a:p>
                  </a:txBody>
                  <a:tcPr marT="9125" marB="9125" marR="9125" marL="27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l">
                        <a:lnSpc>
                          <a:spcPct val="100000"/>
                        </a:lnSpc>
                        <a:spcBef>
                          <a:spcPts val="0"/>
                        </a:spcBef>
                        <a:spcAft>
                          <a:spcPts val="0"/>
                        </a:spcAft>
                        <a:buNone/>
                      </a:pPr>
                      <a:r>
                        <a:rPr b="1" lang="en" sz="1200">
                          <a:solidFill>
                            <a:schemeClr val="lt1"/>
                          </a:solidFill>
                          <a:latin typeface="Comfortaa"/>
                          <a:ea typeface="Comfortaa"/>
                          <a:cs typeface="Comfortaa"/>
                          <a:sym typeface="Comfortaa"/>
                        </a:rPr>
                        <a:t>Percentage of cases</a:t>
                      </a:r>
                      <a:endParaRPr b="1" sz="1200">
                        <a:solidFill>
                          <a:schemeClr val="lt1"/>
                        </a:solidFill>
                        <a:latin typeface="Comfortaa"/>
                        <a:ea typeface="Comfortaa"/>
                        <a:cs typeface="Comfortaa"/>
                        <a:sym typeface="Comfortaa"/>
                      </a:endParaRPr>
                    </a:p>
                  </a:txBody>
                  <a:tcPr marT="9125" marB="9125" marR="9125" marL="27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r>
              <a:tr h="392300">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North</a:t>
                      </a:r>
                      <a:endParaRPr sz="1000">
                        <a:solidFill>
                          <a:schemeClr val="accent1"/>
                        </a:solidFill>
                        <a:latin typeface="Comfortaa"/>
                        <a:ea typeface="Comfortaa"/>
                        <a:cs typeface="Comfortaa"/>
                        <a:sym typeface="Comfortaa"/>
                      </a:endParaRPr>
                    </a:p>
                  </a:txBody>
                  <a:tcPr marT="9125" marB="9125" marR="91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1,000</a:t>
                      </a:r>
                      <a:endParaRPr sz="1000">
                        <a:solidFill>
                          <a:schemeClr val="accent1"/>
                        </a:solidFill>
                        <a:latin typeface="Comfortaa"/>
                        <a:ea typeface="Comfortaa"/>
                        <a:cs typeface="Comfortaa"/>
                        <a:sym typeface="Comfortaa"/>
                      </a:endParaRPr>
                    </a:p>
                  </a:txBody>
                  <a:tcPr marT="9125" marB="9125" marR="91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20%</a:t>
                      </a:r>
                      <a:endParaRPr sz="1000">
                        <a:solidFill>
                          <a:schemeClr val="accent1"/>
                        </a:solidFill>
                        <a:latin typeface="Comfortaa"/>
                        <a:ea typeface="Comfortaa"/>
                        <a:cs typeface="Comfortaa"/>
                        <a:sym typeface="Comfortaa"/>
                      </a:endParaRPr>
                    </a:p>
                  </a:txBody>
                  <a:tcPr marT="9125" marB="9125" marR="91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1"/>
                    </a:solidFill>
                  </a:tcPr>
                </a:tc>
              </a:tr>
              <a:tr h="392300">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South</a:t>
                      </a:r>
                      <a:endParaRPr sz="1000">
                        <a:solidFill>
                          <a:schemeClr val="accent1"/>
                        </a:solidFill>
                        <a:latin typeface="Comfortaa"/>
                        <a:ea typeface="Comfortaa"/>
                        <a:cs typeface="Comfortaa"/>
                        <a:sym typeface="Comfortaa"/>
                      </a:endParaRPr>
                    </a:p>
                  </a:txBody>
                  <a:tcPr marT="9125" marB="9125" marR="91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2,500</a:t>
                      </a:r>
                      <a:endParaRPr sz="1000">
                        <a:solidFill>
                          <a:schemeClr val="accent1"/>
                        </a:solidFill>
                        <a:latin typeface="Comfortaa"/>
                        <a:ea typeface="Comfortaa"/>
                        <a:cs typeface="Comfortaa"/>
                        <a:sym typeface="Comfortaa"/>
                      </a:endParaRPr>
                    </a:p>
                  </a:txBody>
                  <a:tcPr marT="9125" marB="9125" marR="91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50%</a:t>
                      </a:r>
                      <a:endParaRPr sz="1000">
                        <a:solidFill>
                          <a:schemeClr val="accent1"/>
                        </a:solidFill>
                        <a:latin typeface="Comfortaa"/>
                        <a:ea typeface="Comfortaa"/>
                        <a:cs typeface="Comfortaa"/>
                        <a:sym typeface="Comfortaa"/>
                      </a:endParaRPr>
                    </a:p>
                  </a:txBody>
                  <a:tcPr marT="9125" marB="9125" marR="91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1"/>
                    </a:solidFill>
                  </a:tcPr>
                </a:tc>
              </a:tr>
              <a:tr h="392300">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East</a:t>
                      </a:r>
                      <a:endParaRPr sz="1000">
                        <a:solidFill>
                          <a:schemeClr val="accent1"/>
                        </a:solidFill>
                        <a:latin typeface="Comfortaa"/>
                        <a:ea typeface="Comfortaa"/>
                        <a:cs typeface="Comfortaa"/>
                        <a:sym typeface="Comfortaa"/>
                      </a:endParaRPr>
                    </a:p>
                  </a:txBody>
                  <a:tcPr marT="9125" marB="9125" marR="91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1,200</a:t>
                      </a:r>
                      <a:endParaRPr sz="1000">
                        <a:solidFill>
                          <a:schemeClr val="accent1"/>
                        </a:solidFill>
                        <a:latin typeface="Comfortaa"/>
                        <a:ea typeface="Comfortaa"/>
                        <a:cs typeface="Comfortaa"/>
                        <a:sym typeface="Comfortaa"/>
                      </a:endParaRPr>
                    </a:p>
                  </a:txBody>
                  <a:tcPr marT="9125" marB="9125" marR="91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000">
                          <a:solidFill>
                            <a:schemeClr val="accent1"/>
                          </a:solidFill>
                          <a:latin typeface="Comfortaa"/>
                          <a:ea typeface="Comfortaa"/>
                          <a:cs typeface="Comfortaa"/>
                          <a:sym typeface="Comfortaa"/>
                        </a:rPr>
                        <a:t>24%</a:t>
                      </a:r>
                      <a:endParaRPr sz="1000">
                        <a:solidFill>
                          <a:schemeClr val="accent1"/>
                        </a:solidFill>
                        <a:latin typeface="Comfortaa"/>
                        <a:ea typeface="Comfortaa"/>
                        <a:cs typeface="Comfortaa"/>
                        <a:sym typeface="Comfortaa"/>
                      </a:endParaRPr>
                    </a:p>
                  </a:txBody>
                  <a:tcPr marT="9125" marB="9125" marR="91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1"/>
                    </a:solidFill>
                  </a:tcPr>
                </a:tc>
              </a:tr>
            </a:tbl>
          </a:graphicData>
        </a:graphic>
      </p:graphicFrame>
      <p:sp>
        <p:nvSpPr>
          <p:cNvPr id="465" name="Google Shape;465;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Disease </a:t>
            </a:r>
            <a:r>
              <a:rPr lang="en">
                <a:solidFill>
                  <a:schemeClr val="lt2"/>
                </a:solidFill>
              </a:rPr>
              <a:t>management</a:t>
            </a:r>
            <a:endParaRPr>
              <a:solidFill>
                <a:schemeClr val="lt2"/>
              </a:solidFill>
            </a:endParaRPr>
          </a:p>
        </p:txBody>
      </p:sp>
      <p:sp>
        <p:nvSpPr>
          <p:cNvPr id="466" name="Google Shape;466;p43"/>
          <p:cNvSpPr txBox="1"/>
          <p:nvPr/>
        </p:nvSpPr>
        <p:spPr>
          <a:xfrm>
            <a:off x="1560275" y="3007573"/>
            <a:ext cx="3360600" cy="339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Comfortaa"/>
                <a:ea typeface="Comfortaa"/>
                <a:cs typeface="Comfortaa"/>
                <a:sym typeface="Comfortaa"/>
              </a:rPr>
              <a:t>Decrease in new cases this year</a:t>
            </a:r>
            <a:endParaRPr sz="1200">
              <a:solidFill>
                <a:srgbClr val="191919"/>
              </a:solidFill>
              <a:latin typeface="Comfortaa"/>
              <a:ea typeface="Comfortaa"/>
              <a:cs typeface="Comfortaa"/>
              <a:sym typeface="Comfortaa"/>
            </a:endParaRPr>
          </a:p>
        </p:txBody>
      </p:sp>
      <p:sp>
        <p:nvSpPr>
          <p:cNvPr id="467" name="Google Shape;467;p43"/>
          <p:cNvSpPr txBox="1"/>
          <p:nvPr/>
        </p:nvSpPr>
        <p:spPr>
          <a:xfrm>
            <a:off x="1560275" y="3434382"/>
            <a:ext cx="3363600" cy="338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Comfortaa"/>
                <a:ea typeface="Comfortaa"/>
                <a:cs typeface="Comfortaa"/>
                <a:sym typeface="Comfortaa"/>
              </a:rPr>
              <a:t>Treatment success rate</a:t>
            </a:r>
            <a:endParaRPr sz="1200">
              <a:solidFill>
                <a:srgbClr val="191919"/>
              </a:solidFill>
              <a:latin typeface="Comfortaa"/>
              <a:ea typeface="Comfortaa"/>
              <a:cs typeface="Comfortaa"/>
              <a:sym typeface="Comfortaa"/>
            </a:endParaRPr>
          </a:p>
        </p:txBody>
      </p:sp>
      <p:sp>
        <p:nvSpPr>
          <p:cNvPr id="468" name="Google Shape;468;p43"/>
          <p:cNvSpPr txBox="1"/>
          <p:nvPr/>
        </p:nvSpPr>
        <p:spPr>
          <a:xfrm>
            <a:off x="1560275" y="3860590"/>
            <a:ext cx="3363600" cy="338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Comfortaa"/>
                <a:ea typeface="Comfortaa"/>
                <a:cs typeface="Comfortaa"/>
                <a:sym typeface="Comfortaa"/>
              </a:rPr>
              <a:t>Decrease in mortality rate over last year</a:t>
            </a:r>
            <a:endParaRPr sz="1200">
              <a:solidFill>
                <a:srgbClr val="191919"/>
              </a:solidFill>
              <a:latin typeface="Comfortaa"/>
              <a:ea typeface="Comfortaa"/>
              <a:cs typeface="Comfortaa"/>
              <a:sym typeface="Comfortaa"/>
            </a:endParaRPr>
          </a:p>
        </p:txBody>
      </p:sp>
      <p:sp>
        <p:nvSpPr>
          <p:cNvPr id="469" name="Google Shape;469;p43"/>
          <p:cNvSpPr/>
          <p:nvPr/>
        </p:nvSpPr>
        <p:spPr>
          <a:xfrm>
            <a:off x="796200" y="2963923"/>
            <a:ext cx="759000" cy="42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900">
                <a:solidFill>
                  <a:schemeClr val="lt2"/>
                </a:solidFill>
                <a:latin typeface="Poppins"/>
                <a:ea typeface="Poppins"/>
                <a:cs typeface="Poppins"/>
                <a:sym typeface="Poppins"/>
              </a:rPr>
              <a:t>10%</a:t>
            </a:r>
            <a:endParaRPr b="1" sz="1900">
              <a:solidFill>
                <a:schemeClr val="lt2"/>
              </a:solidFill>
              <a:latin typeface="Poppins"/>
              <a:ea typeface="Poppins"/>
              <a:cs typeface="Poppins"/>
              <a:sym typeface="Poppins"/>
            </a:endParaRPr>
          </a:p>
        </p:txBody>
      </p:sp>
      <p:sp>
        <p:nvSpPr>
          <p:cNvPr id="470" name="Google Shape;470;p43"/>
          <p:cNvSpPr/>
          <p:nvPr/>
        </p:nvSpPr>
        <p:spPr>
          <a:xfrm>
            <a:off x="796200" y="3390250"/>
            <a:ext cx="759000" cy="42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900">
                <a:solidFill>
                  <a:schemeClr val="lt2"/>
                </a:solidFill>
                <a:latin typeface="Poppins"/>
                <a:ea typeface="Poppins"/>
                <a:cs typeface="Poppins"/>
                <a:sym typeface="Poppins"/>
              </a:rPr>
              <a:t>95%</a:t>
            </a:r>
            <a:endParaRPr b="1" sz="1900">
              <a:solidFill>
                <a:schemeClr val="lt2"/>
              </a:solidFill>
              <a:latin typeface="Poppins"/>
              <a:ea typeface="Poppins"/>
              <a:cs typeface="Poppins"/>
              <a:sym typeface="Poppins"/>
            </a:endParaRPr>
          </a:p>
        </p:txBody>
      </p:sp>
      <p:sp>
        <p:nvSpPr>
          <p:cNvPr id="471" name="Google Shape;471;p43"/>
          <p:cNvSpPr/>
          <p:nvPr/>
        </p:nvSpPr>
        <p:spPr>
          <a:xfrm>
            <a:off x="796200" y="3816640"/>
            <a:ext cx="759000" cy="42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900">
                <a:solidFill>
                  <a:schemeClr val="lt2"/>
                </a:solidFill>
                <a:latin typeface="Poppins"/>
                <a:ea typeface="Poppins"/>
                <a:cs typeface="Poppins"/>
                <a:sym typeface="Poppins"/>
              </a:rPr>
              <a:t>2</a:t>
            </a:r>
            <a:r>
              <a:rPr b="1" lang="en" sz="1900">
                <a:solidFill>
                  <a:schemeClr val="lt2"/>
                </a:solidFill>
                <a:latin typeface="Poppins"/>
                <a:ea typeface="Poppins"/>
                <a:cs typeface="Poppins"/>
                <a:sym typeface="Poppins"/>
              </a:rPr>
              <a:t>0%</a:t>
            </a:r>
            <a:endParaRPr b="1" sz="1900">
              <a:solidFill>
                <a:schemeClr val="lt2"/>
              </a:solidFill>
              <a:latin typeface="Poppins"/>
              <a:ea typeface="Poppins"/>
              <a:cs typeface="Poppins"/>
              <a:sym typeface="Poppins"/>
            </a:endParaRPr>
          </a:p>
        </p:txBody>
      </p:sp>
      <p:sp>
        <p:nvSpPr>
          <p:cNvPr id="472" name="Google Shape;472;p43"/>
          <p:cNvSpPr txBox="1"/>
          <p:nvPr/>
        </p:nvSpPr>
        <p:spPr>
          <a:xfrm>
            <a:off x="5223216" y="1057100"/>
            <a:ext cx="2739000" cy="59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lt2"/>
                </a:solidFill>
                <a:latin typeface="Poppins SemiBold"/>
                <a:ea typeface="Poppins SemiBold"/>
                <a:cs typeface="Poppins SemiBold"/>
                <a:sym typeface="Poppins SemiBold"/>
              </a:rPr>
              <a:t>Number of cases of the </a:t>
            </a:r>
            <a:r>
              <a:rPr lang="en" sz="1800">
                <a:solidFill>
                  <a:schemeClr val="lt2"/>
                </a:solidFill>
                <a:latin typeface="Poppins SemiBold"/>
                <a:ea typeface="Poppins SemiBold"/>
                <a:cs typeface="Poppins SemiBold"/>
                <a:sym typeface="Poppins SemiBold"/>
              </a:rPr>
              <a:t>disease</a:t>
            </a:r>
            <a:r>
              <a:rPr lang="en" sz="1800">
                <a:solidFill>
                  <a:schemeClr val="lt2"/>
                </a:solidFill>
                <a:latin typeface="Poppins SemiBold"/>
                <a:ea typeface="Poppins SemiBold"/>
                <a:cs typeface="Poppins SemiBold"/>
                <a:sym typeface="Poppins SemiBold"/>
              </a:rPr>
              <a:t> over time</a:t>
            </a:r>
            <a:endParaRPr sz="1800">
              <a:solidFill>
                <a:schemeClr val="lt2"/>
              </a:solidFill>
              <a:latin typeface="Poppins SemiBold"/>
              <a:ea typeface="Poppins SemiBold"/>
              <a:cs typeface="Poppins SemiBold"/>
              <a:sym typeface="Poppins SemiBold"/>
            </a:endParaRPr>
          </a:p>
        </p:txBody>
      </p:sp>
      <p:sp>
        <p:nvSpPr>
          <p:cNvPr id="473" name="Google Shape;473;p43"/>
          <p:cNvSpPr txBox="1"/>
          <p:nvPr/>
        </p:nvSpPr>
        <p:spPr>
          <a:xfrm>
            <a:off x="929925" y="4270025"/>
            <a:ext cx="7436700" cy="23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accent1"/>
                </a:solidFill>
                <a:latin typeface="Comfortaa"/>
                <a:ea typeface="Comfortaa"/>
                <a:cs typeface="Comfortaa"/>
                <a:sym typeface="Comfortaa"/>
              </a:rPr>
              <a:t>Follow the link in the graph to modify its data and then paste the new one here. </a:t>
            </a:r>
            <a:r>
              <a:rPr b="1" lang="en" sz="1000">
                <a:solidFill>
                  <a:schemeClr val="accent1"/>
                </a:solidFill>
                <a:latin typeface="Comfortaa"/>
                <a:ea typeface="Comfortaa"/>
                <a:cs typeface="Comfortaa"/>
                <a:sym typeface="Comfortaa"/>
              </a:rPr>
              <a:t>For more info, </a:t>
            </a:r>
            <a:r>
              <a:rPr b="1" lang="en" sz="1000" u="sng">
                <a:solidFill>
                  <a:schemeClr val="hlink"/>
                </a:solidFill>
                <a:latin typeface="Comfortaa"/>
                <a:ea typeface="Comfortaa"/>
                <a:cs typeface="Comfortaa"/>
                <a:sym typeface="Comfortaa"/>
                <a:hlinkClick r:id="rId3"/>
              </a:rPr>
              <a:t>click here</a:t>
            </a:r>
            <a:endParaRPr b="1" sz="1000">
              <a:solidFill>
                <a:schemeClr val="accent1"/>
              </a:solidFill>
              <a:latin typeface="Comfortaa"/>
              <a:ea typeface="Comfortaa"/>
              <a:cs typeface="Comfortaa"/>
              <a:sym typeface="Comfortaa"/>
            </a:endParaRPr>
          </a:p>
        </p:txBody>
      </p:sp>
      <p:pic>
        <p:nvPicPr>
          <p:cNvPr id="474" name="Google Shape;474;p43" title="Chart">
            <a:hlinkClick r:id="rId4"/>
          </p:cNvPr>
          <p:cNvPicPr preferRelativeResize="0"/>
          <p:nvPr/>
        </p:nvPicPr>
        <p:blipFill>
          <a:blip r:embed="rId5">
            <a:alphaModFix/>
          </a:blip>
          <a:stretch>
            <a:fillRect/>
          </a:stretch>
        </p:blipFill>
        <p:spPr>
          <a:xfrm>
            <a:off x="5076275" y="1807400"/>
            <a:ext cx="3561855" cy="2310224"/>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Disease </a:t>
            </a:r>
            <a:r>
              <a:rPr lang="en">
                <a:solidFill>
                  <a:schemeClr val="lt2"/>
                </a:solidFill>
              </a:rPr>
              <a:t>overview</a:t>
            </a:r>
            <a:endParaRPr>
              <a:solidFill>
                <a:schemeClr val="lt2"/>
              </a:solidFill>
            </a:endParaRPr>
          </a:p>
        </p:txBody>
      </p:sp>
      <p:graphicFrame>
        <p:nvGraphicFramePr>
          <p:cNvPr id="480" name="Google Shape;480;p44"/>
          <p:cNvGraphicFramePr/>
          <p:nvPr/>
        </p:nvGraphicFramePr>
        <p:xfrm>
          <a:off x="720000" y="1153575"/>
          <a:ext cx="3000000" cy="3000000"/>
        </p:xfrm>
        <a:graphic>
          <a:graphicData uri="http://schemas.openxmlformats.org/drawingml/2006/table">
            <a:tbl>
              <a:tblPr>
                <a:noFill/>
                <a:tableStyleId>{B25CB304-C0FD-46AB-B551-F50E89CAD5CD}</a:tableStyleId>
              </a:tblPr>
              <a:tblGrid>
                <a:gridCol w="1143000"/>
                <a:gridCol w="2568950"/>
              </a:tblGrid>
              <a:tr h="362600">
                <a:tc gridSpan="2">
                  <a:txBody>
                    <a:bodyPr/>
                    <a:lstStyle/>
                    <a:p>
                      <a:pPr indent="0" lvl="0" marL="0" rtl="0" algn="ctr">
                        <a:spcBef>
                          <a:spcPts val="0"/>
                        </a:spcBef>
                        <a:spcAft>
                          <a:spcPts val="0"/>
                        </a:spcAft>
                        <a:buNone/>
                      </a:pPr>
                      <a:r>
                        <a:rPr lang="en" sz="1800">
                          <a:solidFill>
                            <a:schemeClr val="lt1"/>
                          </a:solidFill>
                          <a:latin typeface="Poppins SemiBold"/>
                          <a:ea typeface="Poppins SemiBold"/>
                          <a:cs typeface="Poppins SemiBold"/>
                          <a:sym typeface="Poppins SemiBold"/>
                        </a:rPr>
                        <a:t>Information</a:t>
                      </a:r>
                      <a:endParaRPr>
                        <a:solidFill>
                          <a:schemeClr val="lt1"/>
                        </a:solidFill>
                        <a:latin typeface="Poppins SemiBold"/>
                        <a:ea typeface="Poppins SemiBold"/>
                        <a:cs typeface="Poppins SemiBold"/>
                        <a:sym typeface="Poppins SemiBold"/>
                      </a:endParaRPr>
                    </a:p>
                  </a:txBody>
                  <a:tcPr marT="45700" marB="45700" marR="45700" marL="45700" anchor="b">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hMerge="1"/>
              </a:tr>
              <a:tr h="618475">
                <a:tc>
                  <a:txBody>
                    <a:bodyPr/>
                    <a:lstStyle/>
                    <a:p>
                      <a:pPr indent="0" lvl="0" marL="0" rtl="0" algn="ctr">
                        <a:spcBef>
                          <a:spcPts val="0"/>
                        </a:spcBef>
                        <a:spcAft>
                          <a:spcPts val="0"/>
                        </a:spcAft>
                        <a:buNone/>
                      </a:pPr>
                      <a:r>
                        <a:rPr lang="en" sz="1200">
                          <a:solidFill>
                            <a:schemeClr val="lt1"/>
                          </a:solidFill>
                          <a:latin typeface="Poppins SemiBold"/>
                          <a:ea typeface="Poppins SemiBold"/>
                          <a:cs typeface="Poppins SemiBold"/>
                          <a:sym typeface="Poppins SemiBold"/>
                        </a:rPr>
                        <a:t>Causes</a:t>
                      </a:r>
                      <a:endParaRPr sz="1200">
                        <a:solidFill>
                          <a:schemeClr val="lt1"/>
                        </a:solidFill>
                        <a:latin typeface="Poppins SemiBold"/>
                        <a:ea typeface="Poppins SemiBold"/>
                        <a:cs typeface="Poppins SemiBold"/>
                        <a:sym typeface="Poppins SemiBold"/>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latin typeface="Comfortaa"/>
                          <a:ea typeface="Comfortaa"/>
                          <a:cs typeface="Comfortaa"/>
                          <a:sym typeface="Comfortaa"/>
                        </a:rPr>
                        <a:t>Genetic, environmental, and lifestyle factors</a:t>
                      </a:r>
                      <a:endParaRPr sz="1200">
                        <a:latin typeface="Comfortaa"/>
                        <a:ea typeface="Comfortaa"/>
                        <a:cs typeface="Comfortaa"/>
                        <a:sym typeface="Comfortaa"/>
                      </a:endParaRPr>
                    </a:p>
                  </a:txBody>
                  <a:tcPr marT="45700" marB="45700" marR="45700" marL="45700" anchor="b">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618475">
                <a:tc>
                  <a:txBody>
                    <a:bodyPr/>
                    <a:lstStyle/>
                    <a:p>
                      <a:pPr indent="0" lvl="0" marL="0" rtl="0" algn="ctr">
                        <a:spcBef>
                          <a:spcPts val="0"/>
                        </a:spcBef>
                        <a:spcAft>
                          <a:spcPts val="0"/>
                        </a:spcAft>
                        <a:buNone/>
                      </a:pPr>
                      <a:r>
                        <a:rPr lang="en" sz="1200">
                          <a:solidFill>
                            <a:schemeClr val="lt1"/>
                          </a:solidFill>
                          <a:latin typeface="Poppins SemiBold"/>
                          <a:ea typeface="Poppins SemiBold"/>
                          <a:cs typeface="Poppins SemiBold"/>
                          <a:sym typeface="Poppins SemiBold"/>
                        </a:rPr>
                        <a:t>Symptoms</a:t>
                      </a:r>
                      <a:endParaRPr sz="1200">
                        <a:solidFill>
                          <a:schemeClr val="lt1"/>
                        </a:solidFill>
                        <a:latin typeface="Poppins SemiBold"/>
                        <a:ea typeface="Poppins SemiBold"/>
                        <a:cs typeface="Poppins SemiBold"/>
                        <a:sym typeface="Poppins SemiBold"/>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latin typeface="Comfortaa"/>
                          <a:ea typeface="Comfortaa"/>
                          <a:cs typeface="Comfortaa"/>
                          <a:sym typeface="Comfortaa"/>
                        </a:rPr>
                        <a:t>Fatigue, weight loss, joint pain, fever, and rash</a:t>
                      </a:r>
                      <a:endParaRPr sz="1200">
                        <a:latin typeface="Comfortaa"/>
                        <a:ea typeface="Comfortaa"/>
                        <a:cs typeface="Comfortaa"/>
                        <a:sym typeface="Comfortaa"/>
                      </a:endParaRPr>
                    </a:p>
                  </a:txBody>
                  <a:tcPr marT="45700" marB="45700" marR="45700" marL="45700" anchor="b">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618475">
                <a:tc>
                  <a:txBody>
                    <a:bodyPr/>
                    <a:lstStyle/>
                    <a:p>
                      <a:pPr indent="0" lvl="0" marL="0" rtl="0" algn="ctr">
                        <a:spcBef>
                          <a:spcPts val="0"/>
                        </a:spcBef>
                        <a:spcAft>
                          <a:spcPts val="0"/>
                        </a:spcAft>
                        <a:buNone/>
                      </a:pPr>
                      <a:r>
                        <a:rPr lang="en" sz="1200">
                          <a:solidFill>
                            <a:schemeClr val="lt1"/>
                          </a:solidFill>
                          <a:latin typeface="Poppins SemiBold"/>
                          <a:ea typeface="Poppins SemiBold"/>
                          <a:cs typeface="Poppins SemiBold"/>
                          <a:sym typeface="Poppins SemiBold"/>
                        </a:rPr>
                        <a:t>Diagnosis</a:t>
                      </a:r>
                      <a:endParaRPr sz="1200">
                        <a:solidFill>
                          <a:schemeClr val="lt1"/>
                        </a:solidFill>
                        <a:latin typeface="Poppins SemiBold"/>
                        <a:ea typeface="Poppins SemiBold"/>
                        <a:cs typeface="Poppins SemiBold"/>
                        <a:sym typeface="Poppins SemiBold"/>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latin typeface="Comfortaa"/>
                          <a:ea typeface="Comfortaa"/>
                          <a:cs typeface="Comfortaa"/>
                          <a:sym typeface="Comfortaa"/>
                        </a:rPr>
                        <a:t>Blood tests, imaging tests, and biopsy</a:t>
                      </a:r>
                      <a:endParaRPr sz="1200">
                        <a:latin typeface="Comfortaa"/>
                        <a:ea typeface="Comfortaa"/>
                        <a:cs typeface="Comfortaa"/>
                        <a:sym typeface="Comfortaa"/>
                      </a:endParaRPr>
                    </a:p>
                  </a:txBody>
                  <a:tcPr marT="45700" marB="45700" marR="45700" marL="45700" anchor="b">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618475">
                <a:tc>
                  <a:txBody>
                    <a:bodyPr/>
                    <a:lstStyle/>
                    <a:p>
                      <a:pPr indent="0" lvl="0" marL="0" rtl="0" algn="ctr">
                        <a:spcBef>
                          <a:spcPts val="0"/>
                        </a:spcBef>
                        <a:spcAft>
                          <a:spcPts val="0"/>
                        </a:spcAft>
                        <a:buNone/>
                      </a:pPr>
                      <a:r>
                        <a:rPr lang="en" sz="1200">
                          <a:solidFill>
                            <a:schemeClr val="lt1"/>
                          </a:solidFill>
                          <a:latin typeface="Poppins SemiBold"/>
                          <a:ea typeface="Poppins SemiBold"/>
                          <a:cs typeface="Poppins SemiBold"/>
                          <a:sym typeface="Poppins SemiBold"/>
                        </a:rPr>
                        <a:t>Treatment</a:t>
                      </a:r>
                      <a:endParaRPr sz="1200">
                        <a:solidFill>
                          <a:schemeClr val="lt1"/>
                        </a:solidFill>
                        <a:latin typeface="Poppins SemiBold"/>
                        <a:ea typeface="Poppins SemiBold"/>
                        <a:cs typeface="Poppins SemiBold"/>
                        <a:sym typeface="Poppins SemiBold"/>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latin typeface="Comfortaa"/>
                          <a:ea typeface="Comfortaa"/>
                          <a:cs typeface="Comfortaa"/>
                          <a:sym typeface="Comfortaa"/>
                        </a:rPr>
                        <a:t>Medications, surgery, and lifestyle changes</a:t>
                      </a:r>
                      <a:endParaRPr sz="1200">
                        <a:latin typeface="Comfortaa"/>
                        <a:ea typeface="Comfortaa"/>
                        <a:cs typeface="Comfortaa"/>
                        <a:sym typeface="Comfortaa"/>
                      </a:endParaRPr>
                    </a:p>
                  </a:txBody>
                  <a:tcPr marT="45700" marB="45700" marR="45700" marL="45700" anchor="b">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618475">
                <a:tc>
                  <a:txBody>
                    <a:bodyPr/>
                    <a:lstStyle/>
                    <a:p>
                      <a:pPr indent="0" lvl="0" marL="0" rtl="0" algn="ctr">
                        <a:spcBef>
                          <a:spcPts val="0"/>
                        </a:spcBef>
                        <a:spcAft>
                          <a:spcPts val="0"/>
                        </a:spcAft>
                        <a:buNone/>
                      </a:pPr>
                      <a:r>
                        <a:rPr lang="en" sz="1200">
                          <a:solidFill>
                            <a:schemeClr val="lt1"/>
                          </a:solidFill>
                          <a:latin typeface="Poppins SemiBold"/>
                          <a:ea typeface="Poppins SemiBold"/>
                          <a:cs typeface="Poppins SemiBold"/>
                          <a:sym typeface="Poppins SemiBold"/>
                        </a:rPr>
                        <a:t>Prevention</a:t>
                      </a:r>
                      <a:endParaRPr sz="1200">
                        <a:solidFill>
                          <a:schemeClr val="lt1"/>
                        </a:solidFill>
                        <a:latin typeface="Poppins SemiBold"/>
                        <a:ea typeface="Poppins SemiBold"/>
                        <a:cs typeface="Poppins SemiBold"/>
                        <a:sym typeface="Poppins SemiBold"/>
                      </a:endParaRPr>
                    </a:p>
                  </a:txBody>
                  <a:tcPr marT="45700" marB="45700" marR="45700" marL="4570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latin typeface="Comfortaa"/>
                          <a:ea typeface="Comfortaa"/>
                          <a:cs typeface="Comfortaa"/>
                          <a:sym typeface="Comfortaa"/>
                        </a:rPr>
                        <a:t>Vaccination, hygiene, and avoiding high-risk behaviors</a:t>
                      </a:r>
                      <a:endParaRPr sz="1200">
                        <a:latin typeface="Comfortaa"/>
                        <a:ea typeface="Comfortaa"/>
                        <a:cs typeface="Comfortaa"/>
                        <a:sym typeface="Comfortaa"/>
                      </a:endParaRPr>
                    </a:p>
                  </a:txBody>
                  <a:tcPr marT="45700" marB="45700" marR="45700" marL="45700" anchor="b">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
        <p:nvSpPr>
          <p:cNvPr id="481" name="Google Shape;481;p44"/>
          <p:cNvSpPr txBox="1"/>
          <p:nvPr>
            <p:ph idx="4294967295" type="subTitle"/>
          </p:nvPr>
        </p:nvSpPr>
        <p:spPr>
          <a:xfrm>
            <a:off x="4581425" y="1153575"/>
            <a:ext cx="3842700" cy="32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lt2"/>
                </a:solidFill>
                <a:latin typeface="Poppins SemiBold"/>
                <a:ea typeface="Poppins SemiBold"/>
                <a:cs typeface="Poppins SemiBold"/>
                <a:sym typeface="Poppins SemiBold"/>
              </a:rPr>
              <a:t>Key findings</a:t>
            </a:r>
            <a:endParaRPr sz="1800">
              <a:solidFill>
                <a:schemeClr val="lt2"/>
              </a:solidFill>
              <a:latin typeface="Poppins SemiBold"/>
              <a:ea typeface="Poppins SemiBold"/>
              <a:cs typeface="Poppins SemiBold"/>
              <a:sym typeface="Poppins SemiBold"/>
            </a:endParaRPr>
          </a:p>
        </p:txBody>
      </p:sp>
      <p:sp>
        <p:nvSpPr>
          <p:cNvPr id="482" name="Google Shape;482;p44"/>
          <p:cNvSpPr txBox="1"/>
          <p:nvPr>
            <p:ph idx="4294967295" type="subTitle"/>
          </p:nvPr>
        </p:nvSpPr>
        <p:spPr>
          <a:xfrm>
            <a:off x="4581425" y="1474400"/>
            <a:ext cx="3842700" cy="1281900"/>
          </a:xfrm>
          <a:prstGeom prst="rect">
            <a:avLst/>
          </a:prstGeom>
        </p:spPr>
        <p:txBody>
          <a:bodyPr anchorCtr="0" anchor="t" bIns="91425" lIns="91425" spcFirstLastPara="1" rIns="91425" wrap="square" tIns="91425">
            <a:noAutofit/>
          </a:bodyPr>
          <a:lstStyle/>
          <a:p>
            <a:pPr indent="-304800" lvl="0" marL="342900" rtl="0" algn="l">
              <a:spcBef>
                <a:spcPts val="1000"/>
              </a:spcBef>
              <a:spcAft>
                <a:spcPts val="0"/>
              </a:spcAft>
              <a:buSzPts val="1200"/>
              <a:buChar char="●"/>
            </a:pPr>
            <a:r>
              <a:rPr lang="en"/>
              <a:t>Summarize the most important or relevant aspects of the disease</a:t>
            </a:r>
            <a:endParaRPr/>
          </a:p>
          <a:p>
            <a:pPr indent="-304800" lvl="0" marL="342900" rtl="0" algn="l">
              <a:spcBef>
                <a:spcPts val="1000"/>
              </a:spcBef>
              <a:spcAft>
                <a:spcPts val="0"/>
              </a:spcAft>
              <a:buSzPts val="1200"/>
              <a:buChar char="●"/>
            </a:pPr>
            <a:r>
              <a:rPr lang="en"/>
              <a:t>Use bullet points to present the key findings in a clear and organized manner</a:t>
            </a:r>
            <a:endParaRPr/>
          </a:p>
        </p:txBody>
      </p:sp>
      <p:sp>
        <p:nvSpPr>
          <p:cNvPr id="483" name="Google Shape;483;p44"/>
          <p:cNvSpPr txBox="1"/>
          <p:nvPr>
            <p:ph idx="4294967295" type="subTitle"/>
          </p:nvPr>
        </p:nvSpPr>
        <p:spPr>
          <a:xfrm>
            <a:off x="4581422" y="2911100"/>
            <a:ext cx="3711900" cy="36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lt2"/>
                </a:solidFill>
                <a:latin typeface="Poppins SemiBold"/>
                <a:ea typeface="Poppins SemiBold"/>
                <a:cs typeface="Poppins SemiBold"/>
                <a:sym typeface="Poppins SemiBold"/>
              </a:rPr>
              <a:t>Conclusions</a:t>
            </a:r>
            <a:endParaRPr sz="1800">
              <a:solidFill>
                <a:schemeClr val="lt2"/>
              </a:solidFill>
              <a:latin typeface="Poppins SemiBold"/>
              <a:ea typeface="Poppins SemiBold"/>
              <a:cs typeface="Poppins SemiBold"/>
              <a:sym typeface="Poppins SemiBold"/>
            </a:endParaRPr>
          </a:p>
        </p:txBody>
      </p:sp>
      <p:sp>
        <p:nvSpPr>
          <p:cNvPr id="484" name="Google Shape;484;p44"/>
          <p:cNvSpPr txBox="1"/>
          <p:nvPr>
            <p:ph idx="4294967295" type="subTitle"/>
          </p:nvPr>
        </p:nvSpPr>
        <p:spPr>
          <a:xfrm>
            <a:off x="5136450" y="3337000"/>
            <a:ext cx="3292500" cy="58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 this section, summarize the key findings from the disease study</a:t>
            </a:r>
            <a:endParaRPr/>
          </a:p>
        </p:txBody>
      </p:sp>
      <p:sp>
        <p:nvSpPr>
          <p:cNvPr id="485" name="Google Shape;485;p44"/>
          <p:cNvSpPr txBox="1"/>
          <p:nvPr>
            <p:ph idx="4294967295" type="subTitle"/>
          </p:nvPr>
        </p:nvSpPr>
        <p:spPr>
          <a:xfrm>
            <a:off x="5136450" y="4022798"/>
            <a:ext cx="3292500" cy="58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Provide an overview of the implications for the current diagnosis and treatment plan</a:t>
            </a:r>
            <a:endParaRPr/>
          </a:p>
        </p:txBody>
      </p:sp>
      <p:sp>
        <p:nvSpPr>
          <p:cNvPr id="486" name="Google Shape;486;p44"/>
          <p:cNvSpPr/>
          <p:nvPr/>
        </p:nvSpPr>
        <p:spPr>
          <a:xfrm>
            <a:off x="4677825" y="3413200"/>
            <a:ext cx="362400" cy="362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1</a:t>
            </a:r>
            <a:endParaRPr b="1" sz="2000">
              <a:solidFill>
                <a:schemeClr val="dk1"/>
              </a:solidFill>
              <a:latin typeface="Poppins"/>
              <a:ea typeface="Poppins"/>
              <a:cs typeface="Poppins"/>
              <a:sym typeface="Poppins"/>
            </a:endParaRPr>
          </a:p>
        </p:txBody>
      </p:sp>
      <p:sp>
        <p:nvSpPr>
          <p:cNvPr id="487" name="Google Shape;487;p44"/>
          <p:cNvSpPr/>
          <p:nvPr/>
        </p:nvSpPr>
        <p:spPr>
          <a:xfrm>
            <a:off x="4677825" y="4099000"/>
            <a:ext cx="362400" cy="362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2</a:t>
            </a:r>
            <a:endParaRPr b="1" sz="2000">
              <a:solidFill>
                <a:schemeClr val="dk1"/>
              </a:solidFill>
              <a:latin typeface="Poppins"/>
              <a:ea typeface="Poppins"/>
              <a:cs typeface="Poppins"/>
              <a:sym typeface="Poppins"/>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1" name="Shape 491"/>
        <p:cNvGrpSpPr/>
        <p:nvPr/>
      </p:nvGrpSpPr>
      <p:grpSpPr>
        <a:xfrm>
          <a:off x="0" y="0"/>
          <a:ext cx="0" cy="0"/>
          <a:chOff x="0" y="0"/>
          <a:chExt cx="0" cy="0"/>
        </a:xfrm>
      </p:grpSpPr>
      <p:sp>
        <p:nvSpPr>
          <p:cNvPr id="492" name="Google Shape;492;p45"/>
          <p:cNvSpPr txBox="1"/>
          <p:nvPr>
            <p:ph idx="1" type="subTitle"/>
          </p:nvPr>
        </p:nvSpPr>
        <p:spPr>
          <a:xfrm>
            <a:off x="2725200" y="1780750"/>
            <a:ext cx="3693600" cy="99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have any questions?</a:t>
            </a:r>
            <a:endParaRPr/>
          </a:p>
          <a:p>
            <a:pPr indent="0" lvl="0" marL="0" rtl="0" algn="ctr">
              <a:spcBef>
                <a:spcPts val="0"/>
              </a:spcBef>
              <a:spcAft>
                <a:spcPts val="0"/>
              </a:spcAft>
              <a:buNone/>
            </a:pPr>
            <a:r>
              <a:rPr lang="en"/>
              <a:t>youremail@freepik.com </a:t>
            </a:r>
            <a:endParaRPr/>
          </a:p>
          <a:p>
            <a:pPr indent="0" lvl="0" marL="0" rtl="0" algn="ctr">
              <a:spcBef>
                <a:spcPts val="0"/>
              </a:spcBef>
              <a:spcAft>
                <a:spcPts val="0"/>
              </a:spcAft>
              <a:buNone/>
            </a:pPr>
            <a:r>
              <a:rPr lang="en"/>
              <a:t>+91  620 421 838 </a:t>
            </a:r>
            <a:endParaRPr/>
          </a:p>
          <a:p>
            <a:pPr indent="0" lvl="0" marL="0" rtl="0" algn="ctr">
              <a:spcBef>
                <a:spcPts val="0"/>
              </a:spcBef>
              <a:spcAft>
                <a:spcPts val="0"/>
              </a:spcAft>
              <a:buNone/>
            </a:pPr>
            <a:r>
              <a:rPr lang="en"/>
              <a:t>yourcompany.com</a:t>
            </a:r>
            <a:endParaRPr/>
          </a:p>
        </p:txBody>
      </p:sp>
      <p:sp>
        <p:nvSpPr>
          <p:cNvPr id="493" name="Google Shape;493;p45"/>
          <p:cNvSpPr txBox="1"/>
          <p:nvPr>
            <p:ph type="ctrTitle"/>
          </p:nvPr>
        </p:nvSpPr>
        <p:spPr>
          <a:xfrm>
            <a:off x="2725200" y="669825"/>
            <a:ext cx="3693600" cy="99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494" name="Google Shape;494;p45"/>
          <p:cNvSpPr txBox="1"/>
          <p:nvPr/>
        </p:nvSpPr>
        <p:spPr>
          <a:xfrm>
            <a:off x="2935825" y="4052583"/>
            <a:ext cx="3272400" cy="2760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000">
                <a:solidFill>
                  <a:schemeClr val="accent1"/>
                </a:solidFill>
                <a:latin typeface="Comfortaa"/>
                <a:ea typeface="Comfortaa"/>
                <a:cs typeface="Comfortaa"/>
                <a:sym typeface="Comfortaa"/>
              </a:rPr>
              <a:t>Please keep this slide for attribution</a:t>
            </a:r>
            <a:endParaRPr sz="1000">
              <a:solidFill>
                <a:schemeClr val="accent1"/>
              </a:solidFill>
              <a:latin typeface="Comfortaa"/>
              <a:ea typeface="Comfortaa"/>
              <a:cs typeface="Comfortaa"/>
              <a:sym typeface="Comfortaa"/>
            </a:endParaRPr>
          </a:p>
        </p:txBody>
      </p:sp>
      <p:sp>
        <p:nvSpPr>
          <p:cNvPr id="495" name="Google Shape;495;p45"/>
          <p:cNvSpPr/>
          <p:nvPr/>
        </p:nvSpPr>
        <p:spPr>
          <a:xfrm rot="-3600072">
            <a:off x="7933571" y="2549357"/>
            <a:ext cx="3600826" cy="395425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5"/>
          <p:cNvSpPr/>
          <p:nvPr/>
        </p:nvSpPr>
        <p:spPr>
          <a:xfrm rot="-3600072">
            <a:off x="7581476" y="2713379"/>
            <a:ext cx="3600826" cy="3954258"/>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97" name="Google Shape;497;p45"/>
          <p:cNvPicPr preferRelativeResize="0"/>
          <p:nvPr/>
        </p:nvPicPr>
        <p:blipFill>
          <a:blip r:embed="rId3">
            <a:alphaModFix/>
          </a:blip>
          <a:stretch>
            <a:fillRect/>
          </a:stretch>
        </p:blipFill>
        <p:spPr>
          <a:xfrm>
            <a:off x="7013575" y="4581088"/>
            <a:ext cx="1531418" cy="1304859"/>
          </a:xfrm>
          <a:prstGeom prst="rect">
            <a:avLst/>
          </a:prstGeom>
          <a:noFill/>
          <a:ln>
            <a:noFill/>
          </a:ln>
        </p:spPr>
      </p:pic>
      <p:pic>
        <p:nvPicPr>
          <p:cNvPr id="498" name="Google Shape;498;p45"/>
          <p:cNvPicPr preferRelativeResize="0"/>
          <p:nvPr/>
        </p:nvPicPr>
        <p:blipFill>
          <a:blip r:embed="rId4">
            <a:alphaModFix/>
          </a:blip>
          <a:stretch>
            <a:fillRect/>
          </a:stretch>
        </p:blipFill>
        <p:spPr>
          <a:xfrm>
            <a:off x="7993635" y="3494533"/>
            <a:ext cx="1743708" cy="1485737"/>
          </a:xfrm>
          <a:prstGeom prst="rect">
            <a:avLst/>
          </a:prstGeom>
          <a:noFill/>
          <a:ln>
            <a:noFill/>
          </a:ln>
        </p:spPr>
      </p:pic>
      <p:sp>
        <p:nvSpPr>
          <p:cNvPr id="499" name="Google Shape;499;p45"/>
          <p:cNvSpPr/>
          <p:nvPr/>
        </p:nvSpPr>
        <p:spPr>
          <a:xfrm rot="-3600202">
            <a:off x="7193991" y="-1703139"/>
            <a:ext cx="3037839" cy="3336012"/>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5"/>
          <p:cNvSpPr/>
          <p:nvPr/>
        </p:nvSpPr>
        <p:spPr>
          <a:xfrm rot="-3600202">
            <a:off x="6726173" y="-1630381"/>
            <a:ext cx="3037839" cy="3336012"/>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01" name="Google Shape;501;p45"/>
          <p:cNvPicPr preferRelativeResize="0"/>
          <p:nvPr/>
        </p:nvPicPr>
        <p:blipFill>
          <a:blip r:embed="rId3">
            <a:alphaModFix/>
          </a:blip>
          <a:stretch>
            <a:fillRect/>
          </a:stretch>
        </p:blipFill>
        <p:spPr>
          <a:xfrm>
            <a:off x="9131096" y="-8309"/>
            <a:ext cx="1291940" cy="1100803"/>
          </a:xfrm>
          <a:prstGeom prst="rect">
            <a:avLst/>
          </a:prstGeom>
          <a:noFill/>
          <a:ln>
            <a:noFill/>
          </a:ln>
        </p:spPr>
      </p:pic>
      <p:pic>
        <p:nvPicPr>
          <p:cNvPr id="502" name="Google Shape;502;p45"/>
          <p:cNvPicPr preferRelativeResize="0"/>
          <p:nvPr/>
        </p:nvPicPr>
        <p:blipFill>
          <a:blip r:embed="rId4">
            <a:alphaModFix/>
          </a:blip>
          <a:stretch>
            <a:fillRect/>
          </a:stretch>
        </p:blipFill>
        <p:spPr>
          <a:xfrm>
            <a:off x="6347878" y="-103868"/>
            <a:ext cx="1471032" cy="1253399"/>
          </a:xfrm>
          <a:prstGeom prst="rect">
            <a:avLst/>
          </a:prstGeom>
          <a:noFill/>
          <a:ln>
            <a:noFill/>
          </a:ln>
        </p:spPr>
      </p:pic>
      <p:sp>
        <p:nvSpPr>
          <p:cNvPr id="503" name="Google Shape;503;p45"/>
          <p:cNvSpPr/>
          <p:nvPr/>
        </p:nvSpPr>
        <p:spPr>
          <a:xfrm rot="2700000">
            <a:off x="-2063927" y="537430"/>
            <a:ext cx="3153701" cy="3463247"/>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gradFill>
            <a:gsLst>
              <a:gs pos="0">
                <a:srgbClr val="E91101"/>
              </a:gs>
              <a:gs pos="100000">
                <a:srgbClr val="630B0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5"/>
          <p:cNvSpPr/>
          <p:nvPr/>
        </p:nvSpPr>
        <p:spPr>
          <a:xfrm rot="2700000">
            <a:off x="-2029997" y="304221"/>
            <a:ext cx="3153701" cy="3463247"/>
          </a:xfrm>
          <a:custGeom>
            <a:rect b="b" l="l" r="r" t="t"/>
            <a:pathLst>
              <a:path extrusionOk="0" h="177713" w="161829">
                <a:moveTo>
                  <a:pt x="74187" y="14797"/>
                </a:moveTo>
                <a:cubicBezTo>
                  <a:pt x="70071" y="11276"/>
                  <a:pt x="65308" y="8597"/>
                  <a:pt x="60165" y="6908"/>
                </a:cubicBezTo>
                <a:cubicBezTo>
                  <a:pt x="39259" y="1"/>
                  <a:pt x="16307" y="10867"/>
                  <a:pt x="8381" y="31408"/>
                </a:cubicBezTo>
                <a:cubicBezTo>
                  <a:pt x="0" y="53103"/>
                  <a:pt x="11023" y="77388"/>
                  <a:pt x="32770" y="85403"/>
                </a:cubicBezTo>
                <a:cubicBezTo>
                  <a:pt x="37384" y="87115"/>
                  <a:pt x="42259" y="87986"/>
                  <a:pt x="47178" y="87986"/>
                </a:cubicBezTo>
                <a:cubicBezTo>
                  <a:pt x="56079" y="87971"/>
                  <a:pt x="64385" y="92220"/>
                  <a:pt x="69848" y="99239"/>
                </a:cubicBezTo>
                <a:cubicBezTo>
                  <a:pt x="70168" y="99648"/>
                  <a:pt x="70495" y="100050"/>
                  <a:pt x="70830" y="100459"/>
                </a:cubicBezTo>
                <a:cubicBezTo>
                  <a:pt x="79917" y="111392"/>
                  <a:pt x="84926" y="125012"/>
                  <a:pt x="85499" y="139212"/>
                </a:cubicBezTo>
                <a:cubicBezTo>
                  <a:pt x="85730" y="144794"/>
                  <a:pt x="87278" y="150242"/>
                  <a:pt x="90009" y="155117"/>
                </a:cubicBezTo>
                <a:cubicBezTo>
                  <a:pt x="98955" y="171125"/>
                  <a:pt x="118975" y="177712"/>
                  <a:pt x="135676" y="170136"/>
                </a:cubicBezTo>
                <a:cubicBezTo>
                  <a:pt x="154178" y="161741"/>
                  <a:pt x="161829" y="139748"/>
                  <a:pt x="152794" y="121774"/>
                </a:cubicBezTo>
                <a:lnTo>
                  <a:pt x="152705" y="121588"/>
                </a:lnTo>
                <a:cubicBezTo>
                  <a:pt x="147718" y="111846"/>
                  <a:pt x="147629" y="100318"/>
                  <a:pt x="152466" y="90494"/>
                </a:cubicBezTo>
                <a:cubicBezTo>
                  <a:pt x="159127" y="76934"/>
                  <a:pt x="159477" y="60471"/>
                  <a:pt x="151893" y="45995"/>
                </a:cubicBezTo>
                <a:cubicBezTo>
                  <a:pt x="137701" y="18905"/>
                  <a:pt x="114212" y="18168"/>
                  <a:pt x="98821" y="21338"/>
                </a:cubicBezTo>
                <a:cubicBezTo>
                  <a:pt x="90047" y="23154"/>
                  <a:pt x="80989" y="20624"/>
                  <a:pt x="74187" y="14797"/>
                </a:cubicBezTo>
                <a:close/>
              </a:path>
            </a:pathLst>
          </a:cu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05" name="Google Shape;505;p45"/>
          <p:cNvPicPr preferRelativeResize="0"/>
          <p:nvPr/>
        </p:nvPicPr>
        <p:blipFill>
          <a:blip r:embed="rId3">
            <a:alphaModFix/>
          </a:blip>
          <a:stretch>
            <a:fillRect/>
          </a:stretch>
        </p:blipFill>
        <p:spPr>
          <a:xfrm rot="900000">
            <a:off x="37848" y="1384802"/>
            <a:ext cx="1341389" cy="1142946"/>
          </a:xfrm>
          <a:prstGeom prst="rect">
            <a:avLst/>
          </a:prstGeom>
          <a:noFill/>
          <a:ln>
            <a:noFill/>
          </a:ln>
        </p:spPr>
      </p:pic>
      <p:grpSp>
        <p:nvGrpSpPr>
          <p:cNvPr id="506" name="Google Shape;506;p45"/>
          <p:cNvGrpSpPr/>
          <p:nvPr/>
        </p:nvGrpSpPr>
        <p:grpSpPr>
          <a:xfrm>
            <a:off x="4329737" y="2889524"/>
            <a:ext cx="457820" cy="457315"/>
            <a:chOff x="6005720" y="3817357"/>
            <a:chExt cx="356891" cy="356498"/>
          </a:xfrm>
        </p:grpSpPr>
        <p:sp>
          <p:nvSpPr>
            <p:cNvPr id="507" name="Google Shape;507;p45"/>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5"/>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5"/>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 name="Google Shape;510;p45"/>
          <p:cNvGrpSpPr/>
          <p:nvPr/>
        </p:nvGrpSpPr>
        <p:grpSpPr>
          <a:xfrm>
            <a:off x="3525886" y="2889524"/>
            <a:ext cx="457820" cy="457315"/>
            <a:chOff x="5557286" y="3817357"/>
            <a:chExt cx="356891" cy="356498"/>
          </a:xfrm>
        </p:grpSpPr>
        <p:grpSp>
          <p:nvGrpSpPr>
            <p:cNvPr id="511" name="Google Shape;511;p45"/>
            <p:cNvGrpSpPr/>
            <p:nvPr/>
          </p:nvGrpSpPr>
          <p:grpSpPr>
            <a:xfrm>
              <a:off x="5557286" y="3817357"/>
              <a:ext cx="356891" cy="356498"/>
              <a:chOff x="5557286" y="3817357"/>
              <a:chExt cx="356891" cy="356498"/>
            </a:xfrm>
          </p:grpSpPr>
          <p:sp>
            <p:nvSpPr>
              <p:cNvPr id="512" name="Google Shape;512;p45"/>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5"/>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 name="Google Shape;514;p45"/>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 name="Google Shape;515;p45"/>
          <p:cNvGrpSpPr/>
          <p:nvPr/>
        </p:nvGrpSpPr>
        <p:grpSpPr>
          <a:xfrm>
            <a:off x="5143601" y="2884383"/>
            <a:ext cx="465960" cy="467523"/>
            <a:chOff x="1190200" y="238125"/>
            <a:chExt cx="5212075" cy="5212075"/>
          </a:xfrm>
        </p:grpSpPr>
        <p:sp>
          <p:nvSpPr>
            <p:cNvPr id="516" name="Google Shape;516;p45"/>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5"/>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1" name="Shape 521"/>
        <p:cNvGrpSpPr/>
        <p:nvPr/>
      </p:nvGrpSpPr>
      <p:grpSpPr>
        <a:xfrm>
          <a:off x="0" y="0"/>
          <a:ext cx="0" cy="0"/>
          <a:chOff x="0" y="0"/>
          <a:chExt cx="0" cy="0"/>
        </a:xfrm>
      </p:grpSpPr>
      <p:sp>
        <p:nvSpPr>
          <p:cNvPr id="522" name="Google Shape;522;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a:t>
            </a:r>
            <a:r>
              <a:rPr lang="en">
                <a:solidFill>
                  <a:schemeClr val="lt2"/>
                </a:solidFill>
              </a:rPr>
              <a:t>resources</a:t>
            </a:r>
            <a:endParaRPr>
              <a:solidFill>
                <a:schemeClr val="lt2"/>
              </a:solidFill>
            </a:endParaRPr>
          </a:p>
        </p:txBody>
      </p:sp>
      <p:sp>
        <p:nvSpPr>
          <p:cNvPr id="523" name="Google Shape;523;p46"/>
          <p:cNvSpPr txBox="1"/>
          <p:nvPr>
            <p:ph idx="4294967295" type="body"/>
          </p:nvPr>
        </p:nvSpPr>
        <p:spPr>
          <a:xfrm>
            <a:off x="720000" y="1315575"/>
            <a:ext cx="7704000" cy="21723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sz="1200"/>
              <a:t>Here’s an assortment of alternative resources whose style fits that of this template:</a:t>
            </a:r>
            <a:endParaRPr sz="1200"/>
          </a:p>
          <a:p>
            <a:pPr indent="0" lvl="0" marL="0" marR="0" rtl="0" algn="l">
              <a:lnSpc>
                <a:spcPct val="100000"/>
              </a:lnSpc>
              <a:spcBef>
                <a:spcPts val="1000"/>
              </a:spcBef>
              <a:spcAft>
                <a:spcPts val="0"/>
              </a:spcAft>
              <a:buNone/>
            </a:pPr>
            <a:r>
              <a:rPr lang="en" sz="1800">
                <a:solidFill>
                  <a:schemeClr val="lt2"/>
                </a:solidFill>
                <a:latin typeface="Poppins SemiBold"/>
                <a:ea typeface="Poppins SemiBold"/>
                <a:cs typeface="Poppins SemiBold"/>
                <a:sym typeface="Poppins SemiBold"/>
              </a:rPr>
              <a:t>Vectors</a:t>
            </a:r>
            <a:endParaRPr sz="1800">
              <a:solidFill>
                <a:schemeClr val="lt2"/>
              </a:solidFill>
              <a:latin typeface="Poppins SemiBold"/>
              <a:ea typeface="Poppins SemiBold"/>
              <a:cs typeface="Poppins SemiBold"/>
              <a:sym typeface="Poppins SemiBold"/>
            </a:endParaRPr>
          </a:p>
          <a:p>
            <a:pPr indent="-203200" lvl="0" marL="241300" rtl="0" algn="l">
              <a:spcBef>
                <a:spcPts val="300"/>
              </a:spcBef>
              <a:spcAft>
                <a:spcPts val="0"/>
              </a:spcAft>
              <a:buSzPts val="1200"/>
              <a:buFont typeface="Comfortaa"/>
              <a:buChar char="●"/>
            </a:pPr>
            <a:r>
              <a:rPr lang="en">
                <a:solidFill>
                  <a:schemeClr val="hlink"/>
                </a:solidFill>
                <a:uFill>
                  <a:noFill/>
                </a:uFill>
                <a:hlinkClick r:id="rId3"/>
              </a:rPr>
              <a:t>Realistic world blood donor day instagram posts collection</a:t>
            </a:r>
            <a:endParaRPr sz="1800"/>
          </a:p>
          <a:p>
            <a:pPr indent="0" lvl="0" marL="0" rtl="0" algn="l">
              <a:spcBef>
                <a:spcPts val="1000"/>
              </a:spcBef>
              <a:spcAft>
                <a:spcPts val="0"/>
              </a:spcAft>
              <a:buNone/>
            </a:pPr>
            <a:r>
              <a:rPr lang="en" sz="1800">
                <a:solidFill>
                  <a:schemeClr val="lt2"/>
                </a:solidFill>
                <a:latin typeface="Poppins SemiBold"/>
                <a:ea typeface="Poppins SemiBold"/>
                <a:cs typeface="Poppins SemiBold"/>
                <a:sym typeface="Poppins SemiBold"/>
              </a:rPr>
              <a:t>Photos</a:t>
            </a:r>
            <a:endParaRPr sz="1800">
              <a:solidFill>
                <a:schemeClr val="lt2"/>
              </a:solidFill>
              <a:latin typeface="Poppins SemiBold"/>
              <a:ea typeface="Poppins SemiBold"/>
              <a:cs typeface="Poppins SemiBold"/>
              <a:sym typeface="Poppins SemiBold"/>
            </a:endParaRPr>
          </a:p>
          <a:p>
            <a:pPr indent="-203200" lvl="0" marL="241300" rtl="0" algn="l">
              <a:spcBef>
                <a:spcPts val="300"/>
              </a:spcBef>
              <a:spcAft>
                <a:spcPts val="0"/>
              </a:spcAft>
              <a:buSzPts val="1200"/>
              <a:buFont typeface="Comfortaa"/>
              <a:buChar char="●"/>
            </a:pPr>
            <a:r>
              <a:rPr lang="en">
                <a:solidFill>
                  <a:schemeClr val="hlink"/>
                </a:solidFill>
                <a:uFill>
                  <a:noFill/>
                </a:uFill>
                <a:hlinkClick r:id="rId4"/>
              </a:rPr>
              <a:t>Representation of microorganisms concept</a:t>
            </a:r>
            <a:endParaRPr/>
          </a:p>
          <a:p>
            <a:pPr indent="-203200" lvl="0" marL="241300" rtl="0" algn="l">
              <a:spcBef>
                <a:spcPts val="300"/>
              </a:spcBef>
              <a:spcAft>
                <a:spcPts val="0"/>
              </a:spcAft>
              <a:buSzPts val="1200"/>
              <a:buFont typeface="Comfortaa"/>
              <a:buChar char="●"/>
            </a:pPr>
            <a:r>
              <a:rPr lang="en">
                <a:solidFill>
                  <a:schemeClr val="hlink"/>
                </a:solidFill>
                <a:uFill>
                  <a:noFill/>
                </a:uFill>
                <a:hlinkClick r:id="rId5"/>
              </a:rPr>
              <a:t>Representation of microorganisms concept I</a:t>
            </a:r>
            <a:endParaRPr/>
          </a:p>
          <a:p>
            <a:pPr indent="-203200" lvl="0" marL="241300" rtl="0" algn="l">
              <a:spcBef>
                <a:spcPts val="300"/>
              </a:spcBef>
              <a:spcAft>
                <a:spcPts val="0"/>
              </a:spcAft>
              <a:buSzPts val="1200"/>
              <a:buFont typeface="Comfortaa"/>
              <a:buChar char="●"/>
            </a:pPr>
            <a:r>
              <a:rPr lang="en">
                <a:solidFill>
                  <a:schemeClr val="hlink"/>
                </a:solidFill>
                <a:uFill>
                  <a:noFill/>
                </a:uFill>
                <a:hlinkClick r:id="rId6"/>
              </a:rPr>
              <a:t>Representation of microorganisms concept II</a:t>
            </a:r>
            <a:endParaRPr/>
          </a:p>
          <a:p>
            <a:pPr indent="0" lvl="0" marL="0" rtl="0" algn="l">
              <a:spcBef>
                <a:spcPts val="300"/>
              </a:spcBef>
              <a:spcAft>
                <a:spcPts val="0"/>
              </a:spcAft>
              <a:buNone/>
            </a:pPr>
            <a:r>
              <a:t/>
            </a:r>
            <a:endParaRPr sz="1100">
              <a:latin typeface="Anaheim"/>
              <a:ea typeface="Anaheim"/>
              <a:cs typeface="Anaheim"/>
              <a:sym typeface="Anaheim"/>
            </a:endParaRPr>
          </a:p>
          <a:p>
            <a:pPr indent="0" lvl="0" marL="0" marR="0" rtl="0" algn="l">
              <a:lnSpc>
                <a:spcPct val="100000"/>
              </a:lnSpc>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7" name="Shape 527"/>
        <p:cNvGrpSpPr/>
        <p:nvPr/>
      </p:nvGrpSpPr>
      <p:grpSpPr>
        <a:xfrm>
          <a:off x="0" y="0"/>
          <a:ext cx="0" cy="0"/>
          <a:chOff x="0" y="0"/>
          <a:chExt cx="0" cy="0"/>
        </a:xfrm>
      </p:grpSpPr>
      <p:sp>
        <p:nvSpPr>
          <p:cNvPr id="528" name="Google Shape;528;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529" name="Google Shape;529;p47"/>
          <p:cNvSpPr txBox="1"/>
          <p:nvPr/>
        </p:nvSpPr>
        <p:spPr>
          <a:xfrm>
            <a:off x="720000" y="1215750"/>
            <a:ext cx="7704000" cy="22146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rgbClr val="191919"/>
                </a:solidFill>
                <a:latin typeface="Comfortaa"/>
                <a:ea typeface="Comfortaa"/>
                <a:cs typeface="Comfortaa"/>
                <a:sym typeface="Comfortaa"/>
              </a:rPr>
              <a:t>Did you like the resources on this template? Get them for free at our other websites:</a:t>
            </a:r>
            <a:endParaRPr sz="1800">
              <a:solidFill>
                <a:srgbClr val="191919"/>
              </a:solidFill>
              <a:latin typeface="Comfortaa"/>
              <a:ea typeface="Comfortaa"/>
              <a:cs typeface="Comfortaa"/>
              <a:sym typeface="Comfortaa"/>
            </a:endParaRPr>
          </a:p>
          <a:p>
            <a:pPr indent="0" lvl="0" marL="0" rtl="0" algn="l">
              <a:spcBef>
                <a:spcPts val="1000"/>
              </a:spcBef>
              <a:spcAft>
                <a:spcPts val="0"/>
              </a:spcAft>
              <a:buNone/>
            </a:pPr>
            <a:r>
              <a:rPr lang="en" sz="1800">
                <a:solidFill>
                  <a:schemeClr val="lt2"/>
                </a:solidFill>
                <a:latin typeface="Poppins SemiBold"/>
                <a:ea typeface="Poppins SemiBold"/>
                <a:cs typeface="Poppins SemiBold"/>
                <a:sym typeface="Poppins SemiBold"/>
              </a:rPr>
              <a:t>Vectors</a:t>
            </a:r>
            <a:endParaRPr sz="1800">
              <a:solidFill>
                <a:schemeClr val="lt2"/>
              </a:solidFill>
              <a:latin typeface="Poppins SemiBold"/>
              <a:ea typeface="Poppins SemiBold"/>
              <a:cs typeface="Poppins SemiBold"/>
              <a:sym typeface="Poppins SemiBold"/>
            </a:endParaRPr>
          </a:p>
          <a:p>
            <a:pPr indent="-203200" lvl="0" marL="241300" rtl="0" algn="l">
              <a:spcBef>
                <a:spcPts val="300"/>
              </a:spcBef>
              <a:spcAft>
                <a:spcPts val="0"/>
              </a:spcAft>
              <a:buClr>
                <a:srgbClr val="191919"/>
              </a:buClr>
              <a:buSzPts val="1200"/>
              <a:buFont typeface="Comfortaa"/>
              <a:buChar char="●"/>
            </a:pPr>
            <a:r>
              <a:rPr lang="en" sz="1200">
                <a:solidFill>
                  <a:schemeClr val="hlink"/>
                </a:solidFill>
                <a:uFill>
                  <a:noFill/>
                </a:uFill>
                <a:latin typeface="Comfortaa"/>
                <a:ea typeface="Comfortaa"/>
                <a:cs typeface="Comfortaa"/>
                <a:sym typeface="Comfortaa"/>
                <a:hlinkClick r:id="rId3"/>
              </a:rPr>
              <a:t>Realistic world blood donor day horizontal banners set with red blood cells</a:t>
            </a:r>
            <a:endParaRPr sz="1800">
              <a:solidFill>
                <a:srgbClr val="191919"/>
              </a:solidFill>
              <a:latin typeface="Comfortaa"/>
              <a:ea typeface="Comfortaa"/>
              <a:cs typeface="Comfortaa"/>
              <a:sym typeface="Comfortaa"/>
            </a:endParaRPr>
          </a:p>
          <a:p>
            <a:pPr indent="0" lvl="0" marL="0" rtl="0" algn="l">
              <a:spcBef>
                <a:spcPts val="1000"/>
              </a:spcBef>
              <a:spcAft>
                <a:spcPts val="0"/>
              </a:spcAft>
              <a:buNone/>
            </a:pPr>
            <a:r>
              <a:rPr lang="en" sz="1800">
                <a:solidFill>
                  <a:schemeClr val="lt2"/>
                </a:solidFill>
                <a:latin typeface="Poppins SemiBold"/>
                <a:ea typeface="Poppins SemiBold"/>
                <a:cs typeface="Poppins SemiBold"/>
                <a:sym typeface="Poppins SemiBold"/>
              </a:rPr>
              <a:t>Photos</a:t>
            </a:r>
            <a:endParaRPr sz="1800">
              <a:solidFill>
                <a:schemeClr val="lt2"/>
              </a:solidFill>
              <a:latin typeface="Poppins SemiBold"/>
              <a:ea typeface="Poppins SemiBold"/>
              <a:cs typeface="Poppins SemiBold"/>
              <a:sym typeface="Poppins SemiBold"/>
            </a:endParaRPr>
          </a:p>
          <a:p>
            <a:pPr indent="-203200" lvl="0" marL="241300" rtl="0" algn="l">
              <a:spcBef>
                <a:spcPts val="300"/>
              </a:spcBef>
              <a:spcAft>
                <a:spcPts val="0"/>
              </a:spcAft>
              <a:buClr>
                <a:srgbClr val="191919"/>
              </a:buClr>
              <a:buSzPts val="1200"/>
              <a:buFont typeface="Comfortaa"/>
              <a:buChar char="●"/>
            </a:pPr>
            <a:r>
              <a:rPr lang="en" sz="1200">
                <a:solidFill>
                  <a:schemeClr val="hlink"/>
                </a:solidFill>
                <a:uFill>
                  <a:noFill/>
                </a:uFill>
                <a:latin typeface="Comfortaa"/>
                <a:ea typeface="Comfortaa"/>
                <a:cs typeface="Comfortaa"/>
                <a:sym typeface="Comfortaa"/>
                <a:hlinkClick r:id="rId4"/>
              </a:rPr>
              <a:t>Representation of microorganisms concept</a:t>
            </a:r>
            <a:endParaRPr sz="1200">
              <a:solidFill>
                <a:srgbClr val="191919"/>
              </a:solidFill>
              <a:latin typeface="Comfortaa"/>
              <a:ea typeface="Comfortaa"/>
              <a:cs typeface="Comfortaa"/>
              <a:sym typeface="Comfortaa"/>
            </a:endParaRPr>
          </a:p>
          <a:p>
            <a:pPr indent="-203200" lvl="0" marL="241300" rtl="0" algn="l">
              <a:spcBef>
                <a:spcPts val="300"/>
              </a:spcBef>
              <a:spcAft>
                <a:spcPts val="0"/>
              </a:spcAft>
              <a:buClr>
                <a:srgbClr val="191919"/>
              </a:buClr>
              <a:buSzPts val="1200"/>
              <a:buFont typeface="Comfortaa"/>
              <a:buChar char="●"/>
            </a:pPr>
            <a:r>
              <a:rPr lang="en" sz="1200">
                <a:solidFill>
                  <a:schemeClr val="hlink"/>
                </a:solidFill>
                <a:uFill>
                  <a:noFill/>
                </a:uFill>
                <a:latin typeface="Comfortaa"/>
                <a:ea typeface="Comfortaa"/>
                <a:cs typeface="Comfortaa"/>
                <a:sym typeface="Comfortaa"/>
                <a:hlinkClick r:id="rId5"/>
              </a:rPr>
              <a:t>Representation of microorganisms concept I</a:t>
            </a:r>
            <a:endParaRPr sz="1200">
              <a:solidFill>
                <a:srgbClr val="191919"/>
              </a:solidFill>
              <a:latin typeface="Comfortaa"/>
              <a:ea typeface="Comfortaa"/>
              <a:cs typeface="Comfortaa"/>
              <a:sym typeface="Comfortaa"/>
            </a:endParaRPr>
          </a:p>
          <a:p>
            <a:pPr indent="-203200" lvl="0" marL="241300" rtl="0" algn="l">
              <a:spcBef>
                <a:spcPts val="300"/>
              </a:spcBef>
              <a:spcAft>
                <a:spcPts val="0"/>
              </a:spcAft>
              <a:buClr>
                <a:srgbClr val="191919"/>
              </a:buClr>
              <a:buSzPts val="1200"/>
              <a:buFont typeface="Comfortaa"/>
              <a:buChar char="●"/>
            </a:pPr>
            <a:r>
              <a:rPr lang="en" sz="1200">
                <a:solidFill>
                  <a:schemeClr val="hlink"/>
                </a:solidFill>
                <a:uFill>
                  <a:noFill/>
                </a:uFill>
                <a:latin typeface="Comfortaa"/>
                <a:ea typeface="Comfortaa"/>
                <a:cs typeface="Comfortaa"/>
                <a:sym typeface="Comfortaa"/>
                <a:hlinkClick r:id="rId6"/>
              </a:rPr>
              <a:t>Representation of microorganisms concept II</a:t>
            </a:r>
            <a:endParaRPr sz="1200">
              <a:solidFill>
                <a:srgbClr val="191919"/>
              </a:solidFill>
              <a:latin typeface="Comfortaa"/>
              <a:ea typeface="Comfortaa"/>
              <a:cs typeface="Comfortaa"/>
              <a:sym typeface="Comfortaa"/>
            </a:endParaRPr>
          </a:p>
          <a:p>
            <a:pPr indent="0" lvl="0" marL="0" rtl="0" algn="l">
              <a:spcBef>
                <a:spcPts val="300"/>
              </a:spcBef>
              <a:spcAft>
                <a:spcPts val="0"/>
              </a:spcAft>
              <a:buNone/>
            </a:pPr>
            <a:r>
              <a:t/>
            </a:r>
            <a:endParaRPr sz="1100">
              <a:solidFill>
                <a:srgbClr val="191919"/>
              </a:solidFill>
              <a:latin typeface="Anaheim"/>
              <a:ea typeface="Anaheim"/>
              <a:cs typeface="Anaheim"/>
              <a:sym typeface="Anaheim"/>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33" name="Shape 533"/>
        <p:cNvGrpSpPr/>
        <p:nvPr/>
      </p:nvGrpSpPr>
      <p:grpSpPr>
        <a:xfrm>
          <a:off x="0" y="0"/>
          <a:ext cx="0" cy="0"/>
          <a:chOff x="0" y="0"/>
          <a:chExt cx="0" cy="0"/>
        </a:xfrm>
      </p:grpSpPr>
      <p:sp>
        <p:nvSpPr>
          <p:cNvPr id="534" name="Google Shape;534;p48"/>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535" name="Google Shape;535;p48"/>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a:t>
            </a:r>
            <a:r>
              <a:rPr lang="en" sz="1100" u="sng">
                <a:solidFill>
                  <a:schemeClr val="hlink"/>
                </a:solidFill>
                <a:hlinkClick action="ppaction://hlinksldjump" r:id="rId4"/>
              </a:rPr>
              <a:t> </a:t>
            </a:r>
            <a:r>
              <a:rPr b="1" lang="en" sz="1100" u="sng">
                <a:solidFill>
                  <a:schemeClr val="hlink"/>
                </a:solidFill>
                <a:hlinkClick action="ppaction://hlinksldjump" r:id="rId5"/>
              </a:rPr>
              <a:t>Thanks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6"/>
              </a:rPr>
              <a:t>https://slidesgo.com/faqs</a:t>
            </a:r>
            <a:r>
              <a:rPr lang="en" sz="1100">
                <a:solidFill>
                  <a:schemeClr val="lt1"/>
                </a:solidFill>
              </a:rPr>
              <a:t> and </a:t>
            </a:r>
            <a:r>
              <a:rPr b="1" lang="en" sz="1100" u="sng">
                <a:solidFill>
                  <a:schemeClr val="hlink"/>
                </a:solidFill>
                <a:hlinkClick r:id="rId7"/>
              </a:rPr>
              <a:t>https://slidesgo.com/slidesgo-school</a:t>
            </a:r>
            <a:endParaRPr sz="11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39" name="Shape 539"/>
        <p:cNvGrpSpPr/>
        <p:nvPr/>
      </p:nvGrpSpPr>
      <p:grpSpPr>
        <a:xfrm>
          <a:off x="0" y="0"/>
          <a:ext cx="0" cy="0"/>
          <a:chOff x="0" y="0"/>
          <a:chExt cx="0" cy="0"/>
        </a:xfrm>
      </p:grpSpPr>
      <p:sp>
        <p:nvSpPr>
          <p:cNvPr id="540" name="Google Shape;540;p49"/>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541" name="Google Shape;541;p49"/>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5" name="Shape 545"/>
        <p:cNvGrpSpPr/>
        <p:nvPr/>
      </p:nvGrpSpPr>
      <p:grpSpPr>
        <a:xfrm>
          <a:off x="0" y="0"/>
          <a:ext cx="0" cy="0"/>
          <a:chOff x="0" y="0"/>
          <a:chExt cx="0" cy="0"/>
        </a:xfrm>
      </p:grpSpPr>
      <p:sp>
        <p:nvSpPr>
          <p:cNvPr id="546" name="Google Shape;546;p50"/>
          <p:cNvSpPr txBox="1"/>
          <p:nvPr/>
        </p:nvSpPr>
        <p:spPr>
          <a:xfrm>
            <a:off x="716700" y="1188000"/>
            <a:ext cx="7710600" cy="137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Poppins</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https://fonts.google.com/specimen/Poppins</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Comfortaa</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uFill>
                  <a:noFill/>
                </a:uFill>
                <a:hlinkClick r:id="rId4">
                  <a:extLst>
                    <a:ext uri="{A12FA001-AC4F-418D-AE19-62706E023703}">
                      <ahyp:hlinkClr val="tx"/>
                    </a:ext>
                  </a:extLst>
                </a:hlinkClick>
              </a:rPr>
              <a:t>(</a:t>
            </a:r>
            <a:r>
              <a:rPr lang="en" sz="1100">
                <a:solidFill>
                  <a:schemeClr val="lt1"/>
                </a:solidFill>
                <a:uFill>
                  <a:noFill/>
                </a:uFill>
                <a:hlinkClick r:id="rId5">
                  <a:extLst>
                    <a:ext uri="{A12FA001-AC4F-418D-AE19-62706E023703}">
                      <ahyp:hlinkClr val="tx"/>
                    </a:ext>
                  </a:extLst>
                </a:hlinkClick>
              </a:rPr>
              <a:t>https://fonts.google.com/specimen/Comfortaa</a:t>
            </a:r>
            <a:r>
              <a:rPr lang="en" sz="1100">
                <a:solidFill>
                  <a:schemeClr val="lt1"/>
                </a:solidFill>
                <a:uFill>
                  <a:noFill/>
                </a:uFill>
                <a:hlinkClick r:id="rId6">
                  <a:extLst>
                    <a:ext uri="{A12FA001-AC4F-418D-AE19-62706E023703}">
                      <ahyp:hlinkClr val="tx"/>
                    </a:ext>
                  </a:extLst>
                </a:hlinkClick>
              </a:rPr>
              <a:t>)</a:t>
            </a:r>
            <a:endParaRPr sz="1100">
              <a:solidFill>
                <a:schemeClr val="lt1"/>
              </a:solidFill>
            </a:endParaRPr>
          </a:p>
        </p:txBody>
      </p:sp>
      <p:sp>
        <p:nvSpPr>
          <p:cNvPr id="547" name="Google Shape;547;p50"/>
          <p:cNvSpPr/>
          <p:nvPr/>
        </p:nvSpPr>
        <p:spPr>
          <a:xfrm>
            <a:off x="3114470" y="2947175"/>
            <a:ext cx="791400" cy="754200"/>
          </a:xfrm>
          <a:prstGeom prst="roundRect">
            <a:avLst>
              <a:gd fmla="val 16667" name="adj"/>
            </a:avLst>
          </a:prstGeom>
          <a:solidFill>
            <a:srgbClr val="F1090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50"/>
          <p:cNvSpPr/>
          <p:nvPr/>
        </p:nvSpPr>
        <p:spPr>
          <a:xfrm>
            <a:off x="4176289" y="29471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50"/>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#f10906</a:t>
            </a:r>
            <a:endParaRPr sz="1000">
              <a:solidFill>
                <a:srgbClr val="FFFFFF"/>
              </a:solidFill>
            </a:endParaRPr>
          </a:p>
        </p:txBody>
      </p:sp>
      <p:sp>
        <p:nvSpPr>
          <p:cNvPr id="550" name="Google Shape;550;p50"/>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#f3f3f3</a:t>
            </a:r>
            <a:endParaRPr sz="1000">
              <a:solidFill>
                <a:schemeClr val="dk1"/>
              </a:solidFill>
            </a:endParaRPr>
          </a:p>
        </p:txBody>
      </p:sp>
      <p:sp>
        <p:nvSpPr>
          <p:cNvPr id="551" name="Google Shape;551;p50"/>
          <p:cNvSpPr/>
          <p:nvPr/>
        </p:nvSpPr>
        <p:spPr>
          <a:xfrm>
            <a:off x="5238125" y="2947175"/>
            <a:ext cx="791400" cy="754200"/>
          </a:xfrm>
          <a:prstGeom prst="roundRect">
            <a:avLst>
              <a:gd fmla="val 16667" name="adj"/>
            </a:avLst>
          </a:prstGeom>
          <a:solidFill>
            <a:srgbClr val="A70B0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50"/>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#a70b01</a:t>
            </a:r>
            <a:endParaRPr sz="1000">
              <a:solidFill>
                <a:srgbClr val="FFFFFF"/>
              </a:solidFill>
            </a:endParaRPr>
          </a:p>
        </p:txBody>
      </p:sp>
      <p:sp>
        <p:nvSpPr>
          <p:cNvPr id="553" name="Google Shape;553;p50"/>
          <p:cNvSpPr/>
          <p:nvPr/>
        </p:nvSpPr>
        <p:spPr>
          <a:xfrm>
            <a:off x="3647870" y="3878275"/>
            <a:ext cx="791400" cy="754200"/>
          </a:xfrm>
          <a:prstGeom prst="roundRect">
            <a:avLst>
              <a:gd fmla="val 16667" name="adj"/>
            </a:avLst>
          </a:prstGeom>
          <a:solidFill>
            <a:srgbClr val="750C0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50"/>
          <p:cNvSpPr/>
          <p:nvPr/>
        </p:nvSpPr>
        <p:spPr>
          <a:xfrm>
            <a:off x="4709689" y="3878275"/>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50"/>
          <p:cNvSpPr txBox="1"/>
          <p:nvPr/>
        </p:nvSpPr>
        <p:spPr>
          <a:xfrm>
            <a:off x="36478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#750c0c</a:t>
            </a:r>
            <a:endParaRPr sz="1000">
              <a:solidFill>
                <a:srgbClr val="FFFFFF"/>
              </a:solidFill>
            </a:endParaRPr>
          </a:p>
        </p:txBody>
      </p:sp>
      <p:sp>
        <p:nvSpPr>
          <p:cNvPr id="556" name="Google Shape;556;p50"/>
          <p:cNvSpPr txBox="1"/>
          <p:nvPr/>
        </p:nvSpPr>
        <p:spPr>
          <a:xfrm>
            <a:off x="47097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sp>
        <p:nvSpPr>
          <p:cNvPr id="557" name="Google Shape;557;p50"/>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61" name="Shape 561"/>
        <p:cNvGrpSpPr/>
        <p:nvPr/>
      </p:nvGrpSpPr>
      <p:grpSpPr>
        <a:xfrm>
          <a:off x="0" y="0"/>
          <a:ext cx="0" cy="0"/>
          <a:chOff x="0" y="0"/>
          <a:chExt cx="0" cy="0"/>
        </a:xfrm>
      </p:grpSpPr>
      <p:sp>
        <p:nvSpPr>
          <p:cNvPr id="562" name="Google Shape;562;p51"/>
          <p:cNvSpPr txBox="1"/>
          <p:nvPr/>
        </p:nvSpPr>
        <p:spPr>
          <a:xfrm>
            <a:off x="1472200" y="1188000"/>
            <a:ext cx="6199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563" name="Google Shape;563;p51"/>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564" name="Google Shape;564;p51"/>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565" name="Google Shape;565;p51">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566" name="Google Shape;566;p51">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567" name="Google Shape;567;p51">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568" name="Google Shape;568;p51">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569" name="Google Shape;569;p51"/>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570" name="Google Shape;570;p51"/>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571" name="Google Shape;571;p51"/>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572" name="Google Shape;572;p51"/>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573" name="Google Shape;573;p51">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7" name="Shape 577"/>
        <p:cNvGrpSpPr/>
        <p:nvPr/>
      </p:nvGrpSpPr>
      <p:grpSpPr>
        <a:xfrm>
          <a:off x="0" y="0"/>
          <a:ext cx="0" cy="0"/>
          <a:chOff x="0" y="0"/>
          <a:chExt cx="0" cy="0"/>
        </a:xfrm>
      </p:grpSpPr>
      <p:sp>
        <p:nvSpPr>
          <p:cNvPr id="578" name="Google Shape;578;p52"/>
          <p:cNvSpPr txBox="1"/>
          <p:nvPr/>
        </p:nvSpPr>
        <p:spPr>
          <a:xfrm>
            <a:off x="716700" y="1188004"/>
            <a:ext cx="7710600" cy="89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sp>
        <p:nvSpPr>
          <p:cNvPr id="579" name="Google Shape;579;p52"/>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580" name="Google Shape;580;p52"/>
          <p:cNvGrpSpPr/>
          <p:nvPr/>
        </p:nvGrpSpPr>
        <p:grpSpPr>
          <a:xfrm>
            <a:off x="5048544" y="3019584"/>
            <a:ext cx="442841" cy="514271"/>
            <a:chOff x="4727025" y="1332775"/>
            <a:chExt cx="59900" cy="69625"/>
          </a:xfrm>
        </p:grpSpPr>
        <p:sp>
          <p:nvSpPr>
            <p:cNvPr id="581" name="Google Shape;581;p5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 name="Google Shape;583;p52"/>
          <p:cNvGrpSpPr/>
          <p:nvPr/>
        </p:nvGrpSpPr>
        <p:grpSpPr>
          <a:xfrm>
            <a:off x="5723860" y="2267072"/>
            <a:ext cx="500909" cy="500899"/>
            <a:chOff x="4820425" y="1329900"/>
            <a:chExt cx="70175" cy="70350"/>
          </a:xfrm>
        </p:grpSpPr>
        <p:sp>
          <p:nvSpPr>
            <p:cNvPr id="584" name="Google Shape;584;p5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 name="Google Shape;588;p52"/>
          <p:cNvGrpSpPr/>
          <p:nvPr/>
        </p:nvGrpSpPr>
        <p:grpSpPr>
          <a:xfrm>
            <a:off x="6376484" y="2278862"/>
            <a:ext cx="538135" cy="493119"/>
            <a:chOff x="4903200" y="1331525"/>
            <a:chExt cx="73575" cy="67425"/>
          </a:xfrm>
        </p:grpSpPr>
        <p:sp>
          <p:nvSpPr>
            <p:cNvPr id="589" name="Google Shape;589;p5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90" name="Google Shape;590;p5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 name="Google Shape;591;p52"/>
          <p:cNvGrpSpPr/>
          <p:nvPr/>
        </p:nvGrpSpPr>
        <p:grpSpPr>
          <a:xfrm>
            <a:off x="5636435" y="3020840"/>
            <a:ext cx="544563" cy="511895"/>
            <a:chOff x="4815575" y="1416800"/>
            <a:chExt cx="73750" cy="71400"/>
          </a:xfrm>
        </p:grpSpPr>
        <p:sp>
          <p:nvSpPr>
            <p:cNvPr id="592" name="Google Shape;592;p5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5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 name="Google Shape;595;p52"/>
          <p:cNvGrpSpPr/>
          <p:nvPr/>
        </p:nvGrpSpPr>
        <p:grpSpPr>
          <a:xfrm>
            <a:off x="6333060" y="3020546"/>
            <a:ext cx="602914" cy="512477"/>
            <a:chOff x="4902475" y="1418875"/>
            <a:chExt cx="74500" cy="63775"/>
          </a:xfrm>
        </p:grpSpPr>
        <p:sp>
          <p:nvSpPr>
            <p:cNvPr id="596" name="Google Shape;596;p5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2"/>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 name="Google Shape;598;p52"/>
          <p:cNvGrpSpPr/>
          <p:nvPr/>
        </p:nvGrpSpPr>
        <p:grpSpPr>
          <a:xfrm>
            <a:off x="5748932" y="3759785"/>
            <a:ext cx="515391" cy="525699"/>
            <a:chOff x="4818100" y="1507675"/>
            <a:chExt cx="71225" cy="71625"/>
          </a:xfrm>
        </p:grpSpPr>
        <p:sp>
          <p:nvSpPr>
            <p:cNvPr id="599" name="Google Shape;599;p5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 name="Google Shape;603;p52"/>
          <p:cNvGrpSpPr/>
          <p:nvPr/>
        </p:nvGrpSpPr>
        <p:grpSpPr>
          <a:xfrm>
            <a:off x="5087034" y="3781317"/>
            <a:ext cx="522956" cy="489869"/>
            <a:chOff x="4721450" y="1509475"/>
            <a:chExt cx="79350" cy="74325"/>
          </a:xfrm>
        </p:grpSpPr>
        <p:sp>
          <p:nvSpPr>
            <p:cNvPr id="604" name="Google Shape;604;p5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 name="Google Shape;608;p52"/>
          <p:cNvGrpSpPr/>
          <p:nvPr/>
        </p:nvGrpSpPr>
        <p:grpSpPr>
          <a:xfrm>
            <a:off x="6410277" y="3761069"/>
            <a:ext cx="525704" cy="535436"/>
            <a:chOff x="4906800" y="1507500"/>
            <a:chExt cx="70350" cy="71075"/>
          </a:xfrm>
        </p:grpSpPr>
        <p:sp>
          <p:nvSpPr>
            <p:cNvPr id="609" name="Google Shape;609;p5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 name="Google Shape;614;p52"/>
          <p:cNvGrpSpPr/>
          <p:nvPr/>
        </p:nvGrpSpPr>
        <p:grpSpPr>
          <a:xfrm>
            <a:off x="4443099" y="2267050"/>
            <a:ext cx="508054" cy="508095"/>
            <a:chOff x="3736598" y="2170606"/>
            <a:chExt cx="404889" cy="404889"/>
          </a:xfrm>
        </p:grpSpPr>
        <p:sp>
          <p:nvSpPr>
            <p:cNvPr id="615" name="Google Shape;615;p5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 name="Google Shape;619;p52"/>
          <p:cNvGrpSpPr/>
          <p:nvPr/>
        </p:nvGrpSpPr>
        <p:grpSpPr>
          <a:xfrm>
            <a:off x="3731139" y="2267145"/>
            <a:ext cx="575790" cy="507904"/>
            <a:chOff x="3161917" y="2170682"/>
            <a:chExt cx="458870" cy="404737"/>
          </a:xfrm>
        </p:grpSpPr>
        <p:sp>
          <p:nvSpPr>
            <p:cNvPr id="620" name="Google Shape;620;p5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621" name="Google Shape;621;p5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5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 name="Google Shape;623;p52"/>
          <p:cNvGrpSpPr/>
          <p:nvPr/>
        </p:nvGrpSpPr>
        <p:grpSpPr>
          <a:xfrm>
            <a:off x="3758669" y="3027517"/>
            <a:ext cx="520730" cy="498567"/>
            <a:chOff x="3179914" y="2889488"/>
            <a:chExt cx="422876" cy="404911"/>
          </a:xfrm>
        </p:grpSpPr>
        <p:sp>
          <p:nvSpPr>
            <p:cNvPr id="624" name="Google Shape;624;p5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 name="Google Shape;630;p52"/>
          <p:cNvGrpSpPr/>
          <p:nvPr/>
        </p:nvGrpSpPr>
        <p:grpSpPr>
          <a:xfrm>
            <a:off x="4387349" y="3027477"/>
            <a:ext cx="516145" cy="498648"/>
            <a:chOff x="3729467" y="2889422"/>
            <a:chExt cx="419153" cy="404977"/>
          </a:xfrm>
        </p:grpSpPr>
        <p:sp>
          <p:nvSpPr>
            <p:cNvPr id="631" name="Google Shape;631;p5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 name="Google Shape;638;p52"/>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2"/>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2"/>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2"/>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 name="Google Shape;642;p52"/>
          <p:cNvGrpSpPr/>
          <p:nvPr/>
        </p:nvGrpSpPr>
        <p:grpSpPr>
          <a:xfrm>
            <a:off x="7107677" y="2474362"/>
            <a:ext cx="166473" cy="141497"/>
            <a:chOff x="4660325" y="1866850"/>
            <a:chExt cx="68350" cy="58100"/>
          </a:xfrm>
        </p:grpSpPr>
        <p:sp>
          <p:nvSpPr>
            <p:cNvPr id="643" name="Google Shape;643;p5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 name="Google Shape;645;p52"/>
          <p:cNvGrpSpPr/>
          <p:nvPr/>
        </p:nvGrpSpPr>
        <p:grpSpPr>
          <a:xfrm>
            <a:off x="7417022" y="2500086"/>
            <a:ext cx="162515" cy="90049"/>
            <a:chOff x="4791775" y="1877500"/>
            <a:chExt cx="66725" cy="36975"/>
          </a:xfrm>
        </p:grpSpPr>
        <p:sp>
          <p:nvSpPr>
            <p:cNvPr id="646" name="Google Shape;646;p5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5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 name="Google Shape;648;p52"/>
          <p:cNvGrpSpPr/>
          <p:nvPr/>
        </p:nvGrpSpPr>
        <p:grpSpPr>
          <a:xfrm>
            <a:off x="7738734" y="2500086"/>
            <a:ext cx="144979" cy="90049"/>
            <a:chOff x="4923925" y="1877500"/>
            <a:chExt cx="59525" cy="36975"/>
          </a:xfrm>
        </p:grpSpPr>
        <p:sp>
          <p:nvSpPr>
            <p:cNvPr id="649" name="Google Shape;649;p5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 name="Google Shape;651;p52"/>
          <p:cNvGrpSpPr/>
          <p:nvPr/>
        </p:nvGrpSpPr>
        <p:grpSpPr>
          <a:xfrm>
            <a:off x="8033226" y="2482277"/>
            <a:ext cx="141447" cy="125667"/>
            <a:chOff x="5058450" y="1870100"/>
            <a:chExt cx="58075" cy="51600"/>
          </a:xfrm>
        </p:grpSpPr>
        <p:sp>
          <p:nvSpPr>
            <p:cNvPr id="652" name="Google Shape;652;p5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 name="Google Shape;654;p52"/>
          <p:cNvGrpSpPr/>
          <p:nvPr/>
        </p:nvGrpSpPr>
        <p:grpSpPr>
          <a:xfrm>
            <a:off x="7447741" y="2904685"/>
            <a:ext cx="101077" cy="107645"/>
            <a:chOff x="4811425" y="2065025"/>
            <a:chExt cx="41500" cy="44200"/>
          </a:xfrm>
        </p:grpSpPr>
        <p:sp>
          <p:nvSpPr>
            <p:cNvPr id="655" name="Google Shape;655;p5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 name="Google Shape;657;p52"/>
          <p:cNvGrpSpPr/>
          <p:nvPr/>
        </p:nvGrpSpPr>
        <p:grpSpPr>
          <a:xfrm>
            <a:off x="7740178" y="2904898"/>
            <a:ext cx="120867" cy="107218"/>
            <a:chOff x="4929875" y="2065025"/>
            <a:chExt cx="49625" cy="44025"/>
          </a:xfrm>
        </p:grpSpPr>
        <p:sp>
          <p:nvSpPr>
            <p:cNvPr id="658" name="Google Shape;658;p5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5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 name="Google Shape;660;p52"/>
          <p:cNvGrpSpPr/>
          <p:nvPr/>
        </p:nvGrpSpPr>
        <p:grpSpPr>
          <a:xfrm>
            <a:off x="8068847" y="2907912"/>
            <a:ext cx="70206" cy="101191"/>
            <a:chOff x="5083925" y="2066350"/>
            <a:chExt cx="28825" cy="41550"/>
          </a:xfrm>
        </p:grpSpPr>
        <p:sp>
          <p:nvSpPr>
            <p:cNvPr id="661" name="Google Shape;661;p5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 name="Google Shape;663;p52"/>
          <p:cNvGrpSpPr/>
          <p:nvPr/>
        </p:nvGrpSpPr>
        <p:grpSpPr>
          <a:xfrm>
            <a:off x="7100401" y="2923559"/>
            <a:ext cx="181026" cy="69896"/>
            <a:chOff x="4659775" y="2072775"/>
            <a:chExt cx="74325" cy="28700"/>
          </a:xfrm>
        </p:grpSpPr>
        <p:sp>
          <p:nvSpPr>
            <p:cNvPr id="664" name="Google Shape;664;p5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5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 name="Google Shape;667;p52"/>
          <p:cNvGrpSpPr/>
          <p:nvPr/>
        </p:nvGrpSpPr>
        <p:grpSpPr>
          <a:xfrm>
            <a:off x="8020257" y="2714124"/>
            <a:ext cx="167387" cy="89197"/>
            <a:chOff x="4662475" y="1976500"/>
            <a:chExt cx="68725" cy="36625"/>
          </a:xfrm>
        </p:grpSpPr>
        <p:sp>
          <p:nvSpPr>
            <p:cNvPr id="668" name="Google Shape;668;p5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 name="Google Shape;671;p52"/>
          <p:cNvGrpSpPr/>
          <p:nvPr/>
        </p:nvGrpSpPr>
        <p:grpSpPr>
          <a:xfrm>
            <a:off x="7717162" y="2717564"/>
            <a:ext cx="166899" cy="82317"/>
            <a:chOff x="4920150" y="1977875"/>
            <a:chExt cx="68525" cy="33800"/>
          </a:xfrm>
        </p:grpSpPr>
        <p:sp>
          <p:nvSpPr>
            <p:cNvPr id="672" name="Google Shape;672;p5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 name="Google Shape;675;p52"/>
          <p:cNvGrpSpPr/>
          <p:nvPr/>
        </p:nvGrpSpPr>
        <p:grpSpPr>
          <a:xfrm>
            <a:off x="7128319" y="3121482"/>
            <a:ext cx="125190" cy="127858"/>
            <a:chOff x="4676550" y="2160575"/>
            <a:chExt cx="51400" cy="52500"/>
          </a:xfrm>
        </p:grpSpPr>
        <p:sp>
          <p:nvSpPr>
            <p:cNvPr id="676" name="Google Shape;676;p5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 name="Google Shape;679;p52"/>
          <p:cNvGrpSpPr/>
          <p:nvPr/>
        </p:nvGrpSpPr>
        <p:grpSpPr>
          <a:xfrm>
            <a:off x="7425577" y="3128514"/>
            <a:ext cx="145405" cy="113794"/>
            <a:chOff x="4768325" y="2163475"/>
            <a:chExt cx="59700" cy="46725"/>
          </a:xfrm>
        </p:grpSpPr>
        <p:sp>
          <p:nvSpPr>
            <p:cNvPr id="680" name="Google Shape;680;p5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 name="Google Shape;682;p52"/>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2"/>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2"/>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2"/>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2"/>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 name="Google Shape;688;p52"/>
          <p:cNvGrpSpPr/>
          <p:nvPr/>
        </p:nvGrpSpPr>
        <p:grpSpPr>
          <a:xfrm>
            <a:off x="7441895" y="3383608"/>
            <a:ext cx="112768" cy="106853"/>
            <a:chOff x="4768575" y="2253950"/>
            <a:chExt cx="46300" cy="43875"/>
          </a:xfrm>
        </p:grpSpPr>
        <p:sp>
          <p:nvSpPr>
            <p:cNvPr id="689" name="Google Shape;689;p5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 name="Google Shape;691;p52"/>
          <p:cNvGrpSpPr/>
          <p:nvPr/>
        </p:nvGrpSpPr>
        <p:grpSpPr>
          <a:xfrm>
            <a:off x="7741518" y="3872634"/>
            <a:ext cx="118187" cy="146246"/>
            <a:chOff x="4960900" y="2433225"/>
            <a:chExt cx="48525" cy="60050"/>
          </a:xfrm>
        </p:grpSpPr>
        <p:sp>
          <p:nvSpPr>
            <p:cNvPr id="692" name="Google Shape;692;p5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 name="Google Shape;694;p52"/>
          <p:cNvGrpSpPr/>
          <p:nvPr/>
        </p:nvGrpSpPr>
        <p:grpSpPr>
          <a:xfrm>
            <a:off x="7430083" y="4136695"/>
            <a:ext cx="136394" cy="143810"/>
            <a:chOff x="4854075" y="2527625"/>
            <a:chExt cx="56000" cy="59050"/>
          </a:xfrm>
        </p:grpSpPr>
        <p:sp>
          <p:nvSpPr>
            <p:cNvPr id="695" name="Google Shape;695;p5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 name="Google Shape;697;p52"/>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2"/>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2"/>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 name="Google Shape;700;p52"/>
          <p:cNvGrpSpPr/>
          <p:nvPr/>
        </p:nvGrpSpPr>
        <p:grpSpPr>
          <a:xfrm>
            <a:off x="8054294" y="3600439"/>
            <a:ext cx="99312" cy="160797"/>
            <a:chOff x="5059700" y="2334775"/>
            <a:chExt cx="40775" cy="66025"/>
          </a:xfrm>
        </p:grpSpPr>
        <p:sp>
          <p:nvSpPr>
            <p:cNvPr id="701" name="Google Shape;701;p5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 name="Google Shape;710;p52"/>
          <p:cNvGrpSpPr/>
          <p:nvPr/>
        </p:nvGrpSpPr>
        <p:grpSpPr>
          <a:xfrm>
            <a:off x="8011458" y="3865571"/>
            <a:ext cx="184984" cy="160371"/>
            <a:chOff x="5037700" y="2430325"/>
            <a:chExt cx="75950" cy="65850"/>
          </a:xfrm>
        </p:grpSpPr>
        <p:sp>
          <p:nvSpPr>
            <p:cNvPr id="711" name="Google Shape;711;p5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 name="Google Shape;713;p52"/>
          <p:cNvGrpSpPr/>
          <p:nvPr/>
        </p:nvGrpSpPr>
        <p:grpSpPr>
          <a:xfrm>
            <a:off x="7430964" y="3632023"/>
            <a:ext cx="173014" cy="97629"/>
            <a:chOff x="4756975" y="2341800"/>
            <a:chExt cx="91975" cy="51925"/>
          </a:xfrm>
        </p:grpSpPr>
        <p:sp>
          <p:nvSpPr>
            <p:cNvPr id="714" name="Google Shape;714;p5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 name="Google Shape;734;p52"/>
          <p:cNvGrpSpPr/>
          <p:nvPr/>
        </p:nvGrpSpPr>
        <p:grpSpPr>
          <a:xfrm>
            <a:off x="7697901" y="4120720"/>
            <a:ext cx="212497" cy="175761"/>
            <a:chOff x="4943575" y="2516350"/>
            <a:chExt cx="98675" cy="81700"/>
          </a:xfrm>
        </p:grpSpPr>
        <p:sp>
          <p:nvSpPr>
            <p:cNvPr id="735" name="Google Shape;735;p5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 name="Google Shape;813;p52"/>
          <p:cNvGrpSpPr/>
          <p:nvPr/>
        </p:nvGrpSpPr>
        <p:grpSpPr>
          <a:xfrm>
            <a:off x="1955962" y="3346963"/>
            <a:ext cx="965351" cy="134611"/>
            <a:chOff x="4411970" y="2962952"/>
            <a:chExt cx="706544" cy="104212"/>
          </a:xfrm>
        </p:grpSpPr>
        <p:sp>
          <p:nvSpPr>
            <p:cNvPr id="814" name="Google Shape;814;p5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 name="Google Shape;818;p52"/>
          <p:cNvGrpSpPr/>
          <p:nvPr/>
        </p:nvGrpSpPr>
        <p:grpSpPr>
          <a:xfrm>
            <a:off x="1955962" y="2935877"/>
            <a:ext cx="960158" cy="289172"/>
            <a:chOff x="4411970" y="2726085"/>
            <a:chExt cx="643107" cy="193659"/>
          </a:xfrm>
        </p:grpSpPr>
        <p:sp>
          <p:nvSpPr>
            <p:cNvPr id="819" name="Google Shape;819;p5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 name="Google Shape;822;p52"/>
          <p:cNvGrpSpPr/>
          <p:nvPr/>
        </p:nvGrpSpPr>
        <p:grpSpPr>
          <a:xfrm>
            <a:off x="958854" y="3201987"/>
            <a:ext cx="833173" cy="259209"/>
            <a:chOff x="4411970" y="4340222"/>
            <a:chExt cx="779467" cy="242683"/>
          </a:xfrm>
        </p:grpSpPr>
        <p:sp>
          <p:nvSpPr>
            <p:cNvPr id="823" name="Google Shape;823;p5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 name="Google Shape;826;p52"/>
          <p:cNvGrpSpPr/>
          <p:nvPr/>
        </p:nvGrpSpPr>
        <p:grpSpPr>
          <a:xfrm>
            <a:off x="1955962" y="2597733"/>
            <a:ext cx="965160" cy="216230"/>
            <a:chOff x="4411970" y="2468674"/>
            <a:chExt cx="747317" cy="167425"/>
          </a:xfrm>
        </p:grpSpPr>
        <p:sp>
          <p:nvSpPr>
            <p:cNvPr id="827" name="Google Shape;827;p5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 name="Google Shape;829;p52"/>
          <p:cNvGrpSpPr/>
          <p:nvPr/>
        </p:nvGrpSpPr>
        <p:grpSpPr>
          <a:xfrm>
            <a:off x="954709" y="2502450"/>
            <a:ext cx="810451" cy="319148"/>
            <a:chOff x="4411970" y="3686602"/>
            <a:chExt cx="797845" cy="314215"/>
          </a:xfrm>
        </p:grpSpPr>
        <p:sp>
          <p:nvSpPr>
            <p:cNvPr id="830" name="Google Shape;830;p52"/>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2"/>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2"/>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2"/>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2"/>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 name="Google Shape;835;p52"/>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 name="Google Shape;836;p52"/>
          <p:cNvGrpSpPr/>
          <p:nvPr/>
        </p:nvGrpSpPr>
        <p:grpSpPr>
          <a:xfrm>
            <a:off x="954806" y="2256974"/>
            <a:ext cx="1970333" cy="208784"/>
            <a:chOff x="6336019" y="3733725"/>
            <a:chExt cx="2566206" cy="351310"/>
          </a:xfrm>
        </p:grpSpPr>
        <p:sp>
          <p:nvSpPr>
            <p:cNvPr id="837" name="Google Shape;837;p52"/>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2"/>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2"/>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2"/>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 name="Google Shape;841;p52"/>
          <p:cNvGrpSpPr/>
          <p:nvPr/>
        </p:nvGrpSpPr>
        <p:grpSpPr>
          <a:xfrm>
            <a:off x="1955962" y="3864529"/>
            <a:ext cx="946551" cy="153200"/>
            <a:chOff x="4404545" y="3301592"/>
            <a:chExt cx="782403" cy="129272"/>
          </a:xfrm>
        </p:grpSpPr>
        <p:sp>
          <p:nvSpPr>
            <p:cNvPr id="842" name="Google Shape;842;p5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2"/>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 name="Google Shape;844;p52"/>
          <p:cNvGrpSpPr/>
          <p:nvPr/>
        </p:nvGrpSpPr>
        <p:grpSpPr>
          <a:xfrm>
            <a:off x="1955962" y="3603488"/>
            <a:ext cx="962257" cy="139127"/>
            <a:chOff x="4411970" y="3131459"/>
            <a:chExt cx="710520" cy="117397"/>
          </a:xfrm>
        </p:grpSpPr>
        <p:sp>
          <p:nvSpPr>
            <p:cNvPr id="845" name="Google Shape;845;p5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847" name="Google Shape;847;p52"/>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 name="Google Shape;848;p52"/>
          <p:cNvGrpSpPr/>
          <p:nvPr/>
        </p:nvGrpSpPr>
        <p:grpSpPr>
          <a:xfrm>
            <a:off x="956107" y="3538282"/>
            <a:ext cx="823838" cy="458988"/>
            <a:chOff x="4411970" y="1801825"/>
            <a:chExt cx="734586" cy="409262"/>
          </a:xfrm>
        </p:grpSpPr>
        <p:sp>
          <p:nvSpPr>
            <p:cNvPr id="849" name="Google Shape;849;p5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 name="Google Shape;851;p52"/>
          <p:cNvGrpSpPr/>
          <p:nvPr/>
        </p:nvGrpSpPr>
        <p:grpSpPr>
          <a:xfrm>
            <a:off x="956107" y="4086708"/>
            <a:ext cx="856348" cy="212039"/>
            <a:chOff x="4411970" y="2233974"/>
            <a:chExt cx="763574" cy="189068"/>
          </a:xfrm>
        </p:grpSpPr>
        <p:sp>
          <p:nvSpPr>
            <p:cNvPr id="852" name="Google Shape;852;p52"/>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2"/>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 name="Google Shape;854;p52"/>
          <p:cNvGrpSpPr/>
          <p:nvPr/>
        </p:nvGrpSpPr>
        <p:grpSpPr>
          <a:xfrm>
            <a:off x="3066303" y="2262044"/>
            <a:ext cx="511602" cy="511602"/>
            <a:chOff x="5681300" y="2527788"/>
            <a:chExt cx="805800" cy="805800"/>
          </a:xfrm>
        </p:grpSpPr>
        <p:sp>
          <p:nvSpPr>
            <p:cNvPr id="855" name="Google Shape;855;p52"/>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52"/>
          <p:cNvGrpSpPr/>
          <p:nvPr/>
        </p:nvGrpSpPr>
        <p:grpSpPr>
          <a:xfrm>
            <a:off x="3063497" y="3028627"/>
            <a:ext cx="513021" cy="512935"/>
            <a:chOff x="4049800" y="640400"/>
            <a:chExt cx="858900" cy="858900"/>
          </a:xfrm>
        </p:grpSpPr>
        <p:sp>
          <p:nvSpPr>
            <p:cNvPr id="858" name="Google Shape;858;p52"/>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2"/>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 name="Google Shape;860;p52"/>
          <p:cNvGrpSpPr/>
          <p:nvPr/>
        </p:nvGrpSpPr>
        <p:grpSpPr>
          <a:xfrm>
            <a:off x="2980696" y="3680519"/>
            <a:ext cx="686489" cy="686585"/>
            <a:chOff x="5080188" y="927900"/>
            <a:chExt cx="961200" cy="961200"/>
          </a:xfrm>
        </p:grpSpPr>
        <p:sp>
          <p:nvSpPr>
            <p:cNvPr id="861" name="Google Shape;861;p52"/>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2"/>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2"/>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2"/>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 name="Google Shape;869;p52"/>
          <p:cNvGrpSpPr/>
          <p:nvPr/>
        </p:nvGrpSpPr>
        <p:grpSpPr>
          <a:xfrm>
            <a:off x="3763848" y="3773248"/>
            <a:ext cx="510373" cy="510937"/>
            <a:chOff x="7508249" y="1522825"/>
            <a:chExt cx="1326332" cy="1322987"/>
          </a:xfrm>
        </p:grpSpPr>
        <p:sp>
          <p:nvSpPr>
            <p:cNvPr id="870" name="Google Shape;870;p52"/>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2"/>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2"/>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2"/>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2"/>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2"/>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2"/>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2"/>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2"/>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2"/>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 name="Google Shape;880;p52"/>
          <p:cNvGrpSpPr/>
          <p:nvPr/>
        </p:nvGrpSpPr>
        <p:grpSpPr>
          <a:xfrm>
            <a:off x="4455441" y="3774653"/>
            <a:ext cx="492652" cy="503348"/>
            <a:chOff x="6039282" y="1042577"/>
            <a:chExt cx="734315" cy="731929"/>
          </a:xfrm>
        </p:grpSpPr>
        <p:sp>
          <p:nvSpPr>
            <p:cNvPr id="881" name="Google Shape;881;p5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 name="Google Shape;902;p52"/>
          <p:cNvGrpSpPr/>
          <p:nvPr/>
        </p:nvGrpSpPr>
        <p:grpSpPr>
          <a:xfrm>
            <a:off x="5095855" y="2270694"/>
            <a:ext cx="483304" cy="504902"/>
            <a:chOff x="1825800" y="1651625"/>
            <a:chExt cx="568125" cy="591775"/>
          </a:xfrm>
        </p:grpSpPr>
        <p:sp>
          <p:nvSpPr>
            <p:cNvPr id="903" name="Google Shape;903;p52"/>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2"/>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2"/>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2"/>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2"/>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 name="Google Shape;909;p52"/>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2"/>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2"/>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2"/>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 name="Shape 916"/>
        <p:cNvGrpSpPr/>
        <p:nvPr/>
      </p:nvGrpSpPr>
      <p:grpSpPr>
        <a:xfrm>
          <a:off x="0" y="0"/>
          <a:ext cx="0" cy="0"/>
          <a:chOff x="0" y="0"/>
          <a:chExt cx="0" cy="0"/>
        </a:xfrm>
      </p:grpSpPr>
      <p:grpSp>
        <p:nvGrpSpPr>
          <p:cNvPr id="917" name="Google Shape;917;p53"/>
          <p:cNvGrpSpPr/>
          <p:nvPr/>
        </p:nvGrpSpPr>
        <p:grpSpPr>
          <a:xfrm>
            <a:off x="722059" y="974193"/>
            <a:ext cx="2492868" cy="1379876"/>
            <a:chOff x="2654821" y="2311071"/>
            <a:chExt cx="2279715" cy="1262120"/>
          </a:xfrm>
        </p:grpSpPr>
        <p:grpSp>
          <p:nvGrpSpPr>
            <p:cNvPr id="918" name="Google Shape;918;p53"/>
            <p:cNvGrpSpPr/>
            <p:nvPr/>
          </p:nvGrpSpPr>
          <p:grpSpPr>
            <a:xfrm>
              <a:off x="4034269" y="2840745"/>
              <a:ext cx="40212" cy="36437"/>
              <a:chOff x="4293400" y="2574725"/>
              <a:chExt cx="84425" cy="80100"/>
            </a:xfrm>
          </p:grpSpPr>
          <p:sp>
            <p:nvSpPr>
              <p:cNvPr id="919" name="Google Shape;919;p5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920" name="Google Shape;920;p5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 name="Google Shape;921;p53"/>
            <p:cNvGrpSpPr/>
            <p:nvPr/>
          </p:nvGrpSpPr>
          <p:grpSpPr>
            <a:xfrm>
              <a:off x="3894606" y="2334874"/>
              <a:ext cx="913198" cy="518984"/>
              <a:chOff x="4000175" y="1462675"/>
              <a:chExt cx="1917275" cy="1140875"/>
            </a:xfrm>
          </p:grpSpPr>
          <p:sp>
            <p:nvSpPr>
              <p:cNvPr id="922" name="Google Shape;922;p5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923" name="Google Shape;923;p53"/>
              <p:cNvGrpSpPr/>
              <p:nvPr/>
            </p:nvGrpSpPr>
            <p:grpSpPr>
              <a:xfrm>
                <a:off x="4000175" y="1462675"/>
                <a:ext cx="1917275" cy="1140875"/>
                <a:chOff x="4000175" y="1462675"/>
                <a:chExt cx="1917275" cy="1140875"/>
              </a:xfrm>
            </p:grpSpPr>
            <p:sp>
              <p:nvSpPr>
                <p:cNvPr id="924" name="Google Shape;924;p5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925" name="Google Shape;925;p5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29" name="Google Shape;929;p5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0" name="Google Shape;930;p53"/>
            <p:cNvGrpSpPr/>
            <p:nvPr/>
          </p:nvGrpSpPr>
          <p:grpSpPr>
            <a:xfrm>
              <a:off x="3875768" y="2846704"/>
              <a:ext cx="44796" cy="47366"/>
              <a:chOff x="3960625" y="2587825"/>
              <a:chExt cx="94050" cy="104125"/>
            </a:xfrm>
          </p:grpSpPr>
          <p:sp>
            <p:nvSpPr>
              <p:cNvPr id="931" name="Google Shape;931;p5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932" name="Google Shape;932;p5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 name="Google Shape;933;p53"/>
            <p:cNvGrpSpPr/>
            <p:nvPr/>
          </p:nvGrpSpPr>
          <p:grpSpPr>
            <a:xfrm>
              <a:off x="3782759" y="2807162"/>
              <a:ext cx="82686" cy="85487"/>
              <a:chOff x="3765350" y="2500900"/>
              <a:chExt cx="173600" cy="187925"/>
            </a:xfrm>
          </p:grpSpPr>
          <p:sp>
            <p:nvSpPr>
              <p:cNvPr id="934" name="Google Shape;934;p5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935" name="Google Shape;935;p5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 name="Google Shape;940;p53"/>
            <p:cNvGrpSpPr/>
            <p:nvPr/>
          </p:nvGrpSpPr>
          <p:grpSpPr>
            <a:xfrm>
              <a:off x="3775674" y="2798496"/>
              <a:ext cx="40545" cy="23564"/>
              <a:chOff x="3750475" y="2481850"/>
              <a:chExt cx="85125" cy="51800"/>
            </a:xfrm>
          </p:grpSpPr>
          <p:sp>
            <p:nvSpPr>
              <p:cNvPr id="941" name="Google Shape;941;p5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943" name="Google Shape;943;p53"/>
            <p:cNvGrpSpPr/>
            <p:nvPr/>
          </p:nvGrpSpPr>
          <p:grpSpPr>
            <a:xfrm>
              <a:off x="3716946" y="2776024"/>
              <a:ext cx="81971" cy="76912"/>
              <a:chOff x="3627175" y="2432450"/>
              <a:chExt cx="172100" cy="169075"/>
            </a:xfrm>
          </p:grpSpPr>
          <p:sp>
            <p:nvSpPr>
              <p:cNvPr id="944" name="Google Shape;944;p5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946" name="Google Shape;946;p5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947" name="Google Shape;947;p53"/>
            <p:cNvGrpSpPr/>
            <p:nvPr/>
          </p:nvGrpSpPr>
          <p:grpSpPr>
            <a:xfrm>
              <a:off x="3685682" y="2845624"/>
              <a:ext cx="29311" cy="45055"/>
              <a:chOff x="3561536" y="2585450"/>
              <a:chExt cx="61539" cy="99045"/>
            </a:xfrm>
          </p:grpSpPr>
          <p:sp>
            <p:nvSpPr>
              <p:cNvPr id="948" name="Google Shape;948;p5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950" name="Google Shape;950;p53"/>
            <p:cNvGrpSpPr/>
            <p:nvPr/>
          </p:nvGrpSpPr>
          <p:grpSpPr>
            <a:xfrm>
              <a:off x="3849905" y="2572252"/>
              <a:ext cx="74339" cy="119559"/>
              <a:chOff x="3906325" y="1984500"/>
              <a:chExt cx="156075" cy="262825"/>
            </a:xfrm>
          </p:grpSpPr>
          <p:sp>
            <p:nvSpPr>
              <p:cNvPr id="951" name="Google Shape;951;p5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952" name="Google Shape;952;p5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 name="Google Shape;953;p53"/>
            <p:cNvGrpSpPr/>
            <p:nvPr/>
          </p:nvGrpSpPr>
          <p:grpSpPr>
            <a:xfrm>
              <a:off x="2654821" y="2414345"/>
              <a:ext cx="667570" cy="558731"/>
              <a:chOff x="1397225" y="1637375"/>
              <a:chExt cx="1401575" cy="1228250"/>
            </a:xfrm>
          </p:grpSpPr>
          <p:sp>
            <p:nvSpPr>
              <p:cNvPr id="954" name="Google Shape;954;p5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955" name="Google Shape;955;p53"/>
              <p:cNvGrpSpPr/>
              <p:nvPr/>
            </p:nvGrpSpPr>
            <p:grpSpPr>
              <a:xfrm>
                <a:off x="1397225" y="1637375"/>
                <a:ext cx="1398775" cy="1228250"/>
                <a:chOff x="1397225" y="1637375"/>
                <a:chExt cx="1398775" cy="1228250"/>
              </a:xfrm>
            </p:grpSpPr>
            <p:sp>
              <p:nvSpPr>
                <p:cNvPr id="956" name="Google Shape;956;p5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8" name="Google Shape;958;p53"/>
            <p:cNvGrpSpPr/>
            <p:nvPr/>
          </p:nvGrpSpPr>
          <p:grpSpPr>
            <a:xfrm>
              <a:off x="3230417" y="3103734"/>
              <a:ext cx="282982" cy="280332"/>
              <a:chOff x="2605700" y="3152850"/>
              <a:chExt cx="594125" cy="616250"/>
            </a:xfrm>
          </p:grpSpPr>
          <p:sp>
            <p:nvSpPr>
              <p:cNvPr id="959" name="Google Shape;959;p5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960" name="Google Shape;960;p5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961" name="Google Shape;961;p53"/>
            <p:cNvGrpSpPr/>
            <p:nvPr/>
          </p:nvGrpSpPr>
          <p:grpSpPr>
            <a:xfrm>
              <a:off x="3265985" y="3226989"/>
              <a:ext cx="87151" cy="346202"/>
              <a:chOff x="2680375" y="3423800"/>
              <a:chExt cx="182975" cy="761050"/>
            </a:xfrm>
          </p:grpSpPr>
          <p:sp>
            <p:nvSpPr>
              <p:cNvPr id="962" name="Google Shape;962;p5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963" name="Google Shape;963;p5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 name="Google Shape;964;p53"/>
            <p:cNvGrpSpPr/>
            <p:nvPr/>
          </p:nvGrpSpPr>
          <p:grpSpPr>
            <a:xfrm>
              <a:off x="3855466" y="3289811"/>
              <a:ext cx="112514" cy="94210"/>
              <a:chOff x="3918000" y="3561900"/>
              <a:chExt cx="236225" cy="207100"/>
            </a:xfrm>
          </p:grpSpPr>
          <p:sp>
            <p:nvSpPr>
              <p:cNvPr id="965" name="Google Shape;965;p5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966" name="Google Shape;966;p5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 name="Google Shape;967;p53"/>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3"/>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3"/>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970" name="Google Shape;970;p53"/>
            <p:cNvGrpSpPr/>
            <p:nvPr/>
          </p:nvGrpSpPr>
          <p:grpSpPr>
            <a:xfrm>
              <a:off x="2905224" y="2311071"/>
              <a:ext cx="596721" cy="528992"/>
              <a:chOff x="1922950" y="1410350"/>
              <a:chExt cx="1252825" cy="1162875"/>
            </a:xfrm>
          </p:grpSpPr>
          <p:sp>
            <p:nvSpPr>
              <p:cNvPr id="971" name="Google Shape;971;p5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987" name="Google Shape;987;p53"/>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3"/>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3"/>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3"/>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3"/>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3"/>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3"/>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3"/>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3"/>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3"/>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3"/>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3"/>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3"/>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3"/>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3"/>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3"/>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3"/>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3"/>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3"/>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3"/>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007" name="Google Shape;1007;p53"/>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008" name="Google Shape;1008;p53"/>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 name="Google Shape;1009;p53"/>
            <p:cNvGrpSpPr/>
            <p:nvPr/>
          </p:nvGrpSpPr>
          <p:grpSpPr>
            <a:xfrm>
              <a:off x="3280929" y="3294542"/>
              <a:ext cx="109894" cy="272224"/>
              <a:chOff x="2711750" y="3572300"/>
              <a:chExt cx="230725" cy="598425"/>
            </a:xfrm>
          </p:grpSpPr>
          <p:sp>
            <p:nvSpPr>
              <p:cNvPr id="1010" name="Google Shape;1010;p5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 name="Google Shape;1012;p53"/>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 name="Google Shape;1013;p53"/>
            <p:cNvGrpSpPr/>
            <p:nvPr/>
          </p:nvGrpSpPr>
          <p:grpSpPr>
            <a:xfrm>
              <a:off x="3790439" y="2408636"/>
              <a:ext cx="73017" cy="75684"/>
              <a:chOff x="3781475" y="1624825"/>
              <a:chExt cx="153300" cy="166375"/>
            </a:xfrm>
          </p:grpSpPr>
          <p:sp>
            <p:nvSpPr>
              <p:cNvPr id="1014" name="Google Shape;1014;p5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 name="Google Shape;1018;p53"/>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3"/>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3"/>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3"/>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3"/>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3"/>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3"/>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 name="Google Shape;1025;p53"/>
            <p:cNvGrpSpPr/>
            <p:nvPr/>
          </p:nvGrpSpPr>
          <p:grpSpPr>
            <a:xfrm>
              <a:off x="4403342" y="3107749"/>
              <a:ext cx="316680" cy="101374"/>
              <a:chOff x="5068275" y="3161675"/>
              <a:chExt cx="664875" cy="222850"/>
            </a:xfrm>
          </p:grpSpPr>
          <p:sp>
            <p:nvSpPr>
              <p:cNvPr id="1026" name="Google Shape;1026;p5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 name="Google Shape;1030;p53"/>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3"/>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3"/>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3"/>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3"/>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3"/>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3"/>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3"/>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3"/>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3"/>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3"/>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3"/>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3"/>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3"/>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3"/>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3"/>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3"/>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3"/>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3"/>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3"/>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3"/>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3"/>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3"/>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3"/>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3"/>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3"/>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3"/>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3"/>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3"/>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 name="Google Shape;1059;p53"/>
            <p:cNvGrpSpPr/>
            <p:nvPr/>
          </p:nvGrpSpPr>
          <p:grpSpPr>
            <a:xfrm>
              <a:off x="3697513" y="2707266"/>
              <a:ext cx="59549" cy="79733"/>
              <a:chOff x="3586375" y="2281300"/>
              <a:chExt cx="125025" cy="175275"/>
            </a:xfrm>
          </p:grpSpPr>
          <p:sp>
            <p:nvSpPr>
              <p:cNvPr id="1060" name="Google Shape;1060;p5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 name="Google Shape;1062;p53"/>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 name="Google Shape;1063;p53"/>
            <p:cNvGrpSpPr/>
            <p:nvPr/>
          </p:nvGrpSpPr>
          <p:grpSpPr>
            <a:xfrm>
              <a:off x="4513224" y="3221724"/>
              <a:ext cx="274563" cy="280321"/>
              <a:chOff x="5298975" y="3412225"/>
              <a:chExt cx="576450" cy="616225"/>
            </a:xfrm>
          </p:grpSpPr>
          <p:sp>
            <p:nvSpPr>
              <p:cNvPr id="1064" name="Google Shape;1064;p5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065" name="Google Shape;1065;p5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 name="Google Shape;1066;p53"/>
            <p:cNvGrpSpPr/>
            <p:nvPr/>
          </p:nvGrpSpPr>
          <p:grpSpPr>
            <a:xfrm>
              <a:off x="4824403" y="3421846"/>
              <a:ext cx="110132" cy="130647"/>
              <a:chOff x="5952300" y="3852150"/>
              <a:chExt cx="231225" cy="287200"/>
            </a:xfrm>
          </p:grpSpPr>
          <p:sp>
            <p:nvSpPr>
              <p:cNvPr id="1067" name="Google Shape;1067;p5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 name="Google Shape;1069;p53"/>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3"/>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3"/>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3"/>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3"/>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3"/>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3"/>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3"/>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 name="Google Shape;1077;p53"/>
            <p:cNvGrpSpPr/>
            <p:nvPr/>
          </p:nvGrpSpPr>
          <p:grpSpPr>
            <a:xfrm>
              <a:off x="4295710" y="3079670"/>
              <a:ext cx="14968" cy="27135"/>
              <a:chOff x="4842300" y="3099950"/>
              <a:chExt cx="31425" cy="59650"/>
            </a:xfrm>
          </p:grpSpPr>
          <p:sp>
            <p:nvSpPr>
              <p:cNvPr id="1078" name="Google Shape;1078;p5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 name="Google Shape;1082;p53"/>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3"/>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3"/>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3"/>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3"/>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3"/>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3"/>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3"/>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 name="Google Shape;1090;p53"/>
            <p:cNvGrpSpPr/>
            <p:nvPr/>
          </p:nvGrpSpPr>
          <p:grpSpPr>
            <a:xfrm>
              <a:off x="3831056" y="2816010"/>
              <a:ext cx="37378" cy="27612"/>
              <a:chOff x="3866750" y="2520350"/>
              <a:chExt cx="78475" cy="60700"/>
            </a:xfrm>
          </p:grpSpPr>
          <p:sp>
            <p:nvSpPr>
              <p:cNvPr id="1091" name="Google Shape;1091;p5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 name="Google Shape;1095;p53"/>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3"/>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3"/>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3"/>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3"/>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3"/>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3"/>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3"/>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3"/>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3"/>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3"/>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3"/>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3"/>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3"/>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3"/>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3"/>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3"/>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112" name="Google Shape;1112;p53"/>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3"/>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3"/>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3"/>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3"/>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3"/>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3"/>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3"/>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3"/>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3"/>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3"/>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3"/>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124" name="Google Shape;1124;p53"/>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3"/>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3"/>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3"/>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3"/>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3"/>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3"/>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3"/>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3"/>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3"/>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3"/>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3"/>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3"/>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 name="Google Shape;1137;p53"/>
            <p:cNvGrpSpPr/>
            <p:nvPr/>
          </p:nvGrpSpPr>
          <p:grpSpPr>
            <a:xfrm>
              <a:off x="3632736" y="3051591"/>
              <a:ext cx="63288" cy="45217"/>
              <a:chOff x="3450375" y="3038225"/>
              <a:chExt cx="132875" cy="99400"/>
            </a:xfrm>
          </p:grpSpPr>
          <p:sp>
            <p:nvSpPr>
              <p:cNvPr id="1138" name="Google Shape;1138;p5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 name="Google Shape;1140;p53"/>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3"/>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3"/>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3"/>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3"/>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3"/>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3"/>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3"/>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3"/>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49" name="Google Shape;1149;p53"/>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3"/>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3"/>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3"/>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3"/>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3"/>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3"/>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3"/>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3"/>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3"/>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59" name="Google Shape;1159;p53"/>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3"/>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3"/>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3"/>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3"/>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3"/>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165" name="Google Shape;1165;p53"/>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3"/>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3"/>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3"/>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3"/>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3"/>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3"/>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3"/>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 name="Google Shape;1175;p53"/>
          <p:cNvGrpSpPr/>
          <p:nvPr/>
        </p:nvGrpSpPr>
        <p:grpSpPr>
          <a:xfrm>
            <a:off x="719116" y="2869970"/>
            <a:ext cx="2622876" cy="1333540"/>
            <a:chOff x="238125" y="1038125"/>
            <a:chExt cx="7146800" cy="3633625"/>
          </a:xfrm>
        </p:grpSpPr>
        <p:sp>
          <p:nvSpPr>
            <p:cNvPr id="1176" name="Google Shape;1176;p5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8" name="Google Shape;2748;p53"/>
          <p:cNvGrpSpPr/>
          <p:nvPr/>
        </p:nvGrpSpPr>
        <p:grpSpPr>
          <a:xfrm>
            <a:off x="5834044" y="1012080"/>
            <a:ext cx="2590840" cy="1380235"/>
            <a:chOff x="233350" y="949250"/>
            <a:chExt cx="7137300" cy="3802300"/>
          </a:xfrm>
        </p:grpSpPr>
        <p:sp>
          <p:nvSpPr>
            <p:cNvPr id="2749" name="Google Shape;2749;p5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0" name="Google Shape;2800;p53"/>
          <p:cNvGrpSpPr/>
          <p:nvPr/>
        </p:nvGrpSpPr>
        <p:grpSpPr>
          <a:xfrm>
            <a:off x="7648473" y="3056853"/>
            <a:ext cx="104231" cy="320340"/>
            <a:chOff x="7564426" y="3224343"/>
            <a:chExt cx="119985" cy="368801"/>
          </a:xfrm>
        </p:grpSpPr>
        <p:sp>
          <p:nvSpPr>
            <p:cNvPr id="2801" name="Google Shape;2801;p5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3" name="Google Shape;2803;p53"/>
          <p:cNvGrpSpPr/>
          <p:nvPr/>
        </p:nvGrpSpPr>
        <p:grpSpPr>
          <a:xfrm>
            <a:off x="7347962" y="3050954"/>
            <a:ext cx="189489" cy="332132"/>
            <a:chOff x="8370831" y="3202002"/>
            <a:chExt cx="218129" cy="382376"/>
          </a:xfrm>
        </p:grpSpPr>
        <p:sp>
          <p:nvSpPr>
            <p:cNvPr id="2804" name="Google Shape;2804;p5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6" name="Google Shape;2806;p53"/>
          <p:cNvGrpSpPr/>
          <p:nvPr/>
        </p:nvGrpSpPr>
        <p:grpSpPr>
          <a:xfrm>
            <a:off x="8071351" y="3462086"/>
            <a:ext cx="309429" cy="267000"/>
            <a:chOff x="6742064" y="3750480"/>
            <a:chExt cx="399315" cy="344560"/>
          </a:xfrm>
        </p:grpSpPr>
        <p:sp>
          <p:nvSpPr>
            <p:cNvPr id="2807" name="Google Shape;2807;p5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9" name="Google Shape;2809;p53"/>
          <p:cNvGrpSpPr/>
          <p:nvPr/>
        </p:nvGrpSpPr>
        <p:grpSpPr>
          <a:xfrm>
            <a:off x="7610370" y="3813134"/>
            <a:ext cx="180437" cy="281608"/>
            <a:chOff x="7248525" y="3739696"/>
            <a:chExt cx="230531" cy="359790"/>
          </a:xfrm>
        </p:grpSpPr>
        <p:sp>
          <p:nvSpPr>
            <p:cNvPr id="2810" name="Google Shape;2810;p5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2" name="Google Shape;2812;p53"/>
          <p:cNvGrpSpPr/>
          <p:nvPr/>
        </p:nvGrpSpPr>
        <p:grpSpPr>
          <a:xfrm>
            <a:off x="7856289" y="3456358"/>
            <a:ext cx="162896" cy="278710"/>
            <a:chOff x="7601242" y="3729267"/>
            <a:chExt cx="222566" cy="380803"/>
          </a:xfrm>
        </p:grpSpPr>
        <p:sp>
          <p:nvSpPr>
            <p:cNvPr id="2813" name="Google Shape;2813;p5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5" name="Google Shape;2815;p53"/>
          <p:cNvSpPr/>
          <p:nvPr/>
        </p:nvSpPr>
        <p:spPr>
          <a:xfrm>
            <a:off x="7822315" y="3068715"/>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16" name="Google Shape;2816;p53"/>
          <p:cNvGrpSpPr/>
          <p:nvPr/>
        </p:nvGrpSpPr>
        <p:grpSpPr>
          <a:xfrm>
            <a:off x="7345935" y="3457498"/>
            <a:ext cx="193543" cy="275990"/>
            <a:chOff x="8304647" y="3738687"/>
            <a:chExt cx="225076" cy="320956"/>
          </a:xfrm>
        </p:grpSpPr>
        <p:sp>
          <p:nvSpPr>
            <p:cNvPr id="2817" name="Google Shape;2817;p53"/>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0" name="Google Shape;2820;p53"/>
          <p:cNvGrpSpPr/>
          <p:nvPr/>
        </p:nvGrpSpPr>
        <p:grpSpPr>
          <a:xfrm>
            <a:off x="7618427" y="3457498"/>
            <a:ext cx="178492" cy="275990"/>
            <a:chOff x="8615101" y="3738687"/>
            <a:chExt cx="207573" cy="320956"/>
          </a:xfrm>
        </p:grpSpPr>
        <p:sp>
          <p:nvSpPr>
            <p:cNvPr id="2821" name="Google Shape;2821;p53"/>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4" name="Google Shape;2824;p53"/>
          <p:cNvSpPr/>
          <p:nvPr/>
        </p:nvSpPr>
        <p:spPr>
          <a:xfrm>
            <a:off x="8114867" y="3047381"/>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5" name="Google Shape;2825;p53"/>
          <p:cNvGrpSpPr/>
          <p:nvPr/>
        </p:nvGrpSpPr>
        <p:grpSpPr>
          <a:xfrm>
            <a:off x="6013132" y="3578986"/>
            <a:ext cx="557671" cy="511283"/>
            <a:chOff x="6015419" y="3716859"/>
            <a:chExt cx="557671" cy="511283"/>
          </a:xfrm>
        </p:grpSpPr>
        <p:sp>
          <p:nvSpPr>
            <p:cNvPr id="2826" name="Google Shape;2826;p53"/>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7" name="Google Shape;2827;p53"/>
            <p:cNvGrpSpPr/>
            <p:nvPr/>
          </p:nvGrpSpPr>
          <p:grpSpPr>
            <a:xfrm>
              <a:off x="6036094" y="3716980"/>
              <a:ext cx="529860" cy="510468"/>
              <a:chOff x="6036094" y="3716980"/>
              <a:chExt cx="529860" cy="510468"/>
            </a:xfrm>
          </p:grpSpPr>
          <p:sp>
            <p:nvSpPr>
              <p:cNvPr id="2828" name="Google Shape;2828;p53"/>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3"/>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3"/>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3"/>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3"/>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3"/>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3"/>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3"/>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3"/>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3"/>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38" name="Google Shape;2838;p53"/>
          <p:cNvGrpSpPr/>
          <p:nvPr/>
        </p:nvGrpSpPr>
        <p:grpSpPr>
          <a:xfrm>
            <a:off x="6642017" y="2935755"/>
            <a:ext cx="576302" cy="511871"/>
            <a:chOff x="6644304" y="3073628"/>
            <a:chExt cx="576302" cy="511871"/>
          </a:xfrm>
        </p:grpSpPr>
        <p:sp>
          <p:nvSpPr>
            <p:cNvPr id="2839" name="Google Shape;2839;p5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0" name="Google Shape;2840;p53"/>
            <p:cNvGrpSpPr/>
            <p:nvPr/>
          </p:nvGrpSpPr>
          <p:grpSpPr>
            <a:xfrm>
              <a:off x="6712169" y="3085440"/>
              <a:ext cx="481622" cy="494913"/>
              <a:chOff x="6712169" y="3085440"/>
              <a:chExt cx="481622" cy="494913"/>
            </a:xfrm>
          </p:grpSpPr>
          <p:sp>
            <p:nvSpPr>
              <p:cNvPr id="2841" name="Google Shape;2841;p53"/>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3"/>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3"/>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3"/>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3"/>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6" name="Google Shape;2846;p53"/>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3"/>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3"/>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9" name="Google Shape;2849;p53"/>
          <p:cNvSpPr/>
          <p:nvPr/>
        </p:nvSpPr>
        <p:spPr>
          <a:xfrm>
            <a:off x="6986052" y="2952384"/>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0" name="Google Shape;2850;p53"/>
          <p:cNvGrpSpPr/>
          <p:nvPr/>
        </p:nvGrpSpPr>
        <p:grpSpPr>
          <a:xfrm>
            <a:off x="6649868" y="3578750"/>
            <a:ext cx="560631" cy="511352"/>
            <a:chOff x="6652154" y="3716623"/>
            <a:chExt cx="560631" cy="511352"/>
          </a:xfrm>
        </p:grpSpPr>
        <p:sp>
          <p:nvSpPr>
            <p:cNvPr id="2851" name="Google Shape;2851;p53"/>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2" name="Google Shape;2852;p53"/>
            <p:cNvGrpSpPr/>
            <p:nvPr/>
          </p:nvGrpSpPr>
          <p:grpSpPr>
            <a:xfrm>
              <a:off x="6669657" y="3716715"/>
              <a:ext cx="466779" cy="464290"/>
              <a:chOff x="6669657" y="3716715"/>
              <a:chExt cx="466779" cy="464290"/>
            </a:xfrm>
          </p:grpSpPr>
          <p:sp>
            <p:nvSpPr>
              <p:cNvPr id="2853" name="Google Shape;2853;p53"/>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3"/>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3"/>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3"/>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3"/>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3"/>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3"/>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3"/>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3"/>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3"/>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3"/>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3"/>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3"/>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66" name="Google Shape;2866;p53"/>
          <p:cNvGrpSpPr/>
          <p:nvPr/>
        </p:nvGrpSpPr>
        <p:grpSpPr>
          <a:xfrm>
            <a:off x="7843959" y="3860159"/>
            <a:ext cx="187557" cy="187557"/>
            <a:chOff x="8565775" y="671075"/>
            <a:chExt cx="441000" cy="441000"/>
          </a:xfrm>
        </p:grpSpPr>
        <p:sp>
          <p:nvSpPr>
            <p:cNvPr id="2867" name="Google Shape;2867;p5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3"/>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9" name="Google Shape;2869;p53"/>
          <p:cNvSpPr/>
          <p:nvPr/>
        </p:nvSpPr>
        <p:spPr>
          <a:xfrm>
            <a:off x="8145173" y="3856079"/>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3"/>
          <p:cNvSpPr/>
          <p:nvPr/>
        </p:nvSpPr>
        <p:spPr>
          <a:xfrm flipH="1">
            <a:off x="7353412" y="3822535"/>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71" name="Google Shape;2871;p53"/>
          <p:cNvGrpSpPr/>
          <p:nvPr/>
        </p:nvGrpSpPr>
        <p:grpSpPr>
          <a:xfrm>
            <a:off x="5997814" y="2938377"/>
            <a:ext cx="587871" cy="512373"/>
            <a:chOff x="6000100" y="3076250"/>
            <a:chExt cx="587871" cy="512373"/>
          </a:xfrm>
        </p:grpSpPr>
        <p:sp>
          <p:nvSpPr>
            <p:cNvPr id="2872" name="Google Shape;2872;p53"/>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73" name="Google Shape;2873;p53"/>
            <p:cNvGrpSpPr/>
            <p:nvPr/>
          </p:nvGrpSpPr>
          <p:grpSpPr>
            <a:xfrm>
              <a:off x="6031360" y="3076713"/>
              <a:ext cx="539107" cy="480965"/>
              <a:chOff x="6031360" y="3076713"/>
              <a:chExt cx="539107" cy="480965"/>
            </a:xfrm>
          </p:grpSpPr>
          <p:sp>
            <p:nvSpPr>
              <p:cNvPr id="2874" name="Google Shape;2874;p53"/>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3"/>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3"/>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3"/>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3"/>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3"/>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3"/>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81" name="Google Shape;2881;p53"/>
          <p:cNvGrpSpPr/>
          <p:nvPr/>
        </p:nvGrpSpPr>
        <p:grpSpPr>
          <a:xfrm>
            <a:off x="3416805" y="919691"/>
            <a:ext cx="2310381" cy="1488888"/>
            <a:chOff x="229225" y="549050"/>
            <a:chExt cx="7161750" cy="4615275"/>
          </a:xfrm>
        </p:grpSpPr>
        <p:sp>
          <p:nvSpPr>
            <p:cNvPr id="2882" name="Google Shape;2882;p53"/>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3"/>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3"/>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3"/>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3"/>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3"/>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3"/>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3"/>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3"/>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3"/>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3"/>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3"/>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3"/>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3"/>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3"/>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3"/>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3"/>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3"/>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3"/>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3"/>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3"/>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3"/>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3"/>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3"/>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3"/>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3"/>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3"/>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3"/>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3"/>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3"/>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3"/>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3"/>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3"/>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3"/>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3"/>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3"/>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3"/>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3"/>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3"/>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3"/>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3"/>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3"/>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3"/>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3"/>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3"/>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3"/>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3"/>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3"/>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3"/>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3"/>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3"/>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3"/>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3"/>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3"/>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3"/>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3"/>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3"/>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3"/>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3"/>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3"/>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3"/>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3"/>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3"/>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3"/>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3"/>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3"/>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3"/>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3"/>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3"/>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3"/>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3"/>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3"/>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3"/>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3"/>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3"/>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3"/>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3"/>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3"/>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3"/>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3"/>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3"/>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3"/>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3"/>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3"/>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3"/>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3"/>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3"/>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3"/>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3"/>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3"/>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3"/>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3"/>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3"/>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3"/>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3"/>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3"/>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3"/>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3"/>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3"/>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3"/>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3"/>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3"/>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3"/>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3"/>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3"/>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3"/>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3"/>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3"/>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3"/>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3"/>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3"/>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3"/>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3"/>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3"/>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3"/>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3"/>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3"/>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9" name="Google Shape;2999;p53"/>
          <p:cNvGrpSpPr/>
          <p:nvPr/>
        </p:nvGrpSpPr>
        <p:grpSpPr>
          <a:xfrm>
            <a:off x="3514723" y="2849588"/>
            <a:ext cx="2310282" cy="1374222"/>
            <a:chOff x="238125" y="732525"/>
            <a:chExt cx="7130500" cy="4241425"/>
          </a:xfrm>
        </p:grpSpPr>
        <p:sp>
          <p:nvSpPr>
            <p:cNvPr id="3000" name="Google Shape;3000;p53"/>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3"/>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3"/>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3"/>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3"/>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3"/>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3"/>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3"/>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3"/>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3"/>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3"/>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3"/>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3"/>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3"/>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3"/>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3"/>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3"/>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3"/>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3"/>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3"/>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3"/>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3"/>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3"/>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3"/>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3"/>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3"/>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3"/>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3"/>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3"/>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3"/>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3"/>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3"/>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3"/>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3"/>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3"/>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3"/>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3"/>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3"/>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3"/>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3"/>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3"/>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3"/>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3"/>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3"/>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3"/>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3"/>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3"/>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3"/>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3"/>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3"/>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3"/>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3"/>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3"/>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3"/>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3"/>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3"/>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3"/>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3"/>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3"/>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3"/>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3"/>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3"/>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3"/>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3"/>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3"/>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3"/>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3"/>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3"/>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3"/>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3"/>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3"/>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3"/>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3"/>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3"/>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3"/>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3"/>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3"/>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3"/>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3"/>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3"/>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3"/>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3"/>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3"/>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3"/>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3"/>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3"/>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3"/>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3"/>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3"/>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3"/>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3"/>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3"/>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3"/>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3"/>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3"/>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3"/>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3"/>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3"/>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3"/>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3"/>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3"/>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3"/>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3"/>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3"/>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3"/>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3"/>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3"/>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3"/>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3"/>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3"/>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3"/>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3"/>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3"/>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3"/>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17" name="Shape 3117"/>
        <p:cNvGrpSpPr/>
        <p:nvPr/>
      </p:nvGrpSpPr>
      <p:grpSpPr>
        <a:xfrm>
          <a:off x="0" y="0"/>
          <a:ext cx="0" cy="0"/>
          <a:chOff x="0" y="0"/>
          <a:chExt cx="0" cy="0"/>
        </a:xfrm>
      </p:grpSpPr>
      <p:grpSp>
        <p:nvGrpSpPr>
          <p:cNvPr id="3118" name="Google Shape;3118;p54"/>
          <p:cNvGrpSpPr/>
          <p:nvPr/>
        </p:nvGrpSpPr>
        <p:grpSpPr>
          <a:xfrm>
            <a:off x="725414" y="969763"/>
            <a:ext cx="2507799" cy="206239"/>
            <a:chOff x="106648" y="895722"/>
            <a:chExt cx="4481413" cy="374300"/>
          </a:xfrm>
        </p:grpSpPr>
        <p:grpSp>
          <p:nvGrpSpPr>
            <p:cNvPr id="3119" name="Google Shape;3119;p54"/>
            <p:cNvGrpSpPr/>
            <p:nvPr/>
          </p:nvGrpSpPr>
          <p:grpSpPr>
            <a:xfrm>
              <a:off x="2233276" y="895722"/>
              <a:ext cx="1082667" cy="223591"/>
              <a:chOff x="4808316" y="2800065"/>
              <a:chExt cx="1999386" cy="412910"/>
            </a:xfrm>
          </p:grpSpPr>
          <p:sp>
            <p:nvSpPr>
              <p:cNvPr id="3120" name="Google Shape;3120;p54"/>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21" name="Google Shape;3121;p54"/>
              <p:cNvGrpSpPr/>
              <p:nvPr/>
            </p:nvGrpSpPr>
            <p:grpSpPr>
              <a:xfrm>
                <a:off x="4808316" y="2800065"/>
                <a:ext cx="92400" cy="411825"/>
                <a:chOff x="845575" y="2563700"/>
                <a:chExt cx="92400" cy="411825"/>
              </a:xfrm>
            </p:grpSpPr>
            <p:cxnSp>
              <p:nvCxnSpPr>
                <p:cNvPr id="3122" name="Google Shape;3122;p5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123" name="Google Shape;3123;p5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24" name="Google Shape;3124;p54"/>
            <p:cNvGrpSpPr/>
            <p:nvPr/>
          </p:nvGrpSpPr>
          <p:grpSpPr>
            <a:xfrm>
              <a:off x="106648" y="895722"/>
              <a:ext cx="1088401" cy="223591"/>
              <a:chOff x="881025" y="2800065"/>
              <a:chExt cx="2009975" cy="412910"/>
            </a:xfrm>
          </p:grpSpPr>
          <p:sp>
            <p:nvSpPr>
              <p:cNvPr id="3125" name="Google Shape;3125;p54"/>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26" name="Google Shape;3126;p54"/>
              <p:cNvGrpSpPr/>
              <p:nvPr/>
            </p:nvGrpSpPr>
            <p:grpSpPr>
              <a:xfrm>
                <a:off x="881025" y="2800065"/>
                <a:ext cx="92400" cy="411825"/>
                <a:chOff x="845575" y="2563700"/>
                <a:chExt cx="92400" cy="411825"/>
              </a:xfrm>
            </p:grpSpPr>
            <p:cxnSp>
              <p:nvCxnSpPr>
                <p:cNvPr id="3127" name="Google Shape;3127;p5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128" name="Google Shape;3128;p5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29" name="Google Shape;3129;p54"/>
            <p:cNvGrpSpPr/>
            <p:nvPr/>
          </p:nvGrpSpPr>
          <p:grpSpPr>
            <a:xfrm>
              <a:off x="1172346" y="1047018"/>
              <a:ext cx="1083151" cy="223003"/>
              <a:chOff x="2849073" y="3079467"/>
              <a:chExt cx="2000279" cy="411825"/>
            </a:xfrm>
          </p:grpSpPr>
          <p:sp>
            <p:nvSpPr>
              <p:cNvPr id="3130" name="Google Shape;3130;p54"/>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1" name="Google Shape;3131;p54"/>
              <p:cNvGrpSpPr/>
              <p:nvPr/>
            </p:nvGrpSpPr>
            <p:grpSpPr>
              <a:xfrm rot="10800000">
                <a:off x="2849073" y="3079467"/>
                <a:ext cx="92400" cy="411825"/>
                <a:chOff x="2070100" y="2563700"/>
                <a:chExt cx="92400" cy="411825"/>
              </a:xfrm>
            </p:grpSpPr>
            <p:cxnSp>
              <p:nvCxnSpPr>
                <p:cNvPr id="3132" name="Google Shape;3132;p5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133" name="Google Shape;3133;p5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34" name="Google Shape;3134;p54"/>
            <p:cNvGrpSpPr/>
            <p:nvPr/>
          </p:nvGrpSpPr>
          <p:grpSpPr>
            <a:xfrm>
              <a:off x="3290132" y="1047018"/>
              <a:ext cx="1297929" cy="223003"/>
              <a:chOff x="6760035" y="3079467"/>
              <a:chExt cx="2396914" cy="411825"/>
            </a:xfrm>
          </p:grpSpPr>
          <p:sp>
            <p:nvSpPr>
              <p:cNvPr id="3135" name="Google Shape;3135;p54"/>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6" name="Google Shape;3136;p54"/>
              <p:cNvGrpSpPr/>
              <p:nvPr/>
            </p:nvGrpSpPr>
            <p:grpSpPr>
              <a:xfrm rot="10800000">
                <a:off x="6760035" y="3079467"/>
                <a:ext cx="92400" cy="411825"/>
                <a:chOff x="2070100" y="2563700"/>
                <a:chExt cx="92400" cy="411825"/>
              </a:xfrm>
            </p:grpSpPr>
            <p:cxnSp>
              <p:nvCxnSpPr>
                <p:cNvPr id="3137" name="Google Shape;3137;p5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138" name="Google Shape;3138;p5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139" name="Google Shape;3139;p54"/>
          <p:cNvGrpSpPr/>
          <p:nvPr/>
        </p:nvGrpSpPr>
        <p:grpSpPr>
          <a:xfrm>
            <a:off x="2143176" y="3369134"/>
            <a:ext cx="1086701" cy="799429"/>
            <a:chOff x="2183288" y="3555572"/>
            <a:chExt cx="1136241" cy="835873"/>
          </a:xfrm>
        </p:grpSpPr>
        <p:sp>
          <p:nvSpPr>
            <p:cNvPr id="3140" name="Google Shape;3140;p54"/>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1" name="Google Shape;3141;p54"/>
            <p:cNvGrpSpPr/>
            <p:nvPr/>
          </p:nvGrpSpPr>
          <p:grpSpPr>
            <a:xfrm>
              <a:off x="2205895" y="3637269"/>
              <a:ext cx="1089848" cy="724993"/>
              <a:chOff x="2205895" y="3637269"/>
              <a:chExt cx="1089848" cy="724993"/>
            </a:xfrm>
          </p:grpSpPr>
          <p:sp>
            <p:nvSpPr>
              <p:cNvPr id="3142" name="Google Shape;3142;p54"/>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4"/>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4"/>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4"/>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8" name="Google Shape;3148;p54"/>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49" name="Google Shape;3149;p54"/>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150" name="Google Shape;3150;p54"/>
            <p:cNvGrpSpPr/>
            <p:nvPr/>
          </p:nvGrpSpPr>
          <p:grpSpPr>
            <a:xfrm>
              <a:off x="3173850" y="3779426"/>
              <a:ext cx="145679" cy="70048"/>
              <a:chOff x="3173850" y="3779426"/>
              <a:chExt cx="145679" cy="70048"/>
            </a:xfrm>
          </p:grpSpPr>
          <p:cxnSp>
            <p:nvCxnSpPr>
              <p:cNvPr id="3151" name="Google Shape;3151;p54"/>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152" name="Google Shape;3152;p54"/>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3" name="Google Shape;3153;p54"/>
            <p:cNvGrpSpPr/>
            <p:nvPr/>
          </p:nvGrpSpPr>
          <p:grpSpPr>
            <a:xfrm>
              <a:off x="2183288" y="4139483"/>
              <a:ext cx="145133" cy="70048"/>
              <a:chOff x="2183288" y="4139483"/>
              <a:chExt cx="145133" cy="70048"/>
            </a:xfrm>
          </p:grpSpPr>
          <p:cxnSp>
            <p:nvCxnSpPr>
              <p:cNvPr id="3154" name="Google Shape;3154;p54"/>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155" name="Google Shape;3155;p54"/>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56" name="Google Shape;3156;p54"/>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57" name="Google Shape;3157;p54"/>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158" name="Google Shape;3158;p54"/>
            <p:cNvGrpSpPr/>
            <p:nvPr/>
          </p:nvGrpSpPr>
          <p:grpSpPr>
            <a:xfrm>
              <a:off x="2943836" y="4268886"/>
              <a:ext cx="60717" cy="122559"/>
              <a:chOff x="2943836" y="4268886"/>
              <a:chExt cx="60717" cy="122559"/>
            </a:xfrm>
          </p:grpSpPr>
          <p:sp>
            <p:nvSpPr>
              <p:cNvPr id="3159" name="Google Shape;3159;p54"/>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60" name="Google Shape;3160;p54"/>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161" name="Google Shape;3161;p54"/>
          <p:cNvGrpSpPr/>
          <p:nvPr/>
        </p:nvGrpSpPr>
        <p:grpSpPr>
          <a:xfrm>
            <a:off x="3406121" y="1290134"/>
            <a:ext cx="1675870" cy="758251"/>
            <a:chOff x="3530532" y="1496185"/>
            <a:chExt cx="1562000" cy="706730"/>
          </a:xfrm>
        </p:grpSpPr>
        <p:cxnSp>
          <p:nvCxnSpPr>
            <p:cNvPr id="3162" name="Google Shape;3162;p54"/>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163" name="Google Shape;3163;p54"/>
            <p:cNvGrpSpPr/>
            <p:nvPr/>
          </p:nvGrpSpPr>
          <p:grpSpPr>
            <a:xfrm>
              <a:off x="3530532" y="1496185"/>
              <a:ext cx="323430" cy="463587"/>
              <a:chOff x="3530532" y="1496185"/>
              <a:chExt cx="323430" cy="463587"/>
            </a:xfrm>
          </p:grpSpPr>
          <p:grpSp>
            <p:nvGrpSpPr>
              <p:cNvPr id="3164" name="Google Shape;3164;p54"/>
              <p:cNvGrpSpPr/>
              <p:nvPr/>
            </p:nvGrpSpPr>
            <p:grpSpPr>
              <a:xfrm>
                <a:off x="3567462" y="1496185"/>
                <a:ext cx="286500" cy="361376"/>
                <a:chOff x="3567462" y="1496185"/>
                <a:chExt cx="286500" cy="361376"/>
              </a:xfrm>
            </p:grpSpPr>
            <p:cxnSp>
              <p:nvCxnSpPr>
                <p:cNvPr id="3165" name="Google Shape;3165;p54"/>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166" name="Google Shape;3166;p54"/>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67" name="Google Shape;3167;p54"/>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8" name="Google Shape;3168;p54"/>
            <p:cNvGrpSpPr/>
            <p:nvPr/>
          </p:nvGrpSpPr>
          <p:grpSpPr>
            <a:xfrm>
              <a:off x="3891569" y="1779209"/>
              <a:ext cx="323945" cy="423706"/>
              <a:chOff x="3891569" y="1779209"/>
              <a:chExt cx="323945" cy="423706"/>
            </a:xfrm>
          </p:grpSpPr>
          <p:grpSp>
            <p:nvGrpSpPr>
              <p:cNvPr id="3169" name="Google Shape;3169;p54"/>
              <p:cNvGrpSpPr/>
              <p:nvPr/>
            </p:nvGrpSpPr>
            <p:grpSpPr>
              <a:xfrm>
                <a:off x="3929014" y="1881638"/>
                <a:ext cx="286500" cy="321278"/>
                <a:chOff x="3929014" y="1881638"/>
                <a:chExt cx="286500" cy="321278"/>
              </a:xfrm>
            </p:grpSpPr>
            <p:cxnSp>
              <p:nvCxnSpPr>
                <p:cNvPr id="3170" name="Google Shape;3170;p54"/>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171" name="Google Shape;3171;p54"/>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72" name="Google Shape;3172;p54"/>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3" name="Google Shape;3173;p54"/>
            <p:cNvGrpSpPr/>
            <p:nvPr/>
          </p:nvGrpSpPr>
          <p:grpSpPr>
            <a:xfrm>
              <a:off x="4252606" y="1496185"/>
              <a:ext cx="324721" cy="463587"/>
              <a:chOff x="4252606" y="1496185"/>
              <a:chExt cx="324721" cy="463587"/>
            </a:xfrm>
          </p:grpSpPr>
          <p:grpSp>
            <p:nvGrpSpPr>
              <p:cNvPr id="3174" name="Google Shape;3174;p54"/>
              <p:cNvGrpSpPr/>
              <p:nvPr/>
            </p:nvGrpSpPr>
            <p:grpSpPr>
              <a:xfrm>
                <a:off x="4290828" y="1496185"/>
                <a:ext cx="286500" cy="361376"/>
                <a:chOff x="4290828" y="1496185"/>
                <a:chExt cx="286500" cy="361376"/>
              </a:xfrm>
            </p:grpSpPr>
            <p:cxnSp>
              <p:nvCxnSpPr>
                <p:cNvPr id="3175" name="Google Shape;3175;p54"/>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176" name="Google Shape;3176;p54"/>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77" name="Google Shape;3177;p54"/>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8" name="Google Shape;3178;p54"/>
            <p:cNvGrpSpPr/>
            <p:nvPr/>
          </p:nvGrpSpPr>
          <p:grpSpPr>
            <a:xfrm>
              <a:off x="4613643" y="1763716"/>
              <a:ext cx="325308" cy="439200"/>
              <a:chOff x="4613643" y="1763716"/>
              <a:chExt cx="325308" cy="439200"/>
            </a:xfrm>
          </p:grpSpPr>
          <p:grpSp>
            <p:nvGrpSpPr>
              <p:cNvPr id="3179" name="Google Shape;3179;p54"/>
              <p:cNvGrpSpPr/>
              <p:nvPr/>
            </p:nvGrpSpPr>
            <p:grpSpPr>
              <a:xfrm>
                <a:off x="4652451" y="1879538"/>
                <a:ext cx="286500" cy="323378"/>
                <a:chOff x="4652451" y="1879538"/>
                <a:chExt cx="286500" cy="323378"/>
              </a:xfrm>
            </p:grpSpPr>
            <p:cxnSp>
              <p:nvCxnSpPr>
                <p:cNvPr id="3180" name="Google Shape;3180;p54"/>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181" name="Google Shape;3181;p54"/>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2" name="Google Shape;3182;p54"/>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83" name="Google Shape;3183;p54"/>
          <p:cNvGrpSpPr/>
          <p:nvPr/>
        </p:nvGrpSpPr>
        <p:grpSpPr>
          <a:xfrm>
            <a:off x="3417981" y="2143759"/>
            <a:ext cx="1652173" cy="391517"/>
            <a:chOff x="3512551" y="2358270"/>
            <a:chExt cx="1597383" cy="378533"/>
          </a:xfrm>
        </p:grpSpPr>
        <p:cxnSp>
          <p:nvCxnSpPr>
            <p:cNvPr id="3184" name="Google Shape;3184;p54"/>
            <p:cNvCxnSpPr>
              <a:stCxn id="3185" idx="6"/>
              <a:endCxn id="3186"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187" name="Google Shape;3187;p54"/>
            <p:cNvGrpSpPr/>
            <p:nvPr/>
          </p:nvGrpSpPr>
          <p:grpSpPr>
            <a:xfrm>
              <a:off x="3512551" y="2358270"/>
              <a:ext cx="225647" cy="307714"/>
              <a:chOff x="2182679" y="2004714"/>
              <a:chExt cx="792300" cy="1080458"/>
            </a:xfrm>
          </p:grpSpPr>
          <p:cxnSp>
            <p:nvCxnSpPr>
              <p:cNvPr id="3188" name="Google Shape;3188;p54"/>
              <p:cNvCxnSpPr>
                <a:stCxn id="3189"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185" name="Google Shape;3185;p54"/>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4"/>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0" name="Google Shape;3190;p54"/>
            <p:cNvGrpSpPr/>
            <p:nvPr/>
          </p:nvGrpSpPr>
          <p:grpSpPr>
            <a:xfrm>
              <a:off x="3969644" y="2440153"/>
              <a:ext cx="225853" cy="296651"/>
              <a:chOff x="3775710" y="1729289"/>
              <a:chExt cx="136500" cy="179289"/>
            </a:xfrm>
          </p:grpSpPr>
          <p:cxnSp>
            <p:nvCxnSpPr>
              <p:cNvPr id="3191" name="Google Shape;3191;p54"/>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192" name="Google Shape;3192;p54"/>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4"/>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4" name="Google Shape;3194;p54"/>
            <p:cNvGrpSpPr/>
            <p:nvPr/>
          </p:nvGrpSpPr>
          <p:grpSpPr>
            <a:xfrm>
              <a:off x="4427051" y="2358270"/>
              <a:ext cx="225647" cy="307714"/>
              <a:chOff x="5393704" y="2004714"/>
              <a:chExt cx="792300" cy="1080458"/>
            </a:xfrm>
          </p:grpSpPr>
          <p:cxnSp>
            <p:nvCxnSpPr>
              <p:cNvPr id="3195" name="Google Shape;3195;p54"/>
              <p:cNvCxnSpPr>
                <a:stCxn id="3196"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197" name="Google Shape;3197;p54"/>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8" name="Google Shape;3198;p54"/>
            <p:cNvGrpSpPr/>
            <p:nvPr/>
          </p:nvGrpSpPr>
          <p:grpSpPr>
            <a:xfrm>
              <a:off x="4884287" y="2440252"/>
              <a:ext cx="225647" cy="296532"/>
              <a:chOff x="6999166" y="2292572"/>
              <a:chExt cx="792300" cy="1041192"/>
            </a:xfrm>
          </p:grpSpPr>
          <p:cxnSp>
            <p:nvCxnSpPr>
              <p:cNvPr id="3199" name="Google Shape;3199;p54"/>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186" name="Google Shape;3186;p54"/>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4"/>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01" name="Google Shape;3201;p54"/>
          <p:cNvGrpSpPr/>
          <p:nvPr/>
        </p:nvGrpSpPr>
        <p:grpSpPr>
          <a:xfrm>
            <a:off x="6838789" y="979959"/>
            <a:ext cx="1581844" cy="732818"/>
            <a:chOff x="634175" y="2986275"/>
            <a:chExt cx="3147949" cy="1458344"/>
          </a:xfrm>
        </p:grpSpPr>
        <p:cxnSp>
          <p:nvCxnSpPr>
            <p:cNvPr id="3202" name="Google Shape;3202;p54"/>
            <p:cNvCxnSpPr>
              <a:stCxn id="3203" idx="4"/>
              <a:endCxn id="3204"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205" name="Google Shape;3205;p54"/>
            <p:cNvCxnSpPr>
              <a:stCxn id="3204" idx="0"/>
              <a:endCxn id="3206"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207" name="Google Shape;3207;p54"/>
            <p:cNvCxnSpPr>
              <a:stCxn id="3206" idx="4"/>
              <a:endCxn id="3208"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209" name="Google Shape;3209;p54"/>
            <p:cNvCxnSpPr>
              <a:stCxn id="3208" idx="0"/>
              <a:endCxn id="3210"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210" name="Google Shape;3210;p54"/>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206" name="Google Shape;3206;p54"/>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203" name="Google Shape;3203;p54"/>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208" name="Google Shape;3208;p54"/>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204" name="Google Shape;3204;p54"/>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211" name="Google Shape;3211;p54"/>
          <p:cNvGrpSpPr/>
          <p:nvPr/>
        </p:nvGrpSpPr>
        <p:grpSpPr>
          <a:xfrm>
            <a:off x="3406504" y="2674269"/>
            <a:ext cx="1675128" cy="313674"/>
            <a:chOff x="998425" y="1182125"/>
            <a:chExt cx="1065400" cy="199500"/>
          </a:xfrm>
        </p:grpSpPr>
        <p:sp>
          <p:nvSpPr>
            <p:cNvPr id="3212" name="Google Shape;3212;p5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7" name="Google Shape;3217;p54"/>
          <p:cNvGrpSpPr/>
          <p:nvPr/>
        </p:nvGrpSpPr>
        <p:grpSpPr>
          <a:xfrm>
            <a:off x="3406503" y="3630235"/>
            <a:ext cx="1675129" cy="525345"/>
            <a:chOff x="5194708" y="3484366"/>
            <a:chExt cx="3148148" cy="987304"/>
          </a:xfrm>
        </p:grpSpPr>
        <p:grpSp>
          <p:nvGrpSpPr>
            <p:cNvPr id="3218" name="Google Shape;3218;p54"/>
            <p:cNvGrpSpPr/>
            <p:nvPr/>
          </p:nvGrpSpPr>
          <p:grpSpPr>
            <a:xfrm>
              <a:off x="7531521" y="3484366"/>
              <a:ext cx="811335" cy="987304"/>
              <a:chOff x="3379425" y="1617275"/>
              <a:chExt cx="1090650" cy="1327200"/>
            </a:xfrm>
          </p:grpSpPr>
          <p:sp>
            <p:nvSpPr>
              <p:cNvPr id="3219" name="Google Shape;3219;p5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2" name="Google Shape;3222;p54"/>
            <p:cNvGrpSpPr/>
            <p:nvPr/>
          </p:nvGrpSpPr>
          <p:grpSpPr>
            <a:xfrm>
              <a:off x="6752546" y="3484366"/>
              <a:ext cx="811428" cy="987304"/>
              <a:chOff x="2332275" y="1617275"/>
              <a:chExt cx="1090775" cy="1327200"/>
            </a:xfrm>
          </p:grpSpPr>
          <p:sp>
            <p:nvSpPr>
              <p:cNvPr id="3223" name="Google Shape;3223;p5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6" name="Google Shape;3226;p54"/>
            <p:cNvGrpSpPr/>
            <p:nvPr/>
          </p:nvGrpSpPr>
          <p:grpSpPr>
            <a:xfrm>
              <a:off x="5973664" y="3484366"/>
              <a:ext cx="811335" cy="987304"/>
              <a:chOff x="1285250" y="1617275"/>
              <a:chExt cx="1090650" cy="1327200"/>
            </a:xfrm>
          </p:grpSpPr>
          <p:sp>
            <p:nvSpPr>
              <p:cNvPr id="3227" name="Google Shape;3227;p5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0" name="Google Shape;3230;p54"/>
            <p:cNvGrpSpPr/>
            <p:nvPr/>
          </p:nvGrpSpPr>
          <p:grpSpPr>
            <a:xfrm>
              <a:off x="5194708" y="3484366"/>
              <a:ext cx="811409" cy="987304"/>
              <a:chOff x="238125" y="1617275"/>
              <a:chExt cx="1090750" cy="1327200"/>
            </a:xfrm>
          </p:grpSpPr>
          <p:sp>
            <p:nvSpPr>
              <p:cNvPr id="3231" name="Google Shape;3231;p5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34" name="Google Shape;3234;p54"/>
          <p:cNvGrpSpPr/>
          <p:nvPr/>
        </p:nvGrpSpPr>
        <p:grpSpPr>
          <a:xfrm>
            <a:off x="6840188" y="2276124"/>
            <a:ext cx="1579046" cy="522230"/>
            <a:chOff x="6853641" y="2534077"/>
            <a:chExt cx="1515545" cy="501229"/>
          </a:xfrm>
        </p:grpSpPr>
        <p:grpSp>
          <p:nvGrpSpPr>
            <p:cNvPr id="3235" name="Google Shape;3235;p54"/>
            <p:cNvGrpSpPr/>
            <p:nvPr/>
          </p:nvGrpSpPr>
          <p:grpSpPr>
            <a:xfrm>
              <a:off x="6853641" y="2618923"/>
              <a:ext cx="1515545" cy="324556"/>
              <a:chOff x="6853641" y="2618923"/>
              <a:chExt cx="1515545" cy="324556"/>
            </a:xfrm>
          </p:grpSpPr>
          <p:sp>
            <p:nvSpPr>
              <p:cNvPr id="3236" name="Google Shape;3236;p54"/>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4"/>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4"/>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41" name="Google Shape;3241;p54"/>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4"/>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4"/>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6" name="Google Shape;3246;p54"/>
          <p:cNvGrpSpPr/>
          <p:nvPr/>
        </p:nvGrpSpPr>
        <p:grpSpPr>
          <a:xfrm>
            <a:off x="3435080" y="3151165"/>
            <a:ext cx="1617976" cy="346616"/>
            <a:chOff x="1808063" y="4294338"/>
            <a:chExt cx="3370782" cy="721817"/>
          </a:xfrm>
        </p:grpSpPr>
        <p:sp>
          <p:nvSpPr>
            <p:cNvPr id="3247" name="Google Shape;3247;p5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7" name="Google Shape;3257;p54"/>
          <p:cNvGrpSpPr/>
          <p:nvPr/>
        </p:nvGrpSpPr>
        <p:grpSpPr>
          <a:xfrm>
            <a:off x="5261076" y="3817915"/>
            <a:ext cx="1417067" cy="350605"/>
            <a:chOff x="4234950" y="2101012"/>
            <a:chExt cx="4219974" cy="1044090"/>
          </a:xfrm>
        </p:grpSpPr>
        <p:sp>
          <p:nvSpPr>
            <p:cNvPr id="3258" name="Google Shape;3258;p54"/>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4"/>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4"/>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4"/>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4"/>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4"/>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4"/>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4"/>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4"/>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4"/>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4"/>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4"/>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4"/>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4"/>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4"/>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4"/>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4" name="Google Shape;3274;p54"/>
          <p:cNvGrpSpPr/>
          <p:nvPr/>
        </p:nvGrpSpPr>
        <p:grpSpPr>
          <a:xfrm>
            <a:off x="6836548" y="1808672"/>
            <a:ext cx="1586327" cy="371557"/>
            <a:chOff x="1247650" y="2075423"/>
            <a:chExt cx="6648477" cy="1557238"/>
          </a:xfrm>
        </p:grpSpPr>
        <p:sp>
          <p:nvSpPr>
            <p:cNvPr id="3275" name="Google Shape;3275;p5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1" name="Google Shape;3281;p54"/>
          <p:cNvGrpSpPr/>
          <p:nvPr/>
        </p:nvGrpSpPr>
        <p:grpSpPr>
          <a:xfrm>
            <a:off x="5267818" y="961862"/>
            <a:ext cx="1415601" cy="1648533"/>
            <a:chOff x="1839112" y="2209163"/>
            <a:chExt cx="1918159" cy="2233784"/>
          </a:xfrm>
        </p:grpSpPr>
        <p:sp>
          <p:nvSpPr>
            <p:cNvPr id="3282" name="Google Shape;3282;p54"/>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4"/>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4"/>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85" name="Google Shape;3285;p54"/>
            <p:cNvCxnSpPr>
              <a:stCxn id="3282" idx="6"/>
              <a:endCxn id="3283"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286" name="Google Shape;3286;p54"/>
            <p:cNvCxnSpPr>
              <a:stCxn id="3283" idx="4"/>
              <a:endCxn id="3287"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288" name="Google Shape;3288;p54"/>
            <p:cNvCxnSpPr>
              <a:stCxn id="3287" idx="6"/>
              <a:endCxn id="3284"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289" name="Google Shape;3289;p54"/>
            <p:cNvCxnSpPr>
              <a:stCxn id="3284" idx="4"/>
              <a:endCxn id="3290"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287" name="Google Shape;3287;p54"/>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4"/>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4"/>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92" name="Google Shape;3292;p54"/>
            <p:cNvCxnSpPr>
              <a:endCxn id="3291"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293" name="Google Shape;3293;p54"/>
          <p:cNvGrpSpPr/>
          <p:nvPr/>
        </p:nvGrpSpPr>
        <p:grpSpPr>
          <a:xfrm>
            <a:off x="3425084" y="979946"/>
            <a:ext cx="1637968" cy="154942"/>
            <a:chOff x="238125" y="2506075"/>
            <a:chExt cx="7115411" cy="673075"/>
          </a:xfrm>
        </p:grpSpPr>
        <p:sp>
          <p:nvSpPr>
            <p:cNvPr id="3294" name="Google Shape;3294;p5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9" name="Google Shape;3299;p54"/>
          <p:cNvGrpSpPr/>
          <p:nvPr/>
        </p:nvGrpSpPr>
        <p:grpSpPr>
          <a:xfrm>
            <a:off x="1965820" y="1294664"/>
            <a:ext cx="1262932" cy="785408"/>
            <a:chOff x="548861" y="389676"/>
            <a:chExt cx="3843371" cy="2390163"/>
          </a:xfrm>
        </p:grpSpPr>
        <p:cxnSp>
          <p:nvCxnSpPr>
            <p:cNvPr id="3300" name="Google Shape;3300;p54"/>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301" name="Google Shape;3301;p54"/>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302" name="Google Shape;3302;p54"/>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303" name="Google Shape;3303;p54"/>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304" name="Google Shape;3304;p54"/>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305" name="Google Shape;3305;p54"/>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06" name="Google Shape;3306;p54"/>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307" name="Google Shape;3307;p54"/>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4"/>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4"/>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4"/>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4"/>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4"/>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3" name="Google Shape;3313;p54"/>
          <p:cNvGrpSpPr/>
          <p:nvPr/>
        </p:nvGrpSpPr>
        <p:grpSpPr>
          <a:xfrm>
            <a:off x="753952" y="2401541"/>
            <a:ext cx="1412054" cy="633562"/>
            <a:chOff x="1187400" y="2529299"/>
            <a:chExt cx="6769193" cy="2241903"/>
          </a:xfrm>
        </p:grpSpPr>
        <p:sp>
          <p:nvSpPr>
            <p:cNvPr id="3314" name="Google Shape;3314;p54"/>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315" name="Google Shape;3315;p54"/>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316" name="Google Shape;3316;p54"/>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317" name="Google Shape;3317;p54"/>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318" name="Google Shape;3318;p54"/>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319" name="Google Shape;3319;p54"/>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320" name="Google Shape;3320;p54"/>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321" name="Google Shape;3321;p54"/>
            <p:cNvCxnSpPr>
              <a:stCxn id="3314" idx="2"/>
              <a:endCxn id="3315"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322" name="Google Shape;3322;p54"/>
            <p:cNvCxnSpPr>
              <a:stCxn id="3316" idx="0"/>
              <a:endCxn id="3314"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323" name="Google Shape;3323;p54"/>
            <p:cNvCxnSpPr>
              <a:stCxn id="3316" idx="2"/>
              <a:endCxn id="3318"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324" name="Google Shape;3324;p54"/>
            <p:cNvCxnSpPr>
              <a:stCxn id="3317" idx="0"/>
              <a:endCxn id="3316"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325" name="Google Shape;3325;p54"/>
            <p:cNvCxnSpPr>
              <a:stCxn id="3315" idx="2"/>
              <a:endCxn id="3320"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326" name="Google Shape;3326;p54"/>
            <p:cNvCxnSpPr>
              <a:stCxn id="3319" idx="0"/>
              <a:endCxn id="3315"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327" name="Google Shape;3327;p54"/>
          <p:cNvGrpSpPr/>
          <p:nvPr/>
        </p:nvGrpSpPr>
        <p:grpSpPr>
          <a:xfrm>
            <a:off x="6840198" y="2894250"/>
            <a:ext cx="1579035" cy="540873"/>
            <a:chOff x="6895650" y="3126697"/>
            <a:chExt cx="1436662" cy="492105"/>
          </a:xfrm>
        </p:grpSpPr>
        <p:sp>
          <p:nvSpPr>
            <p:cNvPr id="3328" name="Google Shape;3328;p54"/>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4"/>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4"/>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4"/>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33" name="Google Shape;3333;p54"/>
            <p:cNvGrpSpPr/>
            <p:nvPr/>
          </p:nvGrpSpPr>
          <p:grpSpPr>
            <a:xfrm>
              <a:off x="6995957" y="3335810"/>
              <a:ext cx="1230393" cy="71754"/>
              <a:chOff x="6995957" y="3287964"/>
              <a:chExt cx="1230393" cy="71754"/>
            </a:xfrm>
          </p:grpSpPr>
          <p:sp>
            <p:nvSpPr>
              <p:cNvPr id="3334" name="Google Shape;3334;p54"/>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4"/>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4"/>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39" name="Google Shape;3339;p54"/>
          <p:cNvGrpSpPr/>
          <p:nvPr/>
        </p:nvGrpSpPr>
        <p:grpSpPr>
          <a:xfrm>
            <a:off x="6838780" y="3531013"/>
            <a:ext cx="1581862" cy="650625"/>
            <a:chOff x="6777990" y="3710194"/>
            <a:chExt cx="1646915" cy="677382"/>
          </a:xfrm>
        </p:grpSpPr>
        <p:grpSp>
          <p:nvGrpSpPr>
            <p:cNvPr id="3340" name="Google Shape;3340;p54"/>
            <p:cNvGrpSpPr/>
            <p:nvPr/>
          </p:nvGrpSpPr>
          <p:grpSpPr>
            <a:xfrm>
              <a:off x="6777990" y="3874492"/>
              <a:ext cx="411129" cy="513083"/>
              <a:chOff x="6777990" y="3874492"/>
              <a:chExt cx="411129" cy="513083"/>
            </a:xfrm>
          </p:grpSpPr>
          <p:cxnSp>
            <p:nvCxnSpPr>
              <p:cNvPr id="3341" name="Google Shape;3341;p54"/>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342" name="Google Shape;3342;p54"/>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3" name="Google Shape;3343;p54"/>
            <p:cNvGrpSpPr/>
            <p:nvPr/>
          </p:nvGrpSpPr>
          <p:grpSpPr>
            <a:xfrm>
              <a:off x="7188425" y="3710194"/>
              <a:ext cx="411123" cy="520535"/>
              <a:chOff x="7188425" y="3710194"/>
              <a:chExt cx="411123" cy="520535"/>
            </a:xfrm>
          </p:grpSpPr>
          <p:cxnSp>
            <p:nvCxnSpPr>
              <p:cNvPr id="3344" name="Google Shape;3344;p54"/>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345" name="Google Shape;3345;p54"/>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6" name="Google Shape;3346;p54"/>
            <p:cNvGrpSpPr/>
            <p:nvPr/>
          </p:nvGrpSpPr>
          <p:grpSpPr>
            <a:xfrm>
              <a:off x="7603341" y="3874492"/>
              <a:ext cx="411474" cy="513083"/>
              <a:chOff x="7603341" y="3874492"/>
              <a:chExt cx="411474" cy="513083"/>
            </a:xfrm>
          </p:grpSpPr>
          <p:cxnSp>
            <p:nvCxnSpPr>
              <p:cNvPr id="3347" name="Google Shape;3347;p54"/>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348" name="Google Shape;3348;p54"/>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9" name="Google Shape;3349;p54"/>
            <p:cNvGrpSpPr/>
            <p:nvPr/>
          </p:nvGrpSpPr>
          <p:grpSpPr>
            <a:xfrm>
              <a:off x="8013776" y="3722847"/>
              <a:ext cx="411129" cy="507881"/>
              <a:chOff x="8013776" y="3722847"/>
              <a:chExt cx="411129" cy="507881"/>
            </a:xfrm>
          </p:grpSpPr>
          <p:cxnSp>
            <p:nvCxnSpPr>
              <p:cNvPr id="3350" name="Google Shape;3350;p54"/>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351" name="Google Shape;3351;p54"/>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2" name="Google Shape;3352;p54"/>
          <p:cNvGrpSpPr/>
          <p:nvPr/>
        </p:nvGrpSpPr>
        <p:grpSpPr>
          <a:xfrm>
            <a:off x="5258295" y="2703853"/>
            <a:ext cx="1421889" cy="1020603"/>
            <a:chOff x="5190863" y="2824811"/>
            <a:chExt cx="1544860" cy="1108869"/>
          </a:xfrm>
        </p:grpSpPr>
        <p:grpSp>
          <p:nvGrpSpPr>
            <p:cNvPr id="3353" name="Google Shape;3353;p54"/>
            <p:cNvGrpSpPr/>
            <p:nvPr/>
          </p:nvGrpSpPr>
          <p:grpSpPr>
            <a:xfrm>
              <a:off x="5938695" y="3176919"/>
              <a:ext cx="685761" cy="404739"/>
              <a:chOff x="5938695" y="3176919"/>
              <a:chExt cx="685761" cy="404739"/>
            </a:xfrm>
          </p:grpSpPr>
          <p:grpSp>
            <p:nvGrpSpPr>
              <p:cNvPr id="3354" name="Google Shape;3354;p54"/>
              <p:cNvGrpSpPr/>
              <p:nvPr/>
            </p:nvGrpSpPr>
            <p:grpSpPr>
              <a:xfrm>
                <a:off x="5938695" y="3176919"/>
                <a:ext cx="685761" cy="404739"/>
                <a:chOff x="5938695" y="3176919"/>
                <a:chExt cx="685761" cy="404739"/>
              </a:xfrm>
            </p:grpSpPr>
            <p:sp>
              <p:nvSpPr>
                <p:cNvPr id="3355" name="Google Shape;3355;p54"/>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7" name="Google Shape;3357;p54"/>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8" name="Google Shape;3358;p54"/>
            <p:cNvGrpSpPr/>
            <p:nvPr/>
          </p:nvGrpSpPr>
          <p:grpSpPr>
            <a:xfrm>
              <a:off x="5305233" y="3176835"/>
              <a:ext cx="685971" cy="404655"/>
              <a:chOff x="5305233" y="3176835"/>
              <a:chExt cx="685971" cy="404655"/>
            </a:xfrm>
          </p:grpSpPr>
          <p:grpSp>
            <p:nvGrpSpPr>
              <p:cNvPr id="3359" name="Google Shape;3359;p54"/>
              <p:cNvGrpSpPr/>
              <p:nvPr/>
            </p:nvGrpSpPr>
            <p:grpSpPr>
              <a:xfrm>
                <a:off x="5305233" y="3176835"/>
                <a:ext cx="685971" cy="404655"/>
                <a:chOff x="5305233" y="3176835"/>
                <a:chExt cx="685971" cy="404655"/>
              </a:xfrm>
            </p:grpSpPr>
            <p:sp>
              <p:nvSpPr>
                <p:cNvPr id="3360" name="Google Shape;3360;p54"/>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2" name="Google Shape;3362;p54"/>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3" name="Google Shape;3363;p54"/>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4" name="Google Shape;3364;p54"/>
            <p:cNvGrpSpPr/>
            <p:nvPr/>
          </p:nvGrpSpPr>
          <p:grpSpPr>
            <a:xfrm>
              <a:off x="5657361" y="2824811"/>
              <a:ext cx="1078361" cy="404655"/>
              <a:chOff x="5657361" y="2824811"/>
              <a:chExt cx="1078361" cy="404655"/>
            </a:xfrm>
          </p:grpSpPr>
          <p:grpSp>
            <p:nvGrpSpPr>
              <p:cNvPr id="3365" name="Google Shape;3365;p54"/>
              <p:cNvGrpSpPr/>
              <p:nvPr/>
            </p:nvGrpSpPr>
            <p:grpSpPr>
              <a:xfrm>
                <a:off x="5657361" y="2824811"/>
                <a:ext cx="1078361" cy="404655"/>
                <a:chOff x="5657361" y="2824811"/>
                <a:chExt cx="1078361" cy="404655"/>
              </a:xfrm>
            </p:grpSpPr>
            <p:grpSp>
              <p:nvGrpSpPr>
                <p:cNvPr id="3366" name="Google Shape;3366;p54"/>
                <p:cNvGrpSpPr/>
                <p:nvPr/>
              </p:nvGrpSpPr>
              <p:grpSpPr>
                <a:xfrm>
                  <a:off x="5938485" y="2824811"/>
                  <a:ext cx="797237" cy="404655"/>
                  <a:chOff x="5938485" y="2824811"/>
                  <a:chExt cx="797237" cy="404655"/>
                </a:xfrm>
              </p:grpSpPr>
              <p:sp>
                <p:nvSpPr>
                  <p:cNvPr id="3367" name="Google Shape;3367;p54"/>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9" name="Google Shape;3369;p54"/>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0" name="Google Shape;3370;p54"/>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1" name="Google Shape;3371;p54"/>
            <p:cNvGrpSpPr/>
            <p:nvPr/>
          </p:nvGrpSpPr>
          <p:grpSpPr>
            <a:xfrm>
              <a:off x="5190863" y="3528942"/>
              <a:ext cx="1078026" cy="404739"/>
              <a:chOff x="5190863" y="3528942"/>
              <a:chExt cx="1078026" cy="404739"/>
            </a:xfrm>
          </p:grpSpPr>
          <p:sp>
            <p:nvSpPr>
              <p:cNvPr id="3372" name="Google Shape;3372;p54"/>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3" name="Google Shape;3373;p54"/>
              <p:cNvGrpSpPr/>
              <p:nvPr/>
            </p:nvGrpSpPr>
            <p:grpSpPr>
              <a:xfrm>
                <a:off x="5190863" y="3528942"/>
                <a:ext cx="1078026" cy="404739"/>
                <a:chOff x="5190863" y="3528942"/>
                <a:chExt cx="1078026" cy="404739"/>
              </a:xfrm>
            </p:grpSpPr>
            <p:sp>
              <p:nvSpPr>
                <p:cNvPr id="3374" name="Google Shape;3374;p54"/>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376" name="Google Shape;3376;p54"/>
          <p:cNvGrpSpPr/>
          <p:nvPr/>
        </p:nvGrpSpPr>
        <p:grpSpPr>
          <a:xfrm>
            <a:off x="724302" y="1268321"/>
            <a:ext cx="1086719" cy="879487"/>
            <a:chOff x="803162" y="1474292"/>
            <a:chExt cx="1086719" cy="879487"/>
          </a:xfrm>
        </p:grpSpPr>
        <p:grpSp>
          <p:nvGrpSpPr>
            <p:cNvPr id="3377" name="Google Shape;3377;p54"/>
            <p:cNvGrpSpPr/>
            <p:nvPr/>
          </p:nvGrpSpPr>
          <p:grpSpPr>
            <a:xfrm>
              <a:off x="803162" y="1625948"/>
              <a:ext cx="445856" cy="576579"/>
              <a:chOff x="803162" y="1625948"/>
              <a:chExt cx="445856" cy="576579"/>
            </a:xfrm>
          </p:grpSpPr>
          <p:sp>
            <p:nvSpPr>
              <p:cNvPr id="3378" name="Google Shape;3378;p54"/>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9" name="Google Shape;3379;p54"/>
              <p:cNvGrpSpPr/>
              <p:nvPr/>
            </p:nvGrpSpPr>
            <p:grpSpPr>
              <a:xfrm>
                <a:off x="1056023" y="1625948"/>
                <a:ext cx="192995" cy="576579"/>
                <a:chOff x="1056023" y="1625948"/>
                <a:chExt cx="192995" cy="576579"/>
              </a:xfrm>
            </p:grpSpPr>
            <p:sp>
              <p:nvSpPr>
                <p:cNvPr id="3380" name="Google Shape;3380;p54"/>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85" name="Google Shape;3385;p54"/>
            <p:cNvGrpSpPr/>
            <p:nvPr/>
          </p:nvGrpSpPr>
          <p:grpSpPr>
            <a:xfrm>
              <a:off x="1371406" y="1474292"/>
              <a:ext cx="518475" cy="879487"/>
              <a:chOff x="1398231" y="1474292"/>
              <a:chExt cx="518475" cy="879487"/>
            </a:xfrm>
          </p:grpSpPr>
          <p:grpSp>
            <p:nvGrpSpPr>
              <p:cNvPr id="3386" name="Google Shape;3386;p54"/>
              <p:cNvGrpSpPr/>
              <p:nvPr/>
            </p:nvGrpSpPr>
            <p:grpSpPr>
              <a:xfrm>
                <a:off x="1398231" y="1474292"/>
                <a:ext cx="518475" cy="341643"/>
                <a:chOff x="1398231" y="1474292"/>
                <a:chExt cx="518475" cy="341643"/>
              </a:xfrm>
            </p:grpSpPr>
            <p:sp>
              <p:nvSpPr>
                <p:cNvPr id="3387" name="Google Shape;3387;p54"/>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8" name="Google Shape;3388;p54"/>
                <p:cNvGrpSpPr/>
                <p:nvPr/>
              </p:nvGrpSpPr>
              <p:grpSpPr>
                <a:xfrm>
                  <a:off x="1616453" y="1474292"/>
                  <a:ext cx="300253" cy="341643"/>
                  <a:chOff x="1616453" y="1475379"/>
                  <a:chExt cx="300253" cy="341643"/>
                </a:xfrm>
              </p:grpSpPr>
              <p:sp>
                <p:nvSpPr>
                  <p:cNvPr id="3389" name="Google Shape;3389;p54"/>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6" name="Google Shape;3396;p54"/>
                  <p:cNvGrpSpPr/>
                  <p:nvPr/>
                </p:nvGrpSpPr>
                <p:grpSpPr>
                  <a:xfrm>
                    <a:off x="1839639" y="1475379"/>
                    <a:ext cx="77067" cy="341643"/>
                    <a:chOff x="1839639" y="1475379"/>
                    <a:chExt cx="77067" cy="341643"/>
                  </a:xfrm>
                </p:grpSpPr>
                <p:sp>
                  <p:nvSpPr>
                    <p:cNvPr id="3397" name="Google Shape;3397;p54"/>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399" name="Google Shape;3399;p54"/>
              <p:cNvGrpSpPr/>
              <p:nvPr/>
            </p:nvGrpSpPr>
            <p:grpSpPr>
              <a:xfrm>
                <a:off x="1398451" y="2012951"/>
                <a:ext cx="518255" cy="340828"/>
                <a:chOff x="1398451" y="2012951"/>
                <a:chExt cx="518255" cy="340828"/>
              </a:xfrm>
            </p:grpSpPr>
            <p:sp>
              <p:nvSpPr>
                <p:cNvPr id="3400" name="Google Shape;3400;p54"/>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1" name="Google Shape;3401;p54"/>
                <p:cNvGrpSpPr/>
                <p:nvPr/>
              </p:nvGrpSpPr>
              <p:grpSpPr>
                <a:xfrm>
                  <a:off x="1616453" y="2012951"/>
                  <a:ext cx="300253" cy="340828"/>
                  <a:chOff x="1616453" y="2013538"/>
                  <a:chExt cx="300253" cy="340828"/>
                </a:xfrm>
              </p:grpSpPr>
              <p:sp>
                <p:nvSpPr>
                  <p:cNvPr id="3402" name="Google Shape;3402;p54"/>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4"/>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4"/>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4"/>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4"/>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4"/>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9" name="Google Shape;3409;p54"/>
                  <p:cNvGrpSpPr/>
                  <p:nvPr/>
                </p:nvGrpSpPr>
                <p:grpSpPr>
                  <a:xfrm>
                    <a:off x="1839639" y="2013538"/>
                    <a:ext cx="77067" cy="340828"/>
                    <a:chOff x="1839639" y="2013538"/>
                    <a:chExt cx="77067" cy="340828"/>
                  </a:xfrm>
                </p:grpSpPr>
                <p:sp>
                  <p:nvSpPr>
                    <p:cNvPr id="3410" name="Google Shape;3410;p54"/>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412" name="Google Shape;3412;p54"/>
          <p:cNvGrpSpPr/>
          <p:nvPr/>
        </p:nvGrpSpPr>
        <p:grpSpPr>
          <a:xfrm>
            <a:off x="721126" y="3399508"/>
            <a:ext cx="1368681" cy="682918"/>
            <a:chOff x="724986" y="3605478"/>
            <a:chExt cx="1368681" cy="682918"/>
          </a:xfrm>
        </p:grpSpPr>
        <p:grpSp>
          <p:nvGrpSpPr>
            <p:cNvPr id="3413" name="Google Shape;3413;p54"/>
            <p:cNvGrpSpPr/>
            <p:nvPr/>
          </p:nvGrpSpPr>
          <p:grpSpPr>
            <a:xfrm>
              <a:off x="1289102" y="3823629"/>
              <a:ext cx="240442" cy="250435"/>
              <a:chOff x="-165066" y="3843615"/>
              <a:chExt cx="221259" cy="230455"/>
            </a:xfrm>
          </p:grpSpPr>
          <p:sp>
            <p:nvSpPr>
              <p:cNvPr id="3414" name="Google Shape;3414;p54"/>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4"/>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4"/>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4" name="Google Shape;3434;p54"/>
            <p:cNvGrpSpPr/>
            <p:nvPr/>
          </p:nvGrpSpPr>
          <p:grpSpPr>
            <a:xfrm>
              <a:off x="724986" y="3605478"/>
              <a:ext cx="1368681" cy="682918"/>
              <a:chOff x="724986" y="3605478"/>
              <a:chExt cx="1368681" cy="682918"/>
            </a:xfrm>
          </p:grpSpPr>
          <p:grpSp>
            <p:nvGrpSpPr>
              <p:cNvPr id="3435" name="Google Shape;3435;p54"/>
              <p:cNvGrpSpPr/>
              <p:nvPr/>
            </p:nvGrpSpPr>
            <p:grpSpPr>
              <a:xfrm>
                <a:off x="1498221" y="4047614"/>
                <a:ext cx="529172" cy="240783"/>
                <a:chOff x="1498221" y="4047614"/>
                <a:chExt cx="529172" cy="240783"/>
              </a:xfrm>
            </p:grpSpPr>
            <p:grpSp>
              <p:nvGrpSpPr>
                <p:cNvPr id="3436" name="Google Shape;3436;p54"/>
                <p:cNvGrpSpPr/>
                <p:nvPr/>
              </p:nvGrpSpPr>
              <p:grpSpPr>
                <a:xfrm>
                  <a:off x="1826655" y="4224370"/>
                  <a:ext cx="200738" cy="25631"/>
                  <a:chOff x="1826655" y="4224370"/>
                  <a:chExt cx="200738" cy="25631"/>
                </a:xfrm>
              </p:grpSpPr>
              <p:sp>
                <p:nvSpPr>
                  <p:cNvPr id="3437" name="Google Shape;3437;p54"/>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9" name="Google Shape;3439;p54"/>
                <p:cNvGrpSpPr/>
                <p:nvPr/>
              </p:nvGrpSpPr>
              <p:grpSpPr>
                <a:xfrm>
                  <a:off x="1498221" y="4047614"/>
                  <a:ext cx="328444" cy="240783"/>
                  <a:chOff x="1498221" y="4047614"/>
                  <a:chExt cx="328444" cy="240783"/>
                </a:xfrm>
              </p:grpSpPr>
              <p:sp>
                <p:nvSpPr>
                  <p:cNvPr id="3440" name="Google Shape;3440;p54"/>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1" name="Google Shape;3441;p54"/>
                  <p:cNvGrpSpPr/>
                  <p:nvPr/>
                </p:nvGrpSpPr>
                <p:grpSpPr>
                  <a:xfrm>
                    <a:off x="1498221" y="4047614"/>
                    <a:ext cx="150566" cy="190416"/>
                    <a:chOff x="1498221" y="4047614"/>
                    <a:chExt cx="150566" cy="190416"/>
                  </a:xfrm>
                </p:grpSpPr>
                <p:sp>
                  <p:nvSpPr>
                    <p:cNvPr id="3442" name="Google Shape;3442;p54"/>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444" name="Google Shape;3444;p54"/>
              <p:cNvGrpSpPr/>
              <p:nvPr/>
            </p:nvGrpSpPr>
            <p:grpSpPr>
              <a:xfrm>
                <a:off x="1560718" y="3800594"/>
                <a:ext cx="532948" cy="302090"/>
                <a:chOff x="1560718" y="3800594"/>
                <a:chExt cx="532948" cy="302090"/>
              </a:xfrm>
            </p:grpSpPr>
            <p:grpSp>
              <p:nvGrpSpPr>
                <p:cNvPr id="3445" name="Google Shape;3445;p54"/>
                <p:cNvGrpSpPr/>
                <p:nvPr/>
              </p:nvGrpSpPr>
              <p:grpSpPr>
                <a:xfrm>
                  <a:off x="1912179" y="3827344"/>
                  <a:ext cx="181487" cy="25631"/>
                  <a:chOff x="1912179" y="3827344"/>
                  <a:chExt cx="181487" cy="25631"/>
                </a:xfrm>
              </p:grpSpPr>
              <p:sp>
                <p:nvSpPr>
                  <p:cNvPr id="3446" name="Google Shape;3446;p54"/>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8" name="Google Shape;3448;p54"/>
                <p:cNvGrpSpPr/>
                <p:nvPr/>
              </p:nvGrpSpPr>
              <p:grpSpPr>
                <a:xfrm>
                  <a:off x="1912179" y="4044505"/>
                  <a:ext cx="181487" cy="25622"/>
                  <a:chOff x="1912179" y="4044506"/>
                  <a:chExt cx="181487" cy="25622"/>
                </a:xfrm>
              </p:grpSpPr>
              <p:sp>
                <p:nvSpPr>
                  <p:cNvPr id="3449" name="Google Shape;3449;p54"/>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1" name="Google Shape;3451;p54"/>
                <p:cNvGrpSpPr/>
                <p:nvPr/>
              </p:nvGrpSpPr>
              <p:grpSpPr>
                <a:xfrm>
                  <a:off x="1560718" y="3800594"/>
                  <a:ext cx="351472" cy="302090"/>
                  <a:chOff x="1560718" y="3800594"/>
                  <a:chExt cx="351472" cy="302090"/>
                </a:xfrm>
              </p:grpSpPr>
              <p:grpSp>
                <p:nvGrpSpPr>
                  <p:cNvPr id="3452" name="Google Shape;3452;p54"/>
                  <p:cNvGrpSpPr/>
                  <p:nvPr/>
                </p:nvGrpSpPr>
                <p:grpSpPr>
                  <a:xfrm>
                    <a:off x="1560718" y="3842857"/>
                    <a:ext cx="173586" cy="217131"/>
                    <a:chOff x="1560718" y="3842857"/>
                    <a:chExt cx="173586" cy="217131"/>
                  </a:xfrm>
                </p:grpSpPr>
                <p:sp>
                  <p:nvSpPr>
                    <p:cNvPr id="3453" name="Google Shape;3453;p54"/>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6" name="Google Shape;3456;p54"/>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458" name="Google Shape;3458;p54"/>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9" name="Google Shape;3459;p54"/>
              <p:cNvGrpSpPr/>
              <p:nvPr/>
            </p:nvGrpSpPr>
            <p:grpSpPr>
              <a:xfrm>
                <a:off x="785350" y="3605478"/>
                <a:ext cx="535311" cy="249245"/>
                <a:chOff x="785350" y="3605478"/>
                <a:chExt cx="535311" cy="249245"/>
              </a:xfrm>
            </p:grpSpPr>
            <p:grpSp>
              <p:nvGrpSpPr>
                <p:cNvPr id="3460" name="Google Shape;3460;p54"/>
                <p:cNvGrpSpPr/>
                <p:nvPr/>
              </p:nvGrpSpPr>
              <p:grpSpPr>
                <a:xfrm>
                  <a:off x="785350" y="3605478"/>
                  <a:ext cx="376191" cy="102736"/>
                  <a:chOff x="785350" y="3605478"/>
                  <a:chExt cx="376191" cy="102736"/>
                </a:xfrm>
              </p:grpSpPr>
              <p:sp>
                <p:nvSpPr>
                  <p:cNvPr id="3461" name="Google Shape;3461;p54"/>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4" name="Google Shape;3464;p54"/>
                <p:cNvGrpSpPr/>
                <p:nvPr/>
              </p:nvGrpSpPr>
              <p:grpSpPr>
                <a:xfrm>
                  <a:off x="1161530" y="3655851"/>
                  <a:ext cx="159131" cy="198872"/>
                  <a:chOff x="1161530" y="3655851"/>
                  <a:chExt cx="159131" cy="198872"/>
                </a:xfrm>
              </p:grpSpPr>
              <p:sp>
                <p:nvSpPr>
                  <p:cNvPr id="3465" name="Google Shape;3465;p54"/>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67" name="Google Shape;3467;p54"/>
              <p:cNvGrpSpPr/>
              <p:nvPr/>
            </p:nvGrpSpPr>
            <p:grpSpPr>
              <a:xfrm>
                <a:off x="785350" y="4047614"/>
                <a:ext cx="535311" cy="240783"/>
                <a:chOff x="785350" y="4047614"/>
                <a:chExt cx="535311" cy="240783"/>
              </a:xfrm>
            </p:grpSpPr>
            <p:grpSp>
              <p:nvGrpSpPr>
                <p:cNvPr id="3468" name="Google Shape;3468;p54"/>
                <p:cNvGrpSpPr/>
                <p:nvPr/>
              </p:nvGrpSpPr>
              <p:grpSpPr>
                <a:xfrm>
                  <a:off x="1161636" y="4047614"/>
                  <a:ext cx="159025" cy="190415"/>
                  <a:chOff x="1161636" y="4047614"/>
                  <a:chExt cx="159025" cy="190415"/>
                </a:xfrm>
              </p:grpSpPr>
              <p:sp>
                <p:nvSpPr>
                  <p:cNvPr id="3469" name="Google Shape;3469;p54"/>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1" name="Google Shape;3471;p54"/>
                <p:cNvGrpSpPr/>
                <p:nvPr/>
              </p:nvGrpSpPr>
              <p:grpSpPr>
                <a:xfrm>
                  <a:off x="785350" y="4185661"/>
                  <a:ext cx="376191" cy="102736"/>
                  <a:chOff x="785350" y="4185661"/>
                  <a:chExt cx="376191" cy="102736"/>
                </a:xfrm>
              </p:grpSpPr>
              <p:sp>
                <p:nvSpPr>
                  <p:cNvPr id="3472" name="Google Shape;3472;p54"/>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75" name="Google Shape;3475;p54"/>
              <p:cNvGrpSpPr/>
              <p:nvPr/>
            </p:nvGrpSpPr>
            <p:grpSpPr>
              <a:xfrm>
                <a:off x="1501054" y="3605478"/>
                <a:ext cx="526340" cy="249240"/>
                <a:chOff x="1501054" y="3605478"/>
                <a:chExt cx="526340" cy="249240"/>
              </a:xfrm>
            </p:grpSpPr>
            <p:grpSp>
              <p:nvGrpSpPr>
                <p:cNvPr id="3476" name="Google Shape;3476;p54"/>
                <p:cNvGrpSpPr/>
                <p:nvPr/>
              </p:nvGrpSpPr>
              <p:grpSpPr>
                <a:xfrm>
                  <a:off x="1834208" y="3643867"/>
                  <a:ext cx="193185" cy="25622"/>
                  <a:chOff x="1834208" y="3643867"/>
                  <a:chExt cx="193185" cy="25622"/>
                </a:xfrm>
              </p:grpSpPr>
              <p:sp>
                <p:nvSpPr>
                  <p:cNvPr id="3477" name="Google Shape;3477;p54"/>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9" name="Google Shape;3479;p54"/>
                <p:cNvGrpSpPr/>
                <p:nvPr/>
              </p:nvGrpSpPr>
              <p:grpSpPr>
                <a:xfrm>
                  <a:off x="1501054" y="3605478"/>
                  <a:ext cx="333165" cy="249240"/>
                  <a:chOff x="1501054" y="3605478"/>
                  <a:chExt cx="333165" cy="249240"/>
                </a:xfrm>
              </p:grpSpPr>
              <p:sp>
                <p:nvSpPr>
                  <p:cNvPr id="3480" name="Google Shape;3480;p54"/>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81" name="Google Shape;3481;p54"/>
                  <p:cNvGrpSpPr/>
                  <p:nvPr/>
                </p:nvGrpSpPr>
                <p:grpSpPr>
                  <a:xfrm>
                    <a:off x="1501054" y="3655851"/>
                    <a:ext cx="155286" cy="198867"/>
                    <a:chOff x="1501054" y="3655851"/>
                    <a:chExt cx="155286" cy="198867"/>
                  </a:xfrm>
                </p:grpSpPr>
                <p:sp>
                  <p:nvSpPr>
                    <p:cNvPr id="3482" name="Google Shape;3482;p54"/>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4"/>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484" name="Google Shape;3484;p54"/>
              <p:cNvGrpSpPr/>
              <p:nvPr/>
            </p:nvGrpSpPr>
            <p:grpSpPr>
              <a:xfrm>
                <a:off x="724986" y="3800594"/>
                <a:ext cx="532950" cy="302090"/>
                <a:chOff x="724986" y="3800594"/>
                <a:chExt cx="532950" cy="302090"/>
              </a:xfrm>
            </p:grpSpPr>
            <p:grpSp>
              <p:nvGrpSpPr>
                <p:cNvPr id="3485" name="Google Shape;3485;p54"/>
                <p:cNvGrpSpPr/>
                <p:nvPr/>
              </p:nvGrpSpPr>
              <p:grpSpPr>
                <a:xfrm>
                  <a:off x="724986" y="4044367"/>
                  <a:ext cx="181314" cy="25626"/>
                  <a:chOff x="724986" y="4044367"/>
                  <a:chExt cx="181314" cy="25626"/>
                </a:xfrm>
              </p:grpSpPr>
              <p:sp>
                <p:nvSpPr>
                  <p:cNvPr id="3486" name="Google Shape;3486;p54"/>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8" name="Google Shape;3488;p54"/>
                <p:cNvGrpSpPr/>
                <p:nvPr/>
              </p:nvGrpSpPr>
              <p:grpSpPr>
                <a:xfrm>
                  <a:off x="906290" y="3800594"/>
                  <a:ext cx="351646" cy="302090"/>
                  <a:chOff x="906290" y="3800594"/>
                  <a:chExt cx="351646" cy="302090"/>
                </a:xfrm>
              </p:grpSpPr>
              <p:grpSp>
                <p:nvGrpSpPr>
                  <p:cNvPr id="3489" name="Google Shape;3489;p54"/>
                  <p:cNvGrpSpPr/>
                  <p:nvPr/>
                </p:nvGrpSpPr>
                <p:grpSpPr>
                  <a:xfrm>
                    <a:off x="1084172" y="3842857"/>
                    <a:ext cx="173764" cy="217131"/>
                    <a:chOff x="1084172" y="3842857"/>
                    <a:chExt cx="173764" cy="217131"/>
                  </a:xfrm>
                </p:grpSpPr>
                <p:grpSp>
                  <p:nvGrpSpPr>
                    <p:cNvPr id="3490" name="Google Shape;3490;p54"/>
                    <p:cNvGrpSpPr/>
                    <p:nvPr/>
                  </p:nvGrpSpPr>
                  <p:grpSpPr>
                    <a:xfrm>
                      <a:off x="1156862" y="3936509"/>
                      <a:ext cx="101073" cy="25622"/>
                      <a:chOff x="1156862" y="3936509"/>
                      <a:chExt cx="101073" cy="25622"/>
                    </a:xfrm>
                  </p:grpSpPr>
                  <p:sp>
                    <p:nvSpPr>
                      <p:cNvPr id="3491" name="Google Shape;3491;p54"/>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4"/>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93" name="Google Shape;3493;p54"/>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94" name="Google Shape;3494;p54"/>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4"/>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6" name="Google Shape;3496;p54"/>
                <p:cNvGrpSpPr/>
                <p:nvPr/>
              </p:nvGrpSpPr>
              <p:grpSpPr>
                <a:xfrm>
                  <a:off x="724986" y="3830189"/>
                  <a:ext cx="189533" cy="25626"/>
                  <a:chOff x="724986" y="3830189"/>
                  <a:chExt cx="189533" cy="25626"/>
                </a:xfrm>
              </p:grpSpPr>
              <p:sp>
                <p:nvSpPr>
                  <p:cNvPr id="3497" name="Google Shape;3497;p54"/>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4"/>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3499" name="Google Shape;3499;p54"/>
          <p:cNvGrpSpPr/>
          <p:nvPr/>
        </p:nvGrpSpPr>
        <p:grpSpPr>
          <a:xfrm>
            <a:off x="2249438" y="2249669"/>
            <a:ext cx="948701" cy="935378"/>
            <a:chOff x="2253298" y="2428317"/>
            <a:chExt cx="948701" cy="935378"/>
          </a:xfrm>
        </p:grpSpPr>
        <p:sp>
          <p:nvSpPr>
            <p:cNvPr id="3500" name="Google Shape;3500;p54"/>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4"/>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4"/>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4"/>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4"/>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4"/>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4"/>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4"/>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4"/>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4"/>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36" name="Shape 3536"/>
        <p:cNvGrpSpPr/>
        <p:nvPr/>
      </p:nvGrpSpPr>
      <p:grpSpPr>
        <a:xfrm>
          <a:off x="0" y="0"/>
          <a:ext cx="0" cy="0"/>
          <a:chOff x="0" y="0"/>
          <a:chExt cx="0" cy="0"/>
        </a:xfrm>
      </p:grpSpPr>
      <p:graphicFrame>
        <p:nvGraphicFramePr>
          <p:cNvPr id="3537" name="Google Shape;3537;p55"/>
          <p:cNvGraphicFramePr/>
          <p:nvPr/>
        </p:nvGraphicFramePr>
        <p:xfrm>
          <a:off x="3342575" y="2130461"/>
          <a:ext cx="3000000" cy="3000000"/>
        </p:xfrm>
        <a:graphic>
          <a:graphicData uri="http://schemas.openxmlformats.org/drawingml/2006/table">
            <a:tbl>
              <a:tblPr>
                <a:noFill/>
                <a:tableStyleId>{B25CB304-C0FD-46AB-B551-F50E89CAD5CD}</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3538" name="Google Shape;3538;p55"/>
          <p:cNvGrpSpPr/>
          <p:nvPr/>
        </p:nvGrpSpPr>
        <p:grpSpPr>
          <a:xfrm>
            <a:off x="3339745" y="952988"/>
            <a:ext cx="2363393" cy="1017867"/>
            <a:chOff x="3292400" y="1219146"/>
            <a:chExt cx="2615240" cy="1110239"/>
          </a:xfrm>
        </p:grpSpPr>
        <p:sp>
          <p:nvSpPr>
            <p:cNvPr id="3539" name="Google Shape;3539;p55"/>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3540" name="Google Shape;3540;p55"/>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541" name="Google Shape;3541;p55"/>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3542" name="Google Shape;3542;p55"/>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3543" name="Google Shape;3543;p55"/>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3544" name="Google Shape;3544;p55"/>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3545" name="Google Shape;3545;p55"/>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3546" name="Google Shape;3546;p55"/>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3547" name="Google Shape;3547;p55"/>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3548" name="Google Shape;3548;p55"/>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3549" name="Google Shape;3549;p55"/>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550" name="Google Shape;3550;p55"/>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3551" name="Google Shape;3551;p55"/>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552" name="Google Shape;3552;p55"/>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3553" name="Google Shape;3553;p55"/>
            <p:cNvGrpSpPr/>
            <p:nvPr/>
          </p:nvGrpSpPr>
          <p:grpSpPr>
            <a:xfrm>
              <a:off x="3748438" y="1378608"/>
              <a:ext cx="2159202" cy="903971"/>
              <a:chOff x="1683525" y="2179850"/>
              <a:chExt cx="4519050" cy="2134525"/>
            </a:xfrm>
          </p:grpSpPr>
          <p:sp>
            <p:nvSpPr>
              <p:cNvPr id="3554" name="Google Shape;3554;p5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555" name="Google Shape;3555;p5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556" name="Google Shape;3556;p5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557" name="Google Shape;3557;p5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558" name="Google Shape;3558;p5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559" name="Google Shape;3559;p5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560" name="Google Shape;3560;p5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561" name="Google Shape;3561;p5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562" name="Google Shape;3562;p5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563" name="Google Shape;3563;p5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564" name="Google Shape;3564;p5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565" name="Google Shape;3565;p5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3566" name="Google Shape;3566;p55"/>
          <p:cNvGraphicFramePr/>
          <p:nvPr/>
        </p:nvGraphicFramePr>
        <p:xfrm>
          <a:off x="5935838" y="2130461"/>
          <a:ext cx="3000000" cy="3000000"/>
        </p:xfrm>
        <a:graphic>
          <a:graphicData uri="http://schemas.openxmlformats.org/drawingml/2006/table">
            <a:tbl>
              <a:tblPr>
                <a:noFill/>
                <a:tableStyleId>{B25CB304-C0FD-46AB-B551-F50E89CAD5CD}</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3567" name="Google Shape;3567;p55"/>
          <p:cNvGrpSpPr/>
          <p:nvPr/>
        </p:nvGrpSpPr>
        <p:grpSpPr>
          <a:xfrm>
            <a:off x="5910045" y="3189058"/>
            <a:ext cx="2522867" cy="1001454"/>
            <a:chOff x="1904318" y="789980"/>
            <a:chExt cx="1489472" cy="606868"/>
          </a:xfrm>
        </p:grpSpPr>
        <p:cxnSp>
          <p:nvCxnSpPr>
            <p:cNvPr id="3568" name="Google Shape;3568;p5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569" name="Google Shape;3569;p5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570" name="Google Shape;3570;p5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3571" name="Google Shape;3571;p55"/>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3572" name="Google Shape;3572;p55"/>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3573" name="Google Shape;3573;p55"/>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3574" name="Google Shape;3574;p55"/>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3575" name="Google Shape;3575;p5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5"/>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3582" name="Google Shape;3582;p55"/>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3583" name="Google Shape;3583;p55"/>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3584" name="Google Shape;3584;p5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5" name="Google Shape;3585;p55"/>
          <p:cNvGrpSpPr/>
          <p:nvPr/>
        </p:nvGrpSpPr>
        <p:grpSpPr>
          <a:xfrm>
            <a:off x="712562" y="998017"/>
            <a:ext cx="2394370" cy="976502"/>
            <a:chOff x="749309" y="1112739"/>
            <a:chExt cx="2371603" cy="976502"/>
          </a:xfrm>
        </p:grpSpPr>
        <p:sp>
          <p:nvSpPr>
            <p:cNvPr id="3586" name="Google Shape;3586;p55"/>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5"/>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5"/>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5"/>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5"/>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5"/>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5"/>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5"/>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5"/>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5"/>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5"/>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5"/>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5"/>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5"/>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5"/>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5"/>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5"/>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5"/>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5"/>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5"/>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5"/>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5"/>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5"/>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5"/>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5"/>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5"/>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5"/>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5"/>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3618" name="Google Shape;3618;p55"/>
          <p:cNvGraphicFramePr/>
          <p:nvPr/>
        </p:nvGraphicFramePr>
        <p:xfrm>
          <a:off x="5935863" y="996311"/>
          <a:ext cx="3000000" cy="3000000"/>
        </p:xfrm>
        <a:graphic>
          <a:graphicData uri="http://schemas.openxmlformats.org/drawingml/2006/table">
            <a:tbl>
              <a:tblPr>
                <a:noFill/>
                <a:tableStyleId>{B25CB304-C0FD-46AB-B551-F50E89CAD5CD}</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3619" name="Google Shape;3619;p55"/>
          <p:cNvGrpSpPr/>
          <p:nvPr/>
        </p:nvGrpSpPr>
        <p:grpSpPr>
          <a:xfrm>
            <a:off x="4086505" y="2517104"/>
            <a:ext cx="1517436" cy="74460"/>
            <a:chOff x="3980086" y="2804397"/>
            <a:chExt cx="1227600" cy="66900"/>
          </a:xfrm>
        </p:grpSpPr>
        <p:sp>
          <p:nvSpPr>
            <p:cNvPr id="3620" name="Google Shape;3620;p5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2" name="Google Shape;3622;p55"/>
          <p:cNvGrpSpPr/>
          <p:nvPr/>
        </p:nvGrpSpPr>
        <p:grpSpPr>
          <a:xfrm>
            <a:off x="4711569" y="2809692"/>
            <a:ext cx="892956" cy="74460"/>
            <a:chOff x="3980086" y="2804397"/>
            <a:chExt cx="1227600" cy="66900"/>
          </a:xfrm>
        </p:grpSpPr>
        <p:sp>
          <p:nvSpPr>
            <p:cNvPr id="3623" name="Google Shape;3623;p5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5" name="Google Shape;3625;p55"/>
          <p:cNvGrpSpPr/>
          <p:nvPr/>
        </p:nvGrpSpPr>
        <p:grpSpPr>
          <a:xfrm>
            <a:off x="3344661" y="3168575"/>
            <a:ext cx="2363244" cy="1005943"/>
            <a:chOff x="3358415" y="3361302"/>
            <a:chExt cx="2363244" cy="1024695"/>
          </a:xfrm>
        </p:grpSpPr>
        <p:grpSp>
          <p:nvGrpSpPr>
            <p:cNvPr id="3626" name="Google Shape;3626;p55"/>
            <p:cNvGrpSpPr/>
            <p:nvPr/>
          </p:nvGrpSpPr>
          <p:grpSpPr>
            <a:xfrm>
              <a:off x="3358415" y="3361302"/>
              <a:ext cx="441300" cy="1024695"/>
              <a:chOff x="3358415" y="3361302"/>
              <a:chExt cx="441300" cy="1024695"/>
            </a:xfrm>
          </p:grpSpPr>
          <p:sp>
            <p:nvSpPr>
              <p:cNvPr id="3627" name="Google Shape;3627;p55"/>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5"/>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5"/>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5"/>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5"/>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5"/>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3" name="Google Shape;3633;p55"/>
            <p:cNvGrpSpPr/>
            <p:nvPr/>
          </p:nvGrpSpPr>
          <p:grpSpPr>
            <a:xfrm>
              <a:off x="3838901" y="3361302"/>
              <a:ext cx="441300" cy="1024695"/>
              <a:chOff x="3838901" y="3361302"/>
              <a:chExt cx="441300" cy="1024695"/>
            </a:xfrm>
          </p:grpSpPr>
          <p:sp>
            <p:nvSpPr>
              <p:cNvPr id="3634" name="Google Shape;3634;p55"/>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5"/>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5"/>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5"/>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5"/>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5"/>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0" name="Google Shape;3640;p55"/>
            <p:cNvGrpSpPr/>
            <p:nvPr/>
          </p:nvGrpSpPr>
          <p:grpSpPr>
            <a:xfrm>
              <a:off x="4319387" y="3361302"/>
              <a:ext cx="441300" cy="1024695"/>
              <a:chOff x="4319387" y="3361302"/>
              <a:chExt cx="441300" cy="1024695"/>
            </a:xfrm>
          </p:grpSpPr>
          <p:sp>
            <p:nvSpPr>
              <p:cNvPr id="3641" name="Google Shape;3641;p55"/>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5"/>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5"/>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5"/>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5"/>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5"/>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7" name="Google Shape;3647;p55"/>
            <p:cNvGrpSpPr/>
            <p:nvPr/>
          </p:nvGrpSpPr>
          <p:grpSpPr>
            <a:xfrm>
              <a:off x="4799873" y="3361302"/>
              <a:ext cx="441300" cy="1024695"/>
              <a:chOff x="4799873" y="3361302"/>
              <a:chExt cx="441300" cy="1024695"/>
            </a:xfrm>
          </p:grpSpPr>
          <p:sp>
            <p:nvSpPr>
              <p:cNvPr id="3648" name="Google Shape;3648;p55"/>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5"/>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5"/>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5"/>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5"/>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5"/>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4" name="Google Shape;3654;p55"/>
            <p:cNvGrpSpPr/>
            <p:nvPr/>
          </p:nvGrpSpPr>
          <p:grpSpPr>
            <a:xfrm>
              <a:off x="5280360" y="3361302"/>
              <a:ext cx="441300" cy="1024695"/>
              <a:chOff x="5280360" y="3361302"/>
              <a:chExt cx="441300" cy="1024695"/>
            </a:xfrm>
          </p:grpSpPr>
          <p:sp>
            <p:nvSpPr>
              <p:cNvPr id="3655" name="Google Shape;3655;p55"/>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5"/>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5"/>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5"/>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5"/>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5"/>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3661" name="Google Shape;3661;p55"/>
          <p:cNvGraphicFramePr/>
          <p:nvPr/>
        </p:nvGraphicFramePr>
        <p:xfrm>
          <a:off x="711088" y="2130461"/>
          <a:ext cx="3000000" cy="3000000"/>
        </p:xfrm>
        <a:graphic>
          <a:graphicData uri="http://schemas.openxmlformats.org/drawingml/2006/table">
            <a:tbl>
              <a:tblPr>
                <a:noFill/>
                <a:tableStyleId>{B25CB304-C0FD-46AB-B551-F50E89CAD5CD}</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3662" name="Google Shape;3662;p55"/>
          <p:cNvGrpSpPr/>
          <p:nvPr/>
        </p:nvGrpSpPr>
        <p:grpSpPr>
          <a:xfrm>
            <a:off x="712613" y="3180186"/>
            <a:ext cx="2403614" cy="1005900"/>
            <a:chOff x="726450" y="3372825"/>
            <a:chExt cx="2403614" cy="1005900"/>
          </a:xfrm>
        </p:grpSpPr>
        <p:grpSp>
          <p:nvGrpSpPr>
            <p:cNvPr id="3663" name="Google Shape;3663;p55"/>
            <p:cNvGrpSpPr/>
            <p:nvPr/>
          </p:nvGrpSpPr>
          <p:grpSpPr>
            <a:xfrm>
              <a:off x="726450" y="3696000"/>
              <a:ext cx="2403614" cy="500898"/>
              <a:chOff x="726450" y="3696000"/>
              <a:chExt cx="2403614" cy="500898"/>
            </a:xfrm>
          </p:grpSpPr>
          <p:sp>
            <p:nvSpPr>
              <p:cNvPr id="3664" name="Google Shape;3664;p55"/>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665" name="Google Shape;3665;p55"/>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3666" name="Google Shape;3666;p55"/>
            <p:cNvGrpSpPr/>
            <p:nvPr/>
          </p:nvGrpSpPr>
          <p:grpSpPr>
            <a:xfrm>
              <a:off x="1348050" y="3372825"/>
              <a:ext cx="1720425" cy="1005900"/>
              <a:chOff x="1348050" y="3372825"/>
              <a:chExt cx="1720425" cy="1005900"/>
            </a:xfrm>
          </p:grpSpPr>
          <p:sp>
            <p:nvSpPr>
              <p:cNvPr id="3667" name="Google Shape;3667;p55"/>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668" name="Google Shape;3668;p55"/>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669" name="Google Shape;3669;p55"/>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670" name="Google Shape;3670;p55"/>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671" name="Google Shape;3671;p55"/>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3672" name="Google Shape;3672;p55"/>
            <p:cNvGrpSpPr/>
            <p:nvPr/>
          </p:nvGrpSpPr>
          <p:grpSpPr>
            <a:xfrm>
              <a:off x="1455707" y="3731058"/>
              <a:ext cx="1491150" cy="417657"/>
              <a:chOff x="1455707" y="3731058"/>
              <a:chExt cx="1491150" cy="417657"/>
            </a:xfrm>
          </p:grpSpPr>
          <p:grpSp>
            <p:nvGrpSpPr>
              <p:cNvPr id="3673" name="Google Shape;3673;p55"/>
              <p:cNvGrpSpPr/>
              <p:nvPr/>
            </p:nvGrpSpPr>
            <p:grpSpPr>
              <a:xfrm>
                <a:off x="1472938" y="3745828"/>
                <a:ext cx="72126" cy="53788"/>
                <a:chOff x="1472938" y="3745828"/>
                <a:chExt cx="72126" cy="53788"/>
              </a:xfrm>
            </p:grpSpPr>
            <p:sp>
              <p:nvSpPr>
                <p:cNvPr id="3674" name="Google Shape;3674;p55"/>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5"/>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6" name="Google Shape;3676;p55"/>
              <p:cNvGrpSpPr/>
              <p:nvPr/>
            </p:nvGrpSpPr>
            <p:grpSpPr>
              <a:xfrm>
                <a:off x="1819181" y="4089633"/>
                <a:ext cx="72126" cy="53788"/>
                <a:chOff x="1819181" y="4089633"/>
                <a:chExt cx="72126" cy="53788"/>
              </a:xfrm>
            </p:grpSpPr>
            <p:sp>
              <p:nvSpPr>
                <p:cNvPr id="3677" name="Google Shape;3677;p55"/>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5"/>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9" name="Google Shape;3679;p55"/>
              <p:cNvGrpSpPr/>
              <p:nvPr/>
            </p:nvGrpSpPr>
            <p:grpSpPr>
              <a:xfrm>
                <a:off x="1455707" y="4084171"/>
                <a:ext cx="64321" cy="64544"/>
                <a:chOff x="1455707" y="4084171"/>
                <a:chExt cx="64321" cy="64544"/>
              </a:xfrm>
            </p:grpSpPr>
            <p:sp>
              <p:nvSpPr>
                <p:cNvPr id="3680" name="Google Shape;3680;p55"/>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5"/>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2" name="Google Shape;3682;p55"/>
              <p:cNvGrpSpPr/>
              <p:nvPr/>
            </p:nvGrpSpPr>
            <p:grpSpPr>
              <a:xfrm>
                <a:off x="1818610" y="3731058"/>
                <a:ext cx="64321" cy="64544"/>
                <a:chOff x="1818610" y="3731058"/>
                <a:chExt cx="64321" cy="64544"/>
              </a:xfrm>
            </p:grpSpPr>
            <p:sp>
              <p:nvSpPr>
                <p:cNvPr id="3683" name="Google Shape;3683;p55"/>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5"/>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5" name="Google Shape;3685;p55"/>
              <p:cNvGrpSpPr/>
              <p:nvPr/>
            </p:nvGrpSpPr>
            <p:grpSpPr>
              <a:xfrm>
                <a:off x="2172491" y="4089633"/>
                <a:ext cx="72126" cy="53788"/>
                <a:chOff x="2172491" y="4089633"/>
                <a:chExt cx="72126" cy="53788"/>
              </a:xfrm>
            </p:grpSpPr>
            <p:sp>
              <p:nvSpPr>
                <p:cNvPr id="3686" name="Google Shape;3686;p55"/>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5"/>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8" name="Google Shape;3688;p55"/>
              <p:cNvGrpSpPr/>
              <p:nvPr/>
            </p:nvGrpSpPr>
            <p:grpSpPr>
              <a:xfrm>
                <a:off x="2171920" y="3731058"/>
                <a:ext cx="64321" cy="64544"/>
                <a:chOff x="2171920" y="3731058"/>
                <a:chExt cx="64321" cy="64544"/>
              </a:xfrm>
            </p:grpSpPr>
            <p:sp>
              <p:nvSpPr>
                <p:cNvPr id="3689" name="Google Shape;3689;p55"/>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5"/>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1" name="Google Shape;3691;p55"/>
              <p:cNvGrpSpPr/>
              <p:nvPr/>
            </p:nvGrpSpPr>
            <p:grpSpPr>
              <a:xfrm>
                <a:off x="2874730" y="3745828"/>
                <a:ext cx="72126" cy="53788"/>
                <a:chOff x="2874730" y="3745828"/>
                <a:chExt cx="72126" cy="53788"/>
              </a:xfrm>
            </p:grpSpPr>
            <p:sp>
              <p:nvSpPr>
                <p:cNvPr id="3692" name="Google Shape;3692;p55"/>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5"/>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4" name="Google Shape;3694;p55"/>
              <p:cNvGrpSpPr/>
              <p:nvPr/>
            </p:nvGrpSpPr>
            <p:grpSpPr>
              <a:xfrm>
                <a:off x="2878589" y="4081481"/>
                <a:ext cx="64321" cy="64544"/>
                <a:chOff x="2878589" y="4081481"/>
                <a:chExt cx="64321" cy="64544"/>
              </a:xfrm>
            </p:grpSpPr>
            <p:sp>
              <p:nvSpPr>
                <p:cNvPr id="3695" name="Google Shape;3695;p55"/>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5"/>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7" name="Google Shape;3697;p55"/>
              <p:cNvGrpSpPr/>
              <p:nvPr/>
            </p:nvGrpSpPr>
            <p:grpSpPr>
              <a:xfrm>
                <a:off x="2525796" y="4089633"/>
                <a:ext cx="72126" cy="53788"/>
                <a:chOff x="2525796" y="4089633"/>
                <a:chExt cx="72126" cy="53788"/>
              </a:xfrm>
            </p:grpSpPr>
            <p:sp>
              <p:nvSpPr>
                <p:cNvPr id="3698" name="Google Shape;3698;p55"/>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5"/>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0" name="Google Shape;3700;p55"/>
              <p:cNvGrpSpPr/>
              <p:nvPr/>
            </p:nvGrpSpPr>
            <p:grpSpPr>
              <a:xfrm>
                <a:off x="2525225" y="3731058"/>
                <a:ext cx="64321" cy="64544"/>
                <a:chOff x="2525225" y="3731058"/>
                <a:chExt cx="64321" cy="64544"/>
              </a:xfrm>
            </p:grpSpPr>
            <p:sp>
              <p:nvSpPr>
                <p:cNvPr id="3701" name="Google Shape;3701;p55"/>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5"/>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06" name="Shape 3706"/>
        <p:cNvGrpSpPr/>
        <p:nvPr/>
      </p:nvGrpSpPr>
      <p:grpSpPr>
        <a:xfrm>
          <a:off x="0" y="0"/>
          <a:ext cx="0" cy="0"/>
          <a:chOff x="0" y="0"/>
          <a:chExt cx="0" cy="0"/>
        </a:xfrm>
      </p:grpSpPr>
      <p:grpSp>
        <p:nvGrpSpPr>
          <p:cNvPr id="3707" name="Google Shape;3707;p56"/>
          <p:cNvGrpSpPr/>
          <p:nvPr/>
        </p:nvGrpSpPr>
        <p:grpSpPr>
          <a:xfrm>
            <a:off x="716996" y="971307"/>
            <a:ext cx="845921" cy="690752"/>
            <a:chOff x="732428" y="1198513"/>
            <a:chExt cx="845921" cy="690752"/>
          </a:xfrm>
        </p:grpSpPr>
        <p:grpSp>
          <p:nvGrpSpPr>
            <p:cNvPr id="3708" name="Google Shape;3708;p56"/>
            <p:cNvGrpSpPr/>
            <p:nvPr/>
          </p:nvGrpSpPr>
          <p:grpSpPr>
            <a:xfrm>
              <a:off x="823030" y="1198513"/>
              <a:ext cx="755319" cy="690752"/>
              <a:chOff x="823030" y="1198513"/>
              <a:chExt cx="755319" cy="690752"/>
            </a:xfrm>
          </p:grpSpPr>
          <p:sp>
            <p:nvSpPr>
              <p:cNvPr id="3709" name="Google Shape;3709;p56"/>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6"/>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1" name="Google Shape;3711;p56"/>
            <p:cNvGrpSpPr/>
            <p:nvPr/>
          </p:nvGrpSpPr>
          <p:grpSpPr>
            <a:xfrm>
              <a:off x="732428" y="1239937"/>
              <a:ext cx="739912" cy="607886"/>
              <a:chOff x="732428" y="1239937"/>
              <a:chExt cx="739912" cy="607886"/>
            </a:xfrm>
          </p:grpSpPr>
          <p:sp>
            <p:nvSpPr>
              <p:cNvPr id="3712" name="Google Shape;3712;p56"/>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6"/>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4" name="Google Shape;3714;p56"/>
            <p:cNvGrpSpPr/>
            <p:nvPr/>
          </p:nvGrpSpPr>
          <p:grpSpPr>
            <a:xfrm>
              <a:off x="732428" y="1277018"/>
              <a:ext cx="702832" cy="533758"/>
              <a:chOff x="732428" y="1277018"/>
              <a:chExt cx="702832" cy="533758"/>
            </a:xfrm>
          </p:grpSpPr>
          <p:sp>
            <p:nvSpPr>
              <p:cNvPr id="3715" name="Google Shape;3715;p56"/>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6"/>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7" name="Google Shape;3717;p56"/>
            <p:cNvGrpSpPr/>
            <p:nvPr/>
          </p:nvGrpSpPr>
          <p:grpSpPr>
            <a:xfrm>
              <a:off x="931170" y="1306653"/>
              <a:ext cx="647179" cy="474455"/>
              <a:chOff x="931170" y="1306653"/>
              <a:chExt cx="647179" cy="474455"/>
            </a:xfrm>
          </p:grpSpPr>
          <p:sp>
            <p:nvSpPr>
              <p:cNvPr id="3718" name="Google Shape;3718;p56"/>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6"/>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0" name="Google Shape;3720;p56"/>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1" name="Google Shape;3721;p56"/>
          <p:cNvGrpSpPr/>
          <p:nvPr/>
        </p:nvGrpSpPr>
        <p:grpSpPr>
          <a:xfrm>
            <a:off x="3948605" y="971313"/>
            <a:ext cx="634656" cy="699982"/>
            <a:chOff x="5985650" y="2860025"/>
            <a:chExt cx="1396075" cy="1539775"/>
          </a:xfrm>
        </p:grpSpPr>
        <p:sp>
          <p:nvSpPr>
            <p:cNvPr id="3722" name="Google Shape;3722;p56"/>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6"/>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6"/>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6"/>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6"/>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6"/>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6"/>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6"/>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6"/>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6"/>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6"/>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6"/>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6"/>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6"/>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6"/>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6"/>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6"/>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6"/>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6"/>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6"/>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6"/>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6"/>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6"/>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6"/>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6"/>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6"/>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6"/>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6"/>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6"/>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6"/>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6"/>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6"/>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4" name="Google Shape;3754;p56"/>
          <p:cNvGrpSpPr/>
          <p:nvPr/>
        </p:nvGrpSpPr>
        <p:grpSpPr>
          <a:xfrm>
            <a:off x="4704254" y="971307"/>
            <a:ext cx="725845" cy="699975"/>
            <a:chOff x="4249973" y="1201875"/>
            <a:chExt cx="1958568" cy="1888762"/>
          </a:xfrm>
        </p:grpSpPr>
        <p:sp>
          <p:nvSpPr>
            <p:cNvPr id="3755" name="Google Shape;3755;p56"/>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56" name="Google Shape;3756;p56"/>
            <p:cNvGrpSpPr/>
            <p:nvPr/>
          </p:nvGrpSpPr>
          <p:grpSpPr>
            <a:xfrm>
              <a:off x="5853086" y="1789142"/>
              <a:ext cx="355454" cy="1048099"/>
              <a:chOff x="5576108" y="2016725"/>
              <a:chExt cx="565200" cy="1666560"/>
            </a:xfrm>
          </p:grpSpPr>
          <p:sp>
            <p:nvSpPr>
              <p:cNvPr id="3757" name="Google Shape;3757;p56"/>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758" name="Google Shape;3758;p5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9" name="Google Shape;3759;p56"/>
            <p:cNvGrpSpPr/>
            <p:nvPr/>
          </p:nvGrpSpPr>
          <p:grpSpPr>
            <a:xfrm>
              <a:off x="4869455" y="2691676"/>
              <a:ext cx="1013897" cy="398961"/>
              <a:chOff x="4012057" y="3451825"/>
              <a:chExt cx="1612175" cy="634379"/>
            </a:xfrm>
          </p:grpSpPr>
          <p:sp>
            <p:nvSpPr>
              <p:cNvPr id="3760" name="Google Shape;3760;p56"/>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761" name="Google Shape;3761;p5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2" name="Google Shape;3762;p56"/>
            <p:cNvGrpSpPr/>
            <p:nvPr/>
          </p:nvGrpSpPr>
          <p:grpSpPr>
            <a:xfrm>
              <a:off x="4276937" y="2155961"/>
              <a:ext cx="651965" cy="891358"/>
              <a:chOff x="3069908" y="2599997"/>
              <a:chExt cx="1036675" cy="1417328"/>
            </a:xfrm>
          </p:grpSpPr>
          <p:sp>
            <p:nvSpPr>
              <p:cNvPr id="3763" name="Google Shape;3763;p56"/>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764" name="Google Shape;3764;p5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5" name="Google Shape;3765;p56"/>
            <p:cNvGrpSpPr/>
            <p:nvPr/>
          </p:nvGrpSpPr>
          <p:grpSpPr>
            <a:xfrm>
              <a:off x="5054918" y="1201875"/>
              <a:ext cx="999548" cy="602711"/>
              <a:chOff x="4306958" y="1082925"/>
              <a:chExt cx="1589359" cy="958358"/>
            </a:xfrm>
          </p:grpSpPr>
          <p:sp>
            <p:nvSpPr>
              <p:cNvPr id="3766" name="Google Shape;3766;p56"/>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767" name="Google Shape;3767;p5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8" name="Google Shape;3768;p56"/>
            <p:cNvGrpSpPr/>
            <p:nvPr/>
          </p:nvGrpSpPr>
          <p:grpSpPr>
            <a:xfrm>
              <a:off x="4249973" y="1303451"/>
              <a:ext cx="799317" cy="841334"/>
              <a:chOff x="3027033" y="1244439"/>
              <a:chExt cx="1270977" cy="1337786"/>
            </a:xfrm>
          </p:grpSpPr>
          <p:sp>
            <p:nvSpPr>
              <p:cNvPr id="3769" name="Google Shape;3769;p56"/>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770" name="Google Shape;3770;p5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71" name="Google Shape;3771;p56"/>
          <p:cNvGrpSpPr/>
          <p:nvPr/>
        </p:nvGrpSpPr>
        <p:grpSpPr>
          <a:xfrm>
            <a:off x="4057119" y="1858087"/>
            <a:ext cx="750769" cy="683784"/>
            <a:chOff x="4204684" y="2104422"/>
            <a:chExt cx="699822" cy="637382"/>
          </a:xfrm>
        </p:grpSpPr>
        <p:grpSp>
          <p:nvGrpSpPr>
            <p:cNvPr id="3772" name="Google Shape;3772;p56"/>
            <p:cNvGrpSpPr/>
            <p:nvPr/>
          </p:nvGrpSpPr>
          <p:grpSpPr>
            <a:xfrm>
              <a:off x="4204684" y="2430067"/>
              <a:ext cx="342957" cy="311738"/>
              <a:chOff x="4204684" y="2430067"/>
              <a:chExt cx="342957" cy="311738"/>
            </a:xfrm>
          </p:grpSpPr>
          <p:sp>
            <p:nvSpPr>
              <p:cNvPr id="3773" name="Google Shape;3773;p56"/>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6"/>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5" name="Google Shape;3775;p56"/>
            <p:cNvGrpSpPr/>
            <p:nvPr/>
          </p:nvGrpSpPr>
          <p:grpSpPr>
            <a:xfrm>
              <a:off x="4561586" y="2430067"/>
              <a:ext cx="342920" cy="311738"/>
              <a:chOff x="4561586" y="2430067"/>
              <a:chExt cx="342920" cy="311738"/>
            </a:xfrm>
          </p:grpSpPr>
          <p:sp>
            <p:nvSpPr>
              <p:cNvPr id="3776" name="Google Shape;3776;p56"/>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6"/>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8" name="Google Shape;3778;p56"/>
            <p:cNvGrpSpPr/>
            <p:nvPr/>
          </p:nvGrpSpPr>
          <p:grpSpPr>
            <a:xfrm>
              <a:off x="4561586" y="2104422"/>
              <a:ext cx="342920" cy="311738"/>
              <a:chOff x="4561586" y="2104422"/>
              <a:chExt cx="342920" cy="311738"/>
            </a:xfrm>
          </p:grpSpPr>
          <p:sp>
            <p:nvSpPr>
              <p:cNvPr id="3779" name="Google Shape;3779;p56"/>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6"/>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1" name="Google Shape;3781;p56"/>
            <p:cNvGrpSpPr/>
            <p:nvPr/>
          </p:nvGrpSpPr>
          <p:grpSpPr>
            <a:xfrm>
              <a:off x="4204684" y="2104422"/>
              <a:ext cx="342957" cy="311664"/>
              <a:chOff x="4204684" y="2104422"/>
              <a:chExt cx="342957" cy="311664"/>
            </a:xfrm>
          </p:grpSpPr>
          <p:sp>
            <p:nvSpPr>
              <p:cNvPr id="3782" name="Google Shape;3782;p56"/>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6"/>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84" name="Google Shape;3784;p56"/>
          <p:cNvGrpSpPr/>
          <p:nvPr/>
        </p:nvGrpSpPr>
        <p:grpSpPr>
          <a:xfrm>
            <a:off x="5521552" y="971301"/>
            <a:ext cx="660591" cy="688867"/>
            <a:chOff x="5830645" y="1267368"/>
            <a:chExt cx="530340" cy="553040"/>
          </a:xfrm>
        </p:grpSpPr>
        <p:sp>
          <p:nvSpPr>
            <p:cNvPr id="3785" name="Google Shape;3785;p56"/>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6" name="Google Shape;3786;p56"/>
            <p:cNvGrpSpPr/>
            <p:nvPr/>
          </p:nvGrpSpPr>
          <p:grpSpPr>
            <a:xfrm>
              <a:off x="5830645" y="1267368"/>
              <a:ext cx="259743" cy="269909"/>
              <a:chOff x="5830645" y="1267368"/>
              <a:chExt cx="259743" cy="269909"/>
            </a:xfrm>
          </p:grpSpPr>
          <p:sp>
            <p:nvSpPr>
              <p:cNvPr id="3787" name="Google Shape;3787;p56"/>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6"/>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9" name="Google Shape;3789;p56"/>
            <p:cNvGrpSpPr/>
            <p:nvPr/>
          </p:nvGrpSpPr>
          <p:grpSpPr>
            <a:xfrm>
              <a:off x="6101293" y="1267368"/>
              <a:ext cx="259692" cy="269909"/>
              <a:chOff x="6101293" y="1267368"/>
              <a:chExt cx="259692" cy="269909"/>
            </a:xfrm>
          </p:grpSpPr>
          <p:sp>
            <p:nvSpPr>
              <p:cNvPr id="3790" name="Google Shape;3790;p56"/>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6"/>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2" name="Google Shape;3792;p56"/>
            <p:cNvGrpSpPr/>
            <p:nvPr/>
          </p:nvGrpSpPr>
          <p:grpSpPr>
            <a:xfrm>
              <a:off x="5830645" y="1550500"/>
              <a:ext cx="259692" cy="269909"/>
              <a:chOff x="5830645" y="1550500"/>
              <a:chExt cx="259692" cy="269909"/>
            </a:xfrm>
          </p:grpSpPr>
          <p:sp>
            <p:nvSpPr>
              <p:cNvPr id="3793" name="Google Shape;3793;p56"/>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6"/>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5" name="Google Shape;3795;p56"/>
            <p:cNvGrpSpPr/>
            <p:nvPr/>
          </p:nvGrpSpPr>
          <p:grpSpPr>
            <a:xfrm>
              <a:off x="6101293" y="1550500"/>
              <a:ext cx="259692" cy="269909"/>
              <a:chOff x="6101293" y="1550500"/>
              <a:chExt cx="259692" cy="269909"/>
            </a:xfrm>
          </p:grpSpPr>
          <p:sp>
            <p:nvSpPr>
              <p:cNvPr id="3796" name="Google Shape;3796;p56"/>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6"/>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8" name="Google Shape;3798;p56"/>
          <p:cNvGrpSpPr/>
          <p:nvPr/>
        </p:nvGrpSpPr>
        <p:grpSpPr>
          <a:xfrm>
            <a:off x="723705" y="1861761"/>
            <a:ext cx="697154" cy="679574"/>
            <a:chOff x="2679875" y="2361475"/>
            <a:chExt cx="780425" cy="760575"/>
          </a:xfrm>
        </p:grpSpPr>
        <p:sp>
          <p:nvSpPr>
            <p:cNvPr id="3799" name="Google Shape;3799;p56"/>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6"/>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6"/>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5" name="Google Shape;3805;p56"/>
          <p:cNvGrpSpPr/>
          <p:nvPr/>
        </p:nvGrpSpPr>
        <p:grpSpPr>
          <a:xfrm>
            <a:off x="3122864" y="971353"/>
            <a:ext cx="735829" cy="684547"/>
            <a:chOff x="3351965" y="1148808"/>
            <a:chExt cx="750770" cy="698375"/>
          </a:xfrm>
        </p:grpSpPr>
        <p:grpSp>
          <p:nvGrpSpPr>
            <p:cNvPr id="3806" name="Google Shape;3806;p56"/>
            <p:cNvGrpSpPr/>
            <p:nvPr/>
          </p:nvGrpSpPr>
          <p:grpSpPr>
            <a:xfrm>
              <a:off x="3586796" y="1148808"/>
              <a:ext cx="294857" cy="286830"/>
              <a:chOff x="3750225" y="1774000"/>
              <a:chExt cx="149575" cy="145525"/>
            </a:xfrm>
          </p:grpSpPr>
          <p:sp>
            <p:nvSpPr>
              <p:cNvPr id="3807" name="Google Shape;3807;p5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9" name="Google Shape;3809;p56"/>
            <p:cNvGrpSpPr/>
            <p:nvPr/>
          </p:nvGrpSpPr>
          <p:grpSpPr>
            <a:xfrm>
              <a:off x="3779245" y="1375768"/>
              <a:ext cx="323490" cy="286978"/>
              <a:chOff x="3847850" y="1889150"/>
              <a:chExt cx="164100" cy="145600"/>
            </a:xfrm>
          </p:grpSpPr>
          <p:sp>
            <p:nvSpPr>
              <p:cNvPr id="3810" name="Google Shape;3810;p5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2" name="Google Shape;3812;p56"/>
            <p:cNvGrpSpPr/>
            <p:nvPr/>
          </p:nvGrpSpPr>
          <p:grpSpPr>
            <a:xfrm>
              <a:off x="3351965" y="1330435"/>
              <a:ext cx="295449" cy="285401"/>
              <a:chOff x="3631100" y="1866150"/>
              <a:chExt cx="149875" cy="144800"/>
            </a:xfrm>
          </p:grpSpPr>
          <p:sp>
            <p:nvSpPr>
              <p:cNvPr id="3813" name="Google Shape;3813;p56"/>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6"/>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5" name="Google Shape;3815;p56"/>
            <p:cNvGrpSpPr/>
            <p:nvPr/>
          </p:nvGrpSpPr>
          <p:grpSpPr>
            <a:xfrm>
              <a:off x="3548208" y="1560352"/>
              <a:ext cx="294808" cy="286830"/>
              <a:chOff x="3730650" y="1982800"/>
              <a:chExt cx="149550" cy="145525"/>
            </a:xfrm>
          </p:grpSpPr>
          <p:sp>
            <p:nvSpPr>
              <p:cNvPr id="3816" name="Google Shape;3816;p5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18" name="Google Shape;3818;p56"/>
          <p:cNvGrpSpPr/>
          <p:nvPr/>
        </p:nvGrpSpPr>
        <p:grpSpPr>
          <a:xfrm>
            <a:off x="7624517" y="971307"/>
            <a:ext cx="804565" cy="677795"/>
            <a:chOff x="7636443" y="1204988"/>
            <a:chExt cx="804565" cy="677795"/>
          </a:xfrm>
        </p:grpSpPr>
        <p:grpSp>
          <p:nvGrpSpPr>
            <p:cNvPr id="3819" name="Google Shape;3819;p56"/>
            <p:cNvGrpSpPr/>
            <p:nvPr/>
          </p:nvGrpSpPr>
          <p:grpSpPr>
            <a:xfrm>
              <a:off x="7636443" y="1509705"/>
              <a:ext cx="804565" cy="373078"/>
              <a:chOff x="7636443" y="1509705"/>
              <a:chExt cx="804565" cy="373078"/>
            </a:xfrm>
          </p:grpSpPr>
          <p:sp>
            <p:nvSpPr>
              <p:cNvPr id="3820" name="Google Shape;3820;p56"/>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6"/>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2" name="Google Shape;3822;p56"/>
            <p:cNvGrpSpPr/>
            <p:nvPr/>
          </p:nvGrpSpPr>
          <p:grpSpPr>
            <a:xfrm>
              <a:off x="7636443" y="1408133"/>
              <a:ext cx="804565" cy="373078"/>
              <a:chOff x="7636443" y="1408133"/>
              <a:chExt cx="804565" cy="373078"/>
            </a:xfrm>
          </p:grpSpPr>
          <p:sp>
            <p:nvSpPr>
              <p:cNvPr id="3823" name="Google Shape;3823;p56"/>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6"/>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5" name="Google Shape;3825;p56"/>
            <p:cNvGrpSpPr/>
            <p:nvPr/>
          </p:nvGrpSpPr>
          <p:grpSpPr>
            <a:xfrm>
              <a:off x="7636443" y="1306560"/>
              <a:ext cx="804565" cy="373078"/>
              <a:chOff x="7636443" y="1306560"/>
              <a:chExt cx="804565" cy="373078"/>
            </a:xfrm>
          </p:grpSpPr>
          <p:sp>
            <p:nvSpPr>
              <p:cNvPr id="3826" name="Google Shape;3826;p56"/>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6"/>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8" name="Google Shape;3828;p56"/>
            <p:cNvGrpSpPr/>
            <p:nvPr/>
          </p:nvGrpSpPr>
          <p:grpSpPr>
            <a:xfrm>
              <a:off x="7636443" y="1204988"/>
              <a:ext cx="804565" cy="373078"/>
              <a:chOff x="7636443" y="1204988"/>
              <a:chExt cx="804565" cy="373078"/>
            </a:xfrm>
          </p:grpSpPr>
          <p:sp>
            <p:nvSpPr>
              <p:cNvPr id="3829" name="Google Shape;3829;p56"/>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6"/>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31" name="Google Shape;3831;p56"/>
          <p:cNvGrpSpPr/>
          <p:nvPr/>
        </p:nvGrpSpPr>
        <p:grpSpPr>
          <a:xfrm>
            <a:off x="4963363" y="1878721"/>
            <a:ext cx="661339" cy="661188"/>
            <a:chOff x="3990000" y="975400"/>
            <a:chExt cx="3934200" cy="3933300"/>
          </a:xfrm>
        </p:grpSpPr>
        <p:sp>
          <p:nvSpPr>
            <p:cNvPr id="3832" name="Google Shape;3832;p56"/>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6"/>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6"/>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6"/>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6" name="Google Shape;3836;p56"/>
          <p:cNvGrpSpPr/>
          <p:nvPr/>
        </p:nvGrpSpPr>
        <p:grpSpPr>
          <a:xfrm>
            <a:off x="6607011" y="1857359"/>
            <a:ext cx="868881" cy="684241"/>
            <a:chOff x="6598259" y="2078634"/>
            <a:chExt cx="868881" cy="684241"/>
          </a:xfrm>
        </p:grpSpPr>
        <p:sp>
          <p:nvSpPr>
            <p:cNvPr id="3837" name="Google Shape;3837;p56"/>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6"/>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6"/>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6"/>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6"/>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6"/>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3" name="Google Shape;3843;p56"/>
            <p:cNvGrpSpPr/>
            <p:nvPr/>
          </p:nvGrpSpPr>
          <p:grpSpPr>
            <a:xfrm>
              <a:off x="6808175" y="2078634"/>
              <a:ext cx="452229" cy="684241"/>
              <a:chOff x="6808175" y="2078634"/>
              <a:chExt cx="452229" cy="684241"/>
            </a:xfrm>
          </p:grpSpPr>
          <p:sp>
            <p:nvSpPr>
              <p:cNvPr id="3844" name="Google Shape;3844;p56"/>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6"/>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6"/>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6"/>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6"/>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6"/>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0" name="Google Shape;3850;p56"/>
              <p:cNvGrpSpPr/>
              <p:nvPr/>
            </p:nvGrpSpPr>
            <p:grpSpPr>
              <a:xfrm>
                <a:off x="6821586" y="2078634"/>
                <a:ext cx="426871" cy="684241"/>
                <a:chOff x="6821586" y="2078634"/>
                <a:chExt cx="426871" cy="684241"/>
              </a:xfrm>
            </p:grpSpPr>
            <p:grpSp>
              <p:nvGrpSpPr>
                <p:cNvPr id="3851" name="Google Shape;3851;p56"/>
                <p:cNvGrpSpPr/>
                <p:nvPr/>
              </p:nvGrpSpPr>
              <p:grpSpPr>
                <a:xfrm>
                  <a:off x="6821586" y="2078634"/>
                  <a:ext cx="426871" cy="684241"/>
                  <a:chOff x="6821586" y="2078634"/>
                  <a:chExt cx="426871" cy="684241"/>
                </a:xfrm>
              </p:grpSpPr>
              <p:sp>
                <p:nvSpPr>
                  <p:cNvPr id="3852" name="Google Shape;3852;p56"/>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6"/>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6"/>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6"/>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6"/>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6"/>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6"/>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6"/>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6"/>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6"/>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6"/>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6"/>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6"/>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6"/>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6"/>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6"/>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6"/>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6"/>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6"/>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1" name="Google Shape;3871;p56"/>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6"/>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6"/>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6"/>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6"/>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6"/>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77" name="Google Shape;3877;p56"/>
          <p:cNvGrpSpPr/>
          <p:nvPr/>
        </p:nvGrpSpPr>
        <p:grpSpPr>
          <a:xfrm>
            <a:off x="5780178" y="1862968"/>
            <a:ext cx="671358" cy="671358"/>
            <a:chOff x="6535625" y="760425"/>
            <a:chExt cx="1665900" cy="1665900"/>
          </a:xfrm>
        </p:grpSpPr>
        <p:sp>
          <p:nvSpPr>
            <p:cNvPr id="3878" name="Google Shape;3878;p56"/>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6"/>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6"/>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6"/>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2" name="Google Shape;3882;p56"/>
          <p:cNvGrpSpPr/>
          <p:nvPr/>
        </p:nvGrpSpPr>
        <p:grpSpPr>
          <a:xfrm>
            <a:off x="716994" y="3531369"/>
            <a:ext cx="1340789" cy="640830"/>
            <a:chOff x="238125" y="1151100"/>
            <a:chExt cx="7139450" cy="3412300"/>
          </a:xfrm>
        </p:grpSpPr>
        <p:sp>
          <p:nvSpPr>
            <p:cNvPr id="3883" name="Google Shape;3883;p56"/>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6"/>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6"/>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6"/>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6"/>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6"/>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6"/>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6"/>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6"/>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6"/>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6"/>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6"/>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5" name="Google Shape;3895;p56"/>
          <p:cNvGrpSpPr/>
          <p:nvPr/>
        </p:nvGrpSpPr>
        <p:grpSpPr>
          <a:xfrm>
            <a:off x="5584217" y="2734650"/>
            <a:ext cx="985357" cy="585764"/>
            <a:chOff x="5145061" y="2881789"/>
            <a:chExt cx="1107641" cy="658458"/>
          </a:xfrm>
        </p:grpSpPr>
        <p:grpSp>
          <p:nvGrpSpPr>
            <p:cNvPr id="3896" name="Google Shape;3896;p56"/>
            <p:cNvGrpSpPr/>
            <p:nvPr/>
          </p:nvGrpSpPr>
          <p:grpSpPr>
            <a:xfrm>
              <a:off x="5722989" y="3244587"/>
              <a:ext cx="529713" cy="295659"/>
              <a:chOff x="5722989" y="3244587"/>
              <a:chExt cx="529713" cy="295659"/>
            </a:xfrm>
          </p:grpSpPr>
          <p:sp>
            <p:nvSpPr>
              <p:cNvPr id="3897" name="Google Shape;3897;p56"/>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3898" name="Google Shape;3898;p56"/>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3899" name="Google Shape;3899;p56"/>
            <p:cNvGrpSpPr/>
            <p:nvPr/>
          </p:nvGrpSpPr>
          <p:grpSpPr>
            <a:xfrm>
              <a:off x="5145061" y="3244587"/>
              <a:ext cx="536807" cy="295659"/>
              <a:chOff x="5145061" y="3244587"/>
              <a:chExt cx="536807" cy="295659"/>
            </a:xfrm>
          </p:grpSpPr>
          <p:sp>
            <p:nvSpPr>
              <p:cNvPr id="3900" name="Google Shape;3900;p56"/>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3901" name="Google Shape;3901;p56"/>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3902" name="Google Shape;3902;p56"/>
            <p:cNvGrpSpPr/>
            <p:nvPr/>
          </p:nvGrpSpPr>
          <p:grpSpPr>
            <a:xfrm>
              <a:off x="5341327" y="2898245"/>
              <a:ext cx="532309" cy="614891"/>
              <a:chOff x="5341327" y="2898245"/>
              <a:chExt cx="532309" cy="614891"/>
            </a:xfrm>
          </p:grpSpPr>
          <p:sp>
            <p:nvSpPr>
              <p:cNvPr id="3903" name="Google Shape;3903;p56"/>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3904" name="Google Shape;3904;p56"/>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3905" name="Google Shape;3905;p56"/>
            <p:cNvGrpSpPr/>
            <p:nvPr/>
          </p:nvGrpSpPr>
          <p:grpSpPr>
            <a:xfrm>
              <a:off x="5532290" y="2881789"/>
              <a:ext cx="620516" cy="305456"/>
              <a:chOff x="5532290" y="2881789"/>
              <a:chExt cx="620516" cy="305456"/>
            </a:xfrm>
          </p:grpSpPr>
          <p:sp>
            <p:nvSpPr>
              <p:cNvPr id="3906" name="Google Shape;3906;p56"/>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3907" name="Google Shape;3907;p56"/>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3908" name="Google Shape;3908;p56"/>
          <p:cNvGrpSpPr/>
          <p:nvPr/>
        </p:nvGrpSpPr>
        <p:grpSpPr>
          <a:xfrm>
            <a:off x="8163140" y="3526708"/>
            <a:ext cx="269068" cy="645491"/>
            <a:chOff x="7026852" y="3311869"/>
            <a:chExt cx="434331" cy="1041954"/>
          </a:xfrm>
        </p:grpSpPr>
        <p:sp>
          <p:nvSpPr>
            <p:cNvPr id="3909" name="Google Shape;3909;p56"/>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6"/>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6"/>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2" name="Google Shape;3912;p56"/>
          <p:cNvGrpSpPr/>
          <p:nvPr/>
        </p:nvGrpSpPr>
        <p:grpSpPr>
          <a:xfrm>
            <a:off x="6179721" y="3565945"/>
            <a:ext cx="293882" cy="293836"/>
            <a:chOff x="4873519" y="3311869"/>
            <a:chExt cx="499374" cy="499296"/>
          </a:xfrm>
        </p:grpSpPr>
        <p:sp>
          <p:nvSpPr>
            <p:cNvPr id="3913" name="Google Shape;3913;p56"/>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6"/>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5" name="Google Shape;3915;p56"/>
          <p:cNvGrpSpPr/>
          <p:nvPr/>
        </p:nvGrpSpPr>
        <p:grpSpPr>
          <a:xfrm>
            <a:off x="6179721" y="3878317"/>
            <a:ext cx="293882" cy="293882"/>
            <a:chOff x="4873519" y="3875839"/>
            <a:chExt cx="499374" cy="499374"/>
          </a:xfrm>
        </p:grpSpPr>
        <p:sp>
          <p:nvSpPr>
            <p:cNvPr id="3916" name="Google Shape;3916;p56"/>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6"/>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8" name="Google Shape;3918;p56"/>
          <p:cNvGrpSpPr/>
          <p:nvPr/>
        </p:nvGrpSpPr>
        <p:grpSpPr>
          <a:xfrm>
            <a:off x="2410248" y="1850269"/>
            <a:ext cx="698104" cy="698208"/>
            <a:chOff x="2565073" y="2075876"/>
            <a:chExt cx="672482" cy="672518"/>
          </a:xfrm>
        </p:grpSpPr>
        <p:sp>
          <p:nvSpPr>
            <p:cNvPr id="3919" name="Google Shape;3919;p56"/>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6"/>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6"/>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6"/>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6"/>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6"/>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5" name="Google Shape;3925;p56"/>
          <p:cNvGrpSpPr/>
          <p:nvPr/>
        </p:nvGrpSpPr>
        <p:grpSpPr>
          <a:xfrm>
            <a:off x="5633660" y="3534870"/>
            <a:ext cx="438354" cy="637329"/>
            <a:chOff x="1697726" y="3244179"/>
            <a:chExt cx="788124" cy="1146069"/>
          </a:xfrm>
        </p:grpSpPr>
        <p:sp>
          <p:nvSpPr>
            <p:cNvPr id="3926" name="Google Shape;3926;p5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8" name="Google Shape;3928;p56"/>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9" name="Google Shape;3929;p56"/>
          <p:cNvGrpSpPr/>
          <p:nvPr/>
        </p:nvGrpSpPr>
        <p:grpSpPr>
          <a:xfrm>
            <a:off x="7634874" y="1863232"/>
            <a:ext cx="799565" cy="670282"/>
            <a:chOff x="7617850" y="2063282"/>
            <a:chExt cx="799565" cy="670282"/>
          </a:xfrm>
        </p:grpSpPr>
        <p:cxnSp>
          <p:nvCxnSpPr>
            <p:cNvPr id="3930" name="Google Shape;3930;p56"/>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3931" name="Google Shape;3931;p56"/>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3932" name="Google Shape;3932;p56"/>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3933" name="Google Shape;3933;p56"/>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3934" name="Google Shape;3934;p56"/>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3935" name="Google Shape;3935;p56"/>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3936" name="Google Shape;3936;p56"/>
            <p:cNvGrpSpPr/>
            <p:nvPr/>
          </p:nvGrpSpPr>
          <p:grpSpPr>
            <a:xfrm>
              <a:off x="7734309" y="2063282"/>
              <a:ext cx="570957" cy="620095"/>
              <a:chOff x="7734309" y="2063282"/>
              <a:chExt cx="570957" cy="620095"/>
            </a:xfrm>
          </p:grpSpPr>
          <p:grpSp>
            <p:nvGrpSpPr>
              <p:cNvPr id="3937" name="Google Shape;3937;p56"/>
              <p:cNvGrpSpPr/>
              <p:nvPr/>
            </p:nvGrpSpPr>
            <p:grpSpPr>
              <a:xfrm>
                <a:off x="8031573" y="2063282"/>
                <a:ext cx="273693" cy="620095"/>
                <a:chOff x="8031573" y="2063282"/>
                <a:chExt cx="273693" cy="620095"/>
              </a:xfrm>
            </p:grpSpPr>
            <p:sp>
              <p:nvSpPr>
                <p:cNvPr id="3938" name="Google Shape;3938;p5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2" name="Google Shape;3942;p56"/>
              <p:cNvGrpSpPr/>
              <p:nvPr/>
            </p:nvGrpSpPr>
            <p:grpSpPr>
              <a:xfrm flipH="1">
                <a:off x="7734309" y="2063282"/>
                <a:ext cx="273693" cy="620095"/>
                <a:chOff x="8031573" y="2063282"/>
                <a:chExt cx="273693" cy="620095"/>
              </a:xfrm>
            </p:grpSpPr>
            <p:sp>
              <p:nvSpPr>
                <p:cNvPr id="3943" name="Google Shape;3943;p5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3947" name="Google Shape;3947;p56"/>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6"/>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9" name="Google Shape;3949;p56"/>
          <p:cNvGrpSpPr/>
          <p:nvPr/>
        </p:nvGrpSpPr>
        <p:grpSpPr>
          <a:xfrm>
            <a:off x="7821480" y="2716716"/>
            <a:ext cx="602567" cy="601884"/>
            <a:chOff x="1186975" y="238125"/>
            <a:chExt cx="5244275" cy="5238325"/>
          </a:xfrm>
        </p:grpSpPr>
        <p:sp>
          <p:nvSpPr>
            <p:cNvPr id="3950" name="Google Shape;3950;p5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6"/>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6"/>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6"/>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4" name="Google Shape;3954;p56"/>
          <p:cNvGrpSpPr/>
          <p:nvPr/>
        </p:nvGrpSpPr>
        <p:grpSpPr>
          <a:xfrm>
            <a:off x="3264218" y="1856199"/>
            <a:ext cx="651848" cy="687338"/>
            <a:chOff x="3400515" y="2056248"/>
            <a:chExt cx="698134" cy="735987"/>
          </a:xfrm>
        </p:grpSpPr>
        <p:grpSp>
          <p:nvGrpSpPr>
            <p:cNvPr id="3955" name="Google Shape;3955;p56"/>
            <p:cNvGrpSpPr/>
            <p:nvPr/>
          </p:nvGrpSpPr>
          <p:grpSpPr>
            <a:xfrm>
              <a:off x="3400515" y="2283913"/>
              <a:ext cx="312919" cy="219900"/>
              <a:chOff x="3400515" y="2283913"/>
              <a:chExt cx="312919" cy="219900"/>
            </a:xfrm>
          </p:grpSpPr>
          <p:sp>
            <p:nvSpPr>
              <p:cNvPr id="3956" name="Google Shape;3956;p56"/>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3957" name="Google Shape;3957;p56"/>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3958" name="Google Shape;3958;p56"/>
            <p:cNvGrpSpPr/>
            <p:nvPr/>
          </p:nvGrpSpPr>
          <p:grpSpPr>
            <a:xfrm>
              <a:off x="3547823" y="2461089"/>
              <a:ext cx="219900" cy="331146"/>
              <a:chOff x="3547823" y="2461089"/>
              <a:chExt cx="219900" cy="331146"/>
            </a:xfrm>
          </p:grpSpPr>
          <p:sp>
            <p:nvSpPr>
              <p:cNvPr id="3959" name="Google Shape;3959;p56"/>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3960" name="Google Shape;3960;p56"/>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3961" name="Google Shape;3961;p56"/>
            <p:cNvGrpSpPr/>
            <p:nvPr/>
          </p:nvGrpSpPr>
          <p:grpSpPr>
            <a:xfrm>
              <a:off x="3734138" y="2461089"/>
              <a:ext cx="219900" cy="331146"/>
              <a:chOff x="3734138" y="2461089"/>
              <a:chExt cx="219900" cy="331146"/>
            </a:xfrm>
          </p:grpSpPr>
          <p:sp>
            <p:nvSpPr>
              <p:cNvPr id="3962" name="Google Shape;3962;p56"/>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3963" name="Google Shape;3963;p56"/>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3964" name="Google Shape;3964;p56"/>
            <p:cNvGrpSpPr/>
            <p:nvPr/>
          </p:nvGrpSpPr>
          <p:grpSpPr>
            <a:xfrm>
              <a:off x="3787560" y="2281742"/>
              <a:ext cx="311089" cy="219900"/>
              <a:chOff x="3787560" y="2281742"/>
              <a:chExt cx="311089" cy="219900"/>
            </a:xfrm>
          </p:grpSpPr>
          <p:sp>
            <p:nvSpPr>
              <p:cNvPr id="3965" name="Google Shape;3965;p56"/>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3966" name="Google Shape;3966;p56"/>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3967" name="Google Shape;3967;p56"/>
            <p:cNvGrpSpPr/>
            <p:nvPr/>
          </p:nvGrpSpPr>
          <p:grpSpPr>
            <a:xfrm>
              <a:off x="3637290" y="2056248"/>
              <a:ext cx="219900" cy="330736"/>
              <a:chOff x="3637290" y="2056248"/>
              <a:chExt cx="219900" cy="330736"/>
            </a:xfrm>
          </p:grpSpPr>
          <p:sp>
            <p:nvSpPr>
              <p:cNvPr id="3968" name="Google Shape;3968;p56"/>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3969" name="Google Shape;3969;p56"/>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3970" name="Google Shape;3970;p56"/>
          <p:cNvGrpSpPr/>
          <p:nvPr/>
        </p:nvGrpSpPr>
        <p:grpSpPr>
          <a:xfrm>
            <a:off x="2555923" y="2726206"/>
            <a:ext cx="1268144" cy="592394"/>
            <a:chOff x="238125" y="1188750"/>
            <a:chExt cx="7140450" cy="3335550"/>
          </a:xfrm>
        </p:grpSpPr>
        <p:sp>
          <p:nvSpPr>
            <p:cNvPr id="3971" name="Google Shape;3971;p5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6" name="Google Shape;3976;p56"/>
          <p:cNvGrpSpPr/>
          <p:nvPr/>
        </p:nvGrpSpPr>
        <p:grpSpPr>
          <a:xfrm>
            <a:off x="6663824" y="2728360"/>
            <a:ext cx="1053944" cy="590147"/>
            <a:chOff x="238125" y="1335475"/>
            <a:chExt cx="5418735" cy="3034175"/>
          </a:xfrm>
        </p:grpSpPr>
        <p:sp>
          <p:nvSpPr>
            <p:cNvPr id="3977" name="Google Shape;3977;p5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0" name="Google Shape;3980;p56"/>
          <p:cNvGrpSpPr/>
          <p:nvPr/>
        </p:nvGrpSpPr>
        <p:grpSpPr>
          <a:xfrm>
            <a:off x="4094633" y="3533260"/>
            <a:ext cx="1268207" cy="638939"/>
            <a:chOff x="3967651" y="3645904"/>
            <a:chExt cx="1479304" cy="745292"/>
          </a:xfrm>
        </p:grpSpPr>
        <p:grpSp>
          <p:nvGrpSpPr>
            <p:cNvPr id="3981" name="Google Shape;3981;p56"/>
            <p:cNvGrpSpPr/>
            <p:nvPr/>
          </p:nvGrpSpPr>
          <p:grpSpPr>
            <a:xfrm>
              <a:off x="3967651" y="4009026"/>
              <a:ext cx="1479304" cy="382170"/>
              <a:chOff x="3967651" y="4009026"/>
              <a:chExt cx="1479304" cy="382170"/>
            </a:xfrm>
          </p:grpSpPr>
          <p:grpSp>
            <p:nvGrpSpPr>
              <p:cNvPr id="3982" name="Google Shape;3982;p56"/>
              <p:cNvGrpSpPr/>
              <p:nvPr/>
            </p:nvGrpSpPr>
            <p:grpSpPr>
              <a:xfrm>
                <a:off x="4892216" y="4195630"/>
                <a:ext cx="554739" cy="195566"/>
                <a:chOff x="3604375" y="4892160"/>
                <a:chExt cx="1651500" cy="582215"/>
              </a:xfrm>
            </p:grpSpPr>
            <p:sp>
              <p:nvSpPr>
                <p:cNvPr id="3983" name="Google Shape;3983;p56"/>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6"/>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5" name="Google Shape;3985;p56"/>
              <p:cNvGrpSpPr/>
              <p:nvPr/>
            </p:nvGrpSpPr>
            <p:grpSpPr>
              <a:xfrm>
                <a:off x="3967651" y="4146303"/>
                <a:ext cx="579402" cy="244893"/>
                <a:chOff x="851875" y="4745310"/>
                <a:chExt cx="1724925" cy="729065"/>
              </a:xfrm>
            </p:grpSpPr>
            <p:sp>
              <p:nvSpPr>
                <p:cNvPr id="3986" name="Google Shape;3986;p56"/>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6"/>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8" name="Google Shape;3988;p56"/>
              <p:cNvGrpSpPr/>
              <p:nvPr/>
            </p:nvGrpSpPr>
            <p:grpSpPr>
              <a:xfrm>
                <a:off x="4460753" y="4009026"/>
                <a:ext cx="493110" cy="382170"/>
                <a:chOff x="2319875" y="4336625"/>
                <a:chExt cx="1468025" cy="1137750"/>
              </a:xfrm>
            </p:grpSpPr>
            <p:sp>
              <p:nvSpPr>
                <p:cNvPr id="3989" name="Google Shape;3989;p56"/>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6"/>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91" name="Google Shape;3991;p56"/>
            <p:cNvGrpSpPr/>
            <p:nvPr/>
          </p:nvGrpSpPr>
          <p:grpSpPr>
            <a:xfrm>
              <a:off x="4479443" y="3645904"/>
              <a:ext cx="455965" cy="388789"/>
              <a:chOff x="2957425" y="238100"/>
              <a:chExt cx="1910200" cy="1628775"/>
            </a:xfrm>
          </p:grpSpPr>
          <p:sp>
            <p:nvSpPr>
              <p:cNvPr id="3992" name="Google Shape;3992;p56"/>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6"/>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6"/>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6"/>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6"/>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6"/>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6"/>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6"/>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6"/>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6"/>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02" name="Google Shape;4002;p56"/>
          <p:cNvGrpSpPr/>
          <p:nvPr/>
        </p:nvGrpSpPr>
        <p:grpSpPr>
          <a:xfrm>
            <a:off x="2480746" y="3534460"/>
            <a:ext cx="1243128" cy="637739"/>
            <a:chOff x="2496310" y="3693351"/>
            <a:chExt cx="1342906" cy="688926"/>
          </a:xfrm>
        </p:grpSpPr>
        <p:grpSp>
          <p:nvGrpSpPr>
            <p:cNvPr id="4003" name="Google Shape;4003;p56"/>
            <p:cNvGrpSpPr/>
            <p:nvPr/>
          </p:nvGrpSpPr>
          <p:grpSpPr>
            <a:xfrm>
              <a:off x="2496310" y="3693351"/>
              <a:ext cx="1342906" cy="688875"/>
              <a:chOff x="2496310" y="3693351"/>
              <a:chExt cx="1342906" cy="688875"/>
            </a:xfrm>
          </p:grpSpPr>
          <p:sp>
            <p:nvSpPr>
              <p:cNvPr id="4004" name="Google Shape;4004;p56"/>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6"/>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6"/>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6"/>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6"/>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6"/>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10" name="Google Shape;4010;p56"/>
              <p:cNvCxnSpPr>
                <a:stCxn id="4008"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011" name="Google Shape;4011;p56"/>
              <p:cNvCxnSpPr>
                <a:stCxn id="4005"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012" name="Google Shape;4012;p56"/>
              <p:cNvCxnSpPr>
                <a:stCxn id="4006"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013" name="Google Shape;4013;p56"/>
              <p:cNvCxnSpPr>
                <a:stCxn id="4009"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014" name="Google Shape;4014;p56"/>
              <p:cNvCxnSpPr>
                <a:stCxn id="4007"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015" name="Google Shape;4015;p56"/>
            <p:cNvGrpSpPr/>
            <p:nvPr/>
          </p:nvGrpSpPr>
          <p:grpSpPr>
            <a:xfrm>
              <a:off x="2675275" y="3930557"/>
              <a:ext cx="1003306" cy="451719"/>
              <a:chOff x="2675275" y="4174282"/>
              <a:chExt cx="1003306" cy="451719"/>
            </a:xfrm>
          </p:grpSpPr>
          <p:sp>
            <p:nvSpPr>
              <p:cNvPr id="4016" name="Google Shape;4016;p56"/>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6"/>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6"/>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19" name="Google Shape;4019;p56"/>
          <p:cNvGrpSpPr/>
          <p:nvPr/>
        </p:nvGrpSpPr>
        <p:grpSpPr>
          <a:xfrm>
            <a:off x="1654417" y="971307"/>
            <a:ext cx="574511" cy="874709"/>
            <a:chOff x="1715404" y="1112080"/>
            <a:chExt cx="642270" cy="977984"/>
          </a:xfrm>
        </p:grpSpPr>
        <p:grpSp>
          <p:nvGrpSpPr>
            <p:cNvPr id="4020" name="Google Shape;4020;p56"/>
            <p:cNvGrpSpPr/>
            <p:nvPr/>
          </p:nvGrpSpPr>
          <p:grpSpPr>
            <a:xfrm>
              <a:off x="1715404" y="1112080"/>
              <a:ext cx="642270" cy="977984"/>
              <a:chOff x="1715404" y="1112080"/>
              <a:chExt cx="642270" cy="977984"/>
            </a:xfrm>
          </p:grpSpPr>
          <p:sp>
            <p:nvSpPr>
              <p:cNvPr id="4021" name="Google Shape;4021;p56"/>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6"/>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3" name="Google Shape;4023;p56"/>
            <p:cNvGrpSpPr/>
            <p:nvPr/>
          </p:nvGrpSpPr>
          <p:grpSpPr>
            <a:xfrm>
              <a:off x="1768927" y="1165603"/>
              <a:ext cx="535225" cy="851367"/>
              <a:chOff x="1768927" y="1165603"/>
              <a:chExt cx="535225" cy="851367"/>
            </a:xfrm>
          </p:grpSpPr>
          <p:sp>
            <p:nvSpPr>
              <p:cNvPr id="4024" name="Google Shape;4024;p56"/>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6"/>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6" name="Google Shape;4026;p56"/>
            <p:cNvGrpSpPr/>
            <p:nvPr/>
          </p:nvGrpSpPr>
          <p:grpSpPr>
            <a:xfrm>
              <a:off x="1822449" y="1219125"/>
              <a:ext cx="428180" cy="718859"/>
              <a:chOff x="1822449" y="1219125"/>
              <a:chExt cx="428180" cy="718859"/>
            </a:xfrm>
          </p:grpSpPr>
          <p:sp>
            <p:nvSpPr>
              <p:cNvPr id="4027" name="Google Shape;4027;p56"/>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6"/>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9" name="Google Shape;4029;p56"/>
            <p:cNvGrpSpPr/>
            <p:nvPr/>
          </p:nvGrpSpPr>
          <p:grpSpPr>
            <a:xfrm>
              <a:off x="1875972" y="1272648"/>
              <a:ext cx="321135" cy="586939"/>
              <a:chOff x="1875972" y="1272648"/>
              <a:chExt cx="321135" cy="586939"/>
            </a:xfrm>
          </p:grpSpPr>
          <p:sp>
            <p:nvSpPr>
              <p:cNvPr id="4030" name="Google Shape;4030;p56"/>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6"/>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32" name="Google Shape;4032;p56"/>
          <p:cNvGrpSpPr/>
          <p:nvPr/>
        </p:nvGrpSpPr>
        <p:grpSpPr>
          <a:xfrm>
            <a:off x="7761578" y="3528028"/>
            <a:ext cx="293855" cy="644170"/>
            <a:chOff x="241025" y="3151575"/>
            <a:chExt cx="293855" cy="644170"/>
          </a:xfrm>
        </p:grpSpPr>
        <p:sp>
          <p:nvSpPr>
            <p:cNvPr id="4033" name="Google Shape;4033;p56"/>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6"/>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5" name="Google Shape;4035;p56"/>
          <p:cNvGrpSpPr/>
          <p:nvPr/>
        </p:nvGrpSpPr>
        <p:grpSpPr>
          <a:xfrm>
            <a:off x="709562" y="2728028"/>
            <a:ext cx="1779649" cy="591620"/>
            <a:chOff x="246070" y="1983375"/>
            <a:chExt cx="1855347" cy="616849"/>
          </a:xfrm>
        </p:grpSpPr>
        <p:sp>
          <p:nvSpPr>
            <p:cNvPr id="4036" name="Google Shape;4036;p56"/>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6"/>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6"/>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6"/>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6"/>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6"/>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6"/>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6"/>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6"/>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5" name="Google Shape;4045;p56"/>
          <p:cNvGrpSpPr/>
          <p:nvPr/>
        </p:nvGrpSpPr>
        <p:grpSpPr>
          <a:xfrm>
            <a:off x="2320428" y="971307"/>
            <a:ext cx="711055" cy="745993"/>
            <a:chOff x="2496269" y="1171698"/>
            <a:chExt cx="761953" cy="799392"/>
          </a:xfrm>
        </p:grpSpPr>
        <p:grpSp>
          <p:nvGrpSpPr>
            <p:cNvPr id="4046" name="Google Shape;4046;p56"/>
            <p:cNvGrpSpPr/>
            <p:nvPr/>
          </p:nvGrpSpPr>
          <p:grpSpPr>
            <a:xfrm>
              <a:off x="2496269" y="1171698"/>
              <a:ext cx="761953" cy="723022"/>
              <a:chOff x="2496269" y="1171698"/>
              <a:chExt cx="761953" cy="723022"/>
            </a:xfrm>
          </p:grpSpPr>
          <p:sp>
            <p:nvSpPr>
              <p:cNvPr id="4047" name="Google Shape;4047;p56"/>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6"/>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49" name="Google Shape;4049;p56"/>
              <p:cNvGrpSpPr/>
              <p:nvPr/>
            </p:nvGrpSpPr>
            <p:grpSpPr>
              <a:xfrm>
                <a:off x="2496269" y="1171698"/>
                <a:ext cx="761953" cy="723022"/>
                <a:chOff x="2496269" y="1120652"/>
                <a:chExt cx="761953" cy="723022"/>
              </a:xfrm>
            </p:grpSpPr>
            <p:grpSp>
              <p:nvGrpSpPr>
                <p:cNvPr id="4050" name="Google Shape;4050;p56"/>
                <p:cNvGrpSpPr/>
                <p:nvPr/>
              </p:nvGrpSpPr>
              <p:grpSpPr>
                <a:xfrm>
                  <a:off x="2496269" y="1120652"/>
                  <a:ext cx="761953" cy="723022"/>
                  <a:chOff x="2496269" y="1120652"/>
                  <a:chExt cx="761953" cy="723022"/>
                </a:xfrm>
              </p:grpSpPr>
              <p:grpSp>
                <p:nvGrpSpPr>
                  <p:cNvPr id="4051" name="Google Shape;4051;p56"/>
                  <p:cNvGrpSpPr/>
                  <p:nvPr/>
                </p:nvGrpSpPr>
                <p:grpSpPr>
                  <a:xfrm>
                    <a:off x="2496269" y="1304589"/>
                    <a:ext cx="407089" cy="305057"/>
                    <a:chOff x="2496269" y="1304589"/>
                    <a:chExt cx="407089" cy="305057"/>
                  </a:xfrm>
                </p:grpSpPr>
                <p:sp>
                  <p:nvSpPr>
                    <p:cNvPr id="4052" name="Google Shape;4052;p56"/>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6"/>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4" name="Google Shape;4054;p56"/>
                  <p:cNvGrpSpPr/>
                  <p:nvPr/>
                </p:nvGrpSpPr>
                <p:grpSpPr>
                  <a:xfrm>
                    <a:off x="2586468" y="1493376"/>
                    <a:ext cx="358850" cy="349656"/>
                    <a:chOff x="2586468" y="1493376"/>
                    <a:chExt cx="358850" cy="349656"/>
                  </a:xfrm>
                </p:grpSpPr>
                <p:sp>
                  <p:nvSpPr>
                    <p:cNvPr id="4055" name="Google Shape;4055;p56"/>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6"/>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7" name="Google Shape;4057;p56"/>
                  <p:cNvGrpSpPr/>
                  <p:nvPr/>
                </p:nvGrpSpPr>
                <p:grpSpPr>
                  <a:xfrm>
                    <a:off x="2807939" y="1494024"/>
                    <a:ext cx="358857" cy="349650"/>
                    <a:chOff x="2807939" y="1494024"/>
                    <a:chExt cx="358857" cy="349650"/>
                  </a:xfrm>
                </p:grpSpPr>
                <p:sp>
                  <p:nvSpPr>
                    <p:cNvPr id="4058" name="Google Shape;4058;p56"/>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6"/>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0" name="Google Shape;4060;p56"/>
                  <p:cNvGrpSpPr/>
                  <p:nvPr/>
                </p:nvGrpSpPr>
                <p:grpSpPr>
                  <a:xfrm>
                    <a:off x="2851133" y="1305635"/>
                    <a:ext cx="407089" cy="305057"/>
                    <a:chOff x="2851133" y="1305635"/>
                    <a:chExt cx="407089" cy="305057"/>
                  </a:xfrm>
                </p:grpSpPr>
                <p:sp>
                  <p:nvSpPr>
                    <p:cNvPr id="4061" name="Google Shape;4061;p56"/>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6"/>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3" name="Google Shape;4063;p56"/>
                  <p:cNvGrpSpPr/>
                  <p:nvPr/>
                </p:nvGrpSpPr>
                <p:grpSpPr>
                  <a:xfrm>
                    <a:off x="2727495" y="1120652"/>
                    <a:ext cx="300271" cy="396358"/>
                    <a:chOff x="2727495" y="1120652"/>
                    <a:chExt cx="300271" cy="396358"/>
                  </a:xfrm>
                </p:grpSpPr>
                <p:sp>
                  <p:nvSpPr>
                    <p:cNvPr id="4064" name="Google Shape;4064;p56"/>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6"/>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66" name="Google Shape;4066;p56"/>
                <p:cNvGrpSpPr/>
                <p:nvPr/>
              </p:nvGrpSpPr>
              <p:grpSpPr>
                <a:xfrm>
                  <a:off x="2722305" y="1350460"/>
                  <a:ext cx="308357" cy="308344"/>
                  <a:chOff x="2722305" y="1350460"/>
                  <a:chExt cx="308357" cy="308344"/>
                </a:xfrm>
              </p:grpSpPr>
              <p:sp>
                <p:nvSpPr>
                  <p:cNvPr id="4067" name="Google Shape;4067;p56"/>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8" name="Google Shape;4068;p56"/>
                  <p:cNvGrpSpPr/>
                  <p:nvPr/>
                </p:nvGrpSpPr>
                <p:grpSpPr>
                  <a:xfrm>
                    <a:off x="2725064" y="1364529"/>
                    <a:ext cx="297954" cy="280182"/>
                    <a:chOff x="2725064" y="1364529"/>
                    <a:chExt cx="297954" cy="280182"/>
                  </a:xfrm>
                </p:grpSpPr>
                <p:sp>
                  <p:nvSpPr>
                    <p:cNvPr id="4069" name="Google Shape;4069;p56"/>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6"/>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6"/>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6"/>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6"/>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074" name="Google Shape;4074;p56"/>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6"/>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6"/>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6"/>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6"/>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9" name="Google Shape;4079;p56"/>
          <p:cNvGrpSpPr/>
          <p:nvPr/>
        </p:nvGrpSpPr>
        <p:grpSpPr>
          <a:xfrm>
            <a:off x="3909129" y="2727412"/>
            <a:ext cx="1569144" cy="591015"/>
            <a:chOff x="3820100" y="3023049"/>
            <a:chExt cx="1303926" cy="491162"/>
          </a:xfrm>
        </p:grpSpPr>
        <p:grpSp>
          <p:nvGrpSpPr>
            <p:cNvPr id="4080" name="Google Shape;4080;p56"/>
            <p:cNvGrpSpPr/>
            <p:nvPr/>
          </p:nvGrpSpPr>
          <p:grpSpPr>
            <a:xfrm>
              <a:off x="3820100" y="3023072"/>
              <a:ext cx="1303926" cy="491139"/>
              <a:chOff x="3820100" y="3023072"/>
              <a:chExt cx="1303926" cy="491139"/>
            </a:xfrm>
          </p:grpSpPr>
          <p:sp>
            <p:nvSpPr>
              <p:cNvPr id="4081" name="Google Shape;4081;p56"/>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6"/>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3" name="Google Shape;4083;p56"/>
            <p:cNvGrpSpPr/>
            <p:nvPr/>
          </p:nvGrpSpPr>
          <p:grpSpPr>
            <a:xfrm>
              <a:off x="4132439" y="3023645"/>
              <a:ext cx="393633" cy="177096"/>
              <a:chOff x="4132439" y="3023645"/>
              <a:chExt cx="393633" cy="177096"/>
            </a:xfrm>
          </p:grpSpPr>
          <p:sp>
            <p:nvSpPr>
              <p:cNvPr id="4084" name="Google Shape;4084;p56"/>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6"/>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6" name="Google Shape;4086;p56"/>
            <p:cNvGrpSpPr/>
            <p:nvPr/>
          </p:nvGrpSpPr>
          <p:grpSpPr>
            <a:xfrm>
              <a:off x="3921811" y="3023049"/>
              <a:ext cx="1002397" cy="388943"/>
              <a:chOff x="3921811" y="3023049"/>
              <a:chExt cx="1002397" cy="388943"/>
            </a:xfrm>
          </p:grpSpPr>
          <p:sp>
            <p:nvSpPr>
              <p:cNvPr id="4087" name="Google Shape;4087;p56"/>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6"/>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9" name="Google Shape;4089;p56"/>
            <p:cNvGrpSpPr/>
            <p:nvPr/>
          </p:nvGrpSpPr>
          <p:grpSpPr>
            <a:xfrm>
              <a:off x="4023645" y="3023049"/>
              <a:ext cx="683032" cy="286722"/>
              <a:chOff x="4023645" y="3023049"/>
              <a:chExt cx="683032" cy="286722"/>
            </a:xfrm>
          </p:grpSpPr>
          <p:sp>
            <p:nvSpPr>
              <p:cNvPr id="4090" name="Google Shape;4090;p56"/>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6"/>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92" name="Google Shape;4092;p56"/>
          <p:cNvGrpSpPr/>
          <p:nvPr/>
        </p:nvGrpSpPr>
        <p:grpSpPr>
          <a:xfrm>
            <a:off x="1541251" y="1854258"/>
            <a:ext cx="713522" cy="688025"/>
            <a:chOff x="1706078" y="2092648"/>
            <a:chExt cx="660913" cy="637296"/>
          </a:xfrm>
        </p:grpSpPr>
        <p:sp>
          <p:nvSpPr>
            <p:cNvPr id="4093" name="Google Shape;4093;p56"/>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4" name="Google Shape;4094;p56"/>
            <p:cNvGrpSpPr/>
            <p:nvPr/>
          </p:nvGrpSpPr>
          <p:grpSpPr>
            <a:xfrm>
              <a:off x="1706078" y="2092648"/>
              <a:ext cx="660913" cy="575241"/>
              <a:chOff x="1706078" y="2092648"/>
              <a:chExt cx="660913" cy="575241"/>
            </a:xfrm>
          </p:grpSpPr>
          <p:sp>
            <p:nvSpPr>
              <p:cNvPr id="4095" name="Google Shape;4095;p56"/>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6"/>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6"/>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98" name="Google Shape;4098;p56"/>
          <p:cNvGrpSpPr/>
          <p:nvPr/>
        </p:nvGrpSpPr>
        <p:grpSpPr>
          <a:xfrm>
            <a:off x="6303109" y="971806"/>
            <a:ext cx="1317459" cy="684168"/>
            <a:chOff x="238125" y="999450"/>
            <a:chExt cx="7140700" cy="3708225"/>
          </a:xfrm>
        </p:grpSpPr>
        <p:sp>
          <p:nvSpPr>
            <p:cNvPr id="4099" name="Google Shape;4099;p56"/>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6"/>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grpSp>
        <p:nvGrpSpPr>
          <p:cNvPr id="4112" name="Google Shape;4112;p57"/>
          <p:cNvGrpSpPr/>
          <p:nvPr/>
        </p:nvGrpSpPr>
        <p:grpSpPr>
          <a:xfrm>
            <a:off x="717027" y="967622"/>
            <a:ext cx="1636117" cy="1526144"/>
            <a:chOff x="729238" y="1179665"/>
            <a:chExt cx="1636117" cy="1526144"/>
          </a:xfrm>
        </p:grpSpPr>
        <p:grpSp>
          <p:nvGrpSpPr>
            <p:cNvPr id="4113" name="Google Shape;4113;p57"/>
            <p:cNvGrpSpPr/>
            <p:nvPr/>
          </p:nvGrpSpPr>
          <p:grpSpPr>
            <a:xfrm>
              <a:off x="729238" y="1179665"/>
              <a:ext cx="80700" cy="1526144"/>
              <a:chOff x="729238" y="1179665"/>
              <a:chExt cx="80700" cy="1526144"/>
            </a:xfrm>
          </p:grpSpPr>
          <p:sp>
            <p:nvSpPr>
              <p:cNvPr id="4114" name="Google Shape;4114;p57"/>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7"/>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7"/>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7"/>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4" name="Google Shape;4124;p57"/>
            <p:cNvGrpSpPr/>
            <p:nvPr/>
          </p:nvGrpSpPr>
          <p:grpSpPr>
            <a:xfrm>
              <a:off x="903098" y="1179665"/>
              <a:ext cx="80700" cy="1526144"/>
              <a:chOff x="903098" y="1179665"/>
              <a:chExt cx="80700" cy="1526144"/>
            </a:xfrm>
          </p:grpSpPr>
          <p:sp>
            <p:nvSpPr>
              <p:cNvPr id="4125" name="Google Shape;4125;p57"/>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7"/>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7"/>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7"/>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7"/>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7"/>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5" name="Google Shape;4135;p57"/>
            <p:cNvGrpSpPr/>
            <p:nvPr/>
          </p:nvGrpSpPr>
          <p:grpSpPr>
            <a:xfrm>
              <a:off x="1076958" y="1179665"/>
              <a:ext cx="80700" cy="1526144"/>
              <a:chOff x="1076958" y="1179665"/>
              <a:chExt cx="80700" cy="1526144"/>
            </a:xfrm>
          </p:grpSpPr>
          <p:sp>
            <p:nvSpPr>
              <p:cNvPr id="4136" name="Google Shape;4136;p57"/>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7"/>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7"/>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7"/>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7"/>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7"/>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7"/>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6" name="Google Shape;4146;p57"/>
            <p:cNvGrpSpPr/>
            <p:nvPr/>
          </p:nvGrpSpPr>
          <p:grpSpPr>
            <a:xfrm>
              <a:off x="1247707" y="1179665"/>
              <a:ext cx="80700" cy="1526144"/>
              <a:chOff x="1247707" y="1179665"/>
              <a:chExt cx="80700" cy="1526144"/>
            </a:xfrm>
          </p:grpSpPr>
          <p:sp>
            <p:nvSpPr>
              <p:cNvPr id="4147" name="Google Shape;4147;p57"/>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7"/>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7"/>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7" name="Google Shape;4157;p57"/>
            <p:cNvGrpSpPr/>
            <p:nvPr/>
          </p:nvGrpSpPr>
          <p:grpSpPr>
            <a:xfrm>
              <a:off x="1421567" y="1179665"/>
              <a:ext cx="80700" cy="1526144"/>
              <a:chOff x="1421567" y="1179665"/>
              <a:chExt cx="80700" cy="1526144"/>
            </a:xfrm>
          </p:grpSpPr>
          <p:sp>
            <p:nvSpPr>
              <p:cNvPr id="4158" name="Google Shape;4158;p57"/>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7"/>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7"/>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7"/>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7"/>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7"/>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7"/>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7"/>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8" name="Google Shape;4168;p57"/>
            <p:cNvGrpSpPr/>
            <p:nvPr/>
          </p:nvGrpSpPr>
          <p:grpSpPr>
            <a:xfrm>
              <a:off x="1592327" y="1179665"/>
              <a:ext cx="80700" cy="1526144"/>
              <a:chOff x="1592327" y="1179665"/>
              <a:chExt cx="80700" cy="1526144"/>
            </a:xfrm>
          </p:grpSpPr>
          <p:sp>
            <p:nvSpPr>
              <p:cNvPr id="4169" name="Google Shape;4169;p57"/>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7"/>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7"/>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7"/>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7"/>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7"/>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9" name="Google Shape;4179;p57"/>
            <p:cNvGrpSpPr/>
            <p:nvPr/>
          </p:nvGrpSpPr>
          <p:grpSpPr>
            <a:xfrm>
              <a:off x="1766187" y="1179665"/>
              <a:ext cx="80700" cy="1526144"/>
              <a:chOff x="1766187" y="1179665"/>
              <a:chExt cx="80700" cy="1526144"/>
            </a:xfrm>
          </p:grpSpPr>
          <p:sp>
            <p:nvSpPr>
              <p:cNvPr id="4180" name="Google Shape;4180;p57"/>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7"/>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7"/>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7"/>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7"/>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7"/>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7"/>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7"/>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7"/>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0" name="Google Shape;4190;p57"/>
            <p:cNvGrpSpPr/>
            <p:nvPr/>
          </p:nvGrpSpPr>
          <p:grpSpPr>
            <a:xfrm>
              <a:off x="1936935" y="1179665"/>
              <a:ext cx="80700" cy="1526144"/>
              <a:chOff x="1936935" y="1179665"/>
              <a:chExt cx="80700" cy="1526144"/>
            </a:xfrm>
          </p:grpSpPr>
          <p:sp>
            <p:nvSpPr>
              <p:cNvPr id="4191" name="Google Shape;4191;p57"/>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7"/>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7"/>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7"/>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7"/>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1" name="Google Shape;4201;p57"/>
            <p:cNvGrpSpPr/>
            <p:nvPr/>
          </p:nvGrpSpPr>
          <p:grpSpPr>
            <a:xfrm>
              <a:off x="2110795" y="1179665"/>
              <a:ext cx="80700" cy="1526144"/>
              <a:chOff x="2110795" y="1179665"/>
              <a:chExt cx="80700" cy="1526144"/>
            </a:xfrm>
          </p:grpSpPr>
          <p:sp>
            <p:nvSpPr>
              <p:cNvPr id="4202" name="Google Shape;4202;p57"/>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7"/>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7"/>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7"/>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2" name="Google Shape;4212;p57"/>
            <p:cNvGrpSpPr/>
            <p:nvPr/>
          </p:nvGrpSpPr>
          <p:grpSpPr>
            <a:xfrm>
              <a:off x="2284655" y="1179665"/>
              <a:ext cx="80700" cy="1526144"/>
              <a:chOff x="2284655" y="1179665"/>
              <a:chExt cx="80700" cy="1526144"/>
            </a:xfrm>
          </p:grpSpPr>
          <p:sp>
            <p:nvSpPr>
              <p:cNvPr id="4213" name="Google Shape;4213;p57"/>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7"/>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7"/>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7"/>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7"/>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7"/>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3" name="Google Shape;4223;p57"/>
          <p:cNvGrpSpPr/>
          <p:nvPr/>
        </p:nvGrpSpPr>
        <p:grpSpPr>
          <a:xfrm>
            <a:off x="2611693" y="986760"/>
            <a:ext cx="1364248" cy="1102133"/>
            <a:chOff x="2623904" y="1198803"/>
            <a:chExt cx="1364248" cy="1102133"/>
          </a:xfrm>
        </p:grpSpPr>
        <p:grpSp>
          <p:nvGrpSpPr>
            <p:cNvPr id="4224" name="Google Shape;4224;p57"/>
            <p:cNvGrpSpPr/>
            <p:nvPr/>
          </p:nvGrpSpPr>
          <p:grpSpPr>
            <a:xfrm>
              <a:off x="2623907" y="1198803"/>
              <a:ext cx="1364245" cy="273000"/>
              <a:chOff x="2623907" y="1198803"/>
              <a:chExt cx="1364245" cy="273000"/>
            </a:xfrm>
          </p:grpSpPr>
          <p:sp>
            <p:nvSpPr>
              <p:cNvPr id="4225" name="Google Shape;4225;p5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7"/>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0" name="Google Shape;4230;p57"/>
            <p:cNvGrpSpPr/>
            <p:nvPr/>
          </p:nvGrpSpPr>
          <p:grpSpPr>
            <a:xfrm>
              <a:off x="2623904" y="1476964"/>
              <a:ext cx="1364245" cy="273000"/>
              <a:chOff x="2623904" y="1476964"/>
              <a:chExt cx="1364245" cy="273000"/>
            </a:xfrm>
          </p:grpSpPr>
          <p:sp>
            <p:nvSpPr>
              <p:cNvPr id="4231" name="Google Shape;4231;p5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7"/>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7"/>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7"/>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6" name="Google Shape;4236;p57"/>
            <p:cNvGrpSpPr/>
            <p:nvPr/>
          </p:nvGrpSpPr>
          <p:grpSpPr>
            <a:xfrm>
              <a:off x="2623907" y="1749775"/>
              <a:ext cx="1364245" cy="273000"/>
              <a:chOff x="2623907" y="1749775"/>
              <a:chExt cx="1364245" cy="273000"/>
            </a:xfrm>
          </p:grpSpPr>
          <p:sp>
            <p:nvSpPr>
              <p:cNvPr id="4237" name="Google Shape;4237;p5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7"/>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7"/>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2" name="Google Shape;4242;p57"/>
            <p:cNvGrpSpPr/>
            <p:nvPr/>
          </p:nvGrpSpPr>
          <p:grpSpPr>
            <a:xfrm>
              <a:off x="2623904" y="2027936"/>
              <a:ext cx="1364245" cy="273000"/>
              <a:chOff x="2623904" y="2027936"/>
              <a:chExt cx="1364245" cy="273000"/>
            </a:xfrm>
          </p:grpSpPr>
          <p:sp>
            <p:nvSpPr>
              <p:cNvPr id="4243" name="Google Shape;4243;p5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8" name="Google Shape;4248;p57"/>
          <p:cNvGrpSpPr/>
          <p:nvPr/>
        </p:nvGrpSpPr>
        <p:grpSpPr>
          <a:xfrm>
            <a:off x="2601154" y="2445833"/>
            <a:ext cx="1387541" cy="159124"/>
            <a:chOff x="3200660" y="2180272"/>
            <a:chExt cx="2563824" cy="378237"/>
          </a:xfrm>
        </p:grpSpPr>
        <p:sp>
          <p:nvSpPr>
            <p:cNvPr id="4249" name="Google Shape;4249;p5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7" name="Google Shape;4267;p57"/>
          <p:cNvGrpSpPr/>
          <p:nvPr/>
        </p:nvGrpSpPr>
        <p:grpSpPr>
          <a:xfrm>
            <a:off x="2597679" y="2723597"/>
            <a:ext cx="1390502" cy="159625"/>
            <a:chOff x="3530150" y="2790075"/>
            <a:chExt cx="1962600" cy="225300"/>
          </a:xfrm>
        </p:grpSpPr>
        <p:sp>
          <p:nvSpPr>
            <p:cNvPr id="4268" name="Google Shape;4268;p57"/>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7"/>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0" name="Google Shape;4270;p57"/>
          <p:cNvGrpSpPr/>
          <p:nvPr/>
        </p:nvGrpSpPr>
        <p:grpSpPr>
          <a:xfrm>
            <a:off x="2597736" y="3001862"/>
            <a:ext cx="1411629" cy="154175"/>
            <a:chOff x="3558802" y="4011244"/>
            <a:chExt cx="1866000" cy="111600"/>
          </a:xfrm>
        </p:grpSpPr>
        <p:sp>
          <p:nvSpPr>
            <p:cNvPr id="4271" name="Google Shape;4271;p57"/>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7"/>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3" name="Google Shape;4273;p57"/>
          <p:cNvGrpSpPr/>
          <p:nvPr/>
        </p:nvGrpSpPr>
        <p:grpSpPr>
          <a:xfrm>
            <a:off x="2598024" y="2207432"/>
            <a:ext cx="1383503" cy="119761"/>
            <a:chOff x="3465975" y="2270258"/>
            <a:chExt cx="1986364" cy="171947"/>
          </a:xfrm>
        </p:grpSpPr>
        <p:sp>
          <p:nvSpPr>
            <p:cNvPr id="4274" name="Google Shape;4274;p5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7"/>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7"/>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7"/>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7"/>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7"/>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2" name="Google Shape;4282;p57"/>
          <p:cNvGrpSpPr/>
          <p:nvPr/>
        </p:nvGrpSpPr>
        <p:grpSpPr>
          <a:xfrm>
            <a:off x="2609031" y="3571205"/>
            <a:ext cx="1369531" cy="195460"/>
            <a:chOff x="723300" y="4253549"/>
            <a:chExt cx="2276482" cy="324900"/>
          </a:xfrm>
        </p:grpSpPr>
        <p:sp>
          <p:nvSpPr>
            <p:cNvPr id="4283" name="Google Shape;4283;p5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7"/>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8" name="Google Shape;4288;p57"/>
          <p:cNvGrpSpPr/>
          <p:nvPr/>
        </p:nvGrpSpPr>
        <p:grpSpPr>
          <a:xfrm>
            <a:off x="2598592" y="3272446"/>
            <a:ext cx="1389066" cy="180119"/>
            <a:chOff x="705948" y="3788465"/>
            <a:chExt cx="2308953" cy="299400"/>
          </a:xfrm>
        </p:grpSpPr>
        <p:sp>
          <p:nvSpPr>
            <p:cNvPr id="4289" name="Google Shape;4289;p5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7"/>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7"/>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4" name="Google Shape;4294;p57"/>
          <p:cNvGrpSpPr/>
          <p:nvPr/>
        </p:nvGrpSpPr>
        <p:grpSpPr>
          <a:xfrm>
            <a:off x="4195583" y="1876400"/>
            <a:ext cx="1433821" cy="191501"/>
            <a:chOff x="4273350" y="2088443"/>
            <a:chExt cx="1433821" cy="191501"/>
          </a:xfrm>
        </p:grpSpPr>
        <p:grpSp>
          <p:nvGrpSpPr>
            <p:cNvPr id="4295" name="Google Shape;4295;p57"/>
            <p:cNvGrpSpPr/>
            <p:nvPr/>
          </p:nvGrpSpPr>
          <p:grpSpPr>
            <a:xfrm>
              <a:off x="4273350" y="2088443"/>
              <a:ext cx="1433821" cy="0"/>
              <a:chOff x="5224975" y="2962250"/>
              <a:chExt cx="1544400" cy="0"/>
            </a:xfrm>
          </p:grpSpPr>
          <p:cxnSp>
            <p:nvCxnSpPr>
              <p:cNvPr id="4296" name="Google Shape;4296;p5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297" name="Google Shape;4297;p57"/>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298" name="Google Shape;4298;p57"/>
            <p:cNvGrpSpPr/>
            <p:nvPr/>
          </p:nvGrpSpPr>
          <p:grpSpPr>
            <a:xfrm>
              <a:off x="4273350" y="2279944"/>
              <a:ext cx="1433821" cy="0"/>
              <a:chOff x="5224975" y="2962250"/>
              <a:chExt cx="1544400" cy="0"/>
            </a:xfrm>
          </p:grpSpPr>
          <p:cxnSp>
            <p:nvCxnSpPr>
              <p:cNvPr id="4299" name="Google Shape;4299;p5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300" name="Google Shape;4300;p57"/>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301" name="Google Shape;4301;p57"/>
          <p:cNvGrpSpPr/>
          <p:nvPr/>
        </p:nvGrpSpPr>
        <p:grpSpPr>
          <a:xfrm>
            <a:off x="2646529" y="3885304"/>
            <a:ext cx="1304609" cy="294074"/>
            <a:chOff x="2658741" y="4097347"/>
            <a:chExt cx="1304609" cy="294074"/>
          </a:xfrm>
        </p:grpSpPr>
        <p:grpSp>
          <p:nvGrpSpPr>
            <p:cNvPr id="4302" name="Google Shape;4302;p57"/>
            <p:cNvGrpSpPr/>
            <p:nvPr/>
          </p:nvGrpSpPr>
          <p:grpSpPr>
            <a:xfrm>
              <a:off x="2658741" y="4097347"/>
              <a:ext cx="118572" cy="294074"/>
              <a:chOff x="3343310" y="4475555"/>
              <a:chExt cx="127717" cy="316753"/>
            </a:xfrm>
          </p:grpSpPr>
          <p:sp>
            <p:nvSpPr>
              <p:cNvPr id="4303" name="Google Shape;4303;p5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5" name="Google Shape;4305;p57"/>
            <p:cNvGrpSpPr/>
            <p:nvPr/>
          </p:nvGrpSpPr>
          <p:grpSpPr>
            <a:xfrm>
              <a:off x="3815519" y="4098388"/>
              <a:ext cx="147831" cy="291991"/>
              <a:chOff x="3527539" y="4476677"/>
              <a:chExt cx="159232" cy="314510"/>
            </a:xfrm>
          </p:grpSpPr>
          <p:sp>
            <p:nvSpPr>
              <p:cNvPr id="4306" name="Google Shape;4306;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8" name="Google Shape;4308;p57"/>
            <p:cNvGrpSpPr/>
            <p:nvPr/>
          </p:nvGrpSpPr>
          <p:grpSpPr>
            <a:xfrm>
              <a:off x="3511696" y="4098388"/>
              <a:ext cx="147831" cy="291991"/>
              <a:chOff x="3527539" y="4476677"/>
              <a:chExt cx="159232" cy="314510"/>
            </a:xfrm>
          </p:grpSpPr>
          <p:sp>
            <p:nvSpPr>
              <p:cNvPr id="4309" name="Google Shape;4309;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57"/>
            <p:cNvGrpSpPr/>
            <p:nvPr/>
          </p:nvGrpSpPr>
          <p:grpSpPr>
            <a:xfrm>
              <a:off x="3207874" y="4098388"/>
              <a:ext cx="147831" cy="291991"/>
              <a:chOff x="3527539" y="4476677"/>
              <a:chExt cx="159232" cy="314510"/>
            </a:xfrm>
          </p:grpSpPr>
          <p:sp>
            <p:nvSpPr>
              <p:cNvPr id="4312" name="Google Shape;4312;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57"/>
            <p:cNvGrpSpPr/>
            <p:nvPr/>
          </p:nvGrpSpPr>
          <p:grpSpPr>
            <a:xfrm>
              <a:off x="2933305" y="4097347"/>
              <a:ext cx="118572" cy="294074"/>
              <a:chOff x="3343310" y="4475555"/>
              <a:chExt cx="127717" cy="316753"/>
            </a:xfrm>
          </p:grpSpPr>
          <p:sp>
            <p:nvSpPr>
              <p:cNvPr id="4315" name="Google Shape;4315;p5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17" name="Google Shape;4317;p57"/>
          <p:cNvGrpSpPr/>
          <p:nvPr/>
        </p:nvGrpSpPr>
        <p:grpSpPr>
          <a:xfrm>
            <a:off x="4197138" y="963998"/>
            <a:ext cx="1430711" cy="751237"/>
            <a:chOff x="5159450" y="1919950"/>
            <a:chExt cx="1541050" cy="862500"/>
          </a:xfrm>
        </p:grpSpPr>
        <p:sp>
          <p:nvSpPr>
            <p:cNvPr id="4318" name="Google Shape;4318;p5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319" name="Google Shape;4319;p57"/>
            <p:cNvGrpSpPr/>
            <p:nvPr/>
          </p:nvGrpSpPr>
          <p:grpSpPr>
            <a:xfrm>
              <a:off x="5159450" y="1919950"/>
              <a:ext cx="1541050" cy="862500"/>
              <a:chOff x="5159450" y="1919950"/>
              <a:chExt cx="1541050" cy="862500"/>
            </a:xfrm>
          </p:grpSpPr>
          <p:cxnSp>
            <p:nvCxnSpPr>
              <p:cNvPr id="4320" name="Google Shape;4320;p5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321" name="Google Shape;4321;p5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322" name="Google Shape;4322;p57"/>
          <p:cNvGrpSpPr/>
          <p:nvPr/>
        </p:nvGrpSpPr>
        <p:grpSpPr>
          <a:xfrm>
            <a:off x="4245275" y="2227768"/>
            <a:ext cx="1334436" cy="967914"/>
            <a:chOff x="4294923" y="2439811"/>
            <a:chExt cx="1334436" cy="967914"/>
          </a:xfrm>
        </p:grpSpPr>
        <p:grpSp>
          <p:nvGrpSpPr>
            <p:cNvPr id="4323" name="Google Shape;4323;p57"/>
            <p:cNvGrpSpPr/>
            <p:nvPr/>
          </p:nvGrpSpPr>
          <p:grpSpPr>
            <a:xfrm>
              <a:off x="4960455" y="2469658"/>
              <a:ext cx="668904" cy="885524"/>
              <a:chOff x="4960455" y="2469658"/>
              <a:chExt cx="668904" cy="885524"/>
            </a:xfrm>
          </p:grpSpPr>
          <p:sp>
            <p:nvSpPr>
              <p:cNvPr id="4324" name="Google Shape;4324;p57"/>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7"/>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7"/>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7"/>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7"/>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7"/>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0" name="Google Shape;4330;p57"/>
            <p:cNvGrpSpPr/>
            <p:nvPr/>
          </p:nvGrpSpPr>
          <p:grpSpPr>
            <a:xfrm>
              <a:off x="4294923" y="2469658"/>
              <a:ext cx="668951" cy="885524"/>
              <a:chOff x="4294923" y="2469658"/>
              <a:chExt cx="668951" cy="885524"/>
            </a:xfrm>
          </p:grpSpPr>
          <p:sp>
            <p:nvSpPr>
              <p:cNvPr id="4331" name="Google Shape;4331;p57"/>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7"/>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7"/>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7"/>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7"/>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7"/>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7" name="Google Shape;4337;p57"/>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8" name="Google Shape;4338;p57"/>
          <p:cNvGrpSpPr/>
          <p:nvPr/>
        </p:nvGrpSpPr>
        <p:grpSpPr>
          <a:xfrm>
            <a:off x="4231478" y="3282213"/>
            <a:ext cx="1430949" cy="897289"/>
            <a:chOff x="4351371" y="3547942"/>
            <a:chExt cx="1345130" cy="843475"/>
          </a:xfrm>
        </p:grpSpPr>
        <p:grpSp>
          <p:nvGrpSpPr>
            <p:cNvPr id="4339" name="Google Shape;4339;p57"/>
            <p:cNvGrpSpPr/>
            <p:nvPr/>
          </p:nvGrpSpPr>
          <p:grpSpPr>
            <a:xfrm>
              <a:off x="4351371" y="4209917"/>
              <a:ext cx="1345130" cy="181500"/>
              <a:chOff x="4351371" y="4209917"/>
              <a:chExt cx="1345130" cy="181500"/>
            </a:xfrm>
          </p:grpSpPr>
          <p:sp>
            <p:nvSpPr>
              <p:cNvPr id="4340" name="Google Shape;4340;p57"/>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41" name="Google Shape;4341;p57"/>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342" name="Google Shape;4342;p57"/>
            <p:cNvGrpSpPr/>
            <p:nvPr/>
          </p:nvGrpSpPr>
          <p:grpSpPr>
            <a:xfrm>
              <a:off x="4403010" y="3985221"/>
              <a:ext cx="1109518" cy="181500"/>
              <a:chOff x="4403010" y="3985221"/>
              <a:chExt cx="1109518" cy="181500"/>
            </a:xfrm>
          </p:grpSpPr>
          <p:sp>
            <p:nvSpPr>
              <p:cNvPr id="4343" name="Google Shape;4343;p57"/>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44" name="Google Shape;4344;p57"/>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345" name="Google Shape;4345;p57"/>
            <p:cNvGrpSpPr/>
            <p:nvPr/>
          </p:nvGrpSpPr>
          <p:grpSpPr>
            <a:xfrm>
              <a:off x="4618704" y="3766582"/>
              <a:ext cx="807858" cy="181500"/>
              <a:chOff x="4618704" y="3766582"/>
              <a:chExt cx="807858" cy="181500"/>
            </a:xfrm>
          </p:grpSpPr>
          <p:sp>
            <p:nvSpPr>
              <p:cNvPr id="4346" name="Google Shape;4346;p57"/>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47" name="Google Shape;4347;p57"/>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348" name="Google Shape;4348;p57"/>
            <p:cNvGrpSpPr/>
            <p:nvPr/>
          </p:nvGrpSpPr>
          <p:grpSpPr>
            <a:xfrm>
              <a:off x="4735238" y="3547942"/>
              <a:ext cx="462839" cy="181500"/>
              <a:chOff x="4735238" y="3547942"/>
              <a:chExt cx="462839" cy="181500"/>
            </a:xfrm>
          </p:grpSpPr>
          <p:sp>
            <p:nvSpPr>
              <p:cNvPr id="4349" name="Google Shape;4349;p57"/>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50" name="Google Shape;4350;p57"/>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351" name="Google Shape;4351;p57"/>
          <p:cNvGrpSpPr/>
          <p:nvPr/>
        </p:nvGrpSpPr>
        <p:grpSpPr>
          <a:xfrm>
            <a:off x="7407836" y="2217537"/>
            <a:ext cx="1020955" cy="928853"/>
            <a:chOff x="926675" y="238125"/>
            <a:chExt cx="5755100" cy="5232975"/>
          </a:xfrm>
        </p:grpSpPr>
        <p:sp>
          <p:nvSpPr>
            <p:cNvPr id="4352" name="Google Shape;4352;p57"/>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7"/>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7"/>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7"/>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6" name="Google Shape;4356;p57"/>
          <p:cNvGrpSpPr/>
          <p:nvPr/>
        </p:nvGrpSpPr>
        <p:grpSpPr>
          <a:xfrm>
            <a:off x="715210" y="2616272"/>
            <a:ext cx="1695374" cy="1560837"/>
            <a:chOff x="727421" y="2828315"/>
            <a:chExt cx="1695374" cy="1560837"/>
          </a:xfrm>
        </p:grpSpPr>
        <p:grpSp>
          <p:nvGrpSpPr>
            <p:cNvPr id="4357" name="Google Shape;4357;p57"/>
            <p:cNvGrpSpPr/>
            <p:nvPr/>
          </p:nvGrpSpPr>
          <p:grpSpPr>
            <a:xfrm>
              <a:off x="727421" y="2828315"/>
              <a:ext cx="1695374" cy="1560837"/>
              <a:chOff x="734799" y="2782450"/>
              <a:chExt cx="1571100" cy="1577400"/>
            </a:xfrm>
          </p:grpSpPr>
          <p:cxnSp>
            <p:nvCxnSpPr>
              <p:cNvPr id="4358" name="Google Shape;4358;p5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359" name="Google Shape;4359;p5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360" name="Google Shape;4360;p57"/>
            <p:cNvGrpSpPr/>
            <p:nvPr/>
          </p:nvGrpSpPr>
          <p:grpSpPr>
            <a:xfrm>
              <a:off x="819108" y="2882501"/>
              <a:ext cx="1556791" cy="1426186"/>
              <a:chOff x="819108" y="2882501"/>
              <a:chExt cx="1556791" cy="1426186"/>
            </a:xfrm>
          </p:grpSpPr>
          <p:grpSp>
            <p:nvGrpSpPr>
              <p:cNvPr id="4361" name="Google Shape;4361;p57"/>
              <p:cNvGrpSpPr/>
              <p:nvPr/>
            </p:nvGrpSpPr>
            <p:grpSpPr>
              <a:xfrm>
                <a:off x="819108" y="2882501"/>
                <a:ext cx="103104" cy="1426186"/>
                <a:chOff x="4674013" y="3100904"/>
                <a:chExt cx="122758" cy="1698043"/>
              </a:xfrm>
            </p:grpSpPr>
            <p:sp>
              <p:nvSpPr>
                <p:cNvPr id="4362" name="Google Shape;4362;p5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9" name="Google Shape;4369;p57"/>
              <p:cNvGrpSpPr/>
              <p:nvPr/>
            </p:nvGrpSpPr>
            <p:grpSpPr>
              <a:xfrm>
                <a:off x="1062475" y="2882501"/>
                <a:ext cx="103104" cy="1426186"/>
                <a:chOff x="4940438" y="3100904"/>
                <a:chExt cx="122758" cy="1698043"/>
              </a:xfrm>
            </p:grpSpPr>
            <p:sp>
              <p:nvSpPr>
                <p:cNvPr id="4370" name="Google Shape;4370;p5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7" name="Google Shape;4377;p57"/>
              <p:cNvGrpSpPr/>
              <p:nvPr/>
            </p:nvGrpSpPr>
            <p:grpSpPr>
              <a:xfrm>
                <a:off x="1299324" y="2882501"/>
                <a:ext cx="103104" cy="1426186"/>
                <a:chOff x="5206863" y="3100904"/>
                <a:chExt cx="122758" cy="1698043"/>
              </a:xfrm>
            </p:grpSpPr>
            <p:sp>
              <p:nvSpPr>
                <p:cNvPr id="4378" name="Google Shape;4378;p5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5" name="Google Shape;4385;p57"/>
              <p:cNvGrpSpPr/>
              <p:nvPr/>
            </p:nvGrpSpPr>
            <p:grpSpPr>
              <a:xfrm>
                <a:off x="1786057" y="2882501"/>
                <a:ext cx="103104" cy="1426186"/>
                <a:chOff x="6006138" y="3143629"/>
                <a:chExt cx="122758" cy="1698043"/>
              </a:xfrm>
            </p:grpSpPr>
            <p:sp>
              <p:nvSpPr>
                <p:cNvPr id="4386" name="Google Shape;4386;p5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3" name="Google Shape;4393;p57"/>
              <p:cNvGrpSpPr/>
              <p:nvPr/>
            </p:nvGrpSpPr>
            <p:grpSpPr>
              <a:xfrm>
                <a:off x="2029422" y="2882501"/>
                <a:ext cx="103104" cy="1426186"/>
                <a:chOff x="6805413" y="3100904"/>
                <a:chExt cx="122758" cy="1698043"/>
              </a:xfrm>
            </p:grpSpPr>
            <p:sp>
              <p:nvSpPr>
                <p:cNvPr id="4394" name="Google Shape;4394;p5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1" name="Google Shape;4401;p57"/>
              <p:cNvGrpSpPr/>
              <p:nvPr/>
            </p:nvGrpSpPr>
            <p:grpSpPr>
              <a:xfrm>
                <a:off x="2272795" y="2882501"/>
                <a:ext cx="103104" cy="1426186"/>
                <a:chOff x="5206863" y="3100904"/>
                <a:chExt cx="122758" cy="1698043"/>
              </a:xfrm>
            </p:grpSpPr>
            <p:sp>
              <p:nvSpPr>
                <p:cNvPr id="4402" name="Google Shape;4402;p5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9" name="Google Shape;4409;p57"/>
              <p:cNvGrpSpPr/>
              <p:nvPr/>
            </p:nvGrpSpPr>
            <p:grpSpPr>
              <a:xfrm>
                <a:off x="1542694" y="2882501"/>
                <a:ext cx="103104" cy="1426186"/>
                <a:chOff x="6006138" y="3143629"/>
                <a:chExt cx="122758" cy="1698043"/>
              </a:xfrm>
            </p:grpSpPr>
            <p:sp>
              <p:nvSpPr>
                <p:cNvPr id="4410" name="Google Shape;4410;p5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17" name="Google Shape;4417;p57"/>
          <p:cNvGrpSpPr/>
          <p:nvPr/>
        </p:nvGrpSpPr>
        <p:grpSpPr>
          <a:xfrm>
            <a:off x="5671260" y="3305994"/>
            <a:ext cx="2749952" cy="870677"/>
            <a:chOff x="238125" y="1725700"/>
            <a:chExt cx="7139025" cy="2260325"/>
          </a:xfrm>
        </p:grpSpPr>
        <p:sp>
          <p:nvSpPr>
            <p:cNvPr id="4418" name="Google Shape;4418;p57"/>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7"/>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7"/>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7"/>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7"/>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7"/>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7"/>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7"/>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7"/>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7"/>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8" name="Google Shape;4428;p57"/>
          <p:cNvGrpSpPr/>
          <p:nvPr/>
        </p:nvGrpSpPr>
        <p:grpSpPr>
          <a:xfrm>
            <a:off x="5941424" y="2247740"/>
            <a:ext cx="1105452" cy="916747"/>
            <a:chOff x="5249100" y="1210600"/>
            <a:chExt cx="3502700" cy="2904775"/>
          </a:xfrm>
        </p:grpSpPr>
        <p:sp>
          <p:nvSpPr>
            <p:cNvPr id="4429" name="Google Shape;4429;p5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33" name="Google Shape;4433;p57"/>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4434" name="Google Shape;4434;p57"/>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4435" name="Google Shape;4435;p57"/>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4436" name="Google Shape;4436;p57"/>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4437" name="Google Shape;4437;p57"/>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8" name="Google Shape;4438;p57"/>
          <p:cNvGrpSpPr/>
          <p:nvPr/>
        </p:nvGrpSpPr>
        <p:grpSpPr>
          <a:xfrm>
            <a:off x="7123972" y="967158"/>
            <a:ext cx="1304650" cy="1124856"/>
            <a:chOff x="7287122" y="1165658"/>
            <a:chExt cx="1219413" cy="1051365"/>
          </a:xfrm>
        </p:grpSpPr>
        <p:grpSp>
          <p:nvGrpSpPr>
            <p:cNvPr id="4439" name="Google Shape;4439;p57"/>
            <p:cNvGrpSpPr/>
            <p:nvPr/>
          </p:nvGrpSpPr>
          <p:grpSpPr>
            <a:xfrm>
              <a:off x="7287122" y="1969723"/>
              <a:ext cx="1219413" cy="247300"/>
              <a:chOff x="7287122" y="1969723"/>
              <a:chExt cx="1219413" cy="247300"/>
            </a:xfrm>
          </p:grpSpPr>
          <p:sp>
            <p:nvSpPr>
              <p:cNvPr id="4440" name="Google Shape;4440;p5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1" name="Google Shape;4441;p57"/>
              <p:cNvGrpSpPr/>
              <p:nvPr/>
            </p:nvGrpSpPr>
            <p:grpSpPr>
              <a:xfrm>
                <a:off x="7287122" y="2063892"/>
                <a:ext cx="1151753" cy="73428"/>
                <a:chOff x="7287122" y="2063892"/>
                <a:chExt cx="1151753" cy="73428"/>
              </a:xfrm>
            </p:grpSpPr>
            <p:sp>
              <p:nvSpPr>
                <p:cNvPr id="4442" name="Google Shape;4442;p5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43" name="Google Shape;4443;p5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444" name="Google Shape;4444;p57"/>
            <p:cNvGrpSpPr/>
            <p:nvPr/>
          </p:nvGrpSpPr>
          <p:grpSpPr>
            <a:xfrm>
              <a:off x="7287122" y="1712201"/>
              <a:ext cx="1219403" cy="246767"/>
              <a:chOff x="7287122" y="1712201"/>
              <a:chExt cx="1219403" cy="246767"/>
            </a:xfrm>
          </p:grpSpPr>
          <p:sp>
            <p:nvSpPr>
              <p:cNvPr id="4445" name="Google Shape;4445;p5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6" name="Google Shape;4446;p57"/>
              <p:cNvGrpSpPr/>
              <p:nvPr/>
            </p:nvGrpSpPr>
            <p:grpSpPr>
              <a:xfrm>
                <a:off x="7287122" y="1842861"/>
                <a:ext cx="1005303" cy="73419"/>
                <a:chOff x="7287122" y="1842861"/>
                <a:chExt cx="1005303" cy="73419"/>
              </a:xfrm>
            </p:grpSpPr>
            <p:sp>
              <p:nvSpPr>
                <p:cNvPr id="4447" name="Google Shape;4447;p5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48" name="Google Shape;4448;p5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4449" name="Google Shape;4449;p57"/>
            <p:cNvGrpSpPr/>
            <p:nvPr/>
          </p:nvGrpSpPr>
          <p:grpSpPr>
            <a:xfrm>
              <a:off x="7287122" y="1447520"/>
              <a:ext cx="1219403" cy="286667"/>
              <a:chOff x="7287122" y="1447520"/>
              <a:chExt cx="1219403" cy="286667"/>
            </a:xfrm>
          </p:grpSpPr>
          <p:sp>
            <p:nvSpPr>
              <p:cNvPr id="4450" name="Google Shape;4450;p5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1" name="Google Shape;4451;p57"/>
              <p:cNvGrpSpPr/>
              <p:nvPr/>
            </p:nvGrpSpPr>
            <p:grpSpPr>
              <a:xfrm>
                <a:off x="7287122" y="1581977"/>
                <a:ext cx="852803" cy="73428"/>
                <a:chOff x="7287122" y="1581977"/>
                <a:chExt cx="852803" cy="73428"/>
              </a:xfrm>
            </p:grpSpPr>
            <p:sp>
              <p:nvSpPr>
                <p:cNvPr id="4452" name="Google Shape;4452;p5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53" name="Google Shape;4453;p5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4454" name="Google Shape;4454;p57"/>
            <p:cNvGrpSpPr/>
            <p:nvPr/>
          </p:nvGrpSpPr>
          <p:grpSpPr>
            <a:xfrm>
              <a:off x="7287122" y="1165658"/>
              <a:ext cx="1219403" cy="344253"/>
              <a:chOff x="7287122" y="1165658"/>
              <a:chExt cx="1219403" cy="344253"/>
            </a:xfrm>
          </p:grpSpPr>
          <p:sp>
            <p:nvSpPr>
              <p:cNvPr id="4455" name="Google Shape;4455;p5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6" name="Google Shape;4456;p57"/>
              <p:cNvGrpSpPr/>
              <p:nvPr/>
            </p:nvGrpSpPr>
            <p:grpSpPr>
              <a:xfrm>
                <a:off x="7287122" y="1341025"/>
                <a:ext cx="695703" cy="73419"/>
                <a:chOff x="7287122" y="1341025"/>
                <a:chExt cx="695703" cy="73419"/>
              </a:xfrm>
            </p:grpSpPr>
            <p:sp>
              <p:nvSpPr>
                <p:cNvPr id="4457" name="Google Shape;4457;p5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58" name="Google Shape;4458;p5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4459" name="Google Shape;4459;p57"/>
          <p:cNvGrpSpPr/>
          <p:nvPr/>
        </p:nvGrpSpPr>
        <p:grpSpPr>
          <a:xfrm>
            <a:off x="5790464" y="973181"/>
            <a:ext cx="1397729" cy="1098540"/>
            <a:chOff x="5900602" y="1193063"/>
            <a:chExt cx="1299851" cy="1021707"/>
          </a:xfrm>
        </p:grpSpPr>
        <p:grpSp>
          <p:nvGrpSpPr>
            <p:cNvPr id="4460" name="Google Shape;4460;p57"/>
            <p:cNvGrpSpPr/>
            <p:nvPr/>
          </p:nvGrpSpPr>
          <p:grpSpPr>
            <a:xfrm>
              <a:off x="6520337" y="1193063"/>
              <a:ext cx="341815" cy="799959"/>
              <a:chOff x="6520337" y="1193063"/>
              <a:chExt cx="341815" cy="799959"/>
            </a:xfrm>
          </p:grpSpPr>
          <p:grpSp>
            <p:nvGrpSpPr>
              <p:cNvPr id="4461" name="Google Shape;4461;p57"/>
              <p:cNvGrpSpPr/>
              <p:nvPr/>
            </p:nvGrpSpPr>
            <p:grpSpPr>
              <a:xfrm>
                <a:off x="6520337" y="1589527"/>
                <a:ext cx="213950" cy="403494"/>
                <a:chOff x="6520337" y="1589527"/>
                <a:chExt cx="213950" cy="403494"/>
              </a:xfrm>
            </p:grpSpPr>
            <p:sp>
              <p:nvSpPr>
                <p:cNvPr id="4462" name="Google Shape;4462;p5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7"/>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57"/>
              <p:cNvGrpSpPr/>
              <p:nvPr/>
            </p:nvGrpSpPr>
            <p:grpSpPr>
              <a:xfrm>
                <a:off x="6577204" y="1193063"/>
                <a:ext cx="284947" cy="464512"/>
                <a:chOff x="6577204" y="1193063"/>
                <a:chExt cx="284947" cy="464512"/>
              </a:xfrm>
            </p:grpSpPr>
            <p:sp>
              <p:nvSpPr>
                <p:cNvPr id="4465" name="Google Shape;4465;p5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66" name="Google Shape;4466;p57"/>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4467" name="Google Shape;4467;p57"/>
            <p:cNvGrpSpPr/>
            <p:nvPr/>
          </p:nvGrpSpPr>
          <p:grpSpPr>
            <a:xfrm>
              <a:off x="6238903" y="1193063"/>
              <a:ext cx="300475" cy="900152"/>
              <a:chOff x="6238903" y="1193063"/>
              <a:chExt cx="300475" cy="900152"/>
            </a:xfrm>
          </p:grpSpPr>
          <p:grpSp>
            <p:nvGrpSpPr>
              <p:cNvPr id="4468" name="Google Shape;4468;p57"/>
              <p:cNvGrpSpPr/>
              <p:nvPr/>
            </p:nvGrpSpPr>
            <p:grpSpPr>
              <a:xfrm>
                <a:off x="6290865" y="1489315"/>
                <a:ext cx="248514" cy="603900"/>
                <a:chOff x="6290865" y="1489315"/>
                <a:chExt cx="248514" cy="603900"/>
              </a:xfrm>
            </p:grpSpPr>
            <p:sp>
              <p:nvSpPr>
                <p:cNvPr id="4469" name="Google Shape;4469;p5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7"/>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1" name="Google Shape;4471;p57"/>
              <p:cNvGrpSpPr/>
              <p:nvPr/>
            </p:nvGrpSpPr>
            <p:grpSpPr>
              <a:xfrm>
                <a:off x="6238903" y="1193063"/>
                <a:ext cx="284947" cy="333087"/>
                <a:chOff x="6238903" y="1193063"/>
                <a:chExt cx="284947" cy="333087"/>
              </a:xfrm>
            </p:grpSpPr>
            <p:sp>
              <p:nvSpPr>
                <p:cNvPr id="4472" name="Google Shape;4472;p5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73" name="Google Shape;4473;p57"/>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4474" name="Google Shape;4474;p57"/>
            <p:cNvGrpSpPr/>
            <p:nvPr/>
          </p:nvGrpSpPr>
          <p:grpSpPr>
            <a:xfrm>
              <a:off x="5900602" y="1193063"/>
              <a:ext cx="444345" cy="1021707"/>
              <a:chOff x="5900602" y="1193063"/>
              <a:chExt cx="444345" cy="1021707"/>
            </a:xfrm>
          </p:grpSpPr>
          <p:grpSp>
            <p:nvGrpSpPr>
              <p:cNvPr id="4475" name="Google Shape;4475;p57"/>
              <p:cNvGrpSpPr/>
              <p:nvPr/>
            </p:nvGrpSpPr>
            <p:grpSpPr>
              <a:xfrm>
                <a:off x="6046501" y="1367785"/>
                <a:ext cx="298446" cy="846986"/>
                <a:chOff x="6046501" y="1367785"/>
                <a:chExt cx="298446" cy="846986"/>
              </a:xfrm>
            </p:grpSpPr>
            <p:sp>
              <p:nvSpPr>
                <p:cNvPr id="4476" name="Google Shape;4476;p5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7"/>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8" name="Google Shape;4478;p57"/>
              <p:cNvGrpSpPr/>
              <p:nvPr/>
            </p:nvGrpSpPr>
            <p:grpSpPr>
              <a:xfrm>
                <a:off x="5900602" y="1193063"/>
                <a:ext cx="284947" cy="182312"/>
                <a:chOff x="5900602" y="1193063"/>
                <a:chExt cx="284947" cy="182312"/>
              </a:xfrm>
            </p:grpSpPr>
            <p:sp>
              <p:nvSpPr>
                <p:cNvPr id="4479" name="Google Shape;4479;p5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80" name="Google Shape;4480;p5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4481" name="Google Shape;4481;p57"/>
            <p:cNvGrpSpPr/>
            <p:nvPr/>
          </p:nvGrpSpPr>
          <p:grpSpPr>
            <a:xfrm>
              <a:off x="6738300" y="1193063"/>
              <a:ext cx="462153" cy="707634"/>
              <a:chOff x="6738300" y="1193063"/>
              <a:chExt cx="462153" cy="707634"/>
            </a:xfrm>
          </p:grpSpPr>
          <p:grpSp>
            <p:nvGrpSpPr>
              <p:cNvPr id="4482" name="Google Shape;4482;p57"/>
              <p:cNvGrpSpPr/>
              <p:nvPr/>
            </p:nvGrpSpPr>
            <p:grpSpPr>
              <a:xfrm>
                <a:off x="6915505" y="1193063"/>
                <a:ext cx="284947" cy="597387"/>
                <a:chOff x="6915505" y="1193063"/>
                <a:chExt cx="284947" cy="597387"/>
              </a:xfrm>
            </p:grpSpPr>
            <p:sp>
              <p:nvSpPr>
                <p:cNvPr id="4483" name="Google Shape;4483;p5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84" name="Google Shape;4484;p57"/>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4485" name="Google Shape;4485;p57"/>
              <p:cNvGrpSpPr/>
              <p:nvPr/>
            </p:nvGrpSpPr>
            <p:grpSpPr>
              <a:xfrm>
                <a:off x="6738300" y="1684725"/>
                <a:ext cx="230066" cy="215971"/>
                <a:chOff x="6738300" y="1684725"/>
                <a:chExt cx="230066" cy="215971"/>
              </a:xfrm>
            </p:grpSpPr>
            <p:sp>
              <p:nvSpPr>
                <p:cNvPr id="4486" name="Google Shape;4486;p57"/>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7"/>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491" name="Shape 4491"/>
        <p:cNvGrpSpPr/>
        <p:nvPr/>
      </p:nvGrpSpPr>
      <p:grpSpPr>
        <a:xfrm>
          <a:off x="0" y="0"/>
          <a:ext cx="0" cy="0"/>
          <a:chOff x="0" y="0"/>
          <a:chExt cx="0" cy="0"/>
        </a:xfrm>
      </p:grpSpPr>
      <p:grpSp>
        <p:nvGrpSpPr>
          <p:cNvPr id="4492" name="Google Shape;4492;p58"/>
          <p:cNvGrpSpPr/>
          <p:nvPr/>
        </p:nvGrpSpPr>
        <p:grpSpPr>
          <a:xfrm>
            <a:off x="826133" y="2318098"/>
            <a:ext cx="387992" cy="329326"/>
            <a:chOff x="839307" y="2318098"/>
            <a:chExt cx="387992" cy="329326"/>
          </a:xfrm>
        </p:grpSpPr>
        <p:sp>
          <p:nvSpPr>
            <p:cNvPr id="4493" name="Google Shape;4493;p58"/>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8"/>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8"/>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8"/>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8"/>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8"/>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8"/>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8"/>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8"/>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8"/>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3" name="Google Shape;4503;p58"/>
          <p:cNvGrpSpPr/>
          <p:nvPr/>
        </p:nvGrpSpPr>
        <p:grpSpPr>
          <a:xfrm>
            <a:off x="1401816" y="2289671"/>
            <a:ext cx="387073" cy="385996"/>
            <a:chOff x="1414990" y="2289671"/>
            <a:chExt cx="387073" cy="385996"/>
          </a:xfrm>
        </p:grpSpPr>
        <p:sp>
          <p:nvSpPr>
            <p:cNvPr id="4504" name="Google Shape;4504;p58"/>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8"/>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8"/>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8"/>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8"/>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8"/>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8"/>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8"/>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8"/>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8"/>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8"/>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8"/>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8"/>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8"/>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8"/>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8"/>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8"/>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8"/>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2" name="Google Shape;4522;p58"/>
          <p:cNvGrpSpPr/>
          <p:nvPr/>
        </p:nvGrpSpPr>
        <p:grpSpPr>
          <a:xfrm>
            <a:off x="1976737" y="2306065"/>
            <a:ext cx="387099" cy="353207"/>
            <a:chOff x="1989911" y="2306065"/>
            <a:chExt cx="387099" cy="353207"/>
          </a:xfrm>
        </p:grpSpPr>
        <p:sp>
          <p:nvSpPr>
            <p:cNvPr id="4523" name="Google Shape;4523;p58"/>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8"/>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8"/>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8"/>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8"/>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8"/>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8"/>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0" name="Google Shape;4530;p58"/>
          <p:cNvGrpSpPr/>
          <p:nvPr/>
        </p:nvGrpSpPr>
        <p:grpSpPr>
          <a:xfrm>
            <a:off x="2579927" y="2288778"/>
            <a:ext cx="204663" cy="363007"/>
            <a:chOff x="2593102" y="2288778"/>
            <a:chExt cx="204663" cy="363007"/>
          </a:xfrm>
        </p:grpSpPr>
        <p:sp>
          <p:nvSpPr>
            <p:cNvPr id="4531" name="Google Shape;4531;p58"/>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8"/>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8"/>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8"/>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8"/>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8"/>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8"/>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8"/>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8"/>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0" name="Google Shape;4540;p58"/>
          <p:cNvGrpSpPr/>
          <p:nvPr/>
        </p:nvGrpSpPr>
        <p:grpSpPr>
          <a:xfrm>
            <a:off x="2957699" y="2329763"/>
            <a:ext cx="403651" cy="305996"/>
            <a:chOff x="2970874" y="2329763"/>
            <a:chExt cx="403651" cy="305996"/>
          </a:xfrm>
        </p:grpSpPr>
        <p:sp>
          <p:nvSpPr>
            <p:cNvPr id="4541" name="Google Shape;4541;p58"/>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8"/>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8"/>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8"/>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8"/>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8"/>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8"/>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8"/>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8"/>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0" name="Google Shape;4550;p58"/>
          <p:cNvGrpSpPr/>
          <p:nvPr/>
        </p:nvGrpSpPr>
        <p:grpSpPr>
          <a:xfrm>
            <a:off x="3532620" y="2318755"/>
            <a:ext cx="387835" cy="327933"/>
            <a:chOff x="3545795" y="2318755"/>
            <a:chExt cx="387835" cy="327933"/>
          </a:xfrm>
        </p:grpSpPr>
        <p:sp>
          <p:nvSpPr>
            <p:cNvPr id="4551" name="Google Shape;4551;p58"/>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8"/>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8"/>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4" name="Google Shape;4554;p58"/>
            <p:cNvGrpSpPr/>
            <p:nvPr/>
          </p:nvGrpSpPr>
          <p:grpSpPr>
            <a:xfrm>
              <a:off x="3545795" y="2322301"/>
              <a:ext cx="387835" cy="324387"/>
              <a:chOff x="3545795" y="2322301"/>
              <a:chExt cx="387835" cy="324387"/>
            </a:xfrm>
          </p:grpSpPr>
          <p:sp>
            <p:nvSpPr>
              <p:cNvPr id="4555" name="Google Shape;4555;p58"/>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8"/>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8"/>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8"/>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8"/>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8"/>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8"/>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62" name="Google Shape;4562;p58"/>
          <p:cNvGrpSpPr/>
          <p:nvPr/>
        </p:nvGrpSpPr>
        <p:grpSpPr>
          <a:xfrm>
            <a:off x="4705294" y="2306984"/>
            <a:ext cx="364294" cy="351552"/>
            <a:chOff x="4718468" y="2306984"/>
            <a:chExt cx="364294" cy="351552"/>
          </a:xfrm>
        </p:grpSpPr>
        <p:sp>
          <p:nvSpPr>
            <p:cNvPr id="4563" name="Google Shape;4563;p58"/>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8"/>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8"/>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8"/>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8"/>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8"/>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8"/>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8"/>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8"/>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8"/>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3" name="Google Shape;4573;p58"/>
          <p:cNvGrpSpPr/>
          <p:nvPr/>
        </p:nvGrpSpPr>
        <p:grpSpPr>
          <a:xfrm>
            <a:off x="4134734" y="2303017"/>
            <a:ext cx="361194" cy="359355"/>
            <a:chOff x="4147908" y="2303017"/>
            <a:chExt cx="361194" cy="359355"/>
          </a:xfrm>
        </p:grpSpPr>
        <p:sp>
          <p:nvSpPr>
            <p:cNvPr id="4574" name="Google Shape;4574;p58"/>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8"/>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8"/>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8"/>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8"/>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8"/>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8"/>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8"/>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8"/>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8"/>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8"/>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8"/>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8"/>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8"/>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8" name="Google Shape;4588;p58"/>
          <p:cNvGrpSpPr/>
          <p:nvPr/>
        </p:nvGrpSpPr>
        <p:grpSpPr>
          <a:xfrm>
            <a:off x="5278954" y="2299891"/>
            <a:ext cx="367027" cy="365214"/>
            <a:chOff x="5292128" y="2299891"/>
            <a:chExt cx="367027" cy="365214"/>
          </a:xfrm>
        </p:grpSpPr>
        <p:sp>
          <p:nvSpPr>
            <p:cNvPr id="4589" name="Google Shape;4589;p58"/>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8"/>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8"/>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8"/>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8"/>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8"/>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5" name="Google Shape;4595;p58"/>
          <p:cNvGrpSpPr/>
          <p:nvPr/>
        </p:nvGrpSpPr>
        <p:grpSpPr>
          <a:xfrm>
            <a:off x="5860443" y="2309901"/>
            <a:ext cx="345720" cy="345720"/>
            <a:chOff x="5873617" y="2309901"/>
            <a:chExt cx="345720" cy="345720"/>
          </a:xfrm>
        </p:grpSpPr>
        <p:sp>
          <p:nvSpPr>
            <p:cNvPr id="4596" name="Google Shape;4596;p58"/>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8"/>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8"/>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8"/>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8"/>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8"/>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8"/>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8"/>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8"/>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8"/>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8"/>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8"/>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8"/>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8"/>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8"/>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8"/>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8"/>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8"/>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8"/>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5" name="Google Shape;4615;p58"/>
          <p:cNvGrpSpPr/>
          <p:nvPr/>
        </p:nvGrpSpPr>
        <p:grpSpPr>
          <a:xfrm>
            <a:off x="6850154" y="2297710"/>
            <a:ext cx="391460" cy="370127"/>
            <a:chOff x="6863329" y="2297710"/>
            <a:chExt cx="391460" cy="370127"/>
          </a:xfrm>
        </p:grpSpPr>
        <p:sp>
          <p:nvSpPr>
            <p:cNvPr id="4616" name="Google Shape;4616;p58"/>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8"/>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8"/>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8"/>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8"/>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8"/>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8"/>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8"/>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8"/>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5" name="Google Shape;4625;p58"/>
          <p:cNvGrpSpPr/>
          <p:nvPr/>
        </p:nvGrpSpPr>
        <p:grpSpPr>
          <a:xfrm>
            <a:off x="7408313" y="2318518"/>
            <a:ext cx="342620" cy="328459"/>
            <a:chOff x="7421488" y="2318518"/>
            <a:chExt cx="342620" cy="328459"/>
          </a:xfrm>
        </p:grpSpPr>
        <p:sp>
          <p:nvSpPr>
            <p:cNvPr id="4626" name="Google Shape;4626;p58"/>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8"/>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8"/>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8"/>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8"/>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8"/>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8"/>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58"/>
          <p:cNvGrpSpPr/>
          <p:nvPr/>
        </p:nvGrpSpPr>
        <p:grpSpPr>
          <a:xfrm>
            <a:off x="2495198" y="2779889"/>
            <a:ext cx="337523" cy="337680"/>
            <a:chOff x="2508373" y="2779889"/>
            <a:chExt cx="337523" cy="337680"/>
          </a:xfrm>
        </p:grpSpPr>
        <p:sp>
          <p:nvSpPr>
            <p:cNvPr id="4634" name="Google Shape;4634;p58"/>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8"/>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8"/>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8"/>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8"/>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8"/>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0" name="Google Shape;4640;p58"/>
          <p:cNvGrpSpPr/>
          <p:nvPr/>
        </p:nvGrpSpPr>
        <p:grpSpPr>
          <a:xfrm>
            <a:off x="2137900" y="4141593"/>
            <a:ext cx="410613" cy="372229"/>
            <a:chOff x="1884401" y="4141593"/>
            <a:chExt cx="410613" cy="372229"/>
          </a:xfrm>
        </p:grpSpPr>
        <p:sp>
          <p:nvSpPr>
            <p:cNvPr id="4641" name="Google Shape;4641;p58"/>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8"/>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8"/>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8"/>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8"/>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8"/>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8"/>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8" name="Google Shape;4648;p58"/>
          <p:cNvGrpSpPr/>
          <p:nvPr/>
        </p:nvGrpSpPr>
        <p:grpSpPr>
          <a:xfrm>
            <a:off x="1417658" y="2773689"/>
            <a:ext cx="294515" cy="349897"/>
            <a:chOff x="1430832" y="2773689"/>
            <a:chExt cx="294515" cy="349897"/>
          </a:xfrm>
        </p:grpSpPr>
        <p:sp>
          <p:nvSpPr>
            <p:cNvPr id="4649" name="Google Shape;4649;p58"/>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8"/>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8"/>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8"/>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8"/>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8"/>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8"/>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8"/>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8"/>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8"/>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8"/>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8"/>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8"/>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2" name="Google Shape;4662;p58"/>
          <p:cNvGrpSpPr/>
          <p:nvPr/>
        </p:nvGrpSpPr>
        <p:grpSpPr>
          <a:xfrm>
            <a:off x="3069042" y="2788586"/>
            <a:ext cx="288866" cy="320236"/>
            <a:chOff x="3082217" y="2788586"/>
            <a:chExt cx="288866" cy="320236"/>
          </a:xfrm>
        </p:grpSpPr>
        <p:sp>
          <p:nvSpPr>
            <p:cNvPr id="4663" name="Google Shape;4663;p58"/>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8"/>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8"/>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8"/>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8"/>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8"/>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8"/>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0" name="Google Shape;4670;p58"/>
          <p:cNvGrpSpPr/>
          <p:nvPr/>
        </p:nvGrpSpPr>
        <p:grpSpPr>
          <a:xfrm>
            <a:off x="3597382" y="2780704"/>
            <a:ext cx="325017" cy="336052"/>
            <a:chOff x="3610557" y="2780704"/>
            <a:chExt cx="325017" cy="336052"/>
          </a:xfrm>
        </p:grpSpPr>
        <p:sp>
          <p:nvSpPr>
            <p:cNvPr id="4671" name="Google Shape;4671;p58"/>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8"/>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8"/>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4" name="Google Shape;4674;p58"/>
          <p:cNvGrpSpPr/>
          <p:nvPr/>
        </p:nvGrpSpPr>
        <p:grpSpPr>
          <a:xfrm>
            <a:off x="4165893" y="2811495"/>
            <a:ext cx="286475" cy="274390"/>
            <a:chOff x="4179067" y="2811495"/>
            <a:chExt cx="286475" cy="274390"/>
          </a:xfrm>
        </p:grpSpPr>
        <p:sp>
          <p:nvSpPr>
            <p:cNvPr id="4675" name="Google Shape;4675;p58"/>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8"/>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8"/>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8"/>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8"/>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8"/>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8"/>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8"/>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8"/>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4" name="Google Shape;4684;p58"/>
          <p:cNvGrpSpPr/>
          <p:nvPr/>
        </p:nvGrpSpPr>
        <p:grpSpPr>
          <a:xfrm>
            <a:off x="4673583" y="2762156"/>
            <a:ext cx="371047" cy="374199"/>
            <a:chOff x="4686757" y="2762156"/>
            <a:chExt cx="371047" cy="374199"/>
          </a:xfrm>
        </p:grpSpPr>
        <p:sp>
          <p:nvSpPr>
            <p:cNvPr id="4685" name="Google Shape;4685;p58"/>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8"/>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8"/>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8"/>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8"/>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8"/>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8"/>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2" name="Google Shape;4692;p58"/>
          <p:cNvGrpSpPr/>
          <p:nvPr/>
        </p:nvGrpSpPr>
        <p:grpSpPr>
          <a:xfrm>
            <a:off x="5208438" y="2784802"/>
            <a:ext cx="406567" cy="327855"/>
            <a:chOff x="5221613" y="2784802"/>
            <a:chExt cx="406567" cy="327855"/>
          </a:xfrm>
        </p:grpSpPr>
        <p:sp>
          <p:nvSpPr>
            <p:cNvPr id="4693" name="Google Shape;4693;p58"/>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8"/>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8"/>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8"/>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8"/>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8"/>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8"/>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8"/>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8"/>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8"/>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8"/>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8"/>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8"/>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8"/>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8"/>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8"/>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8"/>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8"/>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8"/>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8"/>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8"/>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8"/>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8"/>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8"/>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8"/>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8"/>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8"/>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8"/>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8"/>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8"/>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3" name="Google Shape;4723;p58"/>
          <p:cNvGrpSpPr/>
          <p:nvPr/>
        </p:nvGrpSpPr>
        <p:grpSpPr>
          <a:xfrm>
            <a:off x="5799412" y="2760921"/>
            <a:ext cx="303605" cy="375434"/>
            <a:chOff x="5812586" y="2760921"/>
            <a:chExt cx="303605" cy="375434"/>
          </a:xfrm>
        </p:grpSpPr>
        <p:sp>
          <p:nvSpPr>
            <p:cNvPr id="4724" name="Google Shape;4724;p58"/>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8"/>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8"/>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8"/>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8"/>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8"/>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8"/>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8"/>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8"/>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8"/>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8"/>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5" name="Google Shape;4735;p58"/>
          <p:cNvGrpSpPr/>
          <p:nvPr/>
        </p:nvGrpSpPr>
        <p:grpSpPr>
          <a:xfrm>
            <a:off x="6321499" y="2759633"/>
            <a:ext cx="378508" cy="378166"/>
            <a:chOff x="6334673" y="2759633"/>
            <a:chExt cx="378508" cy="378166"/>
          </a:xfrm>
        </p:grpSpPr>
        <p:sp>
          <p:nvSpPr>
            <p:cNvPr id="4736" name="Google Shape;4736;p58"/>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8"/>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8"/>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8"/>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0" name="Google Shape;4740;p58"/>
          <p:cNvGrpSpPr/>
          <p:nvPr/>
        </p:nvGrpSpPr>
        <p:grpSpPr>
          <a:xfrm>
            <a:off x="7999471" y="2806477"/>
            <a:ext cx="319763" cy="284505"/>
            <a:chOff x="8012645" y="2806477"/>
            <a:chExt cx="319763" cy="284505"/>
          </a:xfrm>
        </p:grpSpPr>
        <p:sp>
          <p:nvSpPr>
            <p:cNvPr id="4741" name="Google Shape;4741;p58"/>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8"/>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8"/>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8"/>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8"/>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8"/>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8"/>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8"/>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8"/>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8"/>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1" name="Google Shape;4751;p58"/>
          <p:cNvGrpSpPr/>
          <p:nvPr/>
        </p:nvGrpSpPr>
        <p:grpSpPr>
          <a:xfrm>
            <a:off x="2707935" y="4162138"/>
            <a:ext cx="385339" cy="388071"/>
            <a:chOff x="2454435" y="4162138"/>
            <a:chExt cx="385339" cy="388071"/>
          </a:xfrm>
        </p:grpSpPr>
        <p:sp>
          <p:nvSpPr>
            <p:cNvPr id="4752" name="Google Shape;4752;p58"/>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8"/>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8"/>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8"/>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8"/>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8"/>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8"/>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8"/>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8"/>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8"/>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8"/>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3" name="Google Shape;4763;p58"/>
          <p:cNvGrpSpPr/>
          <p:nvPr/>
        </p:nvGrpSpPr>
        <p:grpSpPr>
          <a:xfrm>
            <a:off x="3855439" y="4161192"/>
            <a:ext cx="275178" cy="388912"/>
            <a:chOff x="3601939" y="4161192"/>
            <a:chExt cx="275178" cy="388912"/>
          </a:xfrm>
        </p:grpSpPr>
        <p:sp>
          <p:nvSpPr>
            <p:cNvPr id="4764" name="Google Shape;4764;p58"/>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8"/>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8"/>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8"/>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8"/>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8"/>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8"/>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8"/>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8"/>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8"/>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4" name="Google Shape;4774;p58"/>
          <p:cNvGrpSpPr/>
          <p:nvPr/>
        </p:nvGrpSpPr>
        <p:grpSpPr>
          <a:xfrm>
            <a:off x="822849" y="3215146"/>
            <a:ext cx="375802" cy="371677"/>
            <a:chOff x="836023" y="3215146"/>
            <a:chExt cx="375802" cy="371677"/>
          </a:xfrm>
        </p:grpSpPr>
        <p:sp>
          <p:nvSpPr>
            <p:cNvPr id="4775" name="Google Shape;4775;p58"/>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8"/>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8"/>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8"/>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8"/>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8"/>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8"/>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8"/>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8"/>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8"/>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8"/>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8"/>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8"/>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8"/>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8"/>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8"/>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1" name="Google Shape;4791;p58"/>
          <p:cNvGrpSpPr/>
          <p:nvPr/>
        </p:nvGrpSpPr>
        <p:grpSpPr>
          <a:xfrm>
            <a:off x="1343123" y="3210890"/>
            <a:ext cx="431368" cy="380189"/>
            <a:chOff x="1356297" y="3210890"/>
            <a:chExt cx="431368" cy="380189"/>
          </a:xfrm>
        </p:grpSpPr>
        <p:sp>
          <p:nvSpPr>
            <p:cNvPr id="4792" name="Google Shape;4792;p58"/>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8"/>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8"/>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8"/>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8"/>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8"/>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8"/>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8"/>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8"/>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8"/>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8"/>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8"/>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8"/>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5" name="Google Shape;4805;p58"/>
          <p:cNvGrpSpPr/>
          <p:nvPr/>
        </p:nvGrpSpPr>
        <p:grpSpPr>
          <a:xfrm>
            <a:off x="1890563" y="3215540"/>
            <a:ext cx="411874" cy="370731"/>
            <a:chOff x="1903737" y="3215540"/>
            <a:chExt cx="411874" cy="370731"/>
          </a:xfrm>
        </p:grpSpPr>
        <p:sp>
          <p:nvSpPr>
            <p:cNvPr id="4806" name="Google Shape;4806;p58"/>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8"/>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8"/>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8"/>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8"/>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8"/>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8"/>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8"/>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8"/>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 name="Google Shape;4815;p58"/>
          <p:cNvGrpSpPr/>
          <p:nvPr/>
        </p:nvGrpSpPr>
        <p:grpSpPr>
          <a:xfrm>
            <a:off x="2455290" y="3248854"/>
            <a:ext cx="397818" cy="304078"/>
            <a:chOff x="2468465" y="3248854"/>
            <a:chExt cx="397818" cy="304078"/>
          </a:xfrm>
        </p:grpSpPr>
        <p:sp>
          <p:nvSpPr>
            <p:cNvPr id="4816" name="Google Shape;4816;p58"/>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8"/>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8"/>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8"/>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8"/>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8"/>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2" name="Google Shape;4822;p58"/>
          <p:cNvGrpSpPr/>
          <p:nvPr/>
        </p:nvGrpSpPr>
        <p:grpSpPr>
          <a:xfrm>
            <a:off x="3003992" y="3216013"/>
            <a:ext cx="394376" cy="369812"/>
            <a:chOff x="3017166" y="3216013"/>
            <a:chExt cx="394376" cy="369812"/>
          </a:xfrm>
        </p:grpSpPr>
        <p:sp>
          <p:nvSpPr>
            <p:cNvPr id="4823" name="Google Shape;4823;p58"/>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8"/>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5" name="Google Shape;4825;p58"/>
          <p:cNvGrpSpPr/>
          <p:nvPr/>
        </p:nvGrpSpPr>
        <p:grpSpPr>
          <a:xfrm>
            <a:off x="4196868" y="3213228"/>
            <a:ext cx="199014" cy="375408"/>
            <a:chOff x="4210043" y="3213228"/>
            <a:chExt cx="199014" cy="375408"/>
          </a:xfrm>
        </p:grpSpPr>
        <p:sp>
          <p:nvSpPr>
            <p:cNvPr id="4826" name="Google Shape;4826;p58"/>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8"/>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8"/>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8"/>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8"/>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8"/>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8"/>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8"/>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8"/>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8"/>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6" name="Google Shape;4836;p58"/>
          <p:cNvGrpSpPr/>
          <p:nvPr/>
        </p:nvGrpSpPr>
        <p:grpSpPr>
          <a:xfrm>
            <a:off x="4804971" y="3203323"/>
            <a:ext cx="77845" cy="395165"/>
            <a:chOff x="4818146" y="3203323"/>
            <a:chExt cx="77845" cy="395165"/>
          </a:xfrm>
        </p:grpSpPr>
        <p:sp>
          <p:nvSpPr>
            <p:cNvPr id="4837" name="Google Shape;4837;p58"/>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8"/>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8"/>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8"/>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8"/>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8"/>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8"/>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8"/>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5" name="Google Shape;4845;p58"/>
          <p:cNvGrpSpPr/>
          <p:nvPr/>
        </p:nvGrpSpPr>
        <p:grpSpPr>
          <a:xfrm>
            <a:off x="5215716" y="3235428"/>
            <a:ext cx="344091" cy="332767"/>
            <a:chOff x="5228890" y="3235428"/>
            <a:chExt cx="344091" cy="332767"/>
          </a:xfrm>
        </p:grpSpPr>
        <p:sp>
          <p:nvSpPr>
            <p:cNvPr id="4846" name="Google Shape;4846;p58"/>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8"/>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8"/>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8"/>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8"/>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1" name="Google Shape;4851;p58"/>
          <p:cNvGrpSpPr/>
          <p:nvPr/>
        </p:nvGrpSpPr>
        <p:grpSpPr>
          <a:xfrm>
            <a:off x="5744739" y="3227047"/>
            <a:ext cx="388544" cy="347927"/>
            <a:chOff x="5757913" y="3227047"/>
            <a:chExt cx="388544" cy="347927"/>
          </a:xfrm>
        </p:grpSpPr>
        <p:sp>
          <p:nvSpPr>
            <p:cNvPr id="4852" name="Google Shape;4852;p58"/>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8"/>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4" name="Google Shape;4854;p58"/>
          <p:cNvSpPr/>
          <p:nvPr/>
        </p:nvSpPr>
        <p:spPr>
          <a:xfrm>
            <a:off x="7189280"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5" name="Google Shape;4855;p58"/>
          <p:cNvGrpSpPr/>
          <p:nvPr/>
        </p:nvGrpSpPr>
        <p:grpSpPr>
          <a:xfrm>
            <a:off x="6881681" y="3227074"/>
            <a:ext cx="324938" cy="347717"/>
            <a:chOff x="6894856" y="3227074"/>
            <a:chExt cx="324938" cy="347717"/>
          </a:xfrm>
        </p:grpSpPr>
        <p:sp>
          <p:nvSpPr>
            <p:cNvPr id="4856" name="Google Shape;4856;p58"/>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8"/>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8"/>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8"/>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8"/>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8"/>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8"/>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8"/>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8"/>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8"/>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8"/>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8"/>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8"/>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8"/>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8"/>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1" name="Google Shape;4871;p58"/>
          <p:cNvGrpSpPr/>
          <p:nvPr/>
        </p:nvGrpSpPr>
        <p:grpSpPr>
          <a:xfrm>
            <a:off x="7401772" y="3220873"/>
            <a:ext cx="360091" cy="360117"/>
            <a:chOff x="7414946" y="3220873"/>
            <a:chExt cx="360091" cy="360117"/>
          </a:xfrm>
        </p:grpSpPr>
        <p:sp>
          <p:nvSpPr>
            <p:cNvPr id="4872" name="Google Shape;4872;p58"/>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8"/>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8"/>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8"/>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8"/>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8"/>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8"/>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8"/>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8"/>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8"/>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8"/>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3" name="Google Shape;4883;p58"/>
          <p:cNvGrpSpPr/>
          <p:nvPr/>
        </p:nvGrpSpPr>
        <p:grpSpPr>
          <a:xfrm>
            <a:off x="8014052" y="3215041"/>
            <a:ext cx="231829" cy="371782"/>
            <a:chOff x="8027227" y="3215041"/>
            <a:chExt cx="231829" cy="371782"/>
          </a:xfrm>
        </p:grpSpPr>
        <p:sp>
          <p:nvSpPr>
            <p:cNvPr id="4884" name="Google Shape;4884;p58"/>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8"/>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8"/>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8"/>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8"/>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8"/>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8"/>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8"/>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8"/>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8"/>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4" name="Google Shape;4894;p58"/>
          <p:cNvGrpSpPr/>
          <p:nvPr/>
        </p:nvGrpSpPr>
        <p:grpSpPr>
          <a:xfrm>
            <a:off x="4347102" y="4146138"/>
            <a:ext cx="395638" cy="420544"/>
            <a:chOff x="4093603" y="4146138"/>
            <a:chExt cx="395638" cy="420544"/>
          </a:xfrm>
        </p:grpSpPr>
        <p:sp>
          <p:nvSpPr>
            <p:cNvPr id="4895" name="Google Shape;4895;p58"/>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8"/>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8"/>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8"/>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8"/>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8"/>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8"/>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8"/>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8"/>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8"/>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8"/>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8"/>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8"/>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8"/>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8"/>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8"/>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8"/>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2" name="Google Shape;4912;p58"/>
          <p:cNvGrpSpPr/>
          <p:nvPr/>
        </p:nvGrpSpPr>
        <p:grpSpPr>
          <a:xfrm>
            <a:off x="4897905" y="4162322"/>
            <a:ext cx="392065" cy="387887"/>
            <a:chOff x="4644406" y="4162322"/>
            <a:chExt cx="392065" cy="387887"/>
          </a:xfrm>
        </p:grpSpPr>
        <p:sp>
          <p:nvSpPr>
            <p:cNvPr id="4913" name="Google Shape;4913;p58"/>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8"/>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8"/>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8"/>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8"/>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8"/>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9" name="Google Shape;4919;p58"/>
          <p:cNvGrpSpPr/>
          <p:nvPr/>
        </p:nvGrpSpPr>
        <p:grpSpPr>
          <a:xfrm>
            <a:off x="5981882" y="4221698"/>
            <a:ext cx="417128" cy="269162"/>
            <a:chOff x="5728383" y="4221698"/>
            <a:chExt cx="417128" cy="269162"/>
          </a:xfrm>
        </p:grpSpPr>
        <p:sp>
          <p:nvSpPr>
            <p:cNvPr id="4920" name="Google Shape;4920;p58"/>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8"/>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8"/>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8"/>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8"/>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8"/>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8"/>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8"/>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8"/>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8"/>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8"/>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8"/>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58"/>
          <p:cNvGrpSpPr/>
          <p:nvPr/>
        </p:nvGrpSpPr>
        <p:grpSpPr>
          <a:xfrm>
            <a:off x="821036" y="3696905"/>
            <a:ext cx="371782" cy="342751"/>
            <a:chOff x="834210" y="3696905"/>
            <a:chExt cx="371782" cy="342751"/>
          </a:xfrm>
        </p:grpSpPr>
        <p:sp>
          <p:nvSpPr>
            <p:cNvPr id="4933" name="Google Shape;4933;p58"/>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8"/>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8"/>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8"/>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8"/>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8"/>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8"/>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8"/>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8"/>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8"/>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8"/>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8"/>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5" name="Google Shape;4945;p58"/>
          <p:cNvGrpSpPr/>
          <p:nvPr/>
        </p:nvGrpSpPr>
        <p:grpSpPr>
          <a:xfrm>
            <a:off x="1346223" y="3682271"/>
            <a:ext cx="395296" cy="371966"/>
            <a:chOff x="1359398" y="3682271"/>
            <a:chExt cx="395296" cy="371966"/>
          </a:xfrm>
        </p:grpSpPr>
        <p:sp>
          <p:nvSpPr>
            <p:cNvPr id="4946" name="Google Shape;4946;p58"/>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8"/>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8"/>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8"/>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8"/>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8"/>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8"/>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58"/>
          <p:cNvGrpSpPr/>
          <p:nvPr/>
        </p:nvGrpSpPr>
        <p:grpSpPr>
          <a:xfrm>
            <a:off x="1894924" y="3682271"/>
            <a:ext cx="395296" cy="371966"/>
            <a:chOff x="1908099" y="3682271"/>
            <a:chExt cx="395296" cy="371966"/>
          </a:xfrm>
        </p:grpSpPr>
        <p:sp>
          <p:nvSpPr>
            <p:cNvPr id="4954" name="Google Shape;4954;p58"/>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8"/>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8"/>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8"/>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8"/>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8"/>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8"/>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1" name="Google Shape;4961;p58"/>
          <p:cNvGrpSpPr/>
          <p:nvPr/>
        </p:nvGrpSpPr>
        <p:grpSpPr>
          <a:xfrm>
            <a:off x="2443625" y="3682271"/>
            <a:ext cx="395270" cy="371966"/>
            <a:chOff x="2456800" y="3682271"/>
            <a:chExt cx="395270" cy="371966"/>
          </a:xfrm>
        </p:grpSpPr>
        <p:sp>
          <p:nvSpPr>
            <p:cNvPr id="4962" name="Google Shape;4962;p58"/>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8"/>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8"/>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8"/>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8"/>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8"/>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8"/>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8"/>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8"/>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1" name="Google Shape;4971;p58"/>
          <p:cNvGrpSpPr/>
          <p:nvPr/>
        </p:nvGrpSpPr>
        <p:grpSpPr>
          <a:xfrm>
            <a:off x="3001075" y="3682271"/>
            <a:ext cx="391092" cy="371940"/>
            <a:chOff x="3014250" y="3682271"/>
            <a:chExt cx="391092" cy="371940"/>
          </a:xfrm>
        </p:grpSpPr>
        <p:sp>
          <p:nvSpPr>
            <p:cNvPr id="4972" name="Google Shape;4972;p58"/>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8"/>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8"/>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5" name="Google Shape;4975;p58"/>
          <p:cNvGrpSpPr/>
          <p:nvPr/>
        </p:nvGrpSpPr>
        <p:grpSpPr>
          <a:xfrm>
            <a:off x="3555950" y="3702947"/>
            <a:ext cx="388728" cy="330692"/>
            <a:chOff x="3569125" y="3702947"/>
            <a:chExt cx="388728" cy="330692"/>
          </a:xfrm>
        </p:grpSpPr>
        <p:sp>
          <p:nvSpPr>
            <p:cNvPr id="4976" name="Google Shape;4976;p58"/>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8"/>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8"/>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8"/>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0" name="Google Shape;4980;p58"/>
          <p:cNvGrpSpPr/>
          <p:nvPr/>
        </p:nvGrpSpPr>
        <p:grpSpPr>
          <a:xfrm>
            <a:off x="4098819" y="3682455"/>
            <a:ext cx="387992" cy="371625"/>
            <a:chOff x="4111994" y="3682455"/>
            <a:chExt cx="387992" cy="371625"/>
          </a:xfrm>
        </p:grpSpPr>
        <p:sp>
          <p:nvSpPr>
            <p:cNvPr id="4981" name="Google Shape;4981;p58"/>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8"/>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3" name="Google Shape;4983;p58"/>
          <p:cNvGrpSpPr/>
          <p:nvPr/>
        </p:nvGrpSpPr>
        <p:grpSpPr>
          <a:xfrm>
            <a:off x="4661734" y="3682271"/>
            <a:ext cx="371966" cy="371966"/>
            <a:chOff x="4674908" y="3682271"/>
            <a:chExt cx="371966" cy="371966"/>
          </a:xfrm>
        </p:grpSpPr>
        <p:sp>
          <p:nvSpPr>
            <p:cNvPr id="4984" name="Google Shape;4984;p58"/>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8"/>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8"/>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8"/>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8" name="Google Shape;4988;p58"/>
          <p:cNvGrpSpPr/>
          <p:nvPr/>
        </p:nvGrpSpPr>
        <p:grpSpPr>
          <a:xfrm>
            <a:off x="5210435" y="3731112"/>
            <a:ext cx="371782" cy="274285"/>
            <a:chOff x="5223609" y="3731112"/>
            <a:chExt cx="371782" cy="274285"/>
          </a:xfrm>
        </p:grpSpPr>
        <p:sp>
          <p:nvSpPr>
            <p:cNvPr id="4989" name="Google Shape;4989;p58"/>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8"/>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1" name="Google Shape;4991;p58"/>
          <p:cNvSpPr/>
          <p:nvPr/>
        </p:nvSpPr>
        <p:spPr>
          <a:xfrm>
            <a:off x="5799044"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2" name="Google Shape;4992;p58"/>
          <p:cNvGrpSpPr/>
          <p:nvPr/>
        </p:nvGrpSpPr>
        <p:grpSpPr>
          <a:xfrm>
            <a:off x="6306734" y="3696721"/>
            <a:ext cx="373963" cy="343119"/>
            <a:chOff x="6319908" y="3696721"/>
            <a:chExt cx="373963" cy="343119"/>
          </a:xfrm>
        </p:grpSpPr>
        <p:sp>
          <p:nvSpPr>
            <p:cNvPr id="4993" name="Google Shape;4993;p58"/>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8"/>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8"/>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8"/>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8"/>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8"/>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8"/>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8"/>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8"/>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58"/>
          <p:cNvGrpSpPr/>
          <p:nvPr/>
        </p:nvGrpSpPr>
        <p:grpSpPr>
          <a:xfrm>
            <a:off x="6858167" y="3740044"/>
            <a:ext cx="371966" cy="256420"/>
            <a:chOff x="6871342" y="3740044"/>
            <a:chExt cx="371966" cy="256420"/>
          </a:xfrm>
        </p:grpSpPr>
        <p:sp>
          <p:nvSpPr>
            <p:cNvPr id="5003" name="Google Shape;5003;p58"/>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8"/>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8"/>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8"/>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8"/>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8"/>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8"/>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8"/>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8"/>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8"/>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8"/>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8"/>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5" name="Google Shape;5015;p58"/>
          <p:cNvGrpSpPr/>
          <p:nvPr/>
        </p:nvGrpSpPr>
        <p:grpSpPr>
          <a:xfrm>
            <a:off x="7389187" y="3681535"/>
            <a:ext cx="402757" cy="372728"/>
            <a:chOff x="7402362" y="3681535"/>
            <a:chExt cx="402757" cy="372728"/>
          </a:xfrm>
        </p:grpSpPr>
        <p:sp>
          <p:nvSpPr>
            <p:cNvPr id="5016" name="Google Shape;5016;p58"/>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8"/>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8"/>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8"/>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8"/>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8"/>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8"/>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8"/>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8"/>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8"/>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8"/>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8"/>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8"/>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8"/>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8"/>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8"/>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2" name="Google Shape;5032;p58"/>
          <p:cNvGrpSpPr/>
          <p:nvPr/>
        </p:nvGrpSpPr>
        <p:grpSpPr>
          <a:xfrm>
            <a:off x="7947530" y="3736235"/>
            <a:ext cx="378902" cy="264065"/>
            <a:chOff x="7960705" y="3736235"/>
            <a:chExt cx="378902" cy="264065"/>
          </a:xfrm>
        </p:grpSpPr>
        <p:sp>
          <p:nvSpPr>
            <p:cNvPr id="5033" name="Google Shape;5033;p58"/>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8"/>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8"/>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8"/>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8"/>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8"/>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8"/>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8"/>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8"/>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8"/>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8"/>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8"/>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8"/>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8"/>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7" name="Google Shape;5047;p58"/>
          <p:cNvGrpSpPr/>
          <p:nvPr/>
        </p:nvGrpSpPr>
        <p:grpSpPr>
          <a:xfrm>
            <a:off x="6654327" y="4162270"/>
            <a:ext cx="166200" cy="388019"/>
            <a:chOff x="6400828" y="4162270"/>
            <a:chExt cx="166200" cy="388019"/>
          </a:xfrm>
        </p:grpSpPr>
        <p:sp>
          <p:nvSpPr>
            <p:cNvPr id="5048" name="Google Shape;5048;p58"/>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8"/>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8"/>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8"/>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8"/>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8"/>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8"/>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5" name="Google Shape;5055;p58"/>
          <p:cNvGrpSpPr/>
          <p:nvPr/>
        </p:nvGrpSpPr>
        <p:grpSpPr>
          <a:xfrm>
            <a:off x="7173314" y="4162270"/>
            <a:ext cx="225260" cy="388019"/>
            <a:chOff x="6919815" y="4162270"/>
            <a:chExt cx="225260" cy="388019"/>
          </a:xfrm>
        </p:grpSpPr>
        <p:sp>
          <p:nvSpPr>
            <p:cNvPr id="5056" name="Google Shape;5056;p58"/>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8"/>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8"/>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8"/>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8"/>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8"/>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8"/>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8"/>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4" name="Google Shape;5064;p58"/>
          <p:cNvGrpSpPr/>
          <p:nvPr/>
        </p:nvGrpSpPr>
        <p:grpSpPr>
          <a:xfrm>
            <a:off x="7639099" y="4177035"/>
            <a:ext cx="388728" cy="358383"/>
            <a:chOff x="7385600" y="4177035"/>
            <a:chExt cx="388728" cy="358383"/>
          </a:xfrm>
        </p:grpSpPr>
        <p:sp>
          <p:nvSpPr>
            <p:cNvPr id="5065" name="Google Shape;5065;p58"/>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8"/>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8"/>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8"/>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8"/>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8"/>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8"/>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2" name="Google Shape;5072;p58"/>
          <p:cNvGrpSpPr/>
          <p:nvPr/>
        </p:nvGrpSpPr>
        <p:grpSpPr>
          <a:xfrm>
            <a:off x="3611911" y="3259862"/>
            <a:ext cx="369207" cy="258259"/>
            <a:chOff x="3625085" y="3259862"/>
            <a:chExt cx="369207" cy="258259"/>
          </a:xfrm>
        </p:grpSpPr>
        <p:sp>
          <p:nvSpPr>
            <p:cNvPr id="5073" name="Google Shape;5073;p58"/>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8"/>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8"/>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8"/>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8"/>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8"/>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8"/>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8"/>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8"/>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8"/>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8"/>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8"/>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8"/>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6" name="Google Shape;5086;p58"/>
          <p:cNvGrpSpPr/>
          <p:nvPr/>
        </p:nvGrpSpPr>
        <p:grpSpPr>
          <a:xfrm>
            <a:off x="6304185" y="3276808"/>
            <a:ext cx="363217" cy="248590"/>
            <a:chOff x="6317360" y="3276808"/>
            <a:chExt cx="363217" cy="248590"/>
          </a:xfrm>
        </p:grpSpPr>
        <p:sp>
          <p:nvSpPr>
            <p:cNvPr id="5087" name="Google Shape;5087;p58"/>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8"/>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8"/>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8"/>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8"/>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8"/>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8"/>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8"/>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8"/>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8"/>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8"/>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8"/>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8"/>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8"/>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8"/>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8"/>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8"/>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8"/>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8"/>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8"/>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8"/>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8"/>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8"/>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8"/>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8"/>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8"/>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8"/>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58"/>
          <p:cNvGrpSpPr/>
          <p:nvPr/>
        </p:nvGrpSpPr>
        <p:grpSpPr>
          <a:xfrm>
            <a:off x="5337891" y="4183682"/>
            <a:ext cx="504064" cy="325595"/>
            <a:chOff x="5084391" y="4183682"/>
            <a:chExt cx="504064" cy="325595"/>
          </a:xfrm>
        </p:grpSpPr>
        <p:sp>
          <p:nvSpPr>
            <p:cNvPr id="5115" name="Google Shape;5115;p58"/>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8"/>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8"/>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8"/>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8"/>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8"/>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8"/>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8"/>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8"/>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8"/>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8"/>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8"/>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8"/>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8"/>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8"/>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8"/>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1" name="Google Shape;5131;p58"/>
          <p:cNvGrpSpPr/>
          <p:nvPr/>
        </p:nvGrpSpPr>
        <p:grpSpPr>
          <a:xfrm>
            <a:off x="7934420" y="2347996"/>
            <a:ext cx="379795" cy="267165"/>
            <a:chOff x="7947595" y="2347996"/>
            <a:chExt cx="379795" cy="267165"/>
          </a:xfrm>
        </p:grpSpPr>
        <p:sp>
          <p:nvSpPr>
            <p:cNvPr id="5132" name="Google Shape;5132;p58"/>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8"/>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8"/>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8"/>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8"/>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8"/>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8"/>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8"/>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8"/>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58"/>
          <p:cNvGrpSpPr/>
          <p:nvPr/>
        </p:nvGrpSpPr>
        <p:grpSpPr>
          <a:xfrm>
            <a:off x="6387469" y="2310269"/>
            <a:ext cx="275362" cy="338784"/>
            <a:chOff x="6400644" y="2310269"/>
            <a:chExt cx="275362" cy="338784"/>
          </a:xfrm>
        </p:grpSpPr>
        <p:sp>
          <p:nvSpPr>
            <p:cNvPr id="5142" name="Google Shape;5142;p58"/>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8"/>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8"/>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8"/>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8"/>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8"/>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8"/>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8"/>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8"/>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8"/>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8"/>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8"/>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8"/>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5" name="Google Shape;5155;p58"/>
          <p:cNvGrpSpPr/>
          <p:nvPr/>
        </p:nvGrpSpPr>
        <p:grpSpPr>
          <a:xfrm>
            <a:off x="1595767" y="4161009"/>
            <a:ext cx="359565" cy="358094"/>
            <a:chOff x="1342268" y="4161009"/>
            <a:chExt cx="359565" cy="358094"/>
          </a:xfrm>
        </p:grpSpPr>
        <p:sp>
          <p:nvSpPr>
            <p:cNvPr id="5156" name="Google Shape;5156;p58"/>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8"/>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8"/>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8"/>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8"/>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8"/>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8"/>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8"/>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8"/>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58"/>
          <p:cNvGrpSpPr/>
          <p:nvPr/>
        </p:nvGrpSpPr>
        <p:grpSpPr>
          <a:xfrm>
            <a:off x="1899837" y="2764940"/>
            <a:ext cx="417523" cy="374252"/>
            <a:chOff x="1913012" y="2764940"/>
            <a:chExt cx="417523" cy="374252"/>
          </a:xfrm>
        </p:grpSpPr>
        <p:sp>
          <p:nvSpPr>
            <p:cNvPr id="5166" name="Google Shape;5166;p58"/>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8"/>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8"/>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8"/>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8"/>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8"/>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8"/>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8"/>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8"/>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8"/>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8"/>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8"/>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8" name="Google Shape;5178;p58"/>
          <p:cNvGrpSpPr/>
          <p:nvPr/>
        </p:nvGrpSpPr>
        <p:grpSpPr>
          <a:xfrm>
            <a:off x="817568" y="2763601"/>
            <a:ext cx="384734" cy="381556"/>
            <a:chOff x="830742" y="2763601"/>
            <a:chExt cx="384734" cy="381556"/>
          </a:xfrm>
        </p:grpSpPr>
        <p:sp>
          <p:nvSpPr>
            <p:cNvPr id="5179" name="Google Shape;5179;p58"/>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8"/>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8"/>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8"/>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8"/>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8"/>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8"/>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8"/>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8"/>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8"/>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8"/>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8"/>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8"/>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8"/>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8"/>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8"/>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8"/>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8"/>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8"/>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8"/>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8"/>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0" name="Google Shape;5200;p58"/>
          <p:cNvGrpSpPr/>
          <p:nvPr/>
        </p:nvGrpSpPr>
        <p:grpSpPr>
          <a:xfrm>
            <a:off x="3260997" y="4183419"/>
            <a:ext cx="375434" cy="329667"/>
            <a:chOff x="3007498" y="4183419"/>
            <a:chExt cx="375434" cy="329667"/>
          </a:xfrm>
        </p:grpSpPr>
        <p:sp>
          <p:nvSpPr>
            <p:cNvPr id="5201" name="Google Shape;5201;p58"/>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8"/>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8"/>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8"/>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8"/>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8"/>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8"/>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8"/>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8"/>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8"/>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8"/>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8"/>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8"/>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8"/>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8"/>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8"/>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8"/>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8"/>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8"/>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8"/>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1" name="Google Shape;5221;p58"/>
          <p:cNvGrpSpPr/>
          <p:nvPr/>
        </p:nvGrpSpPr>
        <p:grpSpPr>
          <a:xfrm>
            <a:off x="6906101" y="2766990"/>
            <a:ext cx="274550" cy="354728"/>
            <a:chOff x="7606826" y="2419290"/>
            <a:chExt cx="274550" cy="354728"/>
          </a:xfrm>
        </p:grpSpPr>
        <p:sp>
          <p:nvSpPr>
            <p:cNvPr id="5222" name="Google Shape;5222;p58"/>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8"/>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8"/>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8"/>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8"/>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8"/>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8"/>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8"/>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8"/>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8"/>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8"/>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8"/>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8"/>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8"/>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8"/>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7" name="Google Shape;5237;p58"/>
          <p:cNvGrpSpPr/>
          <p:nvPr/>
        </p:nvGrpSpPr>
        <p:grpSpPr>
          <a:xfrm>
            <a:off x="7536994" y="2777003"/>
            <a:ext cx="263316" cy="354728"/>
            <a:chOff x="8062968" y="2419290"/>
            <a:chExt cx="263316" cy="354728"/>
          </a:xfrm>
        </p:grpSpPr>
        <p:sp>
          <p:nvSpPr>
            <p:cNvPr id="5238" name="Google Shape;5238;p58"/>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8"/>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8"/>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8"/>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8"/>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8"/>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8"/>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8"/>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8"/>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8"/>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8"/>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8"/>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8"/>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8"/>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8"/>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8"/>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8"/>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5" name="Google Shape;5255;p58"/>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endParaRPr sz="1100">
              <a:solidFill>
                <a:srgbClr val="435D74"/>
              </a:solidFill>
            </a:endParaRPr>
          </a:p>
        </p:txBody>
      </p:sp>
      <p:sp>
        <p:nvSpPr>
          <p:cNvPr id="5256" name="Google Shape;5256;p58"/>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5257" name="Google Shape;5257;p58"/>
          <p:cNvGrpSpPr/>
          <p:nvPr/>
        </p:nvGrpSpPr>
        <p:grpSpPr>
          <a:xfrm>
            <a:off x="1089824" y="4149725"/>
            <a:ext cx="364280" cy="363684"/>
            <a:chOff x="836325" y="4149725"/>
            <a:chExt cx="364280" cy="363684"/>
          </a:xfrm>
        </p:grpSpPr>
        <p:sp>
          <p:nvSpPr>
            <p:cNvPr id="5258" name="Google Shape;5258;p58"/>
            <p:cNvSpPr/>
            <p:nvPr/>
          </p:nvSpPr>
          <p:spPr>
            <a:xfrm>
              <a:off x="836325" y="4428035"/>
              <a:ext cx="86394" cy="85374"/>
            </a:xfrm>
            <a:custGeom>
              <a:rect b="b" l="l" r="r" t="t"/>
              <a:pathLst>
                <a:path extrusionOk="0" h="10203" w="10325">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8"/>
            <p:cNvSpPr/>
            <p:nvPr/>
          </p:nvSpPr>
          <p:spPr>
            <a:xfrm>
              <a:off x="836325" y="4373908"/>
              <a:ext cx="60045" cy="58999"/>
            </a:xfrm>
            <a:custGeom>
              <a:rect b="b" l="l" r="r" t="t"/>
              <a:pathLst>
                <a:path extrusionOk="0" h="7051" w="7176">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8"/>
            <p:cNvSpPr/>
            <p:nvPr/>
          </p:nvSpPr>
          <p:spPr>
            <a:xfrm>
              <a:off x="916801" y="4454384"/>
              <a:ext cx="60045" cy="58999"/>
            </a:xfrm>
            <a:custGeom>
              <a:rect b="b" l="l" r="r" t="t"/>
              <a:pathLst>
                <a:path extrusionOk="0" h="7051" w="7176">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8"/>
            <p:cNvSpPr/>
            <p:nvPr/>
          </p:nvSpPr>
          <p:spPr>
            <a:xfrm>
              <a:off x="901229" y="4149725"/>
              <a:ext cx="298594" cy="157234"/>
            </a:xfrm>
            <a:custGeom>
              <a:rect b="b" l="l" r="r" t="t"/>
              <a:pathLst>
                <a:path extrusionOk="0" h="18791" w="35685">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8"/>
            <p:cNvSpPr/>
            <p:nvPr/>
          </p:nvSpPr>
          <p:spPr>
            <a:xfrm>
              <a:off x="951985" y="4150026"/>
              <a:ext cx="248255" cy="248163"/>
            </a:xfrm>
            <a:custGeom>
              <a:rect b="b" l="l" r="r" t="t"/>
              <a:pathLst>
                <a:path extrusionOk="0" h="29658" w="29669">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8"/>
            <p:cNvSpPr/>
            <p:nvPr/>
          </p:nvSpPr>
          <p:spPr>
            <a:xfrm>
              <a:off x="1046141" y="4150445"/>
              <a:ext cx="154464" cy="298017"/>
            </a:xfrm>
            <a:custGeom>
              <a:rect b="b" l="l" r="r" t="t"/>
              <a:pathLst>
                <a:path extrusionOk="0" h="35616" w="1846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8"/>
            <p:cNvSpPr/>
            <p:nvPr/>
          </p:nvSpPr>
          <p:spPr>
            <a:xfrm>
              <a:off x="952454" y="4150244"/>
              <a:ext cx="247787" cy="247946"/>
            </a:xfrm>
            <a:custGeom>
              <a:rect b="b" l="l" r="r" t="t"/>
              <a:pathLst>
                <a:path extrusionOk="0" h="29632" w="29613">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68" name="Shape 5268"/>
        <p:cNvGrpSpPr/>
        <p:nvPr/>
      </p:nvGrpSpPr>
      <p:grpSpPr>
        <a:xfrm>
          <a:off x="0" y="0"/>
          <a:ext cx="0" cy="0"/>
          <a:chOff x="0" y="0"/>
          <a:chExt cx="0" cy="0"/>
        </a:xfrm>
      </p:grpSpPr>
      <p:grpSp>
        <p:nvGrpSpPr>
          <p:cNvPr id="5269" name="Google Shape;5269;p59"/>
          <p:cNvGrpSpPr/>
          <p:nvPr/>
        </p:nvGrpSpPr>
        <p:grpSpPr>
          <a:xfrm>
            <a:off x="7071588" y="2263554"/>
            <a:ext cx="362163" cy="347098"/>
            <a:chOff x="7075663" y="2444129"/>
            <a:chExt cx="362163" cy="347098"/>
          </a:xfrm>
        </p:grpSpPr>
        <p:sp>
          <p:nvSpPr>
            <p:cNvPr id="5270" name="Google Shape;5270;p59"/>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9"/>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9"/>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9"/>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9"/>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9"/>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9"/>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9"/>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8" name="Google Shape;5278;p59"/>
          <p:cNvGrpSpPr/>
          <p:nvPr/>
        </p:nvGrpSpPr>
        <p:grpSpPr>
          <a:xfrm>
            <a:off x="6634100" y="2256009"/>
            <a:ext cx="372197" cy="362163"/>
            <a:chOff x="6638175" y="2436584"/>
            <a:chExt cx="372197" cy="362163"/>
          </a:xfrm>
        </p:grpSpPr>
        <p:sp>
          <p:nvSpPr>
            <p:cNvPr id="5279" name="Google Shape;5279;p59"/>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9"/>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9"/>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9"/>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9"/>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9"/>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9"/>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9"/>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9"/>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9"/>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9"/>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9"/>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9"/>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2" name="Google Shape;5292;p59"/>
          <p:cNvGrpSpPr/>
          <p:nvPr/>
        </p:nvGrpSpPr>
        <p:grpSpPr>
          <a:xfrm>
            <a:off x="6188831" y="2258865"/>
            <a:ext cx="371699" cy="356084"/>
            <a:chOff x="6192906" y="2439440"/>
            <a:chExt cx="371699" cy="356084"/>
          </a:xfrm>
        </p:grpSpPr>
        <p:sp>
          <p:nvSpPr>
            <p:cNvPr id="5293" name="Google Shape;5293;p59"/>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9"/>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9"/>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9"/>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9"/>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9"/>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9"/>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9"/>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9"/>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9"/>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9"/>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9"/>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9"/>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6" name="Google Shape;5306;p59"/>
          <p:cNvGrpSpPr/>
          <p:nvPr/>
        </p:nvGrpSpPr>
        <p:grpSpPr>
          <a:xfrm>
            <a:off x="5758392" y="2256009"/>
            <a:ext cx="362163" cy="362163"/>
            <a:chOff x="5762467" y="2436584"/>
            <a:chExt cx="362163" cy="362163"/>
          </a:xfrm>
        </p:grpSpPr>
        <p:sp>
          <p:nvSpPr>
            <p:cNvPr id="5307" name="Google Shape;5307;p59"/>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9"/>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9"/>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9"/>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9"/>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9"/>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9"/>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9"/>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9"/>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9"/>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9"/>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9"/>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9"/>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9"/>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9"/>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9"/>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9"/>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9"/>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9"/>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9"/>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9"/>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2" name="Google Shape;5332;p59"/>
          <p:cNvGrpSpPr/>
          <p:nvPr/>
        </p:nvGrpSpPr>
        <p:grpSpPr>
          <a:xfrm>
            <a:off x="5319646" y="2256454"/>
            <a:ext cx="362922" cy="361219"/>
            <a:chOff x="5323721" y="2437029"/>
            <a:chExt cx="362922" cy="361219"/>
          </a:xfrm>
        </p:grpSpPr>
        <p:sp>
          <p:nvSpPr>
            <p:cNvPr id="5333" name="Google Shape;5333;p59"/>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9"/>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9"/>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9"/>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9"/>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9"/>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9"/>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9"/>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9"/>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9"/>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9"/>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9"/>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9"/>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9"/>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9"/>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9"/>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9"/>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0" name="Google Shape;5350;p59"/>
          <p:cNvGrpSpPr/>
          <p:nvPr/>
        </p:nvGrpSpPr>
        <p:grpSpPr>
          <a:xfrm>
            <a:off x="4871862" y="2288156"/>
            <a:ext cx="407122" cy="315448"/>
            <a:chOff x="4875937" y="2468731"/>
            <a:chExt cx="407122" cy="315448"/>
          </a:xfrm>
        </p:grpSpPr>
        <p:sp>
          <p:nvSpPr>
            <p:cNvPr id="5351" name="Google Shape;5351;p59"/>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9"/>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9"/>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9"/>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9"/>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9"/>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9"/>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9"/>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9"/>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9"/>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9"/>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9"/>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9"/>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9"/>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9"/>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9"/>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9"/>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9"/>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9"/>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0" name="Google Shape;5370;p59"/>
          <p:cNvGrpSpPr/>
          <p:nvPr/>
        </p:nvGrpSpPr>
        <p:grpSpPr>
          <a:xfrm>
            <a:off x="4889207" y="3624199"/>
            <a:ext cx="242114" cy="362163"/>
            <a:chOff x="4893282" y="3804774"/>
            <a:chExt cx="242114" cy="362163"/>
          </a:xfrm>
        </p:grpSpPr>
        <p:sp>
          <p:nvSpPr>
            <p:cNvPr id="5371" name="Google Shape;5371;p59"/>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9"/>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9"/>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9"/>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9"/>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9"/>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9"/>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9"/>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9"/>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9"/>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9"/>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9"/>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9"/>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9"/>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9"/>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9"/>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9"/>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9"/>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9"/>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9"/>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9"/>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9"/>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9"/>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9"/>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9"/>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9"/>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59"/>
          <p:cNvGrpSpPr/>
          <p:nvPr/>
        </p:nvGrpSpPr>
        <p:grpSpPr>
          <a:xfrm>
            <a:off x="6244087" y="3624199"/>
            <a:ext cx="231058" cy="362425"/>
            <a:chOff x="6248162" y="3804774"/>
            <a:chExt cx="231058" cy="362425"/>
          </a:xfrm>
        </p:grpSpPr>
        <p:sp>
          <p:nvSpPr>
            <p:cNvPr id="5398" name="Google Shape;5398;p59"/>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9"/>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9"/>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9"/>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2" name="Google Shape;5402;p59"/>
          <p:cNvGrpSpPr/>
          <p:nvPr/>
        </p:nvGrpSpPr>
        <p:grpSpPr>
          <a:xfrm>
            <a:off x="5342493" y="3624199"/>
            <a:ext cx="233337" cy="362163"/>
            <a:chOff x="5346568" y="3804774"/>
            <a:chExt cx="233337" cy="362163"/>
          </a:xfrm>
        </p:grpSpPr>
        <p:sp>
          <p:nvSpPr>
            <p:cNvPr id="5403" name="Google Shape;5403;p59"/>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9"/>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9"/>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9"/>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9"/>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9"/>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9"/>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9"/>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9"/>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9"/>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9"/>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9"/>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9"/>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9"/>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9"/>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9"/>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9"/>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9"/>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9"/>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59"/>
          <p:cNvGrpSpPr/>
          <p:nvPr/>
        </p:nvGrpSpPr>
        <p:grpSpPr>
          <a:xfrm>
            <a:off x="6700910" y="3624566"/>
            <a:ext cx="209967" cy="361639"/>
            <a:chOff x="6704985" y="3805141"/>
            <a:chExt cx="209967" cy="361639"/>
          </a:xfrm>
        </p:grpSpPr>
        <p:sp>
          <p:nvSpPr>
            <p:cNvPr id="5423" name="Google Shape;5423;p59"/>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9"/>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9"/>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9"/>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9"/>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9"/>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9"/>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9"/>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9"/>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9"/>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9"/>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9"/>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5" name="Google Shape;5435;p59"/>
          <p:cNvGrpSpPr/>
          <p:nvPr/>
        </p:nvGrpSpPr>
        <p:grpSpPr>
          <a:xfrm>
            <a:off x="7509809" y="2267694"/>
            <a:ext cx="363184" cy="338792"/>
            <a:chOff x="7513884" y="2448269"/>
            <a:chExt cx="363184" cy="338792"/>
          </a:xfrm>
        </p:grpSpPr>
        <p:sp>
          <p:nvSpPr>
            <p:cNvPr id="5436" name="Google Shape;5436;p59"/>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9"/>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9"/>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9"/>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9"/>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9"/>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59"/>
          <p:cNvGrpSpPr/>
          <p:nvPr/>
        </p:nvGrpSpPr>
        <p:grpSpPr>
          <a:xfrm>
            <a:off x="5773692" y="3624251"/>
            <a:ext cx="258699" cy="362136"/>
            <a:chOff x="5777767" y="3804826"/>
            <a:chExt cx="258699" cy="362136"/>
          </a:xfrm>
        </p:grpSpPr>
        <p:sp>
          <p:nvSpPr>
            <p:cNvPr id="5443" name="Google Shape;5443;p59"/>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9"/>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9"/>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6" name="Google Shape;5446;p59"/>
          <p:cNvGrpSpPr/>
          <p:nvPr/>
        </p:nvGrpSpPr>
        <p:grpSpPr>
          <a:xfrm>
            <a:off x="7949026" y="2256009"/>
            <a:ext cx="361691" cy="362163"/>
            <a:chOff x="7953101" y="2436584"/>
            <a:chExt cx="361691" cy="362163"/>
          </a:xfrm>
        </p:grpSpPr>
        <p:sp>
          <p:nvSpPr>
            <p:cNvPr id="5447" name="Google Shape;5447;p59"/>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9"/>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9"/>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9"/>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9"/>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9"/>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9"/>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9"/>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9"/>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6" name="Google Shape;5456;p59"/>
          <p:cNvGrpSpPr/>
          <p:nvPr/>
        </p:nvGrpSpPr>
        <p:grpSpPr>
          <a:xfrm>
            <a:off x="4855278" y="3174555"/>
            <a:ext cx="373481" cy="362267"/>
            <a:chOff x="4859353" y="3355130"/>
            <a:chExt cx="373481" cy="362267"/>
          </a:xfrm>
        </p:grpSpPr>
        <p:sp>
          <p:nvSpPr>
            <p:cNvPr id="5457" name="Google Shape;5457;p59"/>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9"/>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9"/>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9"/>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9"/>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9"/>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9"/>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9"/>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9"/>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9"/>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9"/>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9"/>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9"/>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9"/>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59"/>
          <p:cNvGrpSpPr/>
          <p:nvPr/>
        </p:nvGrpSpPr>
        <p:grpSpPr>
          <a:xfrm>
            <a:off x="6633603" y="1320407"/>
            <a:ext cx="378721" cy="362005"/>
            <a:chOff x="6637678" y="1500982"/>
            <a:chExt cx="378721" cy="362005"/>
          </a:xfrm>
        </p:grpSpPr>
        <p:sp>
          <p:nvSpPr>
            <p:cNvPr id="5472" name="Google Shape;5472;p59"/>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9"/>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9"/>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9"/>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9"/>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9"/>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9"/>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9"/>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9"/>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9"/>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9"/>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9"/>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9"/>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9"/>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9"/>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9"/>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8" name="Google Shape;5488;p59"/>
          <p:cNvGrpSpPr/>
          <p:nvPr/>
        </p:nvGrpSpPr>
        <p:grpSpPr>
          <a:xfrm>
            <a:off x="5823918" y="3174921"/>
            <a:ext cx="223041" cy="362163"/>
            <a:chOff x="5827993" y="3355496"/>
            <a:chExt cx="223041" cy="362163"/>
          </a:xfrm>
        </p:grpSpPr>
        <p:sp>
          <p:nvSpPr>
            <p:cNvPr id="5489" name="Google Shape;5489;p59"/>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9"/>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9"/>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9"/>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9"/>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9"/>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9"/>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9"/>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9"/>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9"/>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9"/>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9"/>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9"/>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4" name="Google Shape;5504;p59"/>
          <p:cNvGrpSpPr/>
          <p:nvPr/>
        </p:nvGrpSpPr>
        <p:grpSpPr>
          <a:xfrm>
            <a:off x="7524638" y="1320066"/>
            <a:ext cx="370520" cy="361586"/>
            <a:chOff x="7528713" y="1500641"/>
            <a:chExt cx="370520" cy="361586"/>
          </a:xfrm>
        </p:grpSpPr>
        <p:sp>
          <p:nvSpPr>
            <p:cNvPr id="5505" name="Google Shape;5505;p59"/>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9"/>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9"/>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9"/>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9"/>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 name="Google Shape;5512;p59"/>
          <p:cNvGrpSpPr/>
          <p:nvPr/>
        </p:nvGrpSpPr>
        <p:grpSpPr>
          <a:xfrm>
            <a:off x="5313123" y="3174921"/>
            <a:ext cx="367429" cy="362163"/>
            <a:chOff x="5317198" y="3355496"/>
            <a:chExt cx="367429" cy="362163"/>
          </a:xfrm>
        </p:grpSpPr>
        <p:sp>
          <p:nvSpPr>
            <p:cNvPr id="5513" name="Google Shape;5513;p59"/>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9"/>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9"/>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9"/>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9"/>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9"/>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9"/>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9"/>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9"/>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9"/>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9"/>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9"/>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9"/>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9"/>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9"/>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9"/>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9" name="Google Shape;5529;p59"/>
          <p:cNvGrpSpPr/>
          <p:nvPr/>
        </p:nvGrpSpPr>
        <p:grpSpPr>
          <a:xfrm>
            <a:off x="5298896" y="1319988"/>
            <a:ext cx="383175" cy="362241"/>
            <a:chOff x="5302971" y="1500563"/>
            <a:chExt cx="383175" cy="362241"/>
          </a:xfrm>
        </p:grpSpPr>
        <p:sp>
          <p:nvSpPr>
            <p:cNvPr id="5530" name="Google Shape;5530;p59"/>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9"/>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2" name="Google Shape;5532;p59"/>
          <p:cNvGrpSpPr/>
          <p:nvPr/>
        </p:nvGrpSpPr>
        <p:grpSpPr>
          <a:xfrm>
            <a:off x="6198630" y="1344878"/>
            <a:ext cx="364180" cy="312461"/>
            <a:chOff x="6202705" y="1525453"/>
            <a:chExt cx="364180" cy="312461"/>
          </a:xfrm>
        </p:grpSpPr>
        <p:sp>
          <p:nvSpPr>
            <p:cNvPr id="5533" name="Google Shape;5533;p59"/>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9"/>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9"/>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9"/>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9"/>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9"/>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9"/>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0" name="Google Shape;5540;p59"/>
          <p:cNvGrpSpPr/>
          <p:nvPr/>
        </p:nvGrpSpPr>
        <p:grpSpPr>
          <a:xfrm>
            <a:off x="7083142" y="1323027"/>
            <a:ext cx="362398" cy="356163"/>
            <a:chOff x="7087217" y="1503602"/>
            <a:chExt cx="362398" cy="356163"/>
          </a:xfrm>
        </p:grpSpPr>
        <p:sp>
          <p:nvSpPr>
            <p:cNvPr id="5541" name="Google Shape;5541;p59"/>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9"/>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9"/>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9"/>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9"/>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9"/>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9"/>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9"/>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9"/>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9"/>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9"/>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9"/>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9"/>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9"/>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9"/>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9"/>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9"/>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9"/>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9"/>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9"/>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9"/>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2" name="Google Shape;5562;p59"/>
          <p:cNvGrpSpPr/>
          <p:nvPr/>
        </p:nvGrpSpPr>
        <p:grpSpPr>
          <a:xfrm>
            <a:off x="7964877" y="1320302"/>
            <a:ext cx="378747" cy="361455"/>
            <a:chOff x="7968952" y="1500877"/>
            <a:chExt cx="378747" cy="361455"/>
          </a:xfrm>
        </p:grpSpPr>
        <p:sp>
          <p:nvSpPr>
            <p:cNvPr id="5563" name="Google Shape;5563;p59"/>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9"/>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9"/>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9"/>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9"/>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9"/>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9"/>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9"/>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9"/>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9"/>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9"/>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9"/>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9"/>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9"/>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9"/>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8" name="Google Shape;5578;p59"/>
          <p:cNvGrpSpPr/>
          <p:nvPr/>
        </p:nvGrpSpPr>
        <p:grpSpPr>
          <a:xfrm>
            <a:off x="5757370" y="1361148"/>
            <a:ext cx="362163" cy="279737"/>
            <a:chOff x="5761445" y="1541723"/>
            <a:chExt cx="362163" cy="279737"/>
          </a:xfrm>
        </p:grpSpPr>
        <p:sp>
          <p:nvSpPr>
            <p:cNvPr id="5579" name="Google Shape;5579;p59"/>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9"/>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9"/>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9"/>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9"/>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9"/>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59"/>
          <p:cNvGrpSpPr/>
          <p:nvPr/>
        </p:nvGrpSpPr>
        <p:grpSpPr>
          <a:xfrm>
            <a:off x="6200883" y="3175000"/>
            <a:ext cx="358390" cy="362320"/>
            <a:chOff x="6204958" y="3355575"/>
            <a:chExt cx="358390" cy="362320"/>
          </a:xfrm>
        </p:grpSpPr>
        <p:sp>
          <p:nvSpPr>
            <p:cNvPr id="5586" name="Google Shape;5586;p59"/>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9"/>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9"/>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9"/>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9"/>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9"/>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9"/>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9"/>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9"/>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9"/>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9"/>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9"/>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9"/>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9"/>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9"/>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9"/>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2" name="Google Shape;5602;p59"/>
          <p:cNvGrpSpPr/>
          <p:nvPr/>
        </p:nvGrpSpPr>
        <p:grpSpPr>
          <a:xfrm>
            <a:off x="4935895" y="1319280"/>
            <a:ext cx="242979" cy="362660"/>
            <a:chOff x="4939970" y="1499855"/>
            <a:chExt cx="242979" cy="362660"/>
          </a:xfrm>
        </p:grpSpPr>
        <p:sp>
          <p:nvSpPr>
            <p:cNvPr id="5603" name="Google Shape;5603;p59"/>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9"/>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9"/>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9"/>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9"/>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9"/>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9" name="Google Shape;5609;p59"/>
          <p:cNvGrpSpPr/>
          <p:nvPr/>
        </p:nvGrpSpPr>
        <p:grpSpPr>
          <a:xfrm>
            <a:off x="8019373" y="3174921"/>
            <a:ext cx="284322" cy="362163"/>
            <a:chOff x="8023448" y="3355496"/>
            <a:chExt cx="284322" cy="362163"/>
          </a:xfrm>
        </p:grpSpPr>
        <p:sp>
          <p:nvSpPr>
            <p:cNvPr id="5610" name="Google Shape;5610;p59"/>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9"/>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9"/>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9"/>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9"/>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9"/>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9"/>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9"/>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9"/>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59"/>
          <p:cNvGrpSpPr/>
          <p:nvPr/>
        </p:nvGrpSpPr>
        <p:grpSpPr>
          <a:xfrm>
            <a:off x="6640126" y="3174921"/>
            <a:ext cx="366695" cy="361979"/>
            <a:chOff x="6644201" y="3355496"/>
            <a:chExt cx="366695" cy="361979"/>
          </a:xfrm>
        </p:grpSpPr>
        <p:sp>
          <p:nvSpPr>
            <p:cNvPr id="5620" name="Google Shape;5620;p59"/>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9"/>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9"/>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9"/>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9"/>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9"/>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9"/>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9"/>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9"/>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9"/>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9"/>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9"/>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9"/>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9"/>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9"/>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9"/>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9"/>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9"/>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9"/>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9"/>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9"/>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9"/>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59"/>
          <p:cNvGrpSpPr/>
          <p:nvPr/>
        </p:nvGrpSpPr>
        <p:grpSpPr>
          <a:xfrm>
            <a:off x="7951070" y="1838617"/>
            <a:ext cx="365176" cy="271013"/>
            <a:chOff x="7955145" y="2019192"/>
            <a:chExt cx="365176" cy="271013"/>
          </a:xfrm>
        </p:grpSpPr>
        <p:sp>
          <p:nvSpPr>
            <p:cNvPr id="5643" name="Google Shape;5643;p59"/>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9"/>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9"/>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9"/>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9"/>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9"/>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9" name="Google Shape;5649;p59"/>
          <p:cNvGrpSpPr/>
          <p:nvPr/>
        </p:nvGrpSpPr>
        <p:grpSpPr>
          <a:xfrm>
            <a:off x="7514080" y="1828896"/>
            <a:ext cx="361927" cy="290270"/>
            <a:chOff x="7518155" y="2009471"/>
            <a:chExt cx="361927" cy="290270"/>
          </a:xfrm>
        </p:grpSpPr>
        <p:sp>
          <p:nvSpPr>
            <p:cNvPr id="5650" name="Google Shape;5650;p59"/>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9"/>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9"/>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9"/>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9"/>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9"/>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9"/>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9"/>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9"/>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9"/>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9"/>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9"/>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9"/>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3" name="Google Shape;5663;p59"/>
          <p:cNvGrpSpPr/>
          <p:nvPr/>
        </p:nvGrpSpPr>
        <p:grpSpPr>
          <a:xfrm>
            <a:off x="7075597" y="1810478"/>
            <a:ext cx="362163" cy="327264"/>
            <a:chOff x="7079672" y="1991053"/>
            <a:chExt cx="362163" cy="327264"/>
          </a:xfrm>
        </p:grpSpPr>
        <p:sp>
          <p:nvSpPr>
            <p:cNvPr id="5664" name="Google Shape;5664;p59"/>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9"/>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9"/>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9"/>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9"/>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9"/>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9"/>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9"/>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9"/>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9"/>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9"/>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9"/>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9"/>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9"/>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9"/>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9"/>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0" name="Google Shape;5680;p59"/>
          <p:cNvGrpSpPr/>
          <p:nvPr/>
        </p:nvGrpSpPr>
        <p:grpSpPr>
          <a:xfrm>
            <a:off x="6637113" y="1854939"/>
            <a:ext cx="361901" cy="238132"/>
            <a:chOff x="6641188" y="2035514"/>
            <a:chExt cx="361901" cy="238132"/>
          </a:xfrm>
        </p:grpSpPr>
        <p:sp>
          <p:nvSpPr>
            <p:cNvPr id="5681" name="Google Shape;5681;p59"/>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9"/>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9"/>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9"/>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9"/>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9"/>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9"/>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9"/>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9"/>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9"/>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9"/>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9"/>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9"/>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9"/>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9"/>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9"/>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9"/>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9"/>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9"/>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0" name="Google Shape;5700;p59"/>
          <p:cNvGrpSpPr/>
          <p:nvPr/>
        </p:nvGrpSpPr>
        <p:grpSpPr>
          <a:xfrm>
            <a:off x="6198368" y="1806102"/>
            <a:ext cx="362425" cy="335884"/>
            <a:chOff x="6202443" y="1986677"/>
            <a:chExt cx="362425" cy="335884"/>
          </a:xfrm>
        </p:grpSpPr>
        <p:sp>
          <p:nvSpPr>
            <p:cNvPr id="5701" name="Google Shape;5701;p59"/>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9"/>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9"/>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9"/>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9"/>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9"/>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9"/>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9"/>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9"/>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9"/>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9"/>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9"/>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9"/>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9"/>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9"/>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9"/>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9"/>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9"/>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9"/>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9"/>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1" name="Google Shape;5721;p59"/>
          <p:cNvGrpSpPr/>
          <p:nvPr/>
        </p:nvGrpSpPr>
        <p:grpSpPr>
          <a:xfrm>
            <a:off x="5760147" y="1836023"/>
            <a:ext cx="374293" cy="276069"/>
            <a:chOff x="5764222" y="2016598"/>
            <a:chExt cx="374293" cy="276069"/>
          </a:xfrm>
        </p:grpSpPr>
        <p:sp>
          <p:nvSpPr>
            <p:cNvPr id="5722" name="Google Shape;5722;p59"/>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9"/>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9"/>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9"/>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9"/>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9"/>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9"/>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9"/>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9"/>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9"/>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9"/>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3" name="Google Shape;5733;p59"/>
          <p:cNvGrpSpPr/>
          <p:nvPr/>
        </p:nvGrpSpPr>
        <p:grpSpPr>
          <a:xfrm>
            <a:off x="5321402" y="1835866"/>
            <a:ext cx="361927" cy="276515"/>
            <a:chOff x="5325477" y="2016441"/>
            <a:chExt cx="361927" cy="276515"/>
          </a:xfrm>
        </p:grpSpPr>
        <p:sp>
          <p:nvSpPr>
            <p:cNvPr id="5734" name="Google Shape;5734;p59"/>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9"/>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9"/>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9"/>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9"/>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9"/>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9"/>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9"/>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9"/>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9"/>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9"/>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9"/>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9"/>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9"/>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9"/>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9"/>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9"/>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9"/>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9"/>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9"/>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59"/>
          <p:cNvGrpSpPr/>
          <p:nvPr/>
        </p:nvGrpSpPr>
        <p:grpSpPr>
          <a:xfrm>
            <a:off x="4866596" y="1836625"/>
            <a:ext cx="364180" cy="274812"/>
            <a:chOff x="4870671" y="2017200"/>
            <a:chExt cx="364180" cy="274812"/>
          </a:xfrm>
        </p:grpSpPr>
        <p:sp>
          <p:nvSpPr>
            <p:cNvPr id="5755" name="Google Shape;5755;p59"/>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9"/>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9"/>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9"/>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9"/>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9"/>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9"/>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9"/>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9"/>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9"/>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9"/>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9"/>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9"/>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8" name="Google Shape;5768;p59"/>
          <p:cNvGrpSpPr/>
          <p:nvPr/>
        </p:nvGrpSpPr>
        <p:grpSpPr>
          <a:xfrm>
            <a:off x="7140651" y="3174921"/>
            <a:ext cx="260690" cy="362032"/>
            <a:chOff x="7144726" y="3355496"/>
            <a:chExt cx="260690" cy="362032"/>
          </a:xfrm>
        </p:grpSpPr>
        <p:sp>
          <p:nvSpPr>
            <p:cNvPr id="5769" name="Google Shape;5769;p59"/>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9"/>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9"/>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9"/>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9"/>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9"/>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59"/>
          <p:cNvGrpSpPr/>
          <p:nvPr/>
        </p:nvGrpSpPr>
        <p:grpSpPr>
          <a:xfrm>
            <a:off x="6701644" y="4097476"/>
            <a:ext cx="261712" cy="361770"/>
            <a:chOff x="6705719" y="4278051"/>
            <a:chExt cx="261712" cy="361770"/>
          </a:xfrm>
        </p:grpSpPr>
        <p:sp>
          <p:nvSpPr>
            <p:cNvPr id="5776" name="Google Shape;5776;p59"/>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9"/>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9"/>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9"/>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9"/>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9"/>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9"/>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9"/>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9"/>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9"/>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9"/>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9"/>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9"/>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9"/>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9"/>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1" name="Google Shape;5791;p59"/>
          <p:cNvGrpSpPr/>
          <p:nvPr/>
        </p:nvGrpSpPr>
        <p:grpSpPr>
          <a:xfrm>
            <a:off x="5746575" y="2711077"/>
            <a:ext cx="320216" cy="361403"/>
            <a:chOff x="5750650" y="2891652"/>
            <a:chExt cx="320216" cy="361403"/>
          </a:xfrm>
        </p:grpSpPr>
        <p:sp>
          <p:nvSpPr>
            <p:cNvPr id="5792" name="Google Shape;5792;p59"/>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9"/>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9"/>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9"/>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9"/>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9"/>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9"/>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9"/>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9"/>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9"/>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9"/>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9"/>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9"/>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9"/>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9"/>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59"/>
          <p:cNvGrpSpPr/>
          <p:nvPr/>
        </p:nvGrpSpPr>
        <p:grpSpPr>
          <a:xfrm>
            <a:off x="6653934" y="2710815"/>
            <a:ext cx="315972" cy="361927"/>
            <a:chOff x="6658009" y="2891390"/>
            <a:chExt cx="315972" cy="361927"/>
          </a:xfrm>
        </p:grpSpPr>
        <p:sp>
          <p:nvSpPr>
            <p:cNvPr id="5808" name="Google Shape;5808;p59"/>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9"/>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9"/>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9"/>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9"/>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9"/>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9"/>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5" name="Google Shape;5815;p59"/>
          <p:cNvGrpSpPr/>
          <p:nvPr/>
        </p:nvGrpSpPr>
        <p:grpSpPr>
          <a:xfrm>
            <a:off x="6199390" y="2710631"/>
            <a:ext cx="320478" cy="362110"/>
            <a:chOff x="6203465" y="2891206"/>
            <a:chExt cx="320478" cy="362110"/>
          </a:xfrm>
        </p:grpSpPr>
        <p:sp>
          <p:nvSpPr>
            <p:cNvPr id="5816" name="Google Shape;5816;p59"/>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9"/>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9"/>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9"/>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9"/>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1" name="Google Shape;5821;p59"/>
          <p:cNvGrpSpPr/>
          <p:nvPr/>
        </p:nvGrpSpPr>
        <p:grpSpPr>
          <a:xfrm>
            <a:off x="7563205" y="2710684"/>
            <a:ext cx="307116" cy="362294"/>
            <a:chOff x="7567280" y="2891259"/>
            <a:chExt cx="307116" cy="362294"/>
          </a:xfrm>
        </p:grpSpPr>
        <p:sp>
          <p:nvSpPr>
            <p:cNvPr id="5822" name="Google Shape;5822;p59"/>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9"/>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9"/>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9"/>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9"/>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9"/>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9"/>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9"/>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9"/>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9"/>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9"/>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9"/>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4" name="Google Shape;5834;p59"/>
          <p:cNvGrpSpPr/>
          <p:nvPr/>
        </p:nvGrpSpPr>
        <p:grpSpPr>
          <a:xfrm>
            <a:off x="7108504" y="2710946"/>
            <a:ext cx="338556" cy="361534"/>
            <a:chOff x="7112579" y="2891521"/>
            <a:chExt cx="338556" cy="361534"/>
          </a:xfrm>
        </p:grpSpPr>
        <p:sp>
          <p:nvSpPr>
            <p:cNvPr id="5835" name="Google Shape;5835;p59"/>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9"/>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59"/>
          <p:cNvGrpSpPr/>
          <p:nvPr/>
        </p:nvGrpSpPr>
        <p:grpSpPr>
          <a:xfrm>
            <a:off x="7151184" y="3624461"/>
            <a:ext cx="207478" cy="361272"/>
            <a:chOff x="7155259" y="3805036"/>
            <a:chExt cx="207478" cy="361272"/>
          </a:xfrm>
        </p:grpSpPr>
        <p:sp>
          <p:nvSpPr>
            <p:cNvPr id="5838" name="Google Shape;5838;p59"/>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9"/>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9"/>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9"/>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9"/>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9"/>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9"/>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9"/>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9"/>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9"/>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9"/>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9"/>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0" name="Google Shape;5850;p59"/>
          <p:cNvGrpSpPr/>
          <p:nvPr/>
        </p:nvGrpSpPr>
        <p:grpSpPr>
          <a:xfrm>
            <a:off x="4911293" y="2710815"/>
            <a:ext cx="182850" cy="361927"/>
            <a:chOff x="4915368" y="2891390"/>
            <a:chExt cx="182850" cy="361927"/>
          </a:xfrm>
        </p:grpSpPr>
        <p:sp>
          <p:nvSpPr>
            <p:cNvPr id="5851" name="Google Shape;5851;p59"/>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9"/>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9"/>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9"/>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9"/>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9"/>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9"/>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9"/>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9"/>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9"/>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9"/>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2" name="Google Shape;5862;p59"/>
          <p:cNvGrpSpPr/>
          <p:nvPr/>
        </p:nvGrpSpPr>
        <p:grpSpPr>
          <a:xfrm>
            <a:off x="8024639" y="2711077"/>
            <a:ext cx="289589" cy="361403"/>
            <a:chOff x="8028714" y="2891652"/>
            <a:chExt cx="289589" cy="361403"/>
          </a:xfrm>
        </p:grpSpPr>
        <p:sp>
          <p:nvSpPr>
            <p:cNvPr id="5863" name="Google Shape;5863;p59"/>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9"/>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9"/>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9"/>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9"/>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9"/>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9"/>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9"/>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9"/>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9"/>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9"/>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9"/>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9"/>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9"/>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9"/>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9"/>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9"/>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9"/>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9"/>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9"/>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3" name="Google Shape;5883;p59"/>
          <p:cNvGrpSpPr/>
          <p:nvPr/>
        </p:nvGrpSpPr>
        <p:grpSpPr>
          <a:xfrm>
            <a:off x="7547747" y="3624199"/>
            <a:ext cx="293335" cy="361927"/>
            <a:chOff x="7551822" y="3804774"/>
            <a:chExt cx="293335" cy="361927"/>
          </a:xfrm>
        </p:grpSpPr>
        <p:sp>
          <p:nvSpPr>
            <p:cNvPr id="5884" name="Google Shape;5884;p59"/>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9"/>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9"/>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9"/>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9"/>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9"/>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9"/>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9"/>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9"/>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9"/>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9"/>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5" name="Google Shape;5895;p59"/>
          <p:cNvGrpSpPr/>
          <p:nvPr/>
        </p:nvGrpSpPr>
        <p:grpSpPr>
          <a:xfrm>
            <a:off x="6259650" y="4097083"/>
            <a:ext cx="210491" cy="362163"/>
            <a:chOff x="6263725" y="4277658"/>
            <a:chExt cx="210491" cy="362163"/>
          </a:xfrm>
        </p:grpSpPr>
        <p:sp>
          <p:nvSpPr>
            <p:cNvPr id="5896" name="Google Shape;5896;p59"/>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9"/>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9"/>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9"/>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9"/>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9"/>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9"/>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9"/>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9"/>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9"/>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9"/>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9"/>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9"/>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9"/>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9"/>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1" name="Google Shape;5911;p59"/>
          <p:cNvGrpSpPr/>
          <p:nvPr/>
        </p:nvGrpSpPr>
        <p:grpSpPr>
          <a:xfrm>
            <a:off x="7983715" y="3624120"/>
            <a:ext cx="336303" cy="362005"/>
            <a:chOff x="7987790" y="3804695"/>
            <a:chExt cx="336303" cy="362005"/>
          </a:xfrm>
        </p:grpSpPr>
        <p:sp>
          <p:nvSpPr>
            <p:cNvPr id="5912" name="Google Shape;5912;p59"/>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9"/>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9"/>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9"/>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9"/>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9"/>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9"/>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9"/>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9"/>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9"/>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2" name="Google Shape;5922;p59"/>
          <p:cNvGrpSpPr/>
          <p:nvPr/>
        </p:nvGrpSpPr>
        <p:grpSpPr>
          <a:xfrm>
            <a:off x="5269369" y="2710710"/>
            <a:ext cx="371123" cy="362267"/>
            <a:chOff x="5273444" y="2891285"/>
            <a:chExt cx="371123" cy="362267"/>
          </a:xfrm>
        </p:grpSpPr>
        <p:sp>
          <p:nvSpPr>
            <p:cNvPr id="5923" name="Google Shape;5923;p59"/>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9"/>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9"/>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9"/>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9"/>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9"/>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9"/>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9"/>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9"/>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9"/>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9"/>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9"/>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9"/>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9"/>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7" name="Google Shape;5937;p59"/>
          <p:cNvGrpSpPr/>
          <p:nvPr/>
        </p:nvGrpSpPr>
        <p:grpSpPr>
          <a:xfrm>
            <a:off x="7626322" y="3177824"/>
            <a:ext cx="214759" cy="357030"/>
            <a:chOff x="2235125" y="238075"/>
            <a:chExt cx="3144350" cy="5227375"/>
          </a:xfrm>
        </p:grpSpPr>
        <p:sp>
          <p:nvSpPr>
            <p:cNvPr id="5938" name="Google Shape;5938;p59"/>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9"/>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9"/>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9"/>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9"/>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9"/>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9"/>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9"/>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9"/>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7" name="Google Shape;5947;p59"/>
          <p:cNvGrpSpPr/>
          <p:nvPr/>
        </p:nvGrpSpPr>
        <p:grpSpPr>
          <a:xfrm>
            <a:off x="2818791" y="4097368"/>
            <a:ext cx="342496" cy="351944"/>
            <a:chOff x="2810729" y="4267107"/>
            <a:chExt cx="342496" cy="351944"/>
          </a:xfrm>
        </p:grpSpPr>
        <p:sp>
          <p:nvSpPr>
            <p:cNvPr id="5948" name="Google Shape;5948;p59"/>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9"/>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9"/>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9"/>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9"/>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9"/>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9"/>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9"/>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9"/>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9"/>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9"/>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9"/>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9"/>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9"/>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9"/>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9"/>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9"/>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9"/>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9"/>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9"/>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9"/>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9"/>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9"/>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9"/>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9"/>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9"/>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9"/>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9"/>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9"/>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9"/>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8" name="Google Shape;5978;p59"/>
          <p:cNvGrpSpPr/>
          <p:nvPr/>
        </p:nvGrpSpPr>
        <p:grpSpPr>
          <a:xfrm>
            <a:off x="1787231" y="3635885"/>
            <a:ext cx="282381" cy="343454"/>
            <a:chOff x="1779168" y="3805625"/>
            <a:chExt cx="282381" cy="343454"/>
          </a:xfrm>
        </p:grpSpPr>
        <p:sp>
          <p:nvSpPr>
            <p:cNvPr id="5979" name="Google Shape;5979;p59"/>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9"/>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9"/>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9"/>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9"/>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9"/>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9"/>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9"/>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9"/>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9"/>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9"/>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9"/>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9"/>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9"/>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9"/>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9"/>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9"/>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9"/>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9"/>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9"/>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9"/>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9"/>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9"/>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9"/>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9"/>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9"/>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9"/>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9"/>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7" name="Google Shape;6007;p59"/>
          <p:cNvGrpSpPr/>
          <p:nvPr/>
        </p:nvGrpSpPr>
        <p:grpSpPr>
          <a:xfrm>
            <a:off x="2601585" y="2237289"/>
            <a:ext cx="391606" cy="364535"/>
            <a:chOff x="2593522" y="2407029"/>
            <a:chExt cx="391606" cy="364535"/>
          </a:xfrm>
        </p:grpSpPr>
        <p:sp>
          <p:nvSpPr>
            <p:cNvPr id="6008" name="Google Shape;6008;p59"/>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9"/>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9"/>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9"/>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9"/>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9"/>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9"/>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9"/>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9"/>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9"/>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9"/>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9"/>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9"/>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9"/>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9"/>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9"/>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9"/>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9"/>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9"/>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9"/>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9"/>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9"/>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9"/>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9"/>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9"/>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9"/>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9"/>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9"/>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9"/>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9"/>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9"/>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9"/>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9"/>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9"/>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9"/>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9"/>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9"/>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9"/>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9"/>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7" name="Google Shape;6047;p59"/>
          <p:cNvGrpSpPr/>
          <p:nvPr/>
        </p:nvGrpSpPr>
        <p:grpSpPr>
          <a:xfrm>
            <a:off x="3963109" y="2262503"/>
            <a:ext cx="322912" cy="334396"/>
            <a:chOff x="3955047" y="2432242"/>
            <a:chExt cx="322912" cy="334396"/>
          </a:xfrm>
        </p:grpSpPr>
        <p:sp>
          <p:nvSpPr>
            <p:cNvPr id="6048" name="Google Shape;6048;p59"/>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9"/>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9"/>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1" name="Google Shape;6051;p59"/>
          <p:cNvGrpSpPr/>
          <p:nvPr/>
        </p:nvGrpSpPr>
        <p:grpSpPr>
          <a:xfrm>
            <a:off x="1810528" y="1793115"/>
            <a:ext cx="265373" cy="351944"/>
            <a:chOff x="1802465" y="1962854"/>
            <a:chExt cx="265373" cy="351944"/>
          </a:xfrm>
        </p:grpSpPr>
        <p:sp>
          <p:nvSpPr>
            <p:cNvPr id="6052" name="Google Shape;6052;p59"/>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9"/>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9"/>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9"/>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9"/>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9"/>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9"/>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9" name="Google Shape;6059;p59"/>
          <p:cNvGrpSpPr/>
          <p:nvPr/>
        </p:nvGrpSpPr>
        <p:grpSpPr>
          <a:xfrm>
            <a:off x="3520133" y="1786482"/>
            <a:ext cx="373983" cy="363622"/>
            <a:chOff x="3512070" y="1956222"/>
            <a:chExt cx="373983" cy="363622"/>
          </a:xfrm>
        </p:grpSpPr>
        <p:sp>
          <p:nvSpPr>
            <p:cNvPr id="6060" name="Google Shape;6060;p59"/>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9"/>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9"/>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9"/>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9"/>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9"/>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9"/>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9"/>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9"/>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9"/>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9"/>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9"/>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9"/>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9"/>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9"/>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9"/>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9"/>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7" name="Google Shape;6077;p59"/>
          <p:cNvGrpSpPr/>
          <p:nvPr/>
        </p:nvGrpSpPr>
        <p:grpSpPr>
          <a:xfrm>
            <a:off x="850746" y="2225012"/>
            <a:ext cx="345640" cy="356660"/>
            <a:chOff x="842683" y="2394751"/>
            <a:chExt cx="345640" cy="356660"/>
          </a:xfrm>
        </p:grpSpPr>
        <p:sp>
          <p:nvSpPr>
            <p:cNvPr id="6078" name="Google Shape;6078;p59"/>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9"/>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9"/>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9"/>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9"/>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9"/>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9"/>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9"/>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9"/>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9"/>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9"/>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9"/>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9"/>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9"/>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9"/>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9"/>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4" name="Google Shape;6094;p59"/>
          <p:cNvGrpSpPr/>
          <p:nvPr/>
        </p:nvGrpSpPr>
        <p:grpSpPr>
          <a:xfrm>
            <a:off x="1298678" y="2229728"/>
            <a:ext cx="336836" cy="342511"/>
            <a:chOff x="1290615" y="2399467"/>
            <a:chExt cx="336836" cy="342511"/>
          </a:xfrm>
        </p:grpSpPr>
        <p:sp>
          <p:nvSpPr>
            <p:cNvPr id="6095" name="Google Shape;6095;p59"/>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9"/>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9"/>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9"/>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9"/>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9"/>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9"/>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9"/>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9"/>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9"/>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9"/>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9"/>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9"/>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9"/>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9"/>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9"/>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9"/>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9"/>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9"/>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4" name="Google Shape;6114;p59"/>
          <p:cNvGrpSpPr/>
          <p:nvPr/>
        </p:nvGrpSpPr>
        <p:grpSpPr>
          <a:xfrm>
            <a:off x="1756372" y="2238861"/>
            <a:ext cx="308508" cy="333378"/>
            <a:chOff x="1748310" y="2408601"/>
            <a:chExt cx="308508" cy="333378"/>
          </a:xfrm>
        </p:grpSpPr>
        <p:sp>
          <p:nvSpPr>
            <p:cNvPr id="6115" name="Google Shape;6115;p59"/>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9"/>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9"/>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9"/>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9"/>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9"/>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9"/>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9"/>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59"/>
          <p:cNvGrpSpPr/>
          <p:nvPr/>
        </p:nvGrpSpPr>
        <p:grpSpPr>
          <a:xfrm>
            <a:off x="3052676" y="2248294"/>
            <a:ext cx="376184" cy="315141"/>
            <a:chOff x="3044614" y="2418033"/>
            <a:chExt cx="376184" cy="315141"/>
          </a:xfrm>
        </p:grpSpPr>
        <p:sp>
          <p:nvSpPr>
            <p:cNvPr id="6124" name="Google Shape;6124;p59"/>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9"/>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9"/>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9"/>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9"/>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9"/>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9"/>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9"/>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9"/>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3" name="Google Shape;6133;p59"/>
          <p:cNvGrpSpPr/>
          <p:nvPr/>
        </p:nvGrpSpPr>
        <p:grpSpPr>
          <a:xfrm>
            <a:off x="3951700" y="3645333"/>
            <a:ext cx="357933" cy="342676"/>
            <a:chOff x="3943638" y="3815072"/>
            <a:chExt cx="357933" cy="342676"/>
          </a:xfrm>
        </p:grpSpPr>
        <p:sp>
          <p:nvSpPr>
            <p:cNvPr id="6134" name="Google Shape;6134;p59"/>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9"/>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9"/>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9"/>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9"/>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9"/>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9"/>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9"/>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9"/>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59"/>
          <p:cNvGrpSpPr/>
          <p:nvPr/>
        </p:nvGrpSpPr>
        <p:grpSpPr>
          <a:xfrm>
            <a:off x="3516345" y="3640602"/>
            <a:ext cx="351644" cy="351959"/>
            <a:chOff x="3508282" y="3810341"/>
            <a:chExt cx="351644" cy="351959"/>
          </a:xfrm>
        </p:grpSpPr>
        <p:sp>
          <p:nvSpPr>
            <p:cNvPr id="6144" name="Google Shape;6144;p59"/>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9"/>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9"/>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9"/>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9"/>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9"/>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9"/>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9"/>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9"/>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9"/>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9"/>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9"/>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9"/>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7" name="Google Shape;6157;p59"/>
          <p:cNvGrpSpPr/>
          <p:nvPr/>
        </p:nvGrpSpPr>
        <p:grpSpPr>
          <a:xfrm>
            <a:off x="2232648" y="1793115"/>
            <a:ext cx="303163" cy="351809"/>
            <a:chOff x="2224585" y="1962854"/>
            <a:chExt cx="303163" cy="351809"/>
          </a:xfrm>
        </p:grpSpPr>
        <p:sp>
          <p:nvSpPr>
            <p:cNvPr id="6158" name="Google Shape;6158;p59"/>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9"/>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9"/>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9"/>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9"/>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9"/>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9"/>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9"/>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6" name="Google Shape;6166;p59"/>
          <p:cNvGrpSpPr/>
          <p:nvPr/>
        </p:nvGrpSpPr>
        <p:grpSpPr>
          <a:xfrm>
            <a:off x="2630856" y="1821128"/>
            <a:ext cx="389090" cy="296231"/>
            <a:chOff x="2622794" y="1990868"/>
            <a:chExt cx="389090" cy="296231"/>
          </a:xfrm>
        </p:grpSpPr>
        <p:sp>
          <p:nvSpPr>
            <p:cNvPr id="6167" name="Google Shape;6167;p59"/>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9"/>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9"/>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9"/>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9"/>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9"/>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9"/>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9"/>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9"/>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6" name="Google Shape;6176;p59"/>
          <p:cNvGrpSpPr/>
          <p:nvPr/>
        </p:nvGrpSpPr>
        <p:grpSpPr>
          <a:xfrm>
            <a:off x="3985388" y="1782409"/>
            <a:ext cx="327074" cy="375241"/>
            <a:chOff x="3977326" y="1952149"/>
            <a:chExt cx="327074" cy="375241"/>
          </a:xfrm>
        </p:grpSpPr>
        <p:sp>
          <p:nvSpPr>
            <p:cNvPr id="6177" name="Google Shape;6177;p59"/>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9"/>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9"/>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9"/>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9"/>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9"/>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9"/>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9"/>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9"/>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9"/>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9"/>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9"/>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9"/>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9"/>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9"/>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9"/>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9"/>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4" name="Google Shape;6194;p59"/>
          <p:cNvGrpSpPr/>
          <p:nvPr/>
        </p:nvGrpSpPr>
        <p:grpSpPr>
          <a:xfrm>
            <a:off x="1349674" y="3170315"/>
            <a:ext cx="259399" cy="370524"/>
            <a:chOff x="1341612" y="3340055"/>
            <a:chExt cx="259399" cy="370524"/>
          </a:xfrm>
        </p:grpSpPr>
        <p:sp>
          <p:nvSpPr>
            <p:cNvPr id="6195" name="Google Shape;6195;p59"/>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9"/>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9"/>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9"/>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9"/>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9"/>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9"/>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9"/>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9"/>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9"/>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9"/>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9"/>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9"/>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9"/>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9"/>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9"/>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9"/>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9"/>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3" name="Google Shape;6213;p59"/>
          <p:cNvGrpSpPr/>
          <p:nvPr/>
        </p:nvGrpSpPr>
        <p:grpSpPr>
          <a:xfrm>
            <a:off x="2187955" y="3675233"/>
            <a:ext cx="351629" cy="282381"/>
            <a:chOff x="2179892" y="3844972"/>
            <a:chExt cx="351629" cy="282381"/>
          </a:xfrm>
        </p:grpSpPr>
        <p:sp>
          <p:nvSpPr>
            <p:cNvPr id="6214" name="Google Shape;6214;p59"/>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9"/>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9"/>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9"/>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9"/>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9"/>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9"/>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9"/>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9"/>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9"/>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9"/>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9"/>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9"/>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9"/>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9"/>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9"/>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9"/>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9"/>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9"/>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9"/>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4" name="Google Shape;6234;p59"/>
          <p:cNvGrpSpPr/>
          <p:nvPr/>
        </p:nvGrpSpPr>
        <p:grpSpPr>
          <a:xfrm>
            <a:off x="3139232" y="3647145"/>
            <a:ext cx="220051" cy="338169"/>
            <a:chOff x="3131170" y="3816884"/>
            <a:chExt cx="220051" cy="338169"/>
          </a:xfrm>
        </p:grpSpPr>
        <p:sp>
          <p:nvSpPr>
            <p:cNvPr id="6235" name="Google Shape;6235;p59"/>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9"/>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9"/>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9"/>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9"/>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9"/>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9"/>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9"/>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9"/>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4" name="Google Shape;6244;p59"/>
          <p:cNvGrpSpPr/>
          <p:nvPr/>
        </p:nvGrpSpPr>
        <p:grpSpPr>
          <a:xfrm>
            <a:off x="911564" y="3189824"/>
            <a:ext cx="247990" cy="333393"/>
            <a:chOff x="903502" y="3359564"/>
            <a:chExt cx="247990" cy="333393"/>
          </a:xfrm>
        </p:grpSpPr>
        <p:sp>
          <p:nvSpPr>
            <p:cNvPr id="6245" name="Google Shape;6245;p59"/>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9"/>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9"/>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9"/>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9"/>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9"/>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9"/>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9"/>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9"/>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9"/>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9"/>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9"/>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9"/>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9"/>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9"/>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9"/>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9"/>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9"/>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9"/>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9"/>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9"/>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9"/>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7" name="Google Shape;6267;p59"/>
          <p:cNvGrpSpPr/>
          <p:nvPr/>
        </p:nvGrpSpPr>
        <p:grpSpPr>
          <a:xfrm>
            <a:off x="2624253" y="2720721"/>
            <a:ext cx="365793" cy="361152"/>
            <a:chOff x="2616191" y="2890461"/>
            <a:chExt cx="365793" cy="361152"/>
          </a:xfrm>
        </p:grpSpPr>
        <p:sp>
          <p:nvSpPr>
            <p:cNvPr id="6268" name="Google Shape;6268;p59"/>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9"/>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9"/>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9"/>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9"/>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9"/>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9"/>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9"/>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9"/>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9" name="Google Shape;6279;p59"/>
          <p:cNvGrpSpPr/>
          <p:nvPr/>
        </p:nvGrpSpPr>
        <p:grpSpPr>
          <a:xfrm>
            <a:off x="3058022" y="1776121"/>
            <a:ext cx="402940" cy="388536"/>
            <a:chOff x="3049959" y="1945861"/>
            <a:chExt cx="402940" cy="388536"/>
          </a:xfrm>
        </p:grpSpPr>
        <p:sp>
          <p:nvSpPr>
            <p:cNvPr id="6280" name="Google Shape;6280;p59"/>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9"/>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9"/>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9"/>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9"/>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9"/>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6" name="Google Shape;6286;p59"/>
          <p:cNvGrpSpPr/>
          <p:nvPr/>
        </p:nvGrpSpPr>
        <p:grpSpPr>
          <a:xfrm>
            <a:off x="2491088" y="4098940"/>
            <a:ext cx="202428" cy="349114"/>
            <a:chOff x="2483025" y="4268679"/>
            <a:chExt cx="202428" cy="349114"/>
          </a:xfrm>
        </p:grpSpPr>
        <p:sp>
          <p:nvSpPr>
            <p:cNvPr id="6287" name="Google Shape;6287;p59"/>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9"/>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9"/>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9"/>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9"/>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9"/>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59"/>
          <p:cNvGrpSpPr/>
          <p:nvPr/>
        </p:nvGrpSpPr>
        <p:grpSpPr>
          <a:xfrm>
            <a:off x="870569" y="2716244"/>
            <a:ext cx="329590" cy="365000"/>
            <a:chOff x="862507" y="2885984"/>
            <a:chExt cx="329590" cy="365000"/>
          </a:xfrm>
        </p:grpSpPr>
        <p:sp>
          <p:nvSpPr>
            <p:cNvPr id="6294" name="Google Shape;6294;p59"/>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9"/>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9"/>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9"/>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9"/>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9"/>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9"/>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1" name="Google Shape;6301;p59"/>
          <p:cNvGrpSpPr/>
          <p:nvPr/>
        </p:nvGrpSpPr>
        <p:grpSpPr>
          <a:xfrm>
            <a:off x="3090138" y="2702065"/>
            <a:ext cx="318884" cy="379807"/>
            <a:chOff x="3082075" y="2871805"/>
            <a:chExt cx="318884" cy="379807"/>
          </a:xfrm>
        </p:grpSpPr>
        <p:sp>
          <p:nvSpPr>
            <p:cNvPr id="6302" name="Google Shape;6302;p59"/>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9"/>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9"/>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9"/>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9"/>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9"/>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9"/>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9"/>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9"/>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9"/>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9"/>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9"/>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9"/>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9"/>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9"/>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9"/>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9"/>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9"/>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9"/>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9"/>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2" name="Google Shape;6322;p59"/>
          <p:cNvGrpSpPr/>
          <p:nvPr/>
        </p:nvGrpSpPr>
        <p:grpSpPr>
          <a:xfrm>
            <a:off x="2602843" y="1346755"/>
            <a:ext cx="410187" cy="324244"/>
            <a:chOff x="2594780" y="1516494"/>
            <a:chExt cx="410187" cy="324244"/>
          </a:xfrm>
        </p:grpSpPr>
        <p:sp>
          <p:nvSpPr>
            <p:cNvPr id="6323" name="Google Shape;6323;p59"/>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9"/>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9"/>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9"/>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9"/>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9"/>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9"/>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9"/>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59"/>
          <p:cNvGrpSpPr/>
          <p:nvPr/>
        </p:nvGrpSpPr>
        <p:grpSpPr>
          <a:xfrm>
            <a:off x="1751027" y="1333220"/>
            <a:ext cx="333692" cy="333363"/>
            <a:chOff x="1742965" y="1502959"/>
            <a:chExt cx="333692" cy="333363"/>
          </a:xfrm>
        </p:grpSpPr>
        <p:sp>
          <p:nvSpPr>
            <p:cNvPr id="6332" name="Google Shape;6332;p59"/>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9"/>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9"/>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9"/>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6" name="Google Shape;6336;p59"/>
          <p:cNvGrpSpPr/>
          <p:nvPr/>
        </p:nvGrpSpPr>
        <p:grpSpPr>
          <a:xfrm>
            <a:off x="3059594" y="1347069"/>
            <a:ext cx="390034" cy="296545"/>
            <a:chOff x="3051531" y="1516809"/>
            <a:chExt cx="390034" cy="296545"/>
          </a:xfrm>
        </p:grpSpPr>
        <p:sp>
          <p:nvSpPr>
            <p:cNvPr id="6337" name="Google Shape;6337;p59"/>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9"/>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9"/>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9"/>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9"/>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9"/>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9"/>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9"/>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9"/>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9"/>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9"/>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9"/>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9"/>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9"/>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9"/>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2" name="Google Shape;6352;p59"/>
          <p:cNvGrpSpPr/>
          <p:nvPr/>
        </p:nvGrpSpPr>
        <p:grpSpPr>
          <a:xfrm>
            <a:off x="3522963" y="1319280"/>
            <a:ext cx="354145" cy="351869"/>
            <a:chOff x="3514900" y="1489020"/>
            <a:chExt cx="354145" cy="351869"/>
          </a:xfrm>
        </p:grpSpPr>
        <p:sp>
          <p:nvSpPr>
            <p:cNvPr id="6353" name="Google Shape;6353;p59"/>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9"/>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9"/>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9"/>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9"/>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9"/>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9"/>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9"/>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9"/>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9"/>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9"/>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9"/>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9"/>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9"/>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9"/>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9"/>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9"/>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9"/>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9"/>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9"/>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9"/>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9"/>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5" name="Google Shape;6375;p59"/>
          <p:cNvGrpSpPr/>
          <p:nvPr/>
        </p:nvGrpSpPr>
        <p:grpSpPr>
          <a:xfrm>
            <a:off x="3074387" y="3180706"/>
            <a:ext cx="346598" cy="333183"/>
            <a:chOff x="3066324" y="3350446"/>
            <a:chExt cx="346598" cy="333183"/>
          </a:xfrm>
        </p:grpSpPr>
        <p:sp>
          <p:nvSpPr>
            <p:cNvPr id="6376" name="Google Shape;6376;p59"/>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9"/>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9"/>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9"/>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9"/>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9"/>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9"/>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9"/>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9"/>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9"/>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6" name="Google Shape;6386;p59"/>
          <p:cNvGrpSpPr/>
          <p:nvPr/>
        </p:nvGrpSpPr>
        <p:grpSpPr>
          <a:xfrm>
            <a:off x="1290817" y="1782350"/>
            <a:ext cx="363278" cy="363338"/>
            <a:chOff x="1282755" y="1952089"/>
            <a:chExt cx="363278" cy="363338"/>
          </a:xfrm>
        </p:grpSpPr>
        <p:sp>
          <p:nvSpPr>
            <p:cNvPr id="6387" name="Google Shape;6387;p59"/>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9"/>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9"/>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9"/>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9"/>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9"/>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9"/>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4" name="Google Shape;6394;p59"/>
          <p:cNvGrpSpPr/>
          <p:nvPr/>
        </p:nvGrpSpPr>
        <p:grpSpPr>
          <a:xfrm>
            <a:off x="3518156" y="2739542"/>
            <a:ext cx="355133" cy="343574"/>
            <a:chOff x="3510094" y="2909281"/>
            <a:chExt cx="355133" cy="343574"/>
          </a:xfrm>
        </p:grpSpPr>
        <p:sp>
          <p:nvSpPr>
            <p:cNvPr id="6395" name="Google Shape;6395;p59"/>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9"/>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9"/>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9"/>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9"/>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9"/>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9"/>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9"/>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9"/>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9"/>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9"/>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9"/>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9"/>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8" name="Google Shape;6408;p59"/>
          <p:cNvSpPr/>
          <p:nvPr/>
        </p:nvSpPr>
        <p:spPr>
          <a:xfrm>
            <a:off x="2521946" y="1642342"/>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9" name="Google Shape;6409;p59"/>
          <p:cNvGrpSpPr/>
          <p:nvPr/>
        </p:nvGrpSpPr>
        <p:grpSpPr>
          <a:xfrm>
            <a:off x="2171904" y="1337232"/>
            <a:ext cx="382787" cy="331566"/>
            <a:chOff x="2163842" y="1506972"/>
            <a:chExt cx="382787" cy="331566"/>
          </a:xfrm>
        </p:grpSpPr>
        <p:sp>
          <p:nvSpPr>
            <p:cNvPr id="6410" name="Google Shape;6410;p59"/>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9"/>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9"/>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9"/>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9"/>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9"/>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9"/>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9"/>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59"/>
          <p:cNvGrpSpPr/>
          <p:nvPr/>
        </p:nvGrpSpPr>
        <p:grpSpPr>
          <a:xfrm>
            <a:off x="1746940" y="3179913"/>
            <a:ext cx="357918" cy="350536"/>
            <a:chOff x="1738877" y="3349652"/>
            <a:chExt cx="357918" cy="350536"/>
          </a:xfrm>
        </p:grpSpPr>
        <p:sp>
          <p:nvSpPr>
            <p:cNvPr id="6419" name="Google Shape;6419;p59"/>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9"/>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9"/>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9"/>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9"/>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9"/>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9"/>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9"/>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9"/>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9"/>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9"/>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9"/>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9"/>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9"/>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9"/>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9"/>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9"/>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9"/>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7" name="Google Shape;6437;p59"/>
          <p:cNvGrpSpPr/>
          <p:nvPr/>
        </p:nvGrpSpPr>
        <p:grpSpPr>
          <a:xfrm>
            <a:off x="1979882" y="4107115"/>
            <a:ext cx="383281" cy="333947"/>
            <a:chOff x="1971819" y="4276854"/>
            <a:chExt cx="383281" cy="333947"/>
          </a:xfrm>
        </p:grpSpPr>
        <p:sp>
          <p:nvSpPr>
            <p:cNvPr id="6438" name="Google Shape;6438;p59"/>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9"/>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9"/>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9"/>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9"/>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9"/>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9"/>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9"/>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9"/>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9"/>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8" name="Google Shape;6448;p59"/>
          <p:cNvGrpSpPr/>
          <p:nvPr/>
        </p:nvGrpSpPr>
        <p:grpSpPr>
          <a:xfrm>
            <a:off x="1833181" y="2716080"/>
            <a:ext cx="175987" cy="361391"/>
            <a:chOff x="1825119" y="2885819"/>
            <a:chExt cx="175987" cy="361391"/>
          </a:xfrm>
        </p:grpSpPr>
        <p:sp>
          <p:nvSpPr>
            <p:cNvPr id="6449" name="Google Shape;6449;p59"/>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9"/>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9"/>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9"/>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9"/>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9"/>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9"/>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9"/>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9"/>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9"/>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59"/>
          <p:cNvGrpSpPr/>
          <p:nvPr/>
        </p:nvGrpSpPr>
        <p:grpSpPr>
          <a:xfrm>
            <a:off x="3512886" y="3236104"/>
            <a:ext cx="369896" cy="226339"/>
            <a:chOff x="3504824" y="3405844"/>
            <a:chExt cx="369896" cy="226339"/>
          </a:xfrm>
        </p:grpSpPr>
        <p:sp>
          <p:nvSpPr>
            <p:cNvPr id="6460" name="Google Shape;6460;p59"/>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9"/>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9"/>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9"/>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9"/>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9"/>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9"/>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9"/>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9"/>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9"/>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9"/>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9"/>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9"/>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9"/>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9"/>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9"/>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6" name="Google Shape;6476;p59"/>
          <p:cNvGrpSpPr/>
          <p:nvPr/>
        </p:nvGrpSpPr>
        <p:grpSpPr>
          <a:xfrm>
            <a:off x="1303724" y="3649855"/>
            <a:ext cx="345640" cy="342900"/>
            <a:chOff x="1295661" y="3819594"/>
            <a:chExt cx="345640" cy="342900"/>
          </a:xfrm>
        </p:grpSpPr>
        <p:sp>
          <p:nvSpPr>
            <p:cNvPr id="6477" name="Google Shape;6477;p59"/>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9"/>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9"/>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9"/>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9"/>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9"/>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9"/>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9"/>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9"/>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9"/>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9"/>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9"/>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9"/>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9"/>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9"/>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9"/>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9"/>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4" name="Google Shape;6494;p59"/>
          <p:cNvGrpSpPr/>
          <p:nvPr/>
        </p:nvGrpSpPr>
        <p:grpSpPr>
          <a:xfrm>
            <a:off x="3494635" y="2263730"/>
            <a:ext cx="379328" cy="281738"/>
            <a:chOff x="3486572" y="2433470"/>
            <a:chExt cx="379328" cy="281738"/>
          </a:xfrm>
        </p:grpSpPr>
        <p:sp>
          <p:nvSpPr>
            <p:cNvPr id="6495" name="Google Shape;6495;p59"/>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9"/>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9"/>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9"/>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9"/>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9"/>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9"/>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02" name="Google Shape;6502;p59"/>
          <p:cNvSpPr/>
          <p:nvPr/>
        </p:nvSpPr>
        <p:spPr>
          <a:xfrm>
            <a:off x="3759992" y="253979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3" name="Google Shape;6503;p59"/>
          <p:cNvGrpSpPr/>
          <p:nvPr/>
        </p:nvGrpSpPr>
        <p:grpSpPr>
          <a:xfrm>
            <a:off x="4005212" y="3159894"/>
            <a:ext cx="270733" cy="355762"/>
            <a:chOff x="3997149" y="3329634"/>
            <a:chExt cx="270733" cy="355762"/>
          </a:xfrm>
        </p:grpSpPr>
        <p:sp>
          <p:nvSpPr>
            <p:cNvPr id="6504" name="Google Shape;6504;p59"/>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9"/>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9"/>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9"/>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9"/>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9"/>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9"/>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9"/>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9"/>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9"/>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9"/>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9"/>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9"/>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9"/>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9"/>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9"/>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9"/>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9"/>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9"/>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9"/>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9"/>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5" name="Google Shape;6525;p59"/>
          <p:cNvGrpSpPr/>
          <p:nvPr/>
        </p:nvGrpSpPr>
        <p:grpSpPr>
          <a:xfrm>
            <a:off x="3962406" y="2729615"/>
            <a:ext cx="345655" cy="343529"/>
            <a:chOff x="3954343" y="2899354"/>
            <a:chExt cx="345655" cy="343529"/>
          </a:xfrm>
        </p:grpSpPr>
        <p:sp>
          <p:nvSpPr>
            <p:cNvPr id="6526" name="Google Shape;6526;p59"/>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9"/>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9"/>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9"/>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9"/>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9"/>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9"/>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9"/>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9"/>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9"/>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9"/>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9"/>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8" name="Google Shape;6538;p59"/>
          <p:cNvGrpSpPr/>
          <p:nvPr/>
        </p:nvGrpSpPr>
        <p:grpSpPr>
          <a:xfrm>
            <a:off x="2174105" y="3181605"/>
            <a:ext cx="369566" cy="349803"/>
            <a:chOff x="2166043" y="3351344"/>
            <a:chExt cx="369566" cy="349803"/>
          </a:xfrm>
        </p:grpSpPr>
        <p:sp>
          <p:nvSpPr>
            <p:cNvPr id="6539" name="Google Shape;6539;p59"/>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9"/>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9"/>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9"/>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9"/>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9"/>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9"/>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9"/>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9"/>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8" name="Google Shape;6548;p59"/>
          <p:cNvGrpSpPr/>
          <p:nvPr/>
        </p:nvGrpSpPr>
        <p:grpSpPr>
          <a:xfrm>
            <a:off x="2627712" y="3182593"/>
            <a:ext cx="365793" cy="329275"/>
            <a:chOff x="2619649" y="3352332"/>
            <a:chExt cx="365793" cy="329275"/>
          </a:xfrm>
        </p:grpSpPr>
        <p:sp>
          <p:nvSpPr>
            <p:cNvPr id="6549" name="Google Shape;6549;p59"/>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9"/>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9"/>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9"/>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9"/>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9"/>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9"/>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9"/>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9"/>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9"/>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9" name="Google Shape;6559;p59"/>
          <p:cNvGrpSpPr/>
          <p:nvPr/>
        </p:nvGrpSpPr>
        <p:grpSpPr>
          <a:xfrm>
            <a:off x="1304197" y="1345501"/>
            <a:ext cx="340624" cy="351944"/>
            <a:chOff x="1293760" y="1498228"/>
            <a:chExt cx="340624" cy="351944"/>
          </a:xfrm>
        </p:grpSpPr>
        <p:sp>
          <p:nvSpPr>
            <p:cNvPr id="6560" name="Google Shape;6560;p59"/>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9"/>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9"/>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9"/>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9"/>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9"/>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9"/>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9"/>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9"/>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9"/>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9"/>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9"/>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9"/>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9"/>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4" name="Google Shape;6574;p59"/>
          <p:cNvGrpSpPr/>
          <p:nvPr/>
        </p:nvGrpSpPr>
        <p:grpSpPr>
          <a:xfrm>
            <a:off x="857663" y="1782335"/>
            <a:ext cx="406713" cy="383745"/>
            <a:chOff x="849601" y="1952074"/>
            <a:chExt cx="406713" cy="383745"/>
          </a:xfrm>
        </p:grpSpPr>
        <p:sp>
          <p:nvSpPr>
            <p:cNvPr id="6575" name="Google Shape;6575;p59"/>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9"/>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9"/>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9"/>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9"/>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9"/>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9"/>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2" name="Google Shape;6582;p59"/>
          <p:cNvGrpSpPr/>
          <p:nvPr/>
        </p:nvGrpSpPr>
        <p:grpSpPr>
          <a:xfrm>
            <a:off x="2261934" y="2723626"/>
            <a:ext cx="203985" cy="355417"/>
            <a:chOff x="2253871" y="2893365"/>
            <a:chExt cx="203985" cy="355417"/>
          </a:xfrm>
        </p:grpSpPr>
        <p:sp>
          <p:nvSpPr>
            <p:cNvPr id="6583" name="Google Shape;6583;p59"/>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9"/>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9"/>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9"/>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9"/>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9"/>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9"/>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9"/>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9"/>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9"/>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9"/>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4" name="Google Shape;6594;p59"/>
          <p:cNvGrpSpPr/>
          <p:nvPr/>
        </p:nvGrpSpPr>
        <p:grpSpPr>
          <a:xfrm>
            <a:off x="2199603" y="2238861"/>
            <a:ext cx="308823" cy="342571"/>
            <a:chOff x="2191541" y="2408601"/>
            <a:chExt cx="308823" cy="342571"/>
          </a:xfrm>
        </p:grpSpPr>
        <p:sp>
          <p:nvSpPr>
            <p:cNvPr id="6595" name="Google Shape;6595;p59"/>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9"/>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9"/>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9"/>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9"/>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9"/>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9"/>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9"/>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9"/>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9"/>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9"/>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9"/>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9"/>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8" name="Google Shape;6608;p59"/>
          <p:cNvGrpSpPr/>
          <p:nvPr/>
        </p:nvGrpSpPr>
        <p:grpSpPr>
          <a:xfrm>
            <a:off x="855462" y="1333848"/>
            <a:ext cx="342496" cy="341553"/>
            <a:chOff x="847400" y="1503588"/>
            <a:chExt cx="342496" cy="341553"/>
          </a:xfrm>
        </p:grpSpPr>
        <p:sp>
          <p:nvSpPr>
            <p:cNvPr id="6609" name="Google Shape;6609;p59"/>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9"/>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9"/>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9"/>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9"/>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9"/>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9"/>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9"/>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9"/>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9"/>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9"/>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9"/>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9"/>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9"/>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9"/>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9"/>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9"/>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9"/>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9"/>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9"/>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59"/>
          <p:cNvGrpSpPr/>
          <p:nvPr/>
        </p:nvGrpSpPr>
        <p:grpSpPr>
          <a:xfrm>
            <a:off x="1338026" y="2729929"/>
            <a:ext cx="280495" cy="361077"/>
            <a:chOff x="1329963" y="2899669"/>
            <a:chExt cx="280495" cy="361077"/>
          </a:xfrm>
        </p:grpSpPr>
        <p:sp>
          <p:nvSpPr>
            <p:cNvPr id="6630" name="Google Shape;6630;p59"/>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9"/>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9"/>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9"/>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9"/>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7" name="Google Shape;6637;p59"/>
          <p:cNvGrpSpPr/>
          <p:nvPr/>
        </p:nvGrpSpPr>
        <p:grpSpPr>
          <a:xfrm>
            <a:off x="945492" y="3631169"/>
            <a:ext cx="195496" cy="343439"/>
            <a:chOff x="937429" y="3800908"/>
            <a:chExt cx="195496" cy="343439"/>
          </a:xfrm>
        </p:grpSpPr>
        <p:sp>
          <p:nvSpPr>
            <p:cNvPr id="6638" name="Google Shape;6638;p59"/>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9"/>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9"/>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9"/>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9"/>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9"/>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9"/>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9"/>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9"/>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9"/>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9"/>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9"/>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9"/>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1" name="Google Shape;6651;p59"/>
          <p:cNvGrpSpPr/>
          <p:nvPr/>
        </p:nvGrpSpPr>
        <p:grpSpPr>
          <a:xfrm>
            <a:off x="2695722" y="3640916"/>
            <a:ext cx="365164" cy="342511"/>
            <a:chOff x="2611459" y="3810655"/>
            <a:chExt cx="365164" cy="342511"/>
          </a:xfrm>
        </p:grpSpPr>
        <p:sp>
          <p:nvSpPr>
            <p:cNvPr id="6652" name="Google Shape;6652;p59"/>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9"/>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9"/>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9"/>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9"/>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9"/>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9"/>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9"/>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9"/>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9"/>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9"/>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3" name="Google Shape;6663;p59"/>
          <p:cNvGrpSpPr/>
          <p:nvPr/>
        </p:nvGrpSpPr>
        <p:grpSpPr>
          <a:xfrm>
            <a:off x="3960519" y="1354540"/>
            <a:ext cx="370195" cy="300154"/>
            <a:chOff x="3952456" y="1524280"/>
            <a:chExt cx="370195" cy="300154"/>
          </a:xfrm>
        </p:grpSpPr>
        <p:sp>
          <p:nvSpPr>
            <p:cNvPr id="6664" name="Google Shape;6664;p59"/>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9"/>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9"/>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9"/>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9"/>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9"/>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70" name="Google Shape;6670;p59"/>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6671" name="Google Shape;6671;p59"/>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75" name="Shape 6675"/>
        <p:cNvGrpSpPr/>
        <p:nvPr/>
      </p:nvGrpSpPr>
      <p:grpSpPr>
        <a:xfrm>
          <a:off x="0" y="0"/>
          <a:ext cx="0" cy="0"/>
          <a:chOff x="0" y="0"/>
          <a:chExt cx="0" cy="0"/>
        </a:xfrm>
      </p:grpSpPr>
      <p:grpSp>
        <p:nvGrpSpPr>
          <p:cNvPr id="6676" name="Google Shape;6676;p60"/>
          <p:cNvGrpSpPr/>
          <p:nvPr/>
        </p:nvGrpSpPr>
        <p:grpSpPr>
          <a:xfrm>
            <a:off x="894207" y="1345785"/>
            <a:ext cx="257112" cy="362808"/>
            <a:chOff x="908482" y="1502585"/>
            <a:chExt cx="257112" cy="362808"/>
          </a:xfrm>
        </p:grpSpPr>
        <p:sp>
          <p:nvSpPr>
            <p:cNvPr id="6677" name="Google Shape;6677;p60"/>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0"/>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0"/>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0"/>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0"/>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0"/>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0"/>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0"/>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0"/>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0"/>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0"/>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0"/>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0"/>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0"/>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0"/>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0"/>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0"/>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0"/>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0"/>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0"/>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7" name="Google Shape;6697;p60"/>
          <p:cNvGrpSpPr/>
          <p:nvPr/>
        </p:nvGrpSpPr>
        <p:grpSpPr>
          <a:xfrm>
            <a:off x="1289262" y="1345916"/>
            <a:ext cx="362939" cy="362677"/>
            <a:chOff x="1303537" y="1502716"/>
            <a:chExt cx="362939" cy="362677"/>
          </a:xfrm>
        </p:grpSpPr>
        <p:sp>
          <p:nvSpPr>
            <p:cNvPr id="6698" name="Google Shape;6698;p60"/>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0"/>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0"/>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0"/>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0"/>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0"/>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0"/>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0"/>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0"/>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0"/>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0"/>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9" name="Google Shape;6709;p60"/>
          <p:cNvGrpSpPr/>
          <p:nvPr/>
        </p:nvGrpSpPr>
        <p:grpSpPr>
          <a:xfrm>
            <a:off x="1737626" y="1345916"/>
            <a:ext cx="362677" cy="362677"/>
            <a:chOff x="1751901" y="1502716"/>
            <a:chExt cx="362677" cy="362677"/>
          </a:xfrm>
        </p:grpSpPr>
        <p:sp>
          <p:nvSpPr>
            <p:cNvPr id="6710" name="Google Shape;6710;p60"/>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0"/>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0"/>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0"/>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0"/>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0"/>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0"/>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0"/>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0"/>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0"/>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0"/>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0"/>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0"/>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0"/>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0"/>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0"/>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0"/>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0"/>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0"/>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60"/>
          <p:cNvGrpSpPr/>
          <p:nvPr/>
        </p:nvGrpSpPr>
        <p:grpSpPr>
          <a:xfrm>
            <a:off x="3080903" y="1345916"/>
            <a:ext cx="334290" cy="362677"/>
            <a:chOff x="3095178" y="1502716"/>
            <a:chExt cx="334290" cy="362677"/>
          </a:xfrm>
        </p:grpSpPr>
        <p:sp>
          <p:nvSpPr>
            <p:cNvPr id="6730" name="Google Shape;6730;p60"/>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0"/>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0"/>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0"/>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0"/>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0"/>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0"/>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0"/>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0"/>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0"/>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0"/>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0"/>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0"/>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0"/>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0"/>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0"/>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0"/>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7" name="Google Shape;6747;p60"/>
          <p:cNvGrpSpPr/>
          <p:nvPr/>
        </p:nvGrpSpPr>
        <p:grpSpPr>
          <a:xfrm>
            <a:off x="3528006" y="1348805"/>
            <a:ext cx="366196" cy="357005"/>
            <a:chOff x="3542281" y="1505605"/>
            <a:chExt cx="366196" cy="357005"/>
          </a:xfrm>
        </p:grpSpPr>
        <p:sp>
          <p:nvSpPr>
            <p:cNvPr id="6748" name="Google Shape;6748;p60"/>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0"/>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0"/>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0"/>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0"/>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0"/>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0"/>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0"/>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0"/>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0"/>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0"/>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0"/>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0"/>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0"/>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0"/>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0"/>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0"/>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0"/>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0"/>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0"/>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0"/>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0"/>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0"/>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0"/>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0"/>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3" name="Google Shape;6773;p60"/>
          <p:cNvGrpSpPr/>
          <p:nvPr/>
        </p:nvGrpSpPr>
        <p:grpSpPr>
          <a:xfrm>
            <a:off x="1734107" y="3227997"/>
            <a:ext cx="364673" cy="340067"/>
            <a:chOff x="1748382" y="3384797"/>
            <a:chExt cx="364673" cy="340067"/>
          </a:xfrm>
        </p:grpSpPr>
        <p:sp>
          <p:nvSpPr>
            <p:cNvPr id="6774" name="Google Shape;6774;p60"/>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0"/>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0"/>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0"/>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0"/>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0"/>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0"/>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0"/>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0"/>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0"/>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0"/>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0"/>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0"/>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0"/>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0"/>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9" name="Google Shape;6789;p60"/>
          <p:cNvGrpSpPr/>
          <p:nvPr/>
        </p:nvGrpSpPr>
        <p:grpSpPr>
          <a:xfrm>
            <a:off x="2168368" y="3229520"/>
            <a:ext cx="382030" cy="320451"/>
            <a:chOff x="2182643" y="3386320"/>
            <a:chExt cx="382030" cy="320451"/>
          </a:xfrm>
        </p:grpSpPr>
        <p:sp>
          <p:nvSpPr>
            <p:cNvPr id="6790" name="Google Shape;6790;p60"/>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0"/>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0"/>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0"/>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0"/>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0"/>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0"/>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0"/>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0"/>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0"/>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0"/>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0"/>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0"/>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0"/>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0"/>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5" name="Google Shape;6805;p60"/>
          <p:cNvGrpSpPr/>
          <p:nvPr/>
        </p:nvGrpSpPr>
        <p:grpSpPr>
          <a:xfrm>
            <a:off x="3070111" y="3232540"/>
            <a:ext cx="353880" cy="330745"/>
            <a:chOff x="3084386" y="3389340"/>
            <a:chExt cx="353880" cy="330745"/>
          </a:xfrm>
        </p:grpSpPr>
        <p:sp>
          <p:nvSpPr>
            <p:cNvPr id="6806" name="Google Shape;6806;p60"/>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0"/>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0"/>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0"/>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0"/>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0"/>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0"/>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0"/>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0"/>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0"/>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0"/>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0"/>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8" name="Google Shape;6818;p60"/>
          <p:cNvGrpSpPr/>
          <p:nvPr/>
        </p:nvGrpSpPr>
        <p:grpSpPr>
          <a:xfrm>
            <a:off x="849224" y="1814106"/>
            <a:ext cx="347078" cy="364016"/>
            <a:chOff x="863499" y="1970906"/>
            <a:chExt cx="347078" cy="364016"/>
          </a:xfrm>
        </p:grpSpPr>
        <p:sp>
          <p:nvSpPr>
            <p:cNvPr id="6819" name="Google Shape;6819;p60"/>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0"/>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0"/>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0"/>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0"/>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0"/>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0"/>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0"/>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0"/>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0"/>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0"/>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0"/>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0"/>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0"/>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3" name="Google Shape;6833;p60"/>
          <p:cNvGrpSpPr/>
          <p:nvPr/>
        </p:nvGrpSpPr>
        <p:grpSpPr>
          <a:xfrm>
            <a:off x="1735604" y="1814106"/>
            <a:ext cx="364436" cy="364174"/>
            <a:chOff x="1749879" y="1970906"/>
            <a:chExt cx="364436" cy="364174"/>
          </a:xfrm>
        </p:grpSpPr>
        <p:sp>
          <p:nvSpPr>
            <p:cNvPr id="6834" name="Google Shape;6834;p60"/>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0"/>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0"/>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0"/>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0"/>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0"/>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0"/>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0"/>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0"/>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0"/>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0"/>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0"/>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0"/>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0"/>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8" name="Google Shape;6848;p60"/>
          <p:cNvGrpSpPr/>
          <p:nvPr/>
        </p:nvGrpSpPr>
        <p:grpSpPr>
          <a:xfrm>
            <a:off x="2172150" y="1819358"/>
            <a:ext cx="396106" cy="353985"/>
            <a:chOff x="2186425" y="1976158"/>
            <a:chExt cx="396106" cy="353985"/>
          </a:xfrm>
        </p:grpSpPr>
        <p:sp>
          <p:nvSpPr>
            <p:cNvPr id="6849" name="Google Shape;6849;p60"/>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0"/>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0"/>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0"/>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0"/>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0"/>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0"/>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6" name="Google Shape;6856;p60"/>
          <p:cNvGrpSpPr/>
          <p:nvPr/>
        </p:nvGrpSpPr>
        <p:grpSpPr>
          <a:xfrm>
            <a:off x="2644882" y="1860612"/>
            <a:ext cx="319190" cy="271240"/>
            <a:chOff x="2659157" y="2017412"/>
            <a:chExt cx="319190" cy="271240"/>
          </a:xfrm>
        </p:grpSpPr>
        <p:sp>
          <p:nvSpPr>
            <p:cNvPr id="6857" name="Google Shape;6857;p60"/>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0"/>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0"/>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0"/>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0"/>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0"/>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0"/>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0"/>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0"/>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0"/>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0"/>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0"/>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0"/>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0"/>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0"/>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0"/>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0"/>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0"/>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0"/>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0"/>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0"/>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0"/>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0"/>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0"/>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0"/>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0"/>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60"/>
          <p:cNvGrpSpPr/>
          <p:nvPr/>
        </p:nvGrpSpPr>
        <p:grpSpPr>
          <a:xfrm>
            <a:off x="3097500" y="1836716"/>
            <a:ext cx="318928" cy="319217"/>
            <a:chOff x="3111775" y="1993516"/>
            <a:chExt cx="318928" cy="319217"/>
          </a:xfrm>
        </p:grpSpPr>
        <p:sp>
          <p:nvSpPr>
            <p:cNvPr id="6884" name="Google Shape;6884;p60"/>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0"/>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0"/>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0"/>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0"/>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0"/>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0"/>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0"/>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0"/>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0"/>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0"/>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0"/>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0"/>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0"/>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0"/>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0"/>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0"/>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0"/>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0"/>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0"/>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0"/>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0"/>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0"/>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0"/>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0"/>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0"/>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0"/>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0"/>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0"/>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0"/>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4" name="Google Shape;6914;p60"/>
          <p:cNvGrpSpPr/>
          <p:nvPr/>
        </p:nvGrpSpPr>
        <p:grpSpPr>
          <a:xfrm>
            <a:off x="4009510" y="1813607"/>
            <a:ext cx="288807" cy="355377"/>
            <a:chOff x="4023785" y="1970407"/>
            <a:chExt cx="288807" cy="355377"/>
          </a:xfrm>
        </p:grpSpPr>
        <p:sp>
          <p:nvSpPr>
            <p:cNvPr id="6915" name="Google Shape;6915;p60"/>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0"/>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0"/>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0"/>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0"/>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0"/>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0"/>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0"/>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0"/>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0"/>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0"/>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0"/>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0"/>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0"/>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0"/>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0"/>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0"/>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0"/>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0"/>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0"/>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5" name="Google Shape;6935;p60"/>
          <p:cNvGrpSpPr/>
          <p:nvPr/>
        </p:nvGrpSpPr>
        <p:grpSpPr>
          <a:xfrm>
            <a:off x="3530265" y="3224163"/>
            <a:ext cx="320188" cy="319269"/>
            <a:chOff x="3544540" y="3380963"/>
            <a:chExt cx="320188" cy="319269"/>
          </a:xfrm>
        </p:grpSpPr>
        <p:sp>
          <p:nvSpPr>
            <p:cNvPr id="6936" name="Google Shape;6936;p60"/>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0"/>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0"/>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0"/>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0"/>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0"/>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0"/>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0"/>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0"/>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0"/>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0"/>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0"/>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0"/>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0"/>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0"/>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0"/>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2" name="Google Shape;6952;p60"/>
          <p:cNvGrpSpPr/>
          <p:nvPr/>
        </p:nvGrpSpPr>
        <p:grpSpPr>
          <a:xfrm>
            <a:off x="3930362" y="3198034"/>
            <a:ext cx="415696" cy="371605"/>
            <a:chOff x="3944637" y="3354834"/>
            <a:chExt cx="415696" cy="371605"/>
          </a:xfrm>
        </p:grpSpPr>
        <p:sp>
          <p:nvSpPr>
            <p:cNvPr id="6953" name="Google Shape;6953;p60"/>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0"/>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0"/>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0"/>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0"/>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0"/>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0"/>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0"/>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0"/>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0"/>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0"/>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0"/>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0"/>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0"/>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0"/>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0"/>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0"/>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0" name="Google Shape;6970;p60"/>
          <p:cNvGrpSpPr/>
          <p:nvPr/>
        </p:nvGrpSpPr>
        <p:grpSpPr>
          <a:xfrm>
            <a:off x="1300344" y="3664727"/>
            <a:ext cx="346317" cy="332136"/>
            <a:chOff x="1314619" y="3821527"/>
            <a:chExt cx="346317" cy="332136"/>
          </a:xfrm>
        </p:grpSpPr>
        <p:sp>
          <p:nvSpPr>
            <p:cNvPr id="6971" name="Google Shape;6971;p60"/>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0"/>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0"/>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0"/>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0"/>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0"/>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0"/>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0"/>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60"/>
          <p:cNvGrpSpPr/>
          <p:nvPr/>
        </p:nvGrpSpPr>
        <p:grpSpPr>
          <a:xfrm>
            <a:off x="1736864" y="3634134"/>
            <a:ext cx="386258" cy="380507"/>
            <a:chOff x="1751139" y="3790934"/>
            <a:chExt cx="386258" cy="380507"/>
          </a:xfrm>
        </p:grpSpPr>
        <p:sp>
          <p:nvSpPr>
            <p:cNvPr id="6980" name="Google Shape;6980;p60"/>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0"/>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0"/>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0"/>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0"/>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0"/>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0"/>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0"/>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0"/>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0"/>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0"/>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0"/>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0"/>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0"/>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0"/>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0"/>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60"/>
          <p:cNvGrpSpPr/>
          <p:nvPr/>
        </p:nvGrpSpPr>
        <p:grpSpPr>
          <a:xfrm>
            <a:off x="2175406" y="3664806"/>
            <a:ext cx="395607" cy="318928"/>
            <a:chOff x="2189681" y="3821606"/>
            <a:chExt cx="395607" cy="318928"/>
          </a:xfrm>
        </p:grpSpPr>
        <p:sp>
          <p:nvSpPr>
            <p:cNvPr id="6999" name="Google Shape;6999;p60"/>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0"/>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0"/>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0"/>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0"/>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0"/>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0"/>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0"/>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0"/>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0"/>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0"/>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0"/>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0"/>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0"/>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0"/>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0"/>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0"/>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0"/>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0"/>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0"/>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0"/>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0"/>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0"/>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0"/>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0"/>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0"/>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0"/>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0"/>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0"/>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0"/>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9" name="Google Shape;7029;p60"/>
          <p:cNvSpPr/>
          <p:nvPr/>
        </p:nvSpPr>
        <p:spPr>
          <a:xfrm>
            <a:off x="1274189" y="18832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0" name="Google Shape;7030;p60"/>
          <p:cNvGrpSpPr/>
          <p:nvPr/>
        </p:nvGrpSpPr>
        <p:grpSpPr>
          <a:xfrm>
            <a:off x="1263134" y="1804547"/>
            <a:ext cx="420475" cy="383055"/>
            <a:chOff x="1277409" y="1961347"/>
            <a:chExt cx="420475" cy="383055"/>
          </a:xfrm>
        </p:grpSpPr>
        <p:sp>
          <p:nvSpPr>
            <p:cNvPr id="7031" name="Google Shape;7031;p60"/>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0"/>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0"/>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0"/>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0"/>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0"/>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0"/>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0"/>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0"/>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0"/>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0"/>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0"/>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0"/>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0"/>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0"/>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0"/>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0"/>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0"/>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0"/>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0"/>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0"/>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0"/>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0"/>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0"/>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0"/>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0"/>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0"/>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60"/>
          <p:cNvGrpSpPr/>
          <p:nvPr/>
        </p:nvGrpSpPr>
        <p:grpSpPr>
          <a:xfrm>
            <a:off x="2200800" y="2276019"/>
            <a:ext cx="380008" cy="351648"/>
            <a:chOff x="2215075" y="2432819"/>
            <a:chExt cx="380008" cy="351648"/>
          </a:xfrm>
        </p:grpSpPr>
        <p:sp>
          <p:nvSpPr>
            <p:cNvPr id="7059" name="Google Shape;7059;p60"/>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0"/>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0"/>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0"/>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0"/>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0"/>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0"/>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0"/>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0"/>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0"/>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0"/>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0"/>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0"/>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0"/>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0"/>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0"/>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0"/>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0"/>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0"/>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0"/>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0"/>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0"/>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0"/>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0"/>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0"/>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0"/>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0"/>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0"/>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0"/>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0"/>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0"/>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0" name="Google Shape;7090;p60"/>
          <p:cNvGrpSpPr/>
          <p:nvPr/>
        </p:nvGrpSpPr>
        <p:grpSpPr>
          <a:xfrm>
            <a:off x="2647141" y="2265542"/>
            <a:ext cx="344059" cy="340671"/>
            <a:chOff x="2661416" y="2422342"/>
            <a:chExt cx="344059" cy="340671"/>
          </a:xfrm>
        </p:grpSpPr>
        <p:sp>
          <p:nvSpPr>
            <p:cNvPr id="7091" name="Google Shape;7091;p60"/>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0"/>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0"/>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0"/>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0"/>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0"/>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0"/>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0"/>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0"/>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0"/>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0"/>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0"/>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0"/>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60"/>
          <p:cNvGrpSpPr/>
          <p:nvPr/>
        </p:nvGrpSpPr>
        <p:grpSpPr>
          <a:xfrm>
            <a:off x="4052235" y="2265542"/>
            <a:ext cx="206876" cy="348470"/>
            <a:chOff x="4066510" y="2422342"/>
            <a:chExt cx="206876" cy="348470"/>
          </a:xfrm>
        </p:grpSpPr>
        <p:sp>
          <p:nvSpPr>
            <p:cNvPr id="7105" name="Google Shape;7105;p60"/>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0"/>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0"/>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0"/>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0"/>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0"/>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0"/>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0"/>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0"/>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0"/>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0"/>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0"/>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7" name="Google Shape;7117;p60"/>
          <p:cNvSpPr/>
          <p:nvPr/>
        </p:nvSpPr>
        <p:spPr>
          <a:xfrm>
            <a:off x="2943931" y="37349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8" name="Google Shape;7118;p60"/>
          <p:cNvGrpSpPr/>
          <p:nvPr/>
        </p:nvGrpSpPr>
        <p:grpSpPr>
          <a:xfrm>
            <a:off x="2603418" y="3660525"/>
            <a:ext cx="420475" cy="326491"/>
            <a:chOff x="2617693" y="3817325"/>
            <a:chExt cx="420475" cy="326491"/>
          </a:xfrm>
        </p:grpSpPr>
        <p:sp>
          <p:nvSpPr>
            <p:cNvPr id="7119" name="Google Shape;7119;p60"/>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0"/>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0"/>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0"/>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0"/>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0"/>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0"/>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0"/>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0"/>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0"/>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0"/>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0"/>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0"/>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0"/>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0"/>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0"/>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0"/>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60"/>
          <p:cNvGrpSpPr/>
          <p:nvPr/>
        </p:nvGrpSpPr>
        <p:grpSpPr>
          <a:xfrm>
            <a:off x="3531026" y="2266723"/>
            <a:ext cx="358134" cy="356637"/>
            <a:chOff x="3545301" y="2423523"/>
            <a:chExt cx="358134" cy="356637"/>
          </a:xfrm>
        </p:grpSpPr>
        <p:sp>
          <p:nvSpPr>
            <p:cNvPr id="7137" name="Google Shape;7137;p60"/>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0"/>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0"/>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0"/>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0"/>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0"/>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0"/>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0"/>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0"/>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60"/>
          <p:cNvGrpSpPr/>
          <p:nvPr/>
        </p:nvGrpSpPr>
        <p:grpSpPr>
          <a:xfrm>
            <a:off x="3517187" y="3667799"/>
            <a:ext cx="377251" cy="324232"/>
            <a:chOff x="3531462" y="3824599"/>
            <a:chExt cx="377251" cy="324232"/>
          </a:xfrm>
        </p:grpSpPr>
        <p:sp>
          <p:nvSpPr>
            <p:cNvPr id="7147" name="Google Shape;7147;p60"/>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0"/>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0"/>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0"/>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0"/>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0"/>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0"/>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0"/>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0"/>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0"/>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0"/>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60"/>
          <p:cNvGrpSpPr/>
          <p:nvPr/>
        </p:nvGrpSpPr>
        <p:grpSpPr>
          <a:xfrm>
            <a:off x="4016311" y="3648446"/>
            <a:ext cx="286523" cy="340566"/>
            <a:chOff x="4030586" y="3805246"/>
            <a:chExt cx="286523" cy="340566"/>
          </a:xfrm>
        </p:grpSpPr>
        <p:sp>
          <p:nvSpPr>
            <p:cNvPr id="7159" name="Google Shape;7159;p60"/>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0"/>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0"/>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0"/>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0"/>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0"/>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0"/>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0"/>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0"/>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0"/>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0"/>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0"/>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0"/>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60"/>
          <p:cNvGrpSpPr/>
          <p:nvPr/>
        </p:nvGrpSpPr>
        <p:grpSpPr>
          <a:xfrm>
            <a:off x="2166609" y="2731919"/>
            <a:ext cx="376752" cy="374468"/>
            <a:chOff x="2180884" y="2888719"/>
            <a:chExt cx="376752" cy="374468"/>
          </a:xfrm>
        </p:grpSpPr>
        <p:sp>
          <p:nvSpPr>
            <p:cNvPr id="7173" name="Google Shape;7173;p60"/>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0"/>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0"/>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0"/>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0"/>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0"/>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0"/>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0"/>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0"/>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0"/>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0"/>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0"/>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0"/>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0"/>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60"/>
          <p:cNvGrpSpPr/>
          <p:nvPr/>
        </p:nvGrpSpPr>
        <p:grpSpPr>
          <a:xfrm>
            <a:off x="3940157" y="2786199"/>
            <a:ext cx="378249" cy="265909"/>
            <a:chOff x="3954432" y="2942999"/>
            <a:chExt cx="378249" cy="265909"/>
          </a:xfrm>
        </p:grpSpPr>
        <p:sp>
          <p:nvSpPr>
            <p:cNvPr id="7188" name="Google Shape;7188;p60"/>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0"/>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0"/>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0"/>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0"/>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0"/>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0"/>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0"/>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0"/>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60"/>
          <p:cNvGrpSpPr/>
          <p:nvPr/>
        </p:nvGrpSpPr>
        <p:grpSpPr>
          <a:xfrm>
            <a:off x="1737862" y="4109808"/>
            <a:ext cx="378512" cy="374756"/>
            <a:chOff x="1752137" y="4266608"/>
            <a:chExt cx="378512" cy="374756"/>
          </a:xfrm>
        </p:grpSpPr>
        <p:sp>
          <p:nvSpPr>
            <p:cNvPr id="7198" name="Google Shape;7198;p60"/>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0"/>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0"/>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0"/>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0"/>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0"/>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0"/>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0"/>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0"/>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0"/>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0"/>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0"/>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0"/>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0"/>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0"/>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0"/>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0"/>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0"/>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0"/>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9" name="Google Shape;7219;p60"/>
          <p:cNvGrpSpPr/>
          <p:nvPr/>
        </p:nvGrpSpPr>
        <p:grpSpPr>
          <a:xfrm>
            <a:off x="3103513" y="3655746"/>
            <a:ext cx="341065" cy="341065"/>
            <a:chOff x="3117788" y="3812546"/>
            <a:chExt cx="341065" cy="341065"/>
          </a:xfrm>
        </p:grpSpPr>
        <p:sp>
          <p:nvSpPr>
            <p:cNvPr id="7220" name="Google Shape;7220;p60"/>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0"/>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0"/>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0"/>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0"/>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0"/>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60"/>
          <p:cNvGrpSpPr/>
          <p:nvPr/>
        </p:nvGrpSpPr>
        <p:grpSpPr>
          <a:xfrm>
            <a:off x="3980125" y="4143132"/>
            <a:ext cx="338281" cy="322657"/>
            <a:chOff x="3994400" y="4299932"/>
            <a:chExt cx="338281" cy="322657"/>
          </a:xfrm>
        </p:grpSpPr>
        <p:sp>
          <p:nvSpPr>
            <p:cNvPr id="7227" name="Google Shape;7227;p60"/>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0"/>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0"/>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0"/>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0"/>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0"/>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0"/>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0"/>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5" name="Google Shape;7235;p60"/>
          <p:cNvSpPr/>
          <p:nvPr/>
        </p:nvSpPr>
        <p:spPr>
          <a:xfrm>
            <a:off x="3686065" y="18088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0"/>
          <p:cNvSpPr/>
          <p:nvPr/>
        </p:nvSpPr>
        <p:spPr>
          <a:xfrm>
            <a:off x="3686065" y="18088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7" name="Google Shape;7237;p60"/>
          <p:cNvGrpSpPr/>
          <p:nvPr/>
        </p:nvGrpSpPr>
        <p:grpSpPr>
          <a:xfrm>
            <a:off x="3559151" y="1808828"/>
            <a:ext cx="302358" cy="374993"/>
            <a:chOff x="3573426" y="1965628"/>
            <a:chExt cx="302358" cy="374993"/>
          </a:xfrm>
        </p:grpSpPr>
        <p:sp>
          <p:nvSpPr>
            <p:cNvPr id="7238" name="Google Shape;7238;p60"/>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0"/>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0"/>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0"/>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0"/>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0"/>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0"/>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0"/>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0"/>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0"/>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0"/>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0"/>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0"/>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0"/>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0"/>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0"/>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0"/>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0"/>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0"/>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0"/>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0"/>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0"/>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0"/>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0"/>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0"/>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0"/>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0"/>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0"/>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0"/>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0"/>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0"/>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0"/>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0"/>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0"/>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0"/>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0"/>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0"/>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0"/>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0"/>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0"/>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0"/>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0"/>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0"/>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0"/>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0"/>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0"/>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0"/>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5" name="Google Shape;7285;p60"/>
          <p:cNvGrpSpPr/>
          <p:nvPr/>
        </p:nvGrpSpPr>
        <p:grpSpPr>
          <a:xfrm>
            <a:off x="3499357" y="2751772"/>
            <a:ext cx="355876" cy="331007"/>
            <a:chOff x="3513632" y="2908572"/>
            <a:chExt cx="355876" cy="331007"/>
          </a:xfrm>
        </p:grpSpPr>
        <p:sp>
          <p:nvSpPr>
            <p:cNvPr id="7286" name="Google Shape;7286;p60"/>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0"/>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0"/>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0"/>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0"/>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0"/>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0"/>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0"/>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0"/>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0"/>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0"/>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0"/>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0"/>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0"/>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0"/>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0"/>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2" name="Google Shape;7302;p60"/>
          <p:cNvGrpSpPr/>
          <p:nvPr/>
        </p:nvGrpSpPr>
        <p:grpSpPr>
          <a:xfrm>
            <a:off x="2679808" y="2731630"/>
            <a:ext cx="235762" cy="374756"/>
            <a:chOff x="2694083" y="2888430"/>
            <a:chExt cx="235762" cy="374756"/>
          </a:xfrm>
        </p:grpSpPr>
        <p:sp>
          <p:nvSpPr>
            <p:cNvPr id="7303" name="Google Shape;7303;p60"/>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0"/>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0"/>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0"/>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0"/>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0"/>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0"/>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0"/>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0"/>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60"/>
          <p:cNvGrpSpPr/>
          <p:nvPr/>
        </p:nvGrpSpPr>
        <p:grpSpPr>
          <a:xfrm>
            <a:off x="857259" y="4143788"/>
            <a:ext cx="357661" cy="311155"/>
            <a:chOff x="871534" y="4300588"/>
            <a:chExt cx="357661" cy="311155"/>
          </a:xfrm>
        </p:grpSpPr>
        <p:sp>
          <p:nvSpPr>
            <p:cNvPr id="7313" name="Google Shape;7313;p60"/>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0"/>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0"/>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0"/>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0"/>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0"/>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0"/>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0"/>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0"/>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0"/>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0"/>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0"/>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0"/>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0"/>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0"/>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0"/>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0"/>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0"/>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0"/>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0"/>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0"/>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60"/>
          <p:cNvGrpSpPr/>
          <p:nvPr/>
        </p:nvGrpSpPr>
        <p:grpSpPr>
          <a:xfrm>
            <a:off x="901744" y="3664806"/>
            <a:ext cx="250100" cy="336785"/>
            <a:chOff x="916019" y="3821606"/>
            <a:chExt cx="250100" cy="336785"/>
          </a:xfrm>
        </p:grpSpPr>
        <p:sp>
          <p:nvSpPr>
            <p:cNvPr id="7335" name="Google Shape;7335;p60"/>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0"/>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0"/>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0"/>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0"/>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0"/>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0"/>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0"/>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0"/>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0"/>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0"/>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0"/>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0"/>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60"/>
          <p:cNvGrpSpPr/>
          <p:nvPr/>
        </p:nvGrpSpPr>
        <p:grpSpPr>
          <a:xfrm>
            <a:off x="835411" y="2752770"/>
            <a:ext cx="374730" cy="332504"/>
            <a:chOff x="849686" y="2909570"/>
            <a:chExt cx="374730" cy="332504"/>
          </a:xfrm>
        </p:grpSpPr>
        <p:sp>
          <p:nvSpPr>
            <p:cNvPr id="7349" name="Google Shape;7349;p60"/>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0"/>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0"/>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0"/>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0"/>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0"/>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0"/>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0"/>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0"/>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0"/>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0"/>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60"/>
          <p:cNvGrpSpPr/>
          <p:nvPr/>
        </p:nvGrpSpPr>
        <p:grpSpPr>
          <a:xfrm>
            <a:off x="1721292" y="2263441"/>
            <a:ext cx="417718" cy="372866"/>
            <a:chOff x="1735567" y="2420241"/>
            <a:chExt cx="417718" cy="372866"/>
          </a:xfrm>
        </p:grpSpPr>
        <p:sp>
          <p:nvSpPr>
            <p:cNvPr id="7361" name="Google Shape;7361;p60"/>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0"/>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0"/>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0"/>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0"/>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0"/>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0"/>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0"/>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0"/>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0"/>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0"/>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0"/>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60"/>
          <p:cNvGrpSpPr/>
          <p:nvPr/>
        </p:nvGrpSpPr>
        <p:grpSpPr>
          <a:xfrm>
            <a:off x="3585043" y="4142790"/>
            <a:ext cx="251098" cy="309028"/>
            <a:chOff x="3599318" y="4299590"/>
            <a:chExt cx="251098" cy="309028"/>
          </a:xfrm>
        </p:grpSpPr>
        <p:sp>
          <p:nvSpPr>
            <p:cNvPr id="7374" name="Google Shape;7374;p60"/>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0"/>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0"/>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0"/>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0"/>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0"/>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60"/>
          <p:cNvGrpSpPr/>
          <p:nvPr/>
        </p:nvGrpSpPr>
        <p:grpSpPr>
          <a:xfrm>
            <a:off x="3091723" y="2276440"/>
            <a:ext cx="345818" cy="345056"/>
            <a:chOff x="3105998" y="2433240"/>
            <a:chExt cx="345818" cy="345056"/>
          </a:xfrm>
        </p:grpSpPr>
        <p:sp>
          <p:nvSpPr>
            <p:cNvPr id="7381" name="Google Shape;7381;p60"/>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0"/>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0"/>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0"/>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0"/>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0"/>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0"/>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0"/>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0"/>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0"/>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0"/>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2" name="Google Shape;7392;p60"/>
          <p:cNvGrpSpPr/>
          <p:nvPr/>
        </p:nvGrpSpPr>
        <p:grpSpPr>
          <a:xfrm>
            <a:off x="1723051" y="2743973"/>
            <a:ext cx="374730" cy="350361"/>
            <a:chOff x="1737326" y="2900773"/>
            <a:chExt cx="374730" cy="350361"/>
          </a:xfrm>
        </p:grpSpPr>
        <p:sp>
          <p:nvSpPr>
            <p:cNvPr id="7393" name="Google Shape;7393;p60"/>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0"/>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0"/>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0"/>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0"/>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0"/>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0"/>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0"/>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0"/>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0"/>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0"/>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0"/>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0"/>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0"/>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0"/>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0"/>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0"/>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0" name="Google Shape;7410;p60"/>
          <p:cNvGrpSpPr/>
          <p:nvPr/>
        </p:nvGrpSpPr>
        <p:grpSpPr>
          <a:xfrm>
            <a:off x="3986401" y="1422596"/>
            <a:ext cx="327226" cy="211603"/>
            <a:chOff x="4000676" y="1579396"/>
            <a:chExt cx="327226" cy="211603"/>
          </a:xfrm>
        </p:grpSpPr>
        <p:sp>
          <p:nvSpPr>
            <p:cNvPr id="7411" name="Google Shape;7411;p60"/>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0"/>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0"/>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0"/>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0"/>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0"/>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0"/>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0"/>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0"/>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0"/>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0"/>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0"/>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0"/>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0"/>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0"/>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0"/>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7" name="Google Shape;7427;p60"/>
          <p:cNvGrpSpPr/>
          <p:nvPr/>
        </p:nvGrpSpPr>
        <p:grpSpPr>
          <a:xfrm>
            <a:off x="2621248" y="1358784"/>
            <a:ext cx="371054" cy="336469"/>
            <a:chOff x="2635523" y="1515584"/>
            <a:chExt cx="371054" cy="336469"/>
          </a:xfrm>
        </p:grpSpPr>
        <p:sp>
          <p:nvSpPr>
            <p:cNvPr id="7428" name="Google Shape;7428;p60"/>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0"/>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0"/>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0"/>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0"/>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0"/>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0"/>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60"/>
          <p:cNvGrpSpPr/>
          <p:nvPr/>
        </p:nvGrpSpPr>
        <p:grpSpPr>
          <a:xfrm>
            <a:off x="2217632" y="1363931"/>
            <a:ext cx="311627" cy="326569"/>
            <a:chOff x="2231907" y="1520731"/>
            <a:chExt cx="311627" cy="326569"/>
          </a:xfrm>
        </p:grpSpPr>
        <p:sp>
          <p:nvSpPr>
            <p:cNvPr id="7436" name="Google Shape;7436;p60"/>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0"/>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0"/>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0"/>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0"/>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0"/>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0"/>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0"/>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0"/>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0"/>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60"/>
          <p:cNvGrpSpPr/>
          <p:nvPr/>
        </p:nvGrpSpPr>
        <p:grpSpPr>
          <a:xfrm>
            <a:off x="1325974" y="4144733"/>
            <a:ext cx="311890" cy="304695"/>
            <a:chOff x="1340249" y="4301533"/>
            <a:chExt cx="311890" cy="304695"/>
          </a:xfrm>
        </p:grpSpPr>
        <p:sp>
          <p:nvSpPr>
            <p:cNvPr id="7447" name="Google Shape;7447;p60"/>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0"/>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0"/>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0"/>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0"/>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0"/>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0"/>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0"/>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0"/>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0"/>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0"/>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0"/>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0"/>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0"/>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1" name="Google Shape;7461;p60"/>
          <p:cNvGrpSpPr/>
          <p:nvPr/>
        </p:nvGrpSpPr>
        <p:grpSpPr>
          <a:xfrm>
            <a:off x="1316415" y="3220224"/>
            <a:ext cx="306874" cy="332268"/>
            <a:chOff x="1330690" y="3377024"/>
            <a:chExt cx="306874" cy="332268"/>
          </a:xfrm>
        </p:grpSpPr>
        <p:sp>
          <p:nvSpPr>
            <p:cNvPr id="7462" name="Google Shape;7462;p60"/>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0"/>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0"/>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0"/>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0"/>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0"/>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0"/>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0"/>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0"/>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0"/>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0"/>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60"/>
          <p:cNvGrpSpPr/>
          <p:nvPr/>
        </p:nvGrpSpPr>
        <p:grpSpPr>
          <a:xfrm>
            <a:off x="2636322" y="3224977"/>
            <a:ext cx="341511" cy="324994"/>
            <a:chOff x="2650597" y="3381777"/>
            <a:chExt cx="341511" cy="324994"/>
          </a:xfrm>
        </p:grpSpPr>
        <p:sp>
          <p:nvSpPr>
            <p:cNvPr id="7482" name="Google Shape;7482;p60"/>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0"/>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0"/>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0"/>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0"/>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0"/>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0"/>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0"/>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0"/>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0"/>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0"/>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0"/>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0"/>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0"/>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0"/>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0"/>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0"/>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0"/>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0"/>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0"/>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0"/>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0"/>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0"/>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0"/>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0"/>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0"/>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0"/>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0"/>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0"/>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0"/>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0"/>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0"/>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0"/>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0"/>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0"/>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60"/>
          <p:cNvGrpSpPr/>
          <p:nvPr/>
        </p:nvGrpSpPr>
        <p:grpSpPr>
          <a:xfrm>
            <a:off x="1281227" y="2280562"/>
            <a:ext cx="402645" cy="323917"/>
            <a:chOff x="1295502" y="2437362"/>
            <a:chExt cx="402645" cy="323917"/>
          </a:xfrm>
        </p:grpSpPr>
        <p:sp>
          <p:nvSpPr>
            <p:cNvPr id="7518" name="Google Shape;7518;p60"/>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0"/>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0"/>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0"/>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0"/>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0"/>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0"/>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0"/>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0"/>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0"/>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0"/>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0"/>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0"/>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0"/>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0"/>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0"/>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4" name="Google Shape;7534;p60"/>
          <p:cNvGrpSpPr/>
          <p:nvPr/>
        </p:nvGrpSpPr>
        <p:grpSpPr>
          <a:xfrm>
            <a:off x="868315" y="2281560"/>
            <a:ext cx="337310" cy="337047"/>
            <a:chOff x="882590" y="2438360"/>
            <a:chExt cx="337310" cy="337047"/>
          </a:xfrm>
        </p:grpSpPr>
        <p:sp>
          <p:nvSpPr>
            <p:cNvPr id="7535" name="Google Shape;7535;p60"/>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0"/>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0"/>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0"/>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0"/>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0"/>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0"/>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0"/>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0"/>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0"/>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0"/>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0"/>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0"/>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0"/>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0"/>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0"/>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0"/>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0"/>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0"/>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0"/>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0"/>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0"/>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0"/>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0"/>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60"/>
          <p:cNvGrpSpPr/>
          <p:nvPr/>
        </p:nvGrpSpPr>
        <p:grpSpPr>
          <a:xfrm>
            <a:off x="856498" y="3201185"/>
            <a:ext cx="342824" cy="351228"/>
            <a:chOff x="870773" y="3357985"/>
            <a:chExt cx="342824" cy="351228"/>
          </a:xfrm>
        </p:grpSpPr>
        <p:sp>
          <p:nvSpPr>
            <p:cNvPr id="7560" name="Google Shape;7560;p60"/>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0"/>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0"/>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0"/>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0"/>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0"/>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0"/>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0"/>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60"/>
          <p:cNvGrpSpPr/>
          <p:nvPr/>
        </p:nvGrpSpPr>
        <p:grpSpPr>
          <a:xfrm>
            <a:off x="2728809" y="4142790"/>
            <a:ext cx="159372" cy="308896"/>
            <a:chOff x="2743084" y="4299590"/>
            <a:chExt cx="159372" cy="308896"/>
          </a:xfrm>
        </p:grpSpPr>
        <p:sp>
          <p:nvSpPr>
            <p:cNvPr id="7569" name="Google Shape;7569;p60"/>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0"/>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0"/>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0"/>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0"/>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0"/>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0"/>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0"/>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0"/>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0"/>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0"/>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0"/>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0"/>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0"/>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0"/>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4" name="Google Shape;7584;p60"/>
          <p:cNvGrpSpPr/>
          <p:nvPr/>
        </p:nvGrpSpPr>
        <p:grpSpPr>
          <a:xfrm>
            <a:off x="1279231" y="2782916"/>
            <a:ext cx="374730" cy="272211"/>
            <a:chOff x="1293506" y="2939716"/>
            <a:chExt cx="374730" cy="272211"/>
          </a:xfrm>
        </p:grpSpPr>
        <p:sp>
          <p:nvSpPr>
            <p:cNvPr id="7585" name="Google Shape;7585;p60"/>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0"/>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0"/>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0"/>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0"/>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0"/>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0"/>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0"/>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0"/>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0"/>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0"/>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0"/>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0"/>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0"/>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0"/>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0"/>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0"/>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0"/>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0"/>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0"/>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0"/>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0"/>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0"/>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0"/>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0"/>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0"/>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0"/>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0"/>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0"/>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0"/>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60"/>
          <p:cNvGrpSpPr/>
          <p:nvPr/>
        </p:nvGrpSpPr>
        <p:grpSpPr>
          <a:xfrm>
            <a:off x="2185963" y="4132365"/>
            <a:ext cx="374756" cy="329300"/>
            <a:chOff x="2200238" y="4289165"/>
            <a:chExt cx="374756" cy="329300"/>
          </a:xfrm>
        </p:grpSpPr>
        <p:sp>
          <p:nvSpPr>
            <p:cNvPr id="7616" name="Google Shape;7616;p60"/>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0"/>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0"/>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0"/>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0"/>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0"/>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0"/>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0"/>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0"/>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0"/>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0"/>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0"/>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0"/>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0"/>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0"/>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0"/>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0"/>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0"/>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0"/>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0"/>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0"/>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0"/>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8" name="Google Shape;7638;p60"/>
          <p:cNvGrpSpPr/>
          <p:nvPr/>
        </p:nvGrpSpPr>
        <p:grpSpPr>
          <a:xfrm>
            <a:off x="3116092" y="4167685"/>
            <a:ext cx="297342" cy="258871"/>
            <a:chOff x="3130367" y="4324485"/>
            <a:chExt cx="297342" cy="258871"/>
          </a:xfrm>
        </p:grpSpPr>
        <p:sp>
          <p:nvSpPr>
            <p:cNvPr id="7639" name="Google Shape;7639;p60"/>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0"/>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0"/>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0"/>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0"/>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0"/>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0"/>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0"/>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0"/>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0"/>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0"/>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0"/>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0"/>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0"/>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0"/>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0"/>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0"/>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0"/>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0"/>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0"/>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0"/>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0"/>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0"/>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2" name="Google Shape;7662;p60"/>
          <p:cNvGrpSpPr/>
          <p:nvPr/>
        </p:nvGrpSpPr>
        <p:grpSpPr>
          <a:xfrm>
            <a:off x="3046477" y="2746809"/>
            <a:ext cx="390565" cy="359578"/>
            <a:chOff x="3060752" y="2903609"/>
            <a:chExt cx="390565" cy="359578"/>
          </a:xfrm>
        </p:grpSpPr>
        <p:sp>
          <p:nvSpPr>
            <p:cNvPr id="7663" name="Google Shape;7663;p6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0"/>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0"/>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0"/>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0"/>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0"/>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0"/>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0"/>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0"/>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0"/>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0"/>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0"/>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0"/>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0"/>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0"/>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0"/>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0"/>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0"/>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0"/>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0"/>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0"/>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0"/>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0"/>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0"/>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0"/>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0"/>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0"/>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0"/>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0"/>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0"/>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0"/>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60"/>
          <p:cNvGrpSpPr/>
          <p:nvPr/>
        </p:nvGrpSpPr>
        <p:grpSpPr>
          <a:xfrm>
            <a:off x="6216451" y="3658649"/>
            <a:ext cx="364673" cy="339804"/>
            <a:chOff x="6221064" y="3811049"/>
            <a:chExt cx="364673" cy="339804"/>
          </a:xfrm>
        </p:grpSpPr>
        <p:sp>
          <p:nvSpPr>
            <p:cNvPr id="7698" name="Google Shape;7698;p60"/>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0"/>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0"/>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0"/>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0"/>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0"/>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0"/>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0"/>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0"/>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0"/>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0"/>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0"/>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0"/>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0"/>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0"/>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60"/>
          <p:cNvGrpSpPr/>
          <p:nvPr/>
        </p:nvGrpSpPr>
        <p:grpSpPr>
          <a:xfrm>
            <a:off x="5761812" y="4122795"/>
            <a:ext cx="358160" cy="356926"/>
            <a:chOff x="5766424" y="4275195"/>
            <a:chExt cx="358160" cy="356926"/>
          </a:xfrm>
        </p:grpSpPr>
        <p:sp>
          <p:nvSpPr>
            <p:cNvPr id="7714" name="Google Shape;7714;p60"/>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0"/>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0"/>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0"/>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0"/>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0"/>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0"/>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0"/>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0"/>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60"/>
          <p:cNvGrpSpPr/>
          <p:nvPr/>
        </p:nvGrpSpPr>
        <p:grpSpPr>
          <a:xfrm>
            <a:off x="4880448" y="1366388"/>
            <a:ext cx="385786" cy="342588"/>
            <a:chOff x="4885060" y="1518788"/>
            <a:chExt cx="385786" cy="342588"/>
          </a:xfrm>
        </p:grpSpPr>
        <p:sp>
          <p:nvSpPr>
            <p:cNvPr id="7724" name="Google Shape;7724;p60"/>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0"/>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0"/>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0"/>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0"/>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0"/>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0"/>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0"/>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0"/>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0"/>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0"/>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0"/>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0"/>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0"/>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0"/>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0"/>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0"/>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0"/>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0"/>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60"/>
          <p:cNvGrpSpPr/>
          <p:nvPr/>
        </p:nvGrpSpPr>
        <p:grpSpPr>
          <a:xfrm>
            <a:off x="5389865" y="1362133"/>
            <a:ext cx="249076" cy="351096"/>
            <a:chOff x="5394478" y="1514533"/>
            <a:chExt cx="249076" cy="351096"/>
          </a:xfrm>
        </p:grpSpPr>
        <p:sp>
          <p:nvSpPr>
            <p:cNvPr id="7744" name="Google Shape;7744;p60"/>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0"/>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0"/>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0"/>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0"/>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0"/>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0"/>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0"/>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0"/>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0"/>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0"/>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0"/>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0"/>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0"/>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0"/>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0"/>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0"/>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0"/>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0"/>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0"/>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60"/>
          <p:cNvGrpSpPr/>
          <p:nvPr/>
        </p:nvGrpSpPr>
        <p:grpSpPr>
          <a:xfrm>
            <a:off x="5777647" y="1359612"/>
            <a:ext cx="356138" cy="356138"/>
            <a:chOff x="5782259" y="1512012"/>
            <a:chExt cx="356138" cy="356138"/>
          </a:xfrm>
        </p:grpSpPr>
        <p:sp>
          <p:nvSpPr>
            <p:cNvPr id="7765" name="Google Shape;7765;p60"/>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0"/>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0"/>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0"/>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0"/>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0"/>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0"/>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0"/>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0"/>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0"/>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0"/>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60"/>
          <p:cNvGrpSpPr/>
          <p:nvPr/>
        </p:nvGrpSpPr>
        <p:grpSpPr>
          <a:xfrm>
            <a:off x="6224986" y="1365652"/>
            <a:ext cx="343560" cy="343822"/>
            <a:chOff x="6229598" y="1518052"/>
            <a:chExt cx="343560" cy="343822"/>
          </a:xfrm>
        </p:grpSpPr>
        <p:sp>
          <p:nvSpPr>
            <p:cNvPr id="7777" name="Google Shape;7777;p60"/>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0"/>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0"/>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0"/>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0"/>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0"/>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0"/>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0"/>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0"/>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0"/>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0"/>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0"/>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0"/>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0"/>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0"/>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0"/>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0"/>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0"/>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0"/>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6" name="Google Shape;7796;p60"/>
          <p:cNvGrpSpPr/>
          <p:nvPr/>
        </p:nvGrpSpPr>
        <p:grpSpPr>
          <a:xfrm>
            <a:off x="6665287" y="1353074"/>
            <a:ext cx="345083" cy="369216"/>
            <a:chOff x="6669900" y="1505474"/>
            <a:chExt cx="345083" cy="369216"/>
          </a:xfrm>
        </p:grpSpPr>
        <p:sp>
          <p:nvSpPr>
            <p:cNvPr id="7797" name="Google Shape;7797;p60"/>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0"/>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0"/>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0"/>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0"/>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0"/>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0"/>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0"/>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0"/>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0"/>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0"/>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0"/>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0"/>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0"/>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0"/>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0"/>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0"/>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0"/>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0"/>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0"/>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0"/>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0"/>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60"/>
          <p:cNvGrpSpPr/>
          <p:nvPr/>
        </p:nvGrpSpPr>
        <p:grpSpPr>
          <a:xfrm>
            <a:off x="7112390" y="1365600"/>
            <a:ext cx="333003" cy="344085"/>
            <a:chOff x="7117003" y="1518000"/>
            <a:chExt cx="333003" cy="344085"/>
          </a:xfrm>
        </p:grpSpPr>
        <p:sp>
          <p:nvSpPr>
            <p:cNvPr id="7820" name="Google Shape;7820;p60"/>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0"/>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0"/>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0"/>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0"/>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0"/>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0"/>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0"/>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0"/>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0"/>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0"/>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0"/>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0"/>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0"/>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0"/>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0"/>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0"/>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0"/>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0"/>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0"/>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0"/>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0"/>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0"/>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0"/>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0"/>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0"/>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0"/>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0"/>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0"/>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0"/>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0"/>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0"/>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0"/>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0"/>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0"/>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0"/>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0"/>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0"/>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8" name="Google Shape;7858;p60"/>
          <p:cNvGrpSpPr/>
          <p:nvPr/>
        </p:nvGrpSpPr>
        <p:grpSpPr>
          <a:xfrm>
            <a:off x="7551431" y="1347559"/>
            <a:ext cx="337283" cy="380192"/>
            <a:chOff x="7556043" y="1499959"/>
            <a:chExt cx="337283" cy="380192"/>
          </a:xfrm>
        </p:grpSpPr>
        <p:sp>
          <p:nvSpPr>
            <p:cNvPr id="7859" name="Google Shape;7859;p60"/>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0"/>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0"/>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0"/>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0"/>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0"/>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0"/>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0"/>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0"/>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0"/>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0"/>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0"/>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0"/>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0"/>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3" name="Google Shape;7873;p60"/>
          <p:cNvGrpSpPr/>
          <p:nvPr/>
        </p:nvGrpSpPr>
        <p:grpSpPr>
          <a:xfrm>
            <a:off x="4859833" y="3187807"/>
            <a:ext cx="395607" cy="387414"/>
            <a:chOff x="4864446" y="3340207"/>
            <a:chExt cx="395607" cy="387414"/>
          </a:xfrm>
        </p:grpSpPr>
        <p:sp>
          <p:nvSpPr>
            <p:cNvPr id="7874" name="Google Shape;7874;p60"/>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0"/>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0"/>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0"/>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0"/>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0"/>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0"/>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0"/>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0"/>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0"/>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0"/>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0"/>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0"/>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0"/>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0"/>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0"/>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0"/>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0"/>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0"/>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0"/>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0"/>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0"/>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0"/>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0"/>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0"/>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9" name="Google Shape;7899;p60"/>
          <p:cNvGrpSpPr/>
          <p:nvPr/>
        </p:nvGrpSpPr>
        <p:grpSpPr>
          <a:xfrm>
            <a:off x="5298375" y="3237439"/>
            <a:ext cx="394609" cy="286523"/>
            <a:chOff x="5302988" y="3389839"/>
            <a:chExt cx="394609" cy="286523"/>
          </a:xfrm>
        </p:grpSpPr>
        <p:sp>
          <p:nvSpPr>
            <p:cNvPr id="7900" name="Google Shape;7900;p60"/>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0"/>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0"/>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0"/>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0"/>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0"/>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0"/>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0"/>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0"/>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0"/>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0"/>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0"/>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0"/>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0"/>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0"/>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0"/>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0"/>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0"/>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0"/>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0"/>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0"/>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0"/>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0"/>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0"/>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0"/>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0"/>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0"/>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0"/>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0"/>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0"/>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0"/>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0"/>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0"/>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3" name="Google Shape;7933;p60"/>
          <p:cNvSpPr/>
          <p:nvPr/>
        </p:nvSpPr>
        <p:spPr>
          <a:xfrm>
            <a:off x="5736419"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4" name="Google Shape;7934;p60"/>
          <p:cNvGrpSpPr/>
          <p:nvPr/>
        </p:nvGrpSpPr>
        <p:grpSpPr>
          <a:xfrm>
            <a:off x="5736419" y="3233657"/>
            <a:ext cx="394609" cy="294585"/>
            <a:chOff x="5741031" y="3386057"/>
            <a:chExt cx="394609" cy="294585"/>
          </a:xfrm>
        </p:grpSpPr>
        <p:sp>
          <p:nvSpPr>
            <p:cNvPr id="7935" name="Google Shape;7935;p60"/>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0"/>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0"/>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0"/>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0"/>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0"/>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0"/>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0"/>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0"/>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0"/>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0"/>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0"/>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0"/>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0"/>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0"/>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0"/>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0"/>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0"/>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0"/>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0"/>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0"/>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0"/>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0"/>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0"/>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0"/>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0"/>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0"/>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0"/>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0"/>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0"/>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5" name="Google Shape;7965;p60"/>
          <p:cNvSpPr/>
          <p:nvPr/>
        </p:nvSpPr>
        <p:spPr>
          <a:xfrm>
            <a:off x="6555704"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6" name="Google Shape;7966;p60"/>
          <p:cNvGrpSpPr/>
          <p:nvPr/>
        </p:nvGrpSpPr>
        <p:grpSpPr>
          <a:xfrm>
            <a:off x="6174462" y="3216326"/>
            <a:ext cx="394609" cy="328749"/>
            <a:chOff x="6179074" y="3368726"/>
            <a:chExt cx="394609" cy="328749"/>
          </a:xfrm>
        </p:grpSpPr>
        <p:sp>
          <p:nvSpPr>
            <p:cNvPr id="7967" name="Google Shape;7967;p60"/>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0"/>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0"/>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0"/>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0"/>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0"/>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0"/>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0"/>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0"/>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0"/>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0"/>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0"/>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0"/>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0"/>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0"/>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0"/>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0"/>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0"/>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0"/>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0"/>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0"/>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0"/>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0"/>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0"/>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0"/>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0"/>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0"/>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0"/>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0"/>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0"/>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0"/>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0"/>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0"/>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0"/>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0"/>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0"/>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0"/>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0"/>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0"/>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0"/>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0"/>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0"/>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0"/>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0"/>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0"/>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0"/>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0"/>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0"/>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0"/>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0"/>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0"/>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0"/>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0"/>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0"/>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0"/>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0"/>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0"/>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0"/>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0"/>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0"/>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0"/>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0"/>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0"/>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0"/>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0"/>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0"/>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0"/>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0"/>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0"/>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0"/>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0"/>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0"/>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0"/>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0"/>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0"/>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0"/>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0"/>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0"/>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0"/>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0"/>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0"/>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0"/>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0"/>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0" name="Google Shape;8050;p60"/>
          <p:cNvGrpSpPr/>
          <p:nvPr/>
        </p:nvGrpSpPr>
        <p:grpSpPr>
          <a:xfrm>
            <a:off x="7050311" y="3215328"/>
            <a:ext cx="394583" cy="331007"/>
            <a:chOff x="7054924" y="3367728"/>
            <a:chExt cx="394583" cy="331007"/>
          </a:xfrm>
        </p:grpSpPr>
        <p:sp>
          <p:nvSpPr>
            <p:cNvPr id="8051" name="Google Shape;8051;p60"/>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0"/>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0"/>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0"/>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0"/>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0"/>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0"/>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0"/>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0"/>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0"/>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0"/>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0"/>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0"/>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0"/>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0"/>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60"/>
          <p:cNvGrpSpPr/>
          <p:nvPr/>
        </p:nvGrpSpPr>
        <p:grpSpPr>
          <a:xfrm>
            <a:off x="7488354" y="3209025"/>
            <a:ext cx="394583" cy="343586"/>
            <a:chOff x="7492967" y="3361425"/>
            <a:chExt cx="394583" cy="343586"/>
          </a:xfrm>
        </p:grpSpPr>
        <p:sp>
          <p:nvSpPr>
            <p:cNvPr id="8067" name="Google Shape;8067;p60"/>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0"/>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0"/>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0"/>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0"/>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0"/>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0"/>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0"/>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0"/>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0"/>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0"/>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0"/>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0"/>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0"/>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0"/>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0"/>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0"/>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0"/>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0"/>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0"/>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0"/>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0"/>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0"/>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60"/>
          <p:cNvGrpSpPr/>
          <p:nvPr/>
        </p:nvGrpSpPr>
        <p:grpSpPr>
          <a:xfrm>
            <a:off x="7930914" y="3200754"/>
            <a:ext cx="385287" cy="360156"/>
            <a:chOff x="7935527" y="3353154"/>
            <a:chExt cx="385287" cy="360156"/>
          </a:xfrm>
        </p:grpSpPr>
        <p:sp>
          <p:nvSpPr>
            <p:cNvPr id="8091" name="Google Shape;8091;p60"/>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0"/>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0"/>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0"/>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0"/>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0"/>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0"/>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0"/>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0"/>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0"/>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0"/>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0"/>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3" name="Google Shape;8103;p60"/>
          <p:cNvGrpSpPr/>
          <p:nvPr/>
        </p:nvGrpSpPr>
        <p:grpSpPr>
          <a:xfrm>
            <a:off x="5315208" y="1833842"/>
            <a:ext cx="348103" cy="348103"/>
            <a:chOff x="5319821" y="1986242"/>
            <a:chExt cx="348103" cy="348103"/>
          </a:xfrm>
        </p:grpSpPr>
        <p:sp>
          <p:nvSpPr>
            <p:cNvPr id="8104" name="Google Shape;8104;p60"/>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0"/>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0"/>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0"/>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0"/>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0"/>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0"/>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0"/>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0"/>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0"/>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0"/>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0"/>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0"/>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0"/>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0"/>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0"/>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0"/>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0"/>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0"/>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0"/>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0"/>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0"/>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0"/>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0"/>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0"/>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0"/>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0"/>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0"/>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0"/>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0"/>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0"/>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0"/>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0"/>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0"/>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0"/>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0"/>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0"/>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60"/>
          <p:cNvGrpSpPr/>
          <p:nvPr/>
        </p:nvGrpSpPr>
        <p:grpSpPr>
          <a:xfrm>
            <a:off x="5761313" y="1824283"/>
            <a:ext cx="348339" cy="348103"/>
            <a:chOff x="5765926" y="1976683"/>
            <a:chExt cx="348339" cy="348103"/>
          </a:xfrm>
        </p:grpSpPr>
        <p:sp>
          <p:nvSpPr>
            <p:cNvPr id="8142" name="Google Shape;8142;p60"/>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0"/>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0"/>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0"/>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0"/>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0"/>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0"/>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0"/>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0"/>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0"/>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0"/>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0"/>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0"/>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0"/>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60"/>
          <p:cNvGrpSpPr/>
          <p:nvPr/>
        </p:nvGrpSpPr>
        <p:grpSpPr>
          <a:xfrm>
            <a:off x="6186778" y="1829089"/>
            <a:ext cx="389068" cy="347787"/>
            <a:chOff x="6191390" y="1981489"/>
            <a:chExt cx="389068" cy="347787"/>
          </a:xfrm>
        </p:grpSpPr>
        <p:sp>
          <p:nvSpPr>
            <p:cNvPr id="8157" name="Google Shape;8157;p60"/>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0"/>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0"/>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0"/>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0"/>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0"/>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0"/>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60"/>
          <p:cNvGrpSpPr/>
          <p:nvPr/>
        </p:nvGrpSpPr>
        <p:grpSpPr>
          <a:xfrm>
            <a:off x="6653234" y="1855191"/>
            <a:ext cx="348103" cy="295714"/>
            <a:chOff x="6657846" y="2007591"/>
            <a:chExt cx="348103" cy="295714"/>
          </a:xfrm>
        </p:grpSpPr>
        <p:sp>
          <p:nvSpPr>
            <p:cNvPr id="8165" name="Google Shape;8165;p60"/>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0"/>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0"/>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0"/>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0"/>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0"/>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0"/>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0"/>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0"/>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0"/>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0"/>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0"/>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0"/>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0"/>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0"/>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0"/>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0"/>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0"/>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0"/>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0"/>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0"/>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0"/>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0"/>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0"/>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0"/>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0"/>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60"/>
          <p:cNvGrpSpPr/>
          <p:nvPr/>
        </p:nvGrpSpPr>
        <p:grpSpPr>
          <a:xfrm>
            <a:off x="7099575" y="1819504"/>
            <a:ext cx="347341" cy="348103"/>
            <a:chOff x="7104188" y="1971904"/>
            <a:chExt cx="347341" cy="348103"/>
          </a:xfrm>
        </p:grpSpPr>
        <p:sp>
          <p:nvSpPr>
            <p:cNvPr id="8192" name="Google Shape;8192;p60"/>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0"/>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0"/>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0"/>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0"/>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0"/>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0"/>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0"/>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0"/>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0"/>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0"/>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0"/>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0"/>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0"/>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0"/>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0"/>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0"/>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0"/>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0"/>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0"/>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0"/>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0"/>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0"/>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0"/>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0"/>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0"/>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0"/>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0"/>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0"/>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0"/>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60"/>
          <p:cNvGrpSpPr/>
          <p:nvPr/>
        </p:nvGrpSpPr>
        <p:grpSpPr>
          <a:xfrm>
            <a:off x="7546652" y="1819504"/>
            <a:ext cx="344321" cy="348155"/>
            <a:chOff x="7551264" y="1971904"/>
            <a:chExt cx="344321" cy="348155"/>
          </a:xfrm>
        </p:grpSpPr>
        <p:sp>
          <p:nvSpPr>
            <p:cNvPr id="8223" name="Google Shape;8223;p60"/>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0"/>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0"/>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0"/>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0"/>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0"/>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0"/>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0"/>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0"/>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0"/>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0"/>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0"/>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0"/>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0"/>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0"/>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0"/>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0"/>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0"/>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0"/>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60"/>
          <p:cNvGrpSpPr/>
          <p:nvPr/>
        </p:nvGrpSpPr>
        <p:grpSpPr>
          <a:xfrm>
            <a:off x="7988214" y="1365390"/>
            <a:ext cx="317431" cy="344584"/>
            <a:chOff x="7992826" y="1517790"/>
            <a:chExt cx="317431" cy="344584"/>
          </a:xfrm>
        </p:grpSpPr>
        <p:sp>
          <p:nvSpPr>
            <p:cNvPr id="8243" name="Google Shape;8243;p60"/>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0"/>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0"/>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0"/>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0"/>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0"/>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0"/>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0"/>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0"/>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0"/>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0"/>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0"/>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0"/>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0"/>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0"/>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0"/>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0"/>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60"/>
          <p:cNvGrpSpPr/>
          <p:nvPr/>
        </p:nvGrpSpPr>
        <p:grpSpPr>
          <a:xfrm>
            <a:off x="7987452" y="1819504"/>
            <a:ext cx="351621" cy="348103"/>
            <a:chOff x="7992065" y="1971904"/>
            <a:chExt cx="351621" cy="348103"/>
          </a:xfrm>
        </p:grpSpPr>
        <p:sp>
          <p:nvSpPr>
            <p:cNvPr id="8261" name="Google Shape;8261;p60"/>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0"/>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0"/>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0"/>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0"/>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0"/>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0"/>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0"/>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0"/>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0"/>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0"/>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0"/>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0"/>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0"/>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0"/>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60"/>
          <p:cNvGrpSpPr/>
          <p:nvPr/>
        </p:nvGrpSpPr>
        <p:grpSpPr>
          <a:xfrm>
            <a:off x="4906576" y="3641055"/>
            <a:ext cx="296580" cy="364935"/>
            <a:chOff x="4911189" y="3793455"/>
            <a:chExt cx="296580" cy="364935"/>
          </a:xfrm>
        </p:grpSpPr>
        <p:sp>
          <p:nvSpPr>
            <p:cNvPr id="8277" name="Google Shape;8277;p60"/>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0"/>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0"/>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0"/>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0"/>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0"/>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0"/>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0"/>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0"/>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0"/>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0"/>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0"/>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0"/>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0"/>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0"/>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0"/>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0"/>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0"/>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0"/>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0"/>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7" name="Google Shape;8297;p60"/>
          <p:cNvGrpSpPr/>
          <p:nvPr/>
        </p:nvGrpSpPr>
        <p:grpSpPr>
          <a:xfrm>
            <a:off x="5336820" y="3640871"/>
            <a:ext cx="330272" cy="329117"/>
            <a:chOff x="5341433" y="3793271"/>
            <a:chExt cx="330272" cy="329117"/>
          </a:xfrm>
        </p:grpSpPr>
        <p:sp>
          <p:nvSpPr>
            <p:cNvPr id="8298" name="Google Shape;8298;p60"/>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0"/>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0"/>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0"/>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0"/>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0"/>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0"/>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0"/>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0"/>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0"/>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0"/>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0"/>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0"/>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0"/>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0"/>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0"/>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60"/>
          <p:cNvGrpSpPr/>
          <p:nvPr/>
        </p:nvGrpSpPr>
        <p:grpSpPr>
          <a:xfrm>
            <a:off x="5739438" y="3613850"/>
            <a:ext cx="428511" cy="383186"/>
            <a:chOff x="5744051" y="3766250"/>
            <a:chExt cx="428511" cy="383186"/>
          </a:xfrm>
        </p:grpSpPr>
        <p:sp>
          <p:nvSpPr>
            <p:cNvPr id="8315" name="Google Shape;8315;p60"/>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0"/>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0"/>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0"/>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0"/>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0"/>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0"/>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0"/>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0"/>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0"/>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0"/>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0"/>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0"/>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0"/>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0"/>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0"/>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0"/>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60"/>
          <p:cNvGrpSpPr/>
          <p:nvPr/>
        </p:nvGrpSpPr>
        <p:grpSpPr>
          <a:xfrm>
            <a:off x="6674084" y="3640924"/>
            <a:ext cx="342824" cy="328985"/>
            <a:chOff x="6678697" y="3793324"/>
            <a:chExt cx="342824" cy="328985"/>
          </a:xfrm>
        </p:grpSpPr>
        <p:sp>
          <p:nvSpPr>
            <p:cNvPr id="8333" name="Google Shape;8333;p60"/>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0"/>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0"/>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0"/>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0"/>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0"/>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0"/>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0"/>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60"/>
          <p:cNvGrpSpPr/>
          <p:nvPr/>
        </p:nvGrpSpPr>
        <p:grpSpPr>
          <a:xfrm>
            <a:off x="7097291" y="3609622"/>
            <a:ext cx="398627" cy="392088"/>
            <a:chOff x="7101903" y="3762022"/>
            <a:chExt cx="398627" cy="392088"/>
          </a:xfrm>
        </p:grpSpPr>
        <p:sp>
          <p:nvSpPr>
            <p:cNvPr id="8342" name="Google Shape;8342;p60"/>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0"/>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0"/>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0"/>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0"/>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0"/>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0"/>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0"/>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0"/>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0"/>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0"/>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0"/>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0"/>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0"/>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0"/>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0"/>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0" name="Google Shape;8360;p60"/>
          <p:cNvGrpSpPr/>
          <p:nvPr/>
        </p:nvGrpSpPr>
        <p:grpSpPr>
          <a:xfrm>
            <a:off x="7536857" y="3641055"/>
            <a:ext cx="407897" cy="328985"/>
            <a:chOff x="7541469" y="3793455"/>
            <a:chExt cx="407897" cy="328985"/>
          </a:xfrm>
        </p:grpSpPr>
        <p:sp>
          <p:nvSpPr>
            <p:cNvPr id="8361" name="Google Shape;8361;p60"/>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0"/>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0"/>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0"/>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0"/>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0"/>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0"/>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0"/>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0"/>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0"/>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0"/>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0"/>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0"/>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0"/>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0"/>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0"/>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0"/>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0"/>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0"/>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0"/>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0"/>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0"/>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0"/>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0"/>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0"/>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0"/>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0"/>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0"/>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0"/>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0"/>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1" name="Google Shape;8391;p60"/>
          <p:cNvGrpSpPr/>
          <p:nvPr/>
        </p:nvGrpSpPr>
        <p:grpSpPr>
          <a:xfrm>
            <a:off x="5305676" y="2803912"/>
            <a:ext cx="432292" cy="264412"/>
            <a:chOff x="5310288" y="2956312"/>
            <a:chExt cx="432292" cy="264412"/>
          </a:xfrm>
        </p:grpSpPr>
        <p:sp>
          <p:nvSpPr>
            <p:cNvPr id="8392" name="Google Shape;8392;p60"/>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0"/>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0"/>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0"/>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0"/>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0"/>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0"/>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0"/>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0"/>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0"/>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0"/>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0"/>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0"/>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0"/>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0"/>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0"/>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0"/>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0"/>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0"/>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0"/>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0"/>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0"/>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0"/>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0"/>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0"/>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0"/>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0"/>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60"/>
          <p:cNvGrpSpPr/>
          <p:nvPr/>
        </p:nvGrpSpPr>
        <p:grpSpPr>
          <a:xfrm>
            <a:off x="4874434" y="2279920"/>
            <a:ext cx="398075" cy="340303"/>
            <a:chOff x="4879047" y="2432320"/>
            <a:chExt cx="398075" cy="340303"/>
          </a:xfrm>
        </p:grpSpPr>
        <p:sp>
          <p:nvSpPr>
            <p:cNvPr id="8420" name="Google Shape;8420;p60"/>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0"/>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0"/>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0"/>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0"/>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0"/>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0"/>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0"/>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0"/>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0"/>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0"/>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0"/>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0"/>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0"/>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0"/>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0"/>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0"/>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0"/>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0"/>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0"/>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0"/>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0"/>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0"/>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0"/>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0"/>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0"/>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6" name="Google Shape;8446;p60"/>
          <p:cNvGrpSpPr/>
          <p:nvPr/>
        </p:nvGrpSpPr>
        <p:grpSpPr>
          <a:xfrm>
            <a:off x="5384088" y="2241423"/>
            <a:ext cx="280982" cy="395896"/>
            <a:chOff x="5388701" y="2393823"/>
            <a:chExt cx="280982" cy="395896"/>
          </a:xfrm>
        </p:grpSpPr>
        <p:sp>
          <p:nvSpPr>
            <p:cNvPr id="8447" name="Google Shape;8447;p60"/>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0"/>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0"/>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0"/>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0"/>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0"/>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0"/>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0"/>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0"/>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0"/>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0"/>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0"/>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0"/>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0"/>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0"/>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0"/>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0"/>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0"/>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0"/>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0"/>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0"/>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0"/>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0"/>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0"/>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0"/>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0"/>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0"/>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0"/>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0"/>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0"/>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60"/>
          <p:cNvGrpSpPr/>
          <p:nvPr/>
        </p:nvGrpSpPr>
        <p:grpSpPr>
          <a:xfrm>
            <a:off x="5738677" y="2286722"/>
            <a:ext cx="444871" cy="316407"/>
            <a:chOff x="5743289" y="2439122"/>
            <a:chExt cx="444871" cy="316407"/>
          </a:xfrm>
        </p:grpSpPr>
        <p:sp>
          <p:nvSpPr>
            <p:cNvPr id="8478" name="Google Shape;8478;p60"/>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0"/>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0"/>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0"/>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0"/>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0"/>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0"/>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0"/>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0"/>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0"/>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0"/>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0"/>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0"/>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0"/>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0"/>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0"/>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0"/>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0"/>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0"/>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0"/>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0"/>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0"/>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0"/>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0"/>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0"/>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0"/>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0"/>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0"/>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0"/>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7" name="Google Shape;8507;p60"/>
          <p:cNvGrpSpPr/>
          <p:nvPr/>
        </p:nvGrpSpPr>
        <p:grpSpPr>
          <a:xfrm>
            <a:off x="6225747" y="2280183"/>
            <a:ext cx="351359" cy="363412"/>
            <a:chOff x="6230360" y="2432583"/>
            <a:chExt cx="351359" cy="363412"/>
          </a:xfrm>
        </p:grpSpPr>
        <p:sp>
          <p:nvSpPr>
            <p:cNvPr id="8508" name="Google Shape;8508;p60"/>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0"/>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0"/>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0"/>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0"/>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0"/>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0"/>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0"/>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0"/>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0"/>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0"/>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0"/>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0"/>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0"/>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0"/>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0"/>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0"/>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0"/>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0"/>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0"/>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0"/>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9" name="Google Shape;8529;p60"/>
          <p:cNvGrpSpPr/>
          <p:nvPr/>
        </p:nvGrpSpPr>
        <p:grpSpPr>
          <a:xfrm>
            <a:off x="6629364" y="2307152"/>
            <a:ext cx="387781" cy="286680"/>
            <a:chOff x="6633976" y="2459552"/>
            <a:chExt cx="387781" cy="286680"/>
          </a:xfrm>
        </p:grpSpPr>
        <p:sp>
          <p:nvSpPr>
            <p:cNvPr id="8530" name="Google Shape;8530;p60"/>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0"/>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0"/>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0"/>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0"/>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0"/>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0"/>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60"/>
          <p:cNvGrpSpPr/>
          <p:nvPr/>
        </p:nvGrpSpPr>
        <p:grpSpPr>
          <a:xfrm>
            <a:off x="7086498" y="2276165"/>
            <a:ext cx="376989" cy="348864"/>
            <a:chOff x="7091110" y="2428565"/>
            <a:chExt cx="376989" cy="348864"/>
          </a:xfrm>
        </p:grpSpPr>
        <p:sp>
          <p:nvSpPr>
            <p:cNvPr id="8538" name="Google Shape;8538;p60"/>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0"/>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0"/>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0"/>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0"/>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0"/>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0"/>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0"/>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0"/>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0"/>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0"/>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0"/>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0"/>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0"/>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0"/>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0"/>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0"/>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0"/>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0"/>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0"/>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0"/>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0"/>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0"/>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0"/>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0"/>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0"/>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0"/>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0"/>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0"/>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0"/>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0"/>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9" name="Google Shape;8569;p60"/>
          <p:cNvGrpSpPr/>
          <p:nvPr/>
        </p:nvGrpSpPr>
        <p:grpSpPr>
          <a:xfrm>
            <a:off x="7531815" y="2262825"/>
            <a:ext cx="369715" cy="375492"/>
            <a:chOff x="7536427" y="2415225"/>
            <a:chExt cx="369715" cy="375492"/>
          </a:xfrm>
        </p:grpSpPr>
        <p:sp>
          <p:nvSpPr>
            <p:cNvPr id="8570" name="Google Shape;8570;p60"/>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0"/>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0"/>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0"/>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0"/>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0"/>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0"/>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0"/>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0"/>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0"/>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0"/>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0"/>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0"/>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0"/>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0"/>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0"/>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0"/>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0"/>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0"/>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0"/>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0"/>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0"/>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0"/>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0"/>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0"/>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0"/>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0"/>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0"/>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0"/>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0"/>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0"/>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0"/>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0"/>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0"/>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0"/>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0"/>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0"/>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0"/>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8" name="Google Shape;8608;p60"/>
          <p:cNvGrpSpPr/>
          <p:nvPr/>
        </p:nvGrpSpPr>
        <p:grpSpPr>
          <a:xfrm>
            <a:off x="7976160" y="2276402"/>
            <a:ext cx="353381" cy="358160"/>
            <a:chOff x="7980773" y="2428802"/>
            <a:chExt cx="353381" cy="358160"/>
          </a:xfrm>
        </p:grpSpPr>
        <p:sp>
          <p:nvSpPr>
            <p:cNvPr id="8609" name="Google Shape;8609;p60"/>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0"/>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0"/>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0"/>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0"/>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0"/>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0"/>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0"/>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0"/>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0"/>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0"/>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0"/>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0"/>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0"/>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0"/>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0"/>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0"/>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0"/>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0"/>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0"/>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0"/>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0"/>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0"/>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0"/>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0"/>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0"/>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0"/>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0"/>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0"/>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0"/>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60"/>
          <p:cNvGrpSpPr/>
          <p:nvPr/>
        </p:nvGrpSpPr>
        <p:grpSpPr>
          <a:xfrm>
            <a:off x="4881445" y="4138840"/>
            <a:ext cx="346343" cy="343953"/>
            <a:chOff x="4886058" y="4291240"/>
            <a:chExt cx="346343" cy="343953"/>
          </a:xfrm>
        </p:grpSpPr>
        <p:sp>
          <p:nvSpPr>
            <p:cNvPr id="8640" name="Google Shape;8640;p60"/>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0"/>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0"/>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0"/>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0"/>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0"/>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0"/>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0"/>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0"/>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0"/>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0"/>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0"/>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0"/>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3" name="Google Shape;8653;p60"/>
          <p:cNvGrpSpPr/>
          <p:nvPr/>
        </p:nvGrpSpPr>
        <p:grpSpPr>
          <a:xfrm>
            <a:off x="5339604" y="4138656"/>
            <a:ext cx="304616" cy="343560"/>
            <a:chOff x="5344216" y="4291056"/>
            <a:chExt cx="304616" cy="343560"/>
          </a:xfrm>
        </p:grpSpPr>
        <p:sp>
          <p:nvSpPr>
            <p:cNvPr id="8654" name="Google Shape;8654;p60"/>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0"/>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0"/>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0"/>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0"/>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0"/>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0"/>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0"/>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0"/>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0"/>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0"/>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60"/>
          <p:cNvGrpSpPr/>
          <p:nvPr/>
        </p:nvGrpSpPr>
        <p:grpSpPr>
          <a:xfrm>
            <a:off x="6275387" y="4112022"/>
            <a:ext cx="204093" cy="343743"/>
            <a:chOff x="6271562" y="4290872"/>
            <a:chExt cx="204093" cy="343743"/>
          </a:xfrm>
        </p:grpSpPr>
        <p:sp>
          <p:nvSpPr>
            <p:cNvPr id="8666" name="Google Shape;8666;p60"/>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0"/>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0"/>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0"/>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0"/>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0"/>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0"/>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0"/>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0"/>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0"/>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0"/>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0"/>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60"/>
          <p:cNvGrpSpPr/>
          <p:nvPr/>
        </p:nvGrpSpPr>
        <p:grpSpPr>
          <a:xfrm>
            <a:off x="6634878" y="4176838"/>
            <a:ext cx="344085" cy="267195"/>
            <a:chOff x="6639491" y="4329238"/>
            <a:chExt cx="344085" cy="267195"/>
          </a:xfrm>
        </p:grpSpPr>
        <p:sp>
          <p:nvSpPr>
            <p:cNvPr id="8679" name="Google Shape;8679;p60"/>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0"/>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0"/>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0"/>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0"/>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0"/>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0"/>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0"/>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0"/>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0"/>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0"/>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0"/>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0"/>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0"/>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0"/>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0"/>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0"/>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0"/>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60"/>
          <p:cNvGrpSpPr/>
          <p:nvPr/>
        </p:nvGrpSpPr>
        <p:grpSpPr>
          <a:xfrm>
            <a:off x="7128724" y="4138656"/>
            <a:ext cx="232979" cy="343560"/>
            <a:chOff x="7133336" y="4291056"/>
            <a:chExt cx="232979" cy="343560"/>
          </a:xfrm>
        </p:grpSpPr>
        <p:sp>
          <p:nvSpPr>
            <p:cNvPr id="8698" name="Google Shape;8698;p60"/>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0"/>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0"/>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0"/>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0"/>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0"/>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0"/>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0"/>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0"/>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0"/>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0"/>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0"/>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0"/>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0"/>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0"/>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0"/>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0"/>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60"/>
          <p:cNvGrpSpPr/>
          <p:nvPr/>
        </p:nvGrpSpPr>
        <p:grpSpPr>
          <a:xfrm>
            <a:off x="7566767" y="4138656"/>
            <a:ext cx="232979" cy="343560"/>
            <a:chOff x="7571379" y="4291056"/>
            <a:chExt cx="232979" cy="343560"/>
          </a:xfrm>
        </p:grpSpPr>
        <p:sp>
          <p:nvSpPr>
            <p:cNvPr id="8716" name="Google Shape;8716;p60"/>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0"/>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0"/>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0"/>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0"/>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0"/>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0"/>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0"/>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0"/>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0"/>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0"/>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0"/>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0"/>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0"/>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0"/>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0"/>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60"/>
          <p:cNvGrpSpPr/>
          <p:nvPr/>
        </p:nvGrpSpPr>
        <p:grpSpPr>
          <a:xfrm>
            <a:off x="6661768" y="3195475"/>
            <a:ext cx="295819" cy="370712"/>
            <a:chOff x="6666381" y="3347875"/>
            <a:chExt cx="295819" cy="370712"/>
          </a:xfrm>
        </p:grpSpPr>
        <p:sp>
          <p:nvSpPr>
            <p:cNvPr id="8733" name="Google Shape;8733;p60"/>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0"/>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0"/>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0"/>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0"/>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0"/>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0"/>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0"/>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0"/>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0"/>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0"/>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0"/>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0"/>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0"/>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0"/>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0"/>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0"/>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0"/>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0"/>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0"/>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0"/>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0"/>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0"/>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0"/>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0"/>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0"/>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0"/>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0"/>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0"/>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0"/>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0"/>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0"/>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0"/>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0"/>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0"/>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0"/>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0"/>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0"/>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0"/>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0"/>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60"/>
          <p:cNvGrpSpPr/>
          <p:nvPr/>
        </p:nvGrpSpPr>
        <p:grpSpPr>
          <a:xfrm>
            <a:off x="4873147" y="2735059"/>
            <a:ext cx="389567" cy="390329"/>
            <a:chOff x="4877760" y="2887459"/>
            <a:chExt cx="389567" cy="390329"/>
          </a:xfrm>
        </p:grpSpPr>
        <p:sp>
          <p:nvSpPr>
            <p:cNvPr id="8774" name="Google Shape;8774;p60"/>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0"/>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0"/>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0"/>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0"/>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0"/>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0"/>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0"/>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0"/>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0"/>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0"/>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0"/>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0"/>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0"/>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0"/>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0"/>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0"/>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0"/>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0"/>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0"/>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0"/>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0"/>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0"/>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0"/>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0"/>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0"/>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0"/>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0"/>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0"/>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0"/>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0"/>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0"/>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0"/>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0"/>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0"/>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0"/>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0"/>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0"/>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0"/>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0"/>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0"/>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0"/>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0"/>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0"/>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8" name="Google Shape;8818;p60"/>
          <p:cNvSpPr/>
          <p:nvPr/>
        </p:nvSpPr>
        <p:spPr>
          <a:xfrm>
            <a:off x="5906557"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0"/>
          <p:cNvSpPr/>
          <p:nvPr/>
        </p:nvSpPr>
        <p:spPr>
          <a:xfrm>
            <a:off x="5906557"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0"/>
          <p:cNvSpPr/>
          <p:nvPr/>
        </p:nvSpPr>
        <p:spPr>
          <a:xfrm>
            <a:off x="5793482"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0"/>
          <p:cNvSpPr/>
          <p:nvPr/>
        </p:nvSpPr>
        <p:spPr>
          <a:xfrm>
            <a:off x="5793219"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0"/>
          <p:cNvSpPr/>
          <p:nvPr/>
        </p:nvSpPr>
        <p:spPr>
          <a:xfrm>
            <a:off x="5774627"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3" name="Google Shape;8823;p60"/>
          <p:cNvGrpSpPr/>
          <p:nvPr/>
        </p:nvGrpSpPr>
        <p:grpSpPr>
          <a:xfrm>
            <a:off x="5774627" y="2735295"/>
            <a:ext cx="314411" cy="389830"/>
            <a:chOff x="5779239" y="2887695"/>
            <a:chExt cx="314411" cy="389830"/>
          </a:xfrm>
        </p:grpSpPr>
        <p:sp>
          <p:nvSpPr>
            <p:cNvPr id="8824" name="Google Shape;8824;p60"/>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0"/>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0"/>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0"/>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0"/>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0"/>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0"/>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0"/>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0"/>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0"/>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0"/>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0"/>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0"/>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0"/>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0"/>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0"/>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0"/>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0"/>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0"/>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0"/>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0"/>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0"/>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0"/>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0"/>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0"/>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0"/>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0"/>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0"/>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0"/>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0"/>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0"/>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0"/>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0"/>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0"/>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0"/>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0"/>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0"/>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0"/>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0"/>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0"/>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0"/>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0"/>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0"/>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0"/>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60"/>
          <p:cNvGrpSpPr/>
          <p:nvPr/>
        </p:nvGrpSpPr>
        <p:grpSpPr>
          <a:xfrm>
            <a:off x="6185517" y="2788577"/>
            <a:ext cx="389830" cy="283004"/>
            <a:chOff x="6190130" y="2940977"/>
            <a:chExt cx="389830" cy="283004"/>
          </a:xfrm>
        </p:grpSpPr>
        <p:sp>
          <p:nvSpPr>
            <p:cNvPr id="8869" name="Google Shape;8869;p60"/>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0"/>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0"/>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0"/>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0"/>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0"/>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0"/>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0"/>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0"/>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0"/>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0"/>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0"/>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0"/>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0"/>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0"/>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0"/>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0"/>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0"/>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0"/>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0"/>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0"/>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0"/>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0"/>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0"/>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0"/>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0"/>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0"/>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0"/>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0"/>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0"/>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60"/>
          <p:cNvGrpSpPr/>
          <p:nvPr/>
        </p:nvGrpSpPr>
        <p:grpSpPr>
          <a:xfrm>
            <a:off x="6629364" y="2747874"/>
            <a:ext cx="389803" cy="364673"/>
            <a:chOff x="6633976" y="2900274"/>
            <a:chExt cx="389803" cy="364673"/>
          </a:xfrm>
        </p:grpSpPr>
        <p:sp>
          <p:nvSpPr>
            <p:cNvPr id="8900" name="Google Shape;8900;p60"/>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0"/>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0"/>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0"/>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0"/>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0"/>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0"/>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0"/>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0"/>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0"/>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0"/>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0"/>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0"/>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0"/>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0"/>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0"/>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0"/>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60"/>
          <p:cNvGrpSpPr/>
          <p:nvPr/>
        </p:nvGrpSpPr>
        <p:grpSpPr>
          <a:xfrm>
            <a:off x="7513223" y="2733037"/>
            <a:ext cx="364935" cy="382529"/>
            <a:chOff x="7517835" y="2885437"/>
            <a:chExt cx="364935" cy="382529"/>
          </a:xfrm>
        </p:grpSpPr>
        <p:sp>
          <p:nvSpPr>
            <p:cNvPr id="8918" name="Google Shape;8918;p60"/>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0"/>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0"/>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0"/>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0"/>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0"/>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0"/>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0"/>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0"/>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0"/>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0"/>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0"/>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0"/>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0"/>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0"/>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0"/>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0"/>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0"/>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0"/>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0"/>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0"/>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0"/>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0"/>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0"/>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0"/>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0"/>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0"/>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0"/>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0"/>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0"/>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0"/>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0"/>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0"/>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0"/>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0"/>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0"/>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0"/>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60"/>
          <p:cNvGrpSpPr/>
          <p:nvPr/>
        </p:nvGrpSpPr>
        <p:grpSpPr>
          <a:xfrm>
            <a:off x="7082979" y="2734744"/>
            <a:ext cx="358160" cy="385602"/>
            <a:chOff x="7087591" y="2887144"/>
            <a:chExt cx="358160" cy="385602"/>
          </a:xfrm>
        </p:grpSpPr>
        <p:sp>
          <p:nvSpPr>
            <p:cNvPr id="8956" name="Google Shape;8956;p60"/>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0"/>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0"/>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0"/>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0"/>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0"/>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0"/>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0"/>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0"/>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0"/>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0"/>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0"/>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0"/>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0"/>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0"/>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0"/>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0"/>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0"/>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0"/>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60"/>
          <p:cNvGrpSpPr/>
          <p:nvPr/>
        </p:nvGrpSpPr>
        <p:grpSpPr>
          <a:xfrm>
            <a:off x="7946749" y="2733037"/>
            <a:ext cx="382529" cy="382529"/>
            <a:chOff x="7951362" y="2885437"/>
            <a:chExt cx="382529" cy="382529"/>
          </a:xfrm>
        </p:grpSpPr>
        <p:sp>
          <p:nvSpPr>
            <p:cNvPr id="8976" name="Google Shape;8976;p60"/>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0"/>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0"/>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0"/>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0"/>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0"/>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0"/>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0"/>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0"/>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0"/>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0"/>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0"/>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0"/>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0"/>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0"/>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0"/>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0"/>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0"/>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0"/>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0"/>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0"/>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0"/>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0"/>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0"/>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0"/>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0"/>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0"/>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0"/>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0"/>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0"/>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0"/>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0"/>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0"/>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0"/>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0"/>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0"/>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0"/>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0"/>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0"/>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0"/>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0"/>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0"/>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0"/>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0"/>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0"/>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0"/>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0"/>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0"/>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0"/>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60"/>
          <p:cNvGrpSpPr/>
          <p:nvPr/>
        </p:nvGrpSpPr>
        <p:grpSpPr>
          <a:xfrm>
            <a:off x="8049793" y="3662089"/>
            <a:ext cx="276964" cy="336601"/>
            <a:chOff x="8054406" y="3814489"/>
            <a:chExt cx="276964" cy="336601"/>
          </a:xfrm>
        </p:grpSpPr>
        <p:sp>
          <p:nvSpPr>
            <p:cNvPr id="9026" name="Google Shape;9026;p60"/>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0"/>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0"/>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0"/>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0"/>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0"/>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0"/>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0"/>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0"/>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60"/>
          <p:cNvGrpSpPr/>
          <p:nvPr/>
        </p:nvGrpSpPr>
        <p:grpSpPr>
          <a:xfrm>
            <a:off x="7932175" y="4142674"/>
            <a:ext cx="378249" cy="335524"/>
            <a:chOff x="7936787" y="4295074"/>
            <a:chExt cx="378249" cy="335524"/>
          </a:xfrm>
        </p:grpSpPr>
        <p:sp>
          <p:nvSpPr>
            <p:cNvPr id="9036" name="Google Shape;9036;p60"/>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0"/>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0"/>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0"/>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0"/>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0"/>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0"/>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0"/>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0"/>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0"/>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0"/>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0"/>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0"/>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0"/>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0"/>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0"/>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60"/>
          <p:cNvGrpSpPr/>
          <p:nvPr/>
        </p:nvGrpSpPr>
        <p:grpSpPr>
          <a:xfrm>
            <a:off x="4881445" y="1813490"/>
            <a:ext cx="388569" cy="388307"/>
            <a:chOff x="4886058" y="1965890"/>
            <a:chExt cx="388569" cy="388307"/>
          </a:xfrm>
        </p:grpSpPr>
        <p:sp>
          <p:nvSpPr>
            <p:cNvPr id="9053" name="Google Shape;9053;p60"/>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0"/>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0"/>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0"/>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0"/>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0"/>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0"/>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0"/>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0"/>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0"/>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0"/>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4" name="Google Shape;9064;p60"/>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9065" name="Google Shape;9065;p60"/>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69" name="Shape 9069"/>
        <p:cNvGrpSpPr/>
        <p:nvPr/>
      </p:nvGrpSpPr>
      <p:grpSpPr>
        <a:xfrm>
          <a:off x="0" y="0"/>
          <a:ext cx="0" cy="0"/>
          <a:chOff x="0" y="0"/>
          <a:chExt cx="0" cy="0"/>
        </a:xfrm>
      </p:grpSpPr>
      <p:grpSp>
        <p:nvGrpSpPr>
          <p:cNvPr id="9070" name="Google Shape;9070;p61"/>
          <p:cNvGrpSpPr/>
          <p:nvPr/>
        </p:nvGrpSpPr>
        <p:grpSpPr>
          <a:xfrm>
            <a:off x="1738624" y="3196252"/>
            <a:ext cx="292801" cy="359258"/>
            <a:chOff x="1765162" y="3346789"/>
            <a:chExt cx="292801" cy="359258"/>
          </a:xfrm>
        </p:grpSpPr>
        <p:sp>
          <p:nvSpPr>
            <p:cNvPr id="9071" name="Google Shape;9071;p61"/>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1"/>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1"/>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1"/>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1"/>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1"/>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1"/>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1"/>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1"/>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1"/>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1"/>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1"/>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1"/>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1"/>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1"/>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61"/>
          <p:cNvGrpSpPr/>
          <p:nvPr/>
        </p:nvGrpSpPr>
        <p:grpSpPr>
          <a:xfrm>
            <a:off x="3051095" y="2294466"/>
            <a:ext cx="358996" cy="296309"/>
            <a:chOff x="3077632" y="2445004"/>
            <a:chExt cx="358996" cy="296309"/>
          </a:xfrm>
        </p:grpSpPr>
        <p:sp>
          <p:nvSpPr>
            <p:cNvPr id="9087" name="Google Shape;9087;p61"/>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1"/>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1"/>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1"/>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1"/>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1"/>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1"/>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1"/>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1"/>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1"/>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1"/>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1"/>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1"/>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1"/>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1"/>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1"/>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1"/>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1"/>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1"/>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1"/>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1"/>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1"/>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1"/>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1"/>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1"/>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1"/>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61"/>
          <p:cNvGrpSpPr/>
          <p:nvPr/>
        </p:nvGrpSpPr>
        <p:grpSpPr>
          <a:xfrm>
            <a:off x="2608699" y="2281243"/>
            <a:ext cx="359232" cy="323018"/>
            <a:chOff x="2635237" y="2431780"/>
            <a:chExt cx="359232" cy="323018"/>
          </a:xfrm>
        </p:grpSpPr>
        <p:sp>
          <p:nvSpPr>
            <p:cNvPr id="9114" name="Google Shape;9114;p61"/>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1"/>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1"/>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1"/>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1"/>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1"/>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1"/>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1"/>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1"/>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1"/>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1"/>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1"/>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1"/>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1"/>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1"/>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61"/>
          <p:cNvGrpSpPr/>
          <p:nvPr/>
        </p:nvGrpSpPr>
        <p:grpSpPr>
          <a:xfrm>
            <a:off x="3985114" y="3617594"/>
            <a:ext cx="373189" cy="358944"/>
            <a:chOff x="4011651" y="3768132"/>
            <a:chExt cx="373189" cy="358944"/>
          </a:xfrm>
        </p:grpSpPr>
        <p:sp>
          <p:nvSpPr>
            <p:cNvPr id="9130" name="Google Shape;9130;p61"/>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1"/>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1"/>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1"/>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1"/>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1"/>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1"/>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1"/>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1"/>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1"/>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0" name="Google Shape;9140;p61"/>
          <p:cNvGrpSpPr/>
          <p:nvPr/>
        </p:nvGrpSpPr>
        <p:grpSpPr>
          <a:xfrm>
            <a:off x="2163031" y="1811065"/>
            <a:ext cx="364993" cy="359049"/>
            <a:chOff x="2189568" y="1961603"/>
            <a:chExt cx="364993" cy="359049"/>
          </a:xfrm>
        </p:grpSpPr>
        <p:sp>
          <p:nvSpPr>
            <p:cNvPr id="9141" name="Google Shape;9141;p61"/>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1"/>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1"/>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1"/>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1"/>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1"/>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1"/>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1"/>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1"/>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1"/>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1"/>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1"/>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1"/>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1"/>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1"/>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1"/>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7" name="Google Shape;9157;p61"/>
          <p:cNvGrpSpPr/>
          <p:nvPr/>
        </p:nvGrpSpPr>
        <p:grpSpPr>
          <a:xfrm>
            <a:off x="2166539" y="2269434"/>
            <a:ext cx="378426" cy="346323"/>
            <a:chOff x="2193077" y="2419971"/>
            <a:chExt cx="378426" cy="346323"/>
          </a:xfrm>
        </p:grpSpPr>
        <p:sp>
          <p:nvSpPr>
            <p:cNvPr id="9158" name="Google Shape;9158;p61"/>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1"/>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1"/>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1"/>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1"/>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1"/>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1"/>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1"/>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1"/>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1"/>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1"/>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1"/>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1"/>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1"/>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1"/>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1"/>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1"/>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1"/>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1"/>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1"/>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1"/>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61"/>
          <p:cNvGrpSpPr/>
          <p:nvPr/>
        </p:nvGrpSpPr>
        <p:grpSpPr>
          <a:xfrm>
            <a:off x="835084" y="2731232"/>
            <a:ext cx="276802" cy="367140"/>
            <a:chOff x="861622" y="2881770"/>
            <a:chExt cx="276802" cy="367140"/>
          </a:xfrm>
        </p:grpSpPr>
        <p:sp>
          <p:nvSpPr>
            <p:cNvPr id="9180" name="Google Shape;9180;p61"/>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1"/>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1"/>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1"/>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1"/>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1"/>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1"/>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1"/>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1"/>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1"/>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1"/>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1"/>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1"/>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1"/>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1"/>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1"/>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1"/>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1"/>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1"/>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1"/>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1"/>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1"/>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2" name="Google Shape;9202;p61"/>
          <p:cNvGrpSpPr/>
          <p:nvPr/>
        </p:nvGrpSpPr>
        <p:grpSpPr>
          <a:xfrm>
            <a:off x="3941647" y="2731154"/>
            <a:ext cx="369444" cy="367140"/>
            <a:chOff x="3968184" y="2881691"/>
            <a:chExt cx="369444" cy="367140"/>
          </a:xfrm>
        </p:grpSpPr>
        <p:sp>
          <p:nvSpPr>
            <p:cNvPr id="9203" name="Google Shape;9203;p61"/>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1"/>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1"/>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1"/>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1"/>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1"/>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1"/>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1"/>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1"/>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1"/>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1"/>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1"/>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1"/>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1"/>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1"/>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1"/>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1"/>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1"/>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1"/>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1"/>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1"/>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1"/>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1"/>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1"/>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61"/>
          <p:cNvGrpSpPr/>
          <p:nvPr/>
        </p:nvGrpSpPr>
        <p:grpSpPr>
          <a:xfrm>
            <a:off x="3487258" y="2731546"/>
            <a:ext cx="371487" cy="366826"/>
            <a:chOff x="3513796" y="2882084"/>
            <a:chExt cx="371487" cy="366826"/>
          </a:xfrm>
        </p:grpSpPr>
        <p:sp>
          <p:nvSpPr>
            <p:cNvPr id="9228" name="Google Shape;9228;p61"/>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1"/>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1"/>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1"/>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1"/>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1"/>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1"/>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1"/>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1"/>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1"/>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1"/>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1"/>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1"/>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1"/>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1"/>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1"/>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1"/>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1"/>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1"/>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1"/>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1"/>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1"/>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1"/>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1"/>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1"/>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1"/>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1"/>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1"/>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1"/>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1"/>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1"/>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1"/>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1"/>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1"/>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1"/>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1"/>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1"/>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1"/>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1"/>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1"/>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1"/>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1"/>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1"/>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1"/>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1"/>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1"/>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1"/>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1"/>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1"/>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61"/>
          <p:cNvGrpSpPr/>
          <p:nvPr/>
        </p:nvGrpSpPr>
        <p:grpSpPr>
          <a:xfrm>
            <a:off x="847077" y="1349738"/>
            <a:ext cx="335011" cy="359232"/>
            <a:chOff x="873615" y="1500275"/>
            <a:chExt cx="335011" cy="359232"/>
          </a:xfrm>
        </p:grpSpPr>
        <p:sp>
          <p:nvSpPr>
            <p:cNvPr id="9278" name="Google Shape;9278;p61"/>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1"/>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1"/>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1"/>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1"/>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1"/>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1"/>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1"/>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1"/>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1"/>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1"/>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61"/>
          <p:cNvGrpSpPr/>
          <p:nvPr/>
        </p:nvGrpSpPr>
        <p:grpSpPr>
          <a:xfrm>
            <a:off x="2175521" y="3196199"/>
            <a:ext cx="337158" cy="359311"/>
            <a:chOff x="2202058" y="3346737"/>
            <a:chExt cx="337158" cy="359311"/>
          </a:xfrm>
        </p:grpSpPr>
        <p:sp>
          <p:nvSpPr>
            <p:cNvPr id="9290" name="Google Shape;9290;p61"/>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1"/>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1"/>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1"/>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1"/>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1"/>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1"/>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1"/>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1"/>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61"/>
          <p:cNvGrpSpPr/>
          <p:nvPr/>
        </p:nvGrpSpPr>
        <p:grpSpPr>
          <a:xfrm>
            <a:off x="2196521" y="3667634"/>
            <a:ext cx="359232" cy="306050"/>
            <a:chOff x="2223059" y="3818172"/>
            <a:chExt cx="359232" cy="306050"/>
          </a:xfrm>
        </p:grpSpPr>
        <p:sp>
          <p:nvSpPr>
            <p:cNvPr id="9300" name="Google Shape;9300;p61"/>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1"/>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1"/>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1"/>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1"/>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1"/>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1"/>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1"/>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1"/>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9" name="Google Shape;9309;p61"/>
          <p:cNvGrpSpPr/>
          <p:nvPr/>
        </p:nvGrpSpPr>
        <p:grpSpPr>
          <a:xfrm>
            <a:off x="1699451" y="1841283"/>
            <a:ext cx="378426" cy="298509"/>
            <a:chOff x="1725989" y="1991820"/>
            <a:chExt cx="378426" cy="298509"/>
          </a:xfrm>
        </p:grpSpPr>
        <p:sp>
          <p:nvSpPr>
            <p:cNvPr id="9310" name="Google Shape;9310;p61"/>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1"/>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1"/>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1"/>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1"/>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1"/>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1"/>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1"/>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1"/>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1"/>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1"/>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1"/>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2" name="Google Shape;9322;p61"/>
          <p:cNvGrpSpPr/>
          <p:nvPr/>
        </p:nvGrpSpPr>
        <p:grpSpPr>
          <a:xfrm>
            <a:off x="1741871" y="3641213"/>
            <a:ext cx="367978" cy="359075"/>
            <a:chOff x="1768409" y="3791751"/>
            <a:chExt cx="367978" cy="359075"/>
          </a:xfrm>
        </p:grpSpPr>
        <p:sp>
          <p:nvSpPr>
            <p:cNvPr id="9323" name="Google Shape;9323;p61"/>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1"/>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1"/>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1"/>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1"/>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1"/>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1"/>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1"/>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1"/>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1"/>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1"/>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1"/>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1"/>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61"/>
          <p:cNvGrpSpPr/>
          <p:nvPr/>
        </p:nvGrpSpPr>
        <p:grpSpPr>
          <a:xfrm>
            <a:off x="2642426" y="3640768"/>
            <a:ext cx="358735" cy="359311"/>
            <a:chOff x="2668963" y="3791306"/>
            <a:chExt cx="358735" cy="359311"/>
          </a:xfrm>
        </p:grpSpPr>
        <p:sp>
          <p:nvSpPr>
            <p:cNvPr id="9337" name="Google Shape;9337;p61"/>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1"/>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1"/>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1"/>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1"/>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1"/>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1"/>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1"/>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1"/>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1"/>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1"/>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1"/>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1"/>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1"/>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1"/>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1"/>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3" name="Google Shape;9353;p61"/>
          <p:cNvGrpSpPr/>
          <p:nvPr/>
        </p:nvGrpSpPr>
        <p:grpSpPr>
          <a:xfrm>
            <a:off x="823144" y="1844660"/>
            <a:ext cx="363893" cy="291727"/>
            <a:chOff x="849682" y="1995198"/>
            <a:chExt cx="363893" cy="291727"/>
          </a:xfrm>
        </p:grpSpPr>
        <p:sp>
          <p:nvSpPr>
            <p:cNvPr id="9354" name="Google Shape;9354;p61"/>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1"/>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1"/>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1"/>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1"/>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1"/>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1"/>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1"/>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1"/>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1"/>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1"/>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1"/>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1"/>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1"/>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1"/>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1"/>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1"/>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1"/>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61"/>
          <p:cNvGrpSpPr/>
          <p:nvPr/>
        </p:nvGrpSpPr>
        <p:grpSpPr>
          <a:xfrm>
            <a:off x="3038893" y="1839528"/>
            <a:ext cx="378190" cy="302044"/>
            <a:chOff x="3065430" y="1990066"/>
            <a:chExt cx="378190" cy="302044"/>
          </a:xfrm>
        </p:grpSpPr>
        <p:sp>
          <p:nvSpPr>
            <p:cNvPr id="9373" name="Google Shape;9373;p61"/>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1"/>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1"/>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1"/>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1"/>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1"/>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1"/>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1"/>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1"/>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1"/>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1"/>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61"/>
          <p:cNvGrpSpPr/>
          <p:nvPr/>
        </p:nvGrpSpPr>
        <p:grpSpPr>
          <a:xfrm>
            <a:off x="3541697" y="3640873"/>
            <a:ext cx="347501" cy="359284"/>
            <a:chOff x="3568234" y="3791410"/>
            <a:chExt cx="347501" cy="359284"/>
          </a:xfrm>
        </p:grpSpPr>
        <p:sp>
          <p:nvSpPr>
            <p:cNvPr id="9385" name="Google Shape;9385;p61"/>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1"/>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1"/>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1"/>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1"/>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1"/>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1"/>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1"/>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1"/>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1"/>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1"/>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61"/>
          <p:cNvGrpSpPr/>
          <p:nvPr/>
        </p:nvGrpSpPr>
        <p:grpSpPr>
          <a:xfrm>
            <a:off x="1733387" y="1350550"/>
            <a:ext cx="347004" cy="358420"/>
            <a:chOff x="1759925" y="1501087"/>
            <a:chExt cx="347004" cy="358420"/>
          </a:xfrm>
        </p:grpSpPr>
        <p:sp>
          <p:nvSpPr>
            <p:cNvPr id="9397" name="Google Shape;9397;p61"/>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1"/>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1"/>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1"/>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1"/>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1"/>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1"/>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1"/>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1"/>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1"/>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1"/>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1"/>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1"/>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1"/>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1"/>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1"/>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1"/>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1"/>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1"/>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1"/>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1"/>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1"/>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1"/>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1"/>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1"/>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1"/>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1"/>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61"/>
          <p:cNvGrpSpPr/>
          <p:nvPr/>
        </p:nvGrpSpPr>
        <p:grpSpPr>
          <a:xfrm>
            <a:off x="3492757" y="2263123"/>
            <a:ext cx="360227" cy="359311"/>
            <a:chOff x="3519295" y="2413660"/>
            <a:chExt cx="360227" cy="359311"/>
          </a:xfrm>
        </p:grpSpPr>
        <p:sp>
          <p:nvSpPr>
            <p:cNvPr id="9425" name="Google Shape;9425;p61"/>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1"/>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1"/>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1"/>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1"/>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1"/>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1"/>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1"/>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1"/>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1"/>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1"/>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1"/>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1"/>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1"/>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1"/>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1"/>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1"/>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1"/>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1"/>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1"/>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1"/>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1"/>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1"/>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1"/>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1"/>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1"/>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1"/>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1"/>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1"/>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1"/>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1"/>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1"/>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1"/>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1"/>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1"/>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61"/>
          <p:cNvGrpSpPr/>
          <p:nvPr/>
        </p:nvGrpSpPr>
        <p:grpSpPr>
          <a:xfrm>
            <a:off x="1303717" y="3695181"/>
            <a:ext cx="358996" cy="250774"/>
            <a:chOff x="1330255" y="3845718"/>
            <a:chExt cx="358996" cy="250774"/>
          </a:xfrm>
        </p:grpSpPr>
        <p:sp>
          <p:nvSpPr>
            <p:cNvPr id="9461" name="Google Shape;9461;p61"/>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1"/>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1"/>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1"/>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1"/>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1"/>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1"/>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1"/>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1"/>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1"/>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61"/>
          <p:cNvGrpSpPr/>
          <p:nvPr/>
        </p:nvGrpSpPr>
        <p:grpSpPr>
          <a:xfrm>
            <a:off x="3088566" y="3640847"/>
            <a:ext cx="373424" cy="359311"/>
            <a:chOff x="3115103" y="3791384"/>
            <a:chExt cx="373424" cy="359311"/>
          </a:xfrm>
        </p:grpSpPr>
        <p:sp>
          <p:nvSpPr>
            <p:cNvPr id="9472" name="Google Shape;9472;p61"/>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1"/>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1"/>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1"/>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1"/>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1"/>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1"/>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1"/>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1"/>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1"/>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1"/>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1"/>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1"/>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1"/>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61"/>
          <p:cNvGrpSpPr/>
          <p:nvPr/>
        </p:nvGrpSpPr>
        <p:grpSpPr>
          <a:xfrm>
            <a:off x="857316" y="3642104"/>
            <a:ext cx="378190" cy="357059"/>
            <a:chOff x="883853" y="3792641"/>
            <a:chExt cx="378190" cy="357059"/>
          </a:xfrm>
        </p:grpSpPr>
        <p:sp>
          <p:nvSpPr>
            <p:cNvPr id="9487" name="Google Shape;9487;p61"/>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1"/>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1"/>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1"/>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1"/>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1"/>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1"/>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1"/>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1"/>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1"/>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1"/>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1"/>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1"/>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1"/>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1"/>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1"/>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1"/>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1"/>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1"/>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1"/>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1"/>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1"/>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1"/>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1"/>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1"/>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1"/>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61"/>
          <p:cNvGrpSpPr/>
          <p:nvPr/>
        </p:nvGrpSpPr>
        <p:grpSpPr>
          <a:xfrm>
            <a:off x="3907659" y="2334268"/>
            <a:ext cx="401207" cy="214036"/>
            <a:chOff x="3934196" y="2484805"/>
            <a:chExt cx="401207" cy="214036"/>
          </a:xfrm>
        </p:grpSpPr>
        <p:sp>
          <p:nvSpPr>
            <p:cNvPr id="9514" name="Google Shape;9514;p61"/>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1"/>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1"/>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1"/>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1"/>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61"/>
          <p:cNvGrpSpPr/>
          <p:nvPr/>
        </p:nvGrpSpPr>
        <p:grpSpPr>
          <a:xfrm>
            <a:off x="3973357" y="1349659"/>
            <a:ext cx="342474" cy="359232"/>
            <a:chOff x="3999894" y="1500197"/>
            <a:chExt cx="342474" cy="359232"/>
          </a:xfrm>
        </p:grpSpPr>
        <p:sp>
          <p:nvSpPr>
            <p:cNvPr id="9520" name="Google Shape;9520;p61"/>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1"/>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1"/>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1"/>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1"/>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1"/>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1"/>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1"/>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1"/>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1"/>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0" name="Google Shape;9530;p61"/>
          <p:cNvGrpSpPr/>
          <p:nvPr/>
        </p:nvGrpSpPr>
        <p:grpSpPr>
          <a:xfrm>
            <a:off x="2207257" y="2731625"/>
            <a:ext cx="232601" cy="366747"/>
            <a:chOff x="2233795" y="2882162"/>
            <a:chExt cx="232601" cy="366747"/>
          </a:xfrm>
        </p:grpSpPr>
        <p:sp>
          <p:nvSpPr>
            <p:cNvPr id="9531" name="Google Shape;9531;p61"/>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1"/>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1"/>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1"/>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1"/>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1"/>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1"/>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1"/>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1"/>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1"/>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1"/>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1"/>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1"/>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1"/>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1"/>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1"/>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1"/>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1"/>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9" name="Google Shape;9549;p61"/>
          <p:cNvGrpSpPr/>
          <p:nvPr/>
        </p:nvGrpSpPr>
        <p:grpSpPr>
          <a:xfrm>
            <a:off x="3497235" y="3253885"/>
            <a:ext cx="362008" cy="244175"/>
            <a:chOff x="3523772" y="3404422"/>
            <a:chExt cx="362008" cy="244175"/>
          </a:xfrm>
        </p:grpSpPr>
        <p:sp>
          <p:nvSpPr>
            <p:cNvPr id="9550" name="Google Shape;9550;p61"/>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1"/>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1"/>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1"/>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1"/>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1"/>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1"/>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1"/>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1"/>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1"/>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1"/>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1"/>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1"/>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1"/>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1"/>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61"/>
          <p:cNvGrpSpPr/>
          <p:nvPr/>
        </p:nvGrpSpPr>
        <p:grpSpPr>
          <a:xfrm>
            <a:off x="3504488" y="1826776"/>
            <a:ext cx="359232" cy="327836"/>
            <a:chOff x="3531026" y="1977314"/>
            <a:chExt cx="359232" cy="327836"/>
          </a:xfrm>
        </p:grpSpPr>
        <p:sp>
          <p:nvSpPr>
            <p:cNvPr id="9566" name="Google Shape;9566;p61"/>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1"/>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1"/>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1"/>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1"/>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1"/>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1"/>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1"/>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1"/>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1"/>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6" name="Google Shape;9576;p61"/>
          <p:cNvGrpSpPr/>
          <p:nvPr/>
        </p:nvGrpSpPr>
        <p:grpSpPr>
          <a:xfrm>
            <a:off x="3096814" y="1349738"/>
            <a:ext cx="296781" cy="359232"/>
            <a:chOff x="3123351" y="1500275"/>
            <a:chExt cx="296781" cy="359232"/>
          </a:xfrm>
        </p:grpSpPr>
        <p:sp>
          <p:nvSpPr>
            <p:cNvPr id="9577" name="Google Shape;9577;p61"/>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1"/>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1"/>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1"/>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1"/>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1"/>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1"/>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1"/>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1"/>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1"/>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1"/>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61"/>
          <p:cNvGrpSpPr/>
          <p:nvPr/>
        </p:nvGrpSpPr>
        <p:grpSpPr>
          <a:xfrm>
            <a:off x="2632920" y="1349738"/>
            <a:ext cx="332261" cy="359232"/>
            <a:chOff x="2659458" y="1500275"/>
            <a:chExt cx="332261" cy="359232"/>
          </a:xfrm>
        </p:grpSpPr>
        <p:sp>
          <p:nvSpPr>
            <p:cNvPr id="9589" name="Google Shape;9589;p61"/>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1"/>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1"/>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1"/>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1"/>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1"/>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1"/>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1"/>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1"/>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1"/>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1"/>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1"/>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1"/>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1"/>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1"/>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1"/>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1"/>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1"/>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1"/>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1"/>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9" name="Google Shape;9609;p61"/>
          <p:cNvGrpSpPr/>
          <p:nvPr/>
        </p:nvGrpSpPr>
        <p:grpSpPr>
          <a:xfrm>
            <a:off x="1723646" y="2262992"/>
            <a:ext cx="359730" cy="359441"/>
            <a:chOff x="1750184" y="2413530"/>
            <a:chExt cx="359730" cy="359441"/>
          </a:xfrm>
        </p:grpSpPr>
        <p:sp>
          <p:nvSpPr>
            <p:cNvPr id="9610" name="Google Shape;9610;p61"/>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1"/>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1"/>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1"/>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1"/>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1"/>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1"/>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1"/>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1"/>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1"/>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1"/>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61"/>
          <p:cNvGrpSpPr/>
          <p:nvPr/>
        </p:nvGrpSpPr>
        <p:grpSpPr>
          <a:xfrm>
            <a:off x="2203513" y="1349685"/>
            <a:ext cx="316524" cy="359284"/>
            <a:chOff x="2230050" y="1500223"/>
            <a:chExt cx="316524" cy="359284"/>
          </a:xfrm>
        </p:grpSpPr>
        <p:sp>
          <p:nvSpPr>
            <p:cNvPr id="9622" name="Google Shape;9622;p61"/>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1"/>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1"/>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1"/>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1"/>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1"/>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1"/>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1"/>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1"/>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1"/>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1"/>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1"/>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1"/>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1"/>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1"/>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1"/>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1"/>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1"/>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1"/>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1"/>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61"/>
          <p:cNvGrpSpPr/>
          <p:nvPr/>
        </p:nvGrpSpPr>
        <p:grpSpPr>
          <a:xfrm>
            <a:off x="2663504" y="4112229"/>
            <a:ext cx="359389" cy="359232"/>
            <a:chOff x="2690042" y="4262767"/>
            <a:chExt cx="359389" cy="359232"/>
          </a:xfrm>
        </p:grpSpPr>
        <p:sp>
          <p:nvSpPr>
            <p:cNvPr id="9643" name="Google Shape;9643;p61"/>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1"/>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1"/>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1"/>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1"/>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1"/>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1"/>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61"/>
          <p:cNvGrpSpPr/>
          <p:nvPr/>
        </p:nvGrpSpPr>
        <p:grpSpPr>
          <a:xfrm>
            <a:off x="2662902" y="2731625"/>
            <a:ext cx="222337" cy="366721"/>
            <a:chOff x="2689440" y="2882162"/>
            <a:chExt cx="222337" cy="366721"/>
          </a:xfrm>
        </p:grpSpPr>
        <p:sp>
          <p:nvSpPr>
            <p:cNvPr id="9651" name="Google Shape;9651;p61"/>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1"/>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1"/>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1"/>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1"/>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1"/>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1"/>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1"/>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1"/>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0" name="Google Shape;9660;p61"/>
          <p:cNvSpPr/>
          <p:nvPr/>
        </p:nvSpPr>
        <p:spPr>
          <a:xfrm>
            <a:off x="2611449" y="2130365"/>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1" name="Google Shape;9661;p61"/>
          <p:cNvGrpSpPr/>
          <p:nvPr/>
        </p:nvGrpSpPr>
        <p:grpSpPr>
          <a:xfrm>
            <a:off x="2611449" y="1829604"/>
            <a:ext cx="359232" cy="322023"/>
            <a:chOff x="2637986" y="1980142"/>
            <a:chExt cx="359232" cy="322023"/>
          </a:xfrm>
        </p:grpSpPr>
        <p:sp>
          <p:nvSpPr>
            <p:cNvPr id="9662" name="Google Shape;9662;p61"/>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1"/>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1"/>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1"/>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1"/>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1"/>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1"/>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1"/>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1"/>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1"/>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1"/>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1"/>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1"/>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61"/>
          <p:cNvGrpSpPr/>
          <p:nvPr/>
        </p:nvGrpSpPr>
        <p:grpSpPr>
          <a:xfrm>
            <a:off x="1279994" y="3196435"/>
            <a:ext cx="323018" cy="359075"/>
            <a:chOff x="1306531" y="3346972"/>
            <a:chExt cx="323018" cy="359075"/>
          </a:xfrm>
        </p:grpSpPr>
        <p:sp>
          <p:nvSpPr>
            <p:cNvPr id="9676" name="Google Shape;9676;p61"/>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1"/>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1"/>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1"/>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1"/>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1"/>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1"/>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1"/>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1"/>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5" name="Google Shape;9685;p61"/>
          <p:cNvGrpSpPr/>
          <p:nvPr/>
        </p:nvGrpSpPr>
        <p:grpSpPr>
          <a:xfrm>
            <a:off x="1281486" y="2263437"/>
            <a:ext cx="360253" cy="357111"/>
            <a:chOff x="1308024" y="2413975"/>
            <a:chExt cx="360253" cy="357111"/>
          </a:xfrm>
        </p:grpSpPr>
        <p:sp>
          <p:nvSpPr>
            <p:cNvPr id="9686" name="Google Shape;9686;p61"/>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1"/>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1"/>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1"/>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1"/>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1"/>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1"/>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1"/>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1"/>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1"/>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1"/>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1"/>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1"/>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1"/>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1"/>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1"/>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1"/>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1"/>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1"/>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1"/>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1"/>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1"/>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1"/>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1"/>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1"/>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1"/>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1"/>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1"/>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1"/>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1"/>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6" name="Google Shape;9716;p61"/>
          <p:cNvGrpSpPr/>
          <p:nvPr/>
        </p:nvGrpSpPr>
        <p:grpSpPr>
          <a:xfrm>
            <a:off x="1271981" y="1819785"/>
            <a:ext cx="378452" cy="341321"/>
            <a:chOff x="1298519" y="1970322"/>
            <a:chExt cx="378452" cy="341321"/>
          </a:xfrm>
        </p:grpSpPr>
        <p:sp>
          <p:nvSpPr>
            <p:cNvPr id="9717" name="Google Shape;9717;p61"/>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1"/>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1"/>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1"/>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1"/>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1"/>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1"/>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1"/>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1"/>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1"/>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1"/>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1"/>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1"/>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1"/>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1"/>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1"/>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1"/>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1"/>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1"/>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1"/>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7" name="Google Shape;9737;p61"/>
          <p:cNvGrpSpPr/>
          <p:nvPr/>
        </p:nvGrpSpPr>
        <p:grpSpPr>
          <a:xfrm>
            <a:off x="3088278" y="3196330"/>
            <a:ext cx="283217" cy="359180"/>
            <a:chOff x="3114815" y="3346868"/>
            <a:chExt cx="283217" cy="359180"/>
          </a:xfrm>
        </p:grpSpPr>
        <p:sp>
          <p:nvSpPr>
            <p:cNvPr id="9738" name="Google Shape;9738;p61"/>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1"/>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1"/>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1"/>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1"/>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1"/>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1"/>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1"/>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1"/>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1"/>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1"/>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1"/>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1"/>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1" name="Google Shape;9751;p61"/>
          <p:cNvGrpSpPr/>
          <p:nvPr/>
        </p:nvGrpSpPr>
        <p:grpSpPr>
          <a:xfrm>
            <a:off x="3946648" y="3202693"/>
            <a:ext cx="378661" cy="346558"/>
            <a:chOff x="3973186" y="3353231"/>
            <a:chExt cx="378661" cy="346558"/>
          </a:xfrm>
        </p:grpSpPr>
        <p:sp>
          <p:nvSpPr>
            <p:cNvPr id="9752" name="Google Shape;9752;p61"/>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1"/>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1"/>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1"/>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1"/>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1"/>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1"/>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1"/>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1"/>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1"/>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1"/>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1"/>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1"/>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1"/>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1"/>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1"/>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1"/>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1"/>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0" name="Google Shape;9770;p61"/>
          <p:cNvGrpSpPr/>
          <p:nvPr/>
        </p:nvGrpSpPr>
        <p:grpSpPr>
          <a:xfrm>
            <a:off x="2126319" y="4112465"/>
            <a:ext cx="373241" cy="359127"/>
            <a:chOff x="2152857" y="4263002"/>
            <a:chExt cx="373241" cy="359127"/>
          </a:xfrm>
        </p:grpSpPr>
        <p:sp>
          <p:nvSpPr>
            <p:cNvPr id="9771" name="Google Shape;9771;p61"/>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1"/>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1"/>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1"/>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1"/>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1"/>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1"/>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1"/>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61"/>
          <p:cNvGrpSpPr/>
          <p:nvPr/>
        </p:nvGrpSpPr>
        <p:grpSpPr>
          <a:xfrm>
            <a:off x="833094" y="3196435"/>
            <a:ext cx="303537" cy="359127"/>
            <a:chOff x="859632" y="3346972"/>
            <a:chExt cx="303537" cy="359127"/>
          </a:xfrm>
        </p:grpSpPr>
        <p:sp>
          <p:nvSpPr>
            <p:cNvPr id="9780" name="Google Shape;9780;p61"/>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1"/>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1"/>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1"/>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1"/>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61"/>
          <p:cNvGrpSpPr/>
          <p:nvPr/>
        </p:nvGrpSpPr>
        <p:grpSpPr>
          <a:xfrm>
            <a:off x="1741373" y="2731704"/>
            <a:ext cx="265306" cy="366799"/>
            <a:chOff x="1767911" y="2882241"/>
            <a:chExt cx="265306" cy="366799"/>
          </a:xfrm>
        </p:grpSpPr>
        <p:sp>
          <p:nvSpPr>
            <p:cNvPr id="9786" name="Google Shape;9786;p61"/>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1"/>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1"/>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1"/>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1"/>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1"/>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1"/>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1"/>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1"/>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1"/>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1"/>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1"/>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1"/>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1"/>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1"/>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1" name="Google Shape;9801;p61"/>
          <p:cNvGrpSpPr/>
          <p:nvPr/>
        </p:nvGrpSpPr>
        <p:grpSpPr>
          <a:xfrm>
            <a:off x="1305472" y="1349397"/>
            <a:ext cx="331895" cy="359311"/>
            <a:chOff x="1332009" y="1499935"/>
            <a:chExt cx="331895" cy="359311"/>
          </a:xfrm>
        </p:grpSpPr>
        <p:sp>
          <p:nvSpPr>
            <p:cNvPr id="9802" name="Google Shape;9802;p61"/>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1"/>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1"/>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1"/>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1"/>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1"/>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1"/>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1"/>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1"/>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1"/>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1"/>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1"/>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1"/>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1"/>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1"/>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1"/>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1"/>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9" name="Google Shape;9819;p61"/>
          <p:cNvGrpSpPr/>
          <p:nvPr/>
        </p:nvGrpSpPr>
        <p:grpSpPr>
          <a:xfrm>
            <a:off x="2636927" y="3196278"/>
            <a:ext cx="289528" cy="359232"/>
            <a:chOff x="2663464" y="3346815"/>
            <a:chExt cx="289528" cy="359232"/>
          </a:xfrm>
        </p:grpSpPr>
        <p:sp>
          <p:nvSpPr>
            <p:cNvPr id="9820" name="Google Shape;9820;p61"/>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1"/>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1"/>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1"/>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1"/>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1"/>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1"/>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1"/>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1"/>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1"/>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1"/>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1" name="Google Shape;9831;p61"/>
          <p:cNvGrpSpPr/>
          <p:nvPr/>
        </p:nvGrpSpPr>
        <p:grpSpPr>
          <a:xfrm>
            <a:off x="1289237" y="2731389"/>
            <a:ext cx="269051" cy="366983"/>
            <a:chOff x="1315775" y="2881927"/>
            <a:chExt cx="269051" cy="366983"/>
          </a:xfrm>
        </p:grpSpPr>
        <p:sp>
          <p:nvSpPr>
            <p:cNvPr id="9832" name="Google Shape;9832;p61"/>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1"/>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1"/>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1"/>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1"/>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1"/>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1"/>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1"/>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1"/>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1"/>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1"/>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1"/>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1"/>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1"/>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1"/>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61"/>
          <p:cNvGrpSpPr/>
          <p:nvPr/>
        </p:nvGrpSpPr>
        <p:grpSpPr>
          <a:xfrm>
            <a:off x="3950890" y="1829604"/>
            <a:ext cx="359232" cy="322023"/>
            <a:chOff x="3977427" y="1980142"/>
            <a:chExt cx="359232" cy="322023"/>
          </a:xfrm>
        </p:grpSpPr>
        <p:sp>
          <p:nvSpPr>
            <p:cNvPr id="9848" name="Google Shape;9848;p61"/>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1"/>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1"/>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1"/>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1"/>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1"/>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1"/>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1"/>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1"/>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1"/>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8" name="Google Shape;9858;p61"/>
          <p:cNvGrpSpPr/>
          <p:nvPr/>
        </p:nvGrpSpPr>
        <p:grpSpPr>
          <a:xfrm>
            <a:off x="839091" y="2263071"/>
            <a:ext cx="361720" cy="359180"/>
            <a:chOff x="865628" y="2413608"/>
            <a:chExt cx="361720" cy="359180"/>
          </a:xfrm>
        </p:grpSpPr>
        <p:sp>
          <p:nvSpPr>
            <p:cNvPr id="9859" name="Google Shape;9859;p61"/>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1"/>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1"/>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1"/>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1"/>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1"/>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1"/>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1"/>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1"/>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1"/>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1"/>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1"/>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1"/>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2" name="Google Shape;9872;p61"/>
          <p:cNvGrpSpPr/>
          <p:nvPr/>
        </p:nvGrpSpPr>
        <p:grpSpPr>
          <a:xfrm>
            <a:off x="3090556" y="2731389"/>
            <a:ext cx="268815" cy="366983"/>
            <a:chOff x="3117093" y="2881927"/>
            <a:chExt cx="268815" cy="366983"/>
          </a:xfrm>
        </p:grpSpPr>
        <p:sp>
          <p:nvSpPr>
            <p:cNvPr id="9873" name="Google Shape;9873;p61"/>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1"/>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1"/>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1"/>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1"/>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1"/>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1"/>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1"/>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1"/>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1"/>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1"/>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1"/>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1"/>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1"/>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1"/>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8" name="Google Shape;9888;p61"/>
          <p:cNvGrpSpPr/>
          <p:nvPr/>
        </p:nvGrpSpPr>
        <p:grpSpPr>
          <a:xfrm>
            <a:off x="3507971" y="1357462"/>
            <a:ext cx="368502" cy="343521"/>
            <a:chOff x="3534508" y="1508000"/>
            <a:chExt cx="368502" cy="343521"/>
          </a:xfrm>
        </p:grpSpPr>
        <p:sp>
          <p:nvSpPr>
            <p:cNvPr id="9889" name="Google Shape;9889;p61"/>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1"/>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1"/>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1"/>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1"/>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1"/>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1"/>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1"/>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1"/>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1"/>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1"/>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1"/>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1"/>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1"/>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1"/>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4" name="Google Shape;9904;p61"/>
          <p:cNvGrpSpPr/>
          <p:nvPr/>
        </p:nvGrpSpPr>
        <p:grpSpPr>
          <a:xfrm>
            <a:off x="7131161" y="1349424"/>
            <a:ext cx="279054" cy="354754"/>
            <a:chOff x="7147436" y="1502999"/>
            <a:chExt cx="279054" cy="354754"/>
          </a:xfrm>
        </p:grpSpPr>
        <p:sp>
          <p:nvSpPr>
            <p:cNvPr id="9905" name="Google Shape;9905;p61"/>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1"/>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1"/>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1"/>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1"/>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1"/>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1"/>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1"/>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1"/>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1"/>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1"/>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1"/>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1"/>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1"/>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1"/>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1"/>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61"/>
          <p:cNvGrpSpPr/>
          <p:nvPr/>
        </p:nvGrpSpPr>
        <p:grpSpPr>
          <a:xfrm>
            <a:off x="7586806" y="1819497"/>
            <a:ext cx="276802" cy="354807"/>
            <a:chOff x="7603081" y="1973072"/>
            <a:chExt cx="276802" cy="354807"/>
          </a:xfrm>
        </p:grpSpPr>
        <p:sp>
          <p:nvSpPr>
            <p:cNvPr id="9922" name="Google Shape;9922;p61"/>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1"/>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1"/>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1"/>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1"/>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1"/>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1"/>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1"/>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1"/>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1"/>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1"/>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1"/>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1"/>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1"/>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61"/>
          <p:cNvGrpSpPr/>
          <p:nvPr/>
        </p:nvGrpSpPr>
        <p:grpSpPr>
          <a:xfrm>
            <a:off x="6680517" y="1349424"/>
            <a:ext cx="276802" cy="354754"/>
            <a:chOff x="6696792" y="1502999"/>
            <a:chExt cx="276802" cy="354754"/>
          </a:xfrm>
        </p:grpSpPr>
        <p:sp>
          <p:nvSpPr>
            <p:cNvPr id="9937" name="Google Shape;9937;p61"/>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1"/>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1"/>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1"/>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1"/>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1"/>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1"/>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1"/>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1"/>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1"/>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1"/>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1"/>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1"/>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1"/>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1"/>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2" name="Google Shape;9952;p61"/>
          <p:cNvSpPr/>
          <p:nvPr/>
        </p:nvSpPr>
        <p:spPr>
          <a:xfrm>
            <a:off x="6344511" y="1501824"/>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3" name="Google Shape;9953;p61"/>
          <p:cNvGrpSpPr/>
          <p:nvPr/>
        </p:nvGrpSpPr>
        <p:grpSpPr>
          <a:xfrm>
            <a:off x="6207118" y="1349424"/>
            <a:ext cx="320295" cy="354754"/>
            <a:chOff x="6223393" y="1502999"/>
            <a:chExt cx="320295" cy="354754"/>
          </a:xfrm>
        </p:grpSpPr>
        <p:sp>
          <p:nvSpPr>
            <p:cNvPr id="9954" name="Google Shape;9954;p61"/>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1"/>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1"/>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1"/>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1"/>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1"/>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1"/>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1"/>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1"/>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1"/>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1"/>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1"/>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1"/>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1"/>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1"/>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1"/>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1"/>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1"/>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1"/>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1"/>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1"/>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1"/>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1"/>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61"/>
          <p:cNvGrpSpPr/>
          <p:nvPr/>
        </p:nvGrpSpPr>
        <p:grpSpPr>
          <a:xfrm>
            <a:off x="5294336" y="1349397"/>
            <a:ext cx="339515" cy="354781"/>
            <a:chOff x="5310611" y="1502972"/>
            <a:chExt cx="339515" cy="354781"/>
          </a:xfrm>
        </p:grpSpPr>
        <p:sp>
          <p:nvSpPr>
            <p:cNvPr id="9978" name="Google Shape;9978;p61"/>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1"/>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1"/>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1"/>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1"/>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1"/>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1"/>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1"/>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1"/>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1"/>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1"/>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1"/>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1"/>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1"/>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1"/>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1"/>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4" name="Google Shape;9994;p61"/>
          <p:cNvGrpSpPr/>
          <p:nvPr/>
        </p:nvGrpSpPr>
        <p:grpSpPr>
          <a:xfrm>
            <a:off x="6237362" y="3636526"/>
            <a:ext cx="274550" cy="354833"/>
            <a:chOff x="6253637" y="3790101"/>
            <a:chExt cx="274550" cy="354833"/>
          </a:xfrm>
        </p:grpSpPr>
        <p:sp>
          <p:nvSpPr>
            <p:cNvPr id="9995" name="Google Shape;9995;p61"/>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1"/>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1"/>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1"/>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1"/>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1"/>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1"/>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1"/>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1"/>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1"/>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1"/>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1"/>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1"/>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1"/>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1"/>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1"/>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1"/>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2" name="Google Shape;10012;p61"/>
          <p:cNvGrpSpPr/>
          <p:nvPr/>
        </p:nvGrpSpPr>
        <p:grpSpPr>
          <a:xfrm>
            <a:off x="5786456" y="3636605"/>
            <a:ext cx="274576" cy="354754"/>
            <a:chOff x="5802731" y="3790180"/>
            <a:chExt cx="274576" cy="354754"/>
          </a:xfrm>
        </p:grpSpPr>
        <p:sp>
          <p:nvSpPr>
            <p:cNvPr id="10013" name="Google Shape;10013;p61"/>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1"/>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1"/>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1"/>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1"/>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1"/>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1"/>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1"/>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1"/>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1"/>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1"/>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1"/>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1"/>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1"/>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1"/>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1"/>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1"/>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1"/>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1"/>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1"/>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1"/>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4" name="Google Shape;10034;p61"/>
          <p:cNvGrpSpPr/>
          <p:nvPr/>
        </p:nvGrpSpPr>
        <p:grpSpPr>
          <a:xfrm>
            <a:off x="5335813" y="3636631"/>
            <a:ext cx="274550" cy="354728"/>
            <a:chOff x="5352088" y="3790206"/>
            <a:chExt cx="274550" cy="354728"/>
          </a:xfrm>
        </p:grpSpPr>
        <p:sp>
          <p:nvSpPr>
            <p:cNvPr id="10035" name="Google Shape;10035;p61"/>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1"/>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1"/>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1"/>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1"/>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1"/>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1"/>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1"/>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1"/>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1"/>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1"/>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1"/>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1"/>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1"/>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1"/>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1"/>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1"/>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1"/>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1"/>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1"/>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1"/>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1"/>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1"/>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1"/>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9" name="Google Shape;10059;p61"/>
          <p:cNvGrpSpPr/>
          <p:nvPr/>
        </p:nvGrpSpPr>
        <p:grpSpPr>
          <a:xfrm>
            <a:off x="4885431" y="3636500"/>
            <a:ext cx="274550" cy="354859"/>
            <a:chOff x="4901706" y="3790075"/>
            <a:chExt cx="274550" cy="354859"/>
          </a:xfrm>
        </p:grpSpPr>
        <p:sp>
          <p:nvSpPr>
            <p:cNvPr id="10060" name="Google Shape;10060;p61"/>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1"/>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1"/>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1"/>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1"/>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1"/>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1"/>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1"/>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1"/>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1"/>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1"/>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1"/>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1"/>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1"/>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1"/>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1"/>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1"/>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61"/>
          <p:cNvGrpSpPr/>
          <p:nvPr/>
        </p:nvGrpSpPr>
        <p:grpSpPr>
          <a:xfrm>
            <a:off x="8036429" y="1349633"/>
            <a:ext cx="275073" cy="354545"/>
            <a:chOff x="8052704" y="1503208"/>
            <a:chExt cx="275073" cy="354545"/>
          </a:xfrm>
        </p:grpSpPr>
        <p:sp>
          <p:nvSpPr>
            <p:cNvPr id="10078" name="Google Shape;10078;p61"/>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1"/>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1"/>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1"/>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1"/>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1"/>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1"/>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1"/>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1"/>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1"/>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1"/>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1"/>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1"/>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1"/>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1"/>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1"/>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1"/>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5" name="Google Shape;10095;p61"/>
          <p:cNvGrpSpPr/>
          <p:nvPr/>
        </p:nvGrpSpPr>
        <p:grpSpPr>
          <a:xfrm>
            <a:off x="5778470" y="1349424"/>
            <a:ext cx="274550" cy="354754"/>
            <a:chOff x="5794745" y="1502999"/>
            <a:chExt cx="274550" cy="354754"/>
          </a:xfrm>
        </p:grpSpPr>
        <p:sp>
          <p:nvSpPr>
            <p:cNvPr id="10096" name="Google Shape;10096;p61"/>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1"/>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1"/>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1"/>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1"/>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1"/>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1"/>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1"/>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1"/>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1"/>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1"/>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1"/>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1"/>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1"/>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1"/>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1"/>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1"/>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1"/>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1"/>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1"/>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1"/>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1"/>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1"/>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61"/>
          <p:cNvGrpSpPr/>
          <p:nvPr/>
        </p:nvGrpSpPr>
        <p:grpSpPr>
          <a:xfrm>
            <a:off x="4880665" y="1349424"/>
            <a:ext cx="263316" cy="354754"/>
            <a:chOff x="4896940" y="1502999"/>
            <a:chExt cx="263316" cy="354754"/>
          </a:xfrm>
        </p:grpSpPr>
        <p:sp>
          <p:nvSpPr>
            <p:cNvPr id="10120" name="Google Shape;10120;p61"/>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1"/>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1"/>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1"/>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1"/>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1"/>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1"/>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1"/>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1"/>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1"/>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1"/>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1"/>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1"/>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1"/>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1"/>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1"/>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1"/>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1"/>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1"/>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1"/>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1"/>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61"/>
          <p:cNvGrpSpPr/>
          <p:nvPr/>
        </p:nvGrpSpPr>
        <p:grpSpPr>
          <a:xfrm>
            <a:off x="6239117" y="4114507"/>
            <a:ext cx="274550" cy="354728"/>
            <a:chOff x="6255392" y="4268082"/>
            <a:chExt cx="274550" cy="354728"/>
          </a:xfrm>
        </p:grpSpPr>
        <p:sp>
          <p:nvSpPr>
            <p:cNvPr id="10142" name="Google Shape;10142;p61"/>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1"/>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1"/>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1"/>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1"/>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1"/>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1"/>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1"/>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1"/>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1"/>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1"/>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1"/>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1"/>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1"/>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1"/>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1"/>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1"/>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1"/>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1"/>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1"/>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2" name="Google Shape;10162;p61"/>
          <p:cNvGrpSpPr/>
          <p:nvPr/>
        </p:nvGrpSpPr>
        <p:grpSpPr>
          <a:xfrm>
            <a:off x="7587801" y="3636500"/>
            <a:ext cx="275807" cy="354859"/>
            <a:chOff x="7604076" y="3790075"/>
            <a:chExt cx="275807" cy="354859"/>
          </a:xfrm>
        </p:grpSpPr>
        <p:sp>
          <p:nvSpPr>
            <p:cNvPr id="10163" name="Google Shape;10163;p61"/>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1"/>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1"/>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1"/>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1"/>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1"/>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1"/>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1"/>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1"/>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1"/>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1"/>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1"/>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1"/>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1"/>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1"/>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1"/>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1"/>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1"/>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1"/>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1"/>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1"/>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1"/>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61"/>
          <p:cNvGrpSpPr/>
          <p:nvPr/>
        </p:nvGrpSpPr>
        <p:grpSpPr>
          <a:xfrm>
            <a:off x="7138152" y="3636631"/>
            <a:ext cx="274550" cy="354493"/>
            <a:chOff x="7154427" y="3790206"/>
            <a:chExt cx="274550" cy="354493"/>
          </a:xfrm>
        </p:grpSpPr>
        <p:sp>
          <p:nvSpPr>
            <p:cNvPr id="10186" name="Google Shape;10186;p61"/>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1"/>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1"/>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1"/>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1"/>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1"/>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1"/>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1"/>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1"/>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1"/>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1"/>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1"/>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1"/>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1"/>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1"/>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1"/>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1"/>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1"/>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1"/>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1"/>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61"/>
          <p:cNvGrpSpPr/>
          <p:nvPr/>
        </p:nvGrpSpPr>
        <p:grpSpPr>
          <a:xfrm>
            <a:off x="8038183" y="1819575"/>
            <a:ext cx="274576" cy="354728"/>
            <a:chOff x="8054458" y="1973150"/>
            <a:chExt cx="274576" cy="354728"/>
          </a:xfrm>
        </p:grpSpPr>
        <p:sp>
          <p:nvSpPr>
            <p:cNvPr id="10207" name="Google Shape;10207;p61"/>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1"/>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1"/>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1"/>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1"/>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1"/>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1"/>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1"/>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1"/>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1"/>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1"/>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1"/>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1"/>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1"/>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1"/>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1"/>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1"/>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1"/>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1"/>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1"/>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1"/>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1"/>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61"/>
          <p:cNvGrpSpPr/>
          <p:nvPr/>
        </p:nvGrpSpPr>
        <p:grpSpPr>
          <a:xfrm>
            <a:off x="7137655" y="1819575"/>
            <a:ext cx="274812" cy="354728"/>
            <a:chOff x="7153930" y="1973150"/>
            <a:chExt cx="274812" cy="354728"/>
          </a:xfrm>
        </p:grpSpPr>
        <p:sp>
          <p:nvSpPr>
            <p:cNvPr id="10230" name="Google Shape;10230;p61"/>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1"/>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1"/>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1"/>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1"/>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1"/>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1"/>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1"/>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1"/>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1"/>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1"/>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1"/>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1"/>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1"/>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1"/>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1"/>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1"/>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1"/>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1"/>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9" name="Google Shape;10249;p61"/>
          <p:cNvGrpSpPr/>
          <p:nvPr/>
        </p:nvGrpSpPr>
        <p:grpSpPr>
          <a:xfrm>
            <a:off x="6687247" y="1819523"/>
            <a:ext cx="274812" cy="354781"/>
            <a:chOff x="6703522" y="1973098"/>
            <a:chExt cx="274812" cy="354781"/>
          </a:xfrm>
        </p:grpSpPr>
        <p:sp>
          <p:nvSpPr>
            <p:cNvPr id="10250" name="Google Shape;10250;p61"/>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1"/>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1"/>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1"/>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1"/>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1"/>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1"/>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1"/>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1"/>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1"/>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1"/>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1"/>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1"/>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1"/>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1"/>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1"/>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1"/>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1"/>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1"/>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1"/>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1"/>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1"/>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1"/>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1"/>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1"/>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5" name="Google Shape;10275;p61"/>
          <p:cNvGrpSpPr/>
          <p:nvPr/>
        </p:nvGrpSpPr>
        <p:grpSpPr>
          <a:xfrm>
            <a:off x="6237100" y="1819575"/>
            <a:ext cx="274812" cy="354728"/>
            <a:chOff x="6253375" y="1973150"/>
            <a:chExt cx="274812" cy="354728"/>
          </a:xfrm>
        </p:grpSpPr>
        <p:sp>
          <p:nvSpPr>
            <p:cNvPr id="10276" name="Google Shape;10276;p61"/>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1"/>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1"/>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1"/>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1"/>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1"/>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1"/>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1"/>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1"/>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1"/>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1"/>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1"/>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1"/>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1"/>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1"/>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1"/>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1"/>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1"/>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1"/>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1"/>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1"/>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1"/>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1"/>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1"/>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1"/>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1"/>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1"/>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1"/>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1"/>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1"/>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1"/>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1"/>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1"/>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1"/>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1"/>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1"/>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1"/>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1"/>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61"/>
          <p:cNvGrpSpPr/>
          <p:nvPr/>
        </p:nvGrpSpPr>
        <p:grpSpPr>
          <a:xfrm>
            <a:off x="5786221" y="1819575"/>
            <a:ext cx="275309" cy="354728"/>
            <a:chOff x="5802496" y="1973150"/>
            <a:chExt cx="275309" cy="354728"/>
          </a:xfrm>
        </p:grpSpPr>
        <p:sp>
          <p:nvSpPr>
            <p:cNvPr id="10315" name="Google Shape;10315;p61"/>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1"/>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1"/>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1"/>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1"/>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1"/>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1"/>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1"/>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1"/>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1"/>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1"/>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1"/>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1"/>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1"/>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1"/>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1"/>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1"/>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1"/>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1"/>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1"/>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1"/>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1"/>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1"/>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1"/>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1"/>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1"/>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61"/>
          <p:cNvGrpSpPr/>
          <p:nvPr/>
        </p:nvGrpSpPr>
        <p:grpSpPr>
          <a:xfrm>
            <a:off x="5336808" y="1819575"/>
            <a:ext cx="274576" cy="354728"/>
            <a:chOff x="5353083" y="1973150"/>
            <a:chExt cx="274576" cy="354728"/>
          </a:xfrm>
        </p:grpSpPr>
        <p:sp>
          <p:nvSpPr>
            <p:cNvPr id="10342" name="Google Shape;10342;p61"/>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1"/>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1"/>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1"/>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1"/>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1"/>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1"/>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1"/>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1"/>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1"/>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1"/>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1"/>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1"/>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1"/>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1"/>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1"/>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1"/>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1"/>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1"/>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1"/>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1"/>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61"/>
          <p:cNvGrpSpPr/>
          <p:nvPr/>
        </p:nvGrpSpPr>
        <p:grpSpPr>
          <a:xfrm>
            <a:off x="4886426" y="1819575"/>
            <a:ext cx="274812" cy="354728"/>
            <a:chOff x="4902701" y="1973150"/>
            <a:chExt cx="274812" cy="354728"/>
          </a:xfrm>
        </p:grpSpPr>
        <p:sp>
          <p:nvSpPr>
            <p:cNvPr id="10364" name="Google Shape;10364;p61"/>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1"/>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1"/>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1"/>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1"/>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1"/>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1"/>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1"/>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1"/>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1"/>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1"/>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1"/>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1"/>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1"/>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1"/>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1"/>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1"/>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1"/>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1"/>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1"/>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1"/>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1"/>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1"/>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1"/>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1"/>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9" name="Google Shape;10389;p61"/>
          <p:cNvGrpSpPr/>
          <p:nvPr/>
        </p:nvGrpSpPr>
        <p:grpSpPr>
          <a:xfrm>
            <a:off x="4886426" y="2726414"/>
            <a:ext cx="272560" cy="354676"/>
            <a:chOff x="4902701" y="2879989"/>
            <a:chExt cx="272560" cy="354676"/>
          </a:xfrm>
        </p:grpSpPr>
        <p:sp>
          <p:nvSpPr>
            <p:cNvPr id="10390" name="Google Shape;10390;p61"/>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1"/>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1"/>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1"/>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1"/>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1"/>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1"/>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1"/>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1"/>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1"/>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1"/>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1"/>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1"/>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1"/>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1"/>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1"/>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1"/>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1"/>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1"/>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1"/>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1"/>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1"/>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1"/>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1"/>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61"/>
          <p:cNvGrpSpPr/>
          <p:nvPr/>
        </p:nvGrpSpPr>
        <p:grpSpPr>
          <a:xfrm>
            <a:off x="5787713" y="4114507"/>
            <a:ext cx="274550" cy="354728"/>
            <a:chOff x="5803988" y="4268082"/>
            <a:chExt cx="274550" cy="354728"/>
          </a:xfrm>
        </p:grpSpPr>
        <p:sp>
          <p:nvSpPr>
            <p:cNvPr id="10415" name="Google Shape;10415;p61"/>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1"/>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1"/>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1"/>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1"/>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1"/>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1"/>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1"/>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1"/>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1"/>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1"/>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1"/>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1"/>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1"/>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1"/>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1"/>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1"/>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1"/>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1"/>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1"/>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1"/>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1"/>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61"/>
          <p:cNvGrpSpPr/>
          <p:nvPr/>
        </p:nvGrpSpPr>
        <p:grpSpPr>
          <a:xfrm>
            <a:off x="5336074" y="4114507"/>
            <a:ext cx="274550" cy="354728"/>
            <a:chOff x="5352349" y="4268082"/>
            <a:chExt cx="274550" cy="354728"/>
          </a:xfrm>
        </p:grpSpPr>
        <p:sp>
          <p:nvSpPr>
            <p:cNvPr id="10438" name="Google Shape;10438;p61"/>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1"/>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1"/>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1"/>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1"/>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1"/>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1"/>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1"/>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1"/>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1"/>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1"/>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1"/>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1"/>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1"/>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1"/>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1"/>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1"/>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1"/>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1"/>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1"/>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1"/>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1"/>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61"/>
          <p:cNvGrpSpPr/>
          <p:nvPr/>
        </p:nvGrpSpPr>
        <p:grpSpPr>
          <a:xfrm>
            <a:off x="7590551" y="2265715"/>
            <a:ext cx="274550" cy="354728"/>
            <a:chOff x="7606826" y="2419290"/>
            <a:chExt cx="274550" cy="354728"/>
          </a:xfrm>
        </p:grpSpPr>
        <p:sp>
          <p:nvSpPr>
            <p:cNvPr id="10461" name="Google Shape;10461;p61"/>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1"/>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1"/>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1"/>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1"/>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1"/>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1"/>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1"/>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1"/>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1"/>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1"/>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1"/>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1"/>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1"/>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1"/>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61"/>
          <p:cNvGrpSpPr/>
          <p:nvPr/>
        </p:nvGrpSpPr>
        <p:grpSpPr>
          <a:xfrm>
            <a:off x="7139907" y="2265715"/>
            <a:ext cx="274550" cy="354728"/>
            <a:chOff x="7156182" y="2419290"/>
            <a:chExt cx="274550" cy="354728"/>
          </a:xfrm>
        </p:grpSpPr>
        <p:sp>
          <p:nvSpPr>
            <p:cNvPr id="10477" name="Google Shape;10477;p61"/>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1"/>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1"/>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1"/>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1"/>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1"/>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1"/>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1"/>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1"/>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1"/>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1"/>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1"/>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1"/>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1"/>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1"/>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2" name="Google Shape;10492;p61"/>
          <p:cNvGrpSpPr/>
          <p:nvPr/>
        </p:nvGrpSpPr>
        <p:grpSpPr>
          <a:xfrm>
            <a:off x="6689001" y="2265715"/>
            <a:ext cx="274812" cy="354728"/>
            <a:chOff x="6705276" y="2419290"/>
            <a:chExt cx="274812" cy="354728"/>
          </a:xfrm>
        </p:grpSpPr>
        <p:sp>
          <p:nvSpPr>
            <p:cNvPr id="10493" name="Google Shape;10493;p61"/>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1"/>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1"/>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1"/>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1"/>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1"/>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1"/>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1"/>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1"/>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1"/>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1"/>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1"/>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1"/>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1"/>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1"/>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1"/>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1"/>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1"/>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1"/>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1"/>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1"/>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1"/>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1"/>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1"/>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1"/>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1"/>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1"/>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1"/>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61"/>
          <p:cNvGrpSpPr/>
          <p:nvPr/>
        </p:nvGrpSpPr>
        <p:grpSpPr>
          <a:xfrm>
            <a:off x="4886661" y="2265715"/>
            <a:ext cx="274576" cy="354728"/>
            <a:chOff x="4902936" y="2419290"/>
            <a:chExt cx="274576" cy="354728"/>
          </a:xfrm>
        </p:grpSpPr>
        <p:sp>
          <p:nvSpPr>
            <p:cNvPr id="10522" name="Google Shape;10522;p61"/>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1"/>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1"/>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1"/>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1"/>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1"/>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1"/>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1"/>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1"/>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1"/>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1"/>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1"/>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1"/>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1"/>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1"/>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1"/>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1"/>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1"/>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1"/>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1"/>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2" name="Google Shape;10542;p61"/>
          <p:cNvGrpSpPr/>
          <p:nvPr/>
        </p:nvGrpSpPr>
        <p:grpSpPr>
          <a:xfrm>
            <a:off x="7591781" y="3192219"/>
            <a:ext cx="270334" cy="354754"/>
            <a:chOff x="7608056" y="3345794"/>
            <a:chExt cx="270334" cy="354754"/>
          </a:xfrm>
        </p:grpSpPr>
        <p:sp>
          <p:nvSpPr>
            <p:cNvPr id="10543" name="Google Shape;10543;p61"/>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1"/>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1"/>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1"/>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1"/>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1"/>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1"/>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1"/>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1"/>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1"/>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1"/>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1"/>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1"/>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1"/>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1"/>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1"/>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1"/>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1"/>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1"/>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61"/>
          <p:cNvGrpSpPr/>
          <p:nvPr/>
        </p:nvGrpSpPr>
        <p:grpSpPr>
          <a:xfrm>
            <a:off x="6696490" y="4114507"/>
            <a:ext cx="263316" cy="354728"/>
            <a:chOff x="6712765" y="4268082"/>
            <a:chExt cx="263316" cy="354728"/>
          </a:xfrm>
        </p:grpSpPr>
        <p:sp>
          <p:nvSpPr>
            <p:cNvPr id="10563" name="Google Shape;10563;p61"/>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1"/>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1"/>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1"/>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1"/>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1"/>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1"/>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1"/>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1"/>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1"/>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1"/>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1"/>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1"/>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1"/>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1"/>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1"/>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61"/>
          <p:cNvGrpSpPr/>
          <p:nvPr/>
        </p:nvGrpSpPr>
        <p:grpSpPr>
          <a:xfrm>
            <a:off x="5343066" y="2265584"/>
            <a:ext cx="262819" cy="354859"/>
            <a:chOff x="5359341" y="2419159"/>
            <a:chExt cx="262819" cy="354859"/>
          </a:xfrm>
        </p:grpSpPr>
        <p:sp>
          <p:nvSpPr>
            <p:cNvPr id="10580" name="Google Shape;10580;p61"/>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1"/>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1"/>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1"/>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1"/>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1"/>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1"/>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1"/>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1"/>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1"/>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1"/>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1"/>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1"/>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1"/>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1"/>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1"/>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1"/>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1"/>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1"/>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1"/>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1"/>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1" name="Google Shape;10601;p61"/>
          <p:cNvGrpSpPr/>
          <p:nvPr/>
        </p:nvGrpSpPr>
        <p:grpSpPr>
          <a:xfrm>
            <a:off x="6693007" y="3636631"/>
            <a:ext cx="263316" cy="354493"/>
            <a:chOff x="6709282" y="3790206"/>
            <a:chExt cx="263316" cy="354493"/>
          </a:xfrm>
        </p:grpSpPr>
        <p:sp>
          <p:nvSpPr>
            <p:cNvPr id="10602" name="Google Shape;10602;p61"/>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1"/>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1"/>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1"/>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1"/>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1"/>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1"/>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1"/>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1"/>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1"/>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1"/>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1"/>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1"/>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1"/>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1"/>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1"/>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8" name="Google Shape;10618;p61"/>
          <p:cNvGrpSpPr/>
          <p:nvPr/>
        </p:nvGrpSpPr>
        <p:grpSpPr>
          <a:xfrm>
            <a:off x="6244354" y="2265715"/>
            <a:ext cx="263055" cy="354493"/>
            <a:chOff x="6260629" y="2419290"/>
            <a:chExt cx="263055" cy="354493"/>
          </a:xfrm>
        </p:grpSpPr>
        <p:sp>
          <p:nvSpPr>
            <p:cNvPr id="10619" name="Google Shape;10619;p61"/>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1"/>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1"/>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1"/>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1"/>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1"/>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1"/>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1"/>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1"/>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1"/>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1"/>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1"/>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1"/>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1"/>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1"/>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61"/>
          <p:cNvGrpSpPr/>
          <p:nvPr/>
        </p:nvGrpSpPr>
        <p:grpSpPr>
          <a:xfrm>
            <a:off x="6244589" y="2726336"/>
            <a:ext cx="263343" cy="354754"/>
            <a:chOff x="6260864" y="2879911"/>
            <a:chExt cx="263343" cy="354754"/>
          </a:xfrm>
        </p:grpSpPr>
        <p:sp>
          <p:nvSpPr>
            <p:cNvPr id="10635" name="Google Shape;10635;p61"/>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1"/>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1"/>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1"/>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1"/>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1"/>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1"/>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1"/>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1"/>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1"/>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1"/>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1"/>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1"/>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1"/>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1"/>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1"/>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1"/>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1"/>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3" name="Google Shape;10653;p61"/>
          <p:cNvGrpSpPr/>
          <p:nvPr/>
        </p:nvGrpSpPr>
        <p:grpSpPr>
          <a:xfrm>
            <a:off x="8046693" y="2265715"/>
            <a:ext cx="263316" cy="354728"/>
            <a:chOff x="8062968" y="2419290"/>
            <a:chExt cx="263316" cy="354728"/>
          </a:xfrm>
        </p:grpSpPr>
        <p:sp>
          <p:nvSpPr>
            <p:cNvPr id="10654" name="Google Shape;10654;p61"/>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1"/>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1"/>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1"/>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1"/>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1"/>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1"/>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1"/>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1"/>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1"/>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1"/>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1"/>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1"/>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1"/>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1"/>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1"/>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1"/>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61"/>
          <p:cNvGrpSpPr/>
          <p:nvPr/>
        </p:nvGrpSpPr>
        <p:grpSpPr>
          <a:xfrm>
            <a:off x="5793448" y="2265715"/>
            <a:ext cx="263316" cy="354728"/>
            <a:chOff x="5809723" y="2419290"/>
            <a:chExt cx="263316" cy="354728"/>
          </a:xfrm>
        </p:grpSpPr>
        <p:sp>
          <p:nvSpPr>
            <p:cNvPr id="10672" name="Google Shape;10672;p61"/>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1"/>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1"/>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1"/>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1"/>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1"/>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1"/>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1"/>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1"/>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1"/>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1"/>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1"/>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1"/>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1"/>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1"/>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1"/>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1"/>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9" name="Google Shape;10689;p61"/>
          <p:cNvGrpSpPr/>
          <p:nvPr/>
        </p:nvGrpSpPr>
        <p:grpSpPr>
          <a:xfrm>
            <a:off x="7590551" y="1349424"/>
            <a:ext cx="263552" cy="354754"/>
            <a:chOff x="7606826" y="1502999"/>
            <a:chExt cx="263552" cy="354754"/>
          </a:xfrm>
        </p:grpSpPr>
        <p:sp>
          <p:nvSpPr>
            <p:cNvPr id="10690" name="Google Shape;10690;p61"/>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1"/>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1"/>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1"/>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1"/>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1"/>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1"/>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1"/>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1"/>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1"/>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1"/>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1"/>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1"/>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1"/>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1"/>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1"/>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1"/>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1"/>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8" name="Google Shape;10708;p61"/>
          <p:cNvGrpSpPr/>
          <p:nvPr/>
        </p:nvGrpSpPr>
        <p:grpSpPr>
          <a:xfrm>
            <a:off x="8044180" y="3636500"/>
            <a:ext cx="264076" cy="354623"/>
            <a:chOff x="8060455" y="3790075"/>
            <a:chExt cx="264076" cy="354623"/>
          </a:xfrm>
        </p:grpSpPr>
        <p:sp>
          <p:nvSpPr>
            <p:cNvPr id="10709" name="Google Shape;10709;p61"/>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1"/>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1"/>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1"/>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1"/>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1"/>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1"/>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1"/>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1"/>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1"/>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1"/>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1"/>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1"/>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1"/>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1"/>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1"/>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1"/>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1"/>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1"/>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1"/>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1"/>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1"/>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1"/>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61"/>
          <p:cNvGrpSpPr/>
          <p:nvPr/>
        </p:nvGrpSpPr>
        <p:grpSpPr>
          <a:xfrm>
            <a:off x="7598275" y="2726336"/>
            <a:ext cx="263316" cy="354754"/>
            <a:chOff x="7614550" y="2879911"/>
            <a:chExt cx="263316" cy="354754"/>
          </a:xfrm>
        </p:grpSpPr>
        <p:sp>
          <p:nvSpPr>
            <p:cNvPr id="10733" name="Google Shape;10733;p61"/>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1"/>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1"/>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1"/>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1"/>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1"/>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1"/>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1"/>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1"/>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1"/>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1"/>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1"/>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1"/>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1"/>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1"/>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1"/>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1"/>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1"/>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1"/>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61"/>
          <p:cNvGrpSpPr/>
          <p:nvPr/>
        </p:nvGrpSpPr>
        <p:grpSpPr>
          <a:xfrm>
            <a:off x="4884409" y="4114612"/>
            <a:ext cx="274576" cy="354623"/>
            <a:chOff x="4900684" y="4268187"/>
            <a:chExt cx="274576" cy="354623"/>
          </a:xfrm>
        </p:grpSpPr>
        <p:sp>
          <p:nvSpPr>
            <p:cNvPr id="10753" name="Google Shape;10753;p61"/>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1"/>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1"/>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1"/>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1"/>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1"/>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1"/>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1"/>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1"/>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1"/>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1"/>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1"/>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1"/>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1"/>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1"/>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61"/>
          <p:cNvGrpSpPr/>
          <p:nvPr/>
        </p:nvGrpSpPr>
        <p:grpSpPr>
          <a:xfrm>
            <a:off x="7145379" y="3192219"/>
            <a:ext cx="263343" cy="354754"/>
            <a:chOff x="7161654" y="3345794"/>
            <a:chExt cx="263343" cy="354754"/>
          </a:xfrm>
        </p:grpSpPr>
        <p:sp>
          <p:nvSpPr>
            <p:cNvPr id="10769" name="Google Shape;10769;p61"/>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1"/>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1"/>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1"/>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1"/>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1"/>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1"/>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1"/>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1"/>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1"/>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1"/>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1"/>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1"/>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1"/>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1"/>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1"/>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1"/>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1"/>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1"/>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61"/>
          <p:cNvGrpSpPr/>
          <p:nvPr/>
        </p:nvGrpSpPr>
        <p:grpSpPr>
          <a:xfrm>
            <a:off x="6695495" y="3192219"/>
            <a:ext cx="263081" cy="354754"/>
            <a:chOff x="6711770" y="3345794"/>
            <a:chExt cx="263081" cy="354754"/>
          </a:xfrm>
        </p:grpSpPr>
        <p:sp>
          <p:nvSpPr>
            <p:cNvPr id="10789" name="Google Shape;10789;p61"/>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1"/>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1"/>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1"/>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1"/>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1"/>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1"/>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1"/>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1"/>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1"/>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1"/>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1"/>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1"/>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1"/>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1"/>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1"/>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1"/>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61"/>
          <p:cNvGrpSpPr/>
          <p:nvPr/>
        </p:nvGrpSpPr>
        <p:grpSpPr>
          <a:xfrm>
            <a:off x="7147134" y="2726676"/>
            <a:ext cx="263316" cy="354414"/>
            <a:chOff x="7163409" y="2880251"/>
            <a:chExt cx="263316" cy="354414"/>
          </a:xfrm>
        </p:grpSpPr>
        <p:sp>
          <p:nvSpPr>
            <p:cNvPr id="10807" name="Google Shape;10807;p61"/>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1"/>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1"/>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1"/>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1"/>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1"/>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1"/>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1"/>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1"/>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1"/>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1"/>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1"/>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61"/>
          <p:cNvGrpSpPr/>
          <p:nvPr/>
        </p:nvGrpSpPr>
        <p:grpSpPr>
          <a:xfrm>
            <a:off x="6695757" y="2726597"/>
            <a:ext cx="263316" cy="354493"/>
            <a:chOff x="6712032" y="2880172"/>
            <a:chExt cx="263316" cy="354493"/>
          </a:xfrm>
        </p:grpSpPr>
        <p:sp>
          <p:nvSpPr>
            <p:cNvPr id="10820" name="Google Shape;10820;p61"/>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1"/>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1"/>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1"/>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1"/>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1"/>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1"/>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1"/>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1"/>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1"/>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1"/>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1"/>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1"/>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1"/>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1"/>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1"/>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1"/>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1"/>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1"/>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1"/>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1"/>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1" name="Google Shape;10841;p61"/>
          <p:cNvGrpSpPr/>
          <p:nvPr/>
        </p:nvGrpSpPr>
        <p:grpSpPr>
          <a:xfrm>
            <a:off x="6245349" y="3192219"/>
            <a:ext cx="263316" cy="354754"/>
            <a:chOff x="6261624" y="3345794"/>
            <a:chExt cx="263316" cy="354754"/>
          </a:xfrm>
        </p:grpSpPr>
        <p:sp>
          <p:nvSpPr>
            <p:cNvPr id="10842" name="Google Shape;10842;p61"/>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1"/>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1"/>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1"/>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1"/>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1"/>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1"/>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1"/>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1"/>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1"/>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1"/>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1"/>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1"/>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1"/>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1"/>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1"/>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1"/>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1"/>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1"/>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1"/>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1"/>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1"/>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1"/>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1"/>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1"/>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1"/>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1"/>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1"/>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0" name="Google Shape;10870;p61"/>
          <p:cNvSpPr/>
          <p:nvPr/>
        </p:nvSpPr>
        <p:spPr>
          <a:xfrm>
            <a:off x="5864147" y="3209475"/>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1" name="Google Shape;10871;p61"/>
          <p:cNvGrpSpPr/>
          <p:nvPr/>
        </p:nvGrpSpPr>
        <p:grpSpPr>
          <a:xfrm>
            <a:off x="5795464" y="3192219"/>
            <a:ext cx="263316" cy="354754"/>
            <a:chOff x="5811739" y="3345794"/>
            <a:chExt cx="263316" cy="354754"/>
          </a:xfrm>
        </p:grpSpPr>
        <p:sp>
          <p:nvSpPr>
            <p:cNvPr id="10872" name="Google Shape;10872;p61"/>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1"/>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1"/>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1"/>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1"/>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1"/>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1"/>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1"/>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1"/>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1"/>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1"/>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1"/>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1"/>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1"/>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1"/>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1"/>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1"/>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1"/>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1"/>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1"/>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1"/>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3" name="Google Shape;10893;p61"/>
          <p:cNvGrpSpPr/>
          <p:nvPr/>
        </p:nvGrpSpPr>
        <p:grpSpPr>
          <a:xfrm>
            <a:off x="5347543" y="3192219"/>
            <a:ext cx="259074" cy="354493"/>
            <a:chOff x="5363818" y="3345794"/>
            <a:chExt cx="259074" cy="354493"/>
          </a:xfrm>
        </p:grpSpPr>
        <p:sp>
          <p:nvSpPr>
            <p:cNvPr id="10894" name="Google Shape;10894;p61"/>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1"/>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1"/>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1"/>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1"/>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1"/>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1"/>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1"/>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1"/>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1"/>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1"/>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1"/>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1"/>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1"/>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1"/>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1"/>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1"/>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1"/>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1"/>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1"/>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1"/>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1"/>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1"/>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1"/>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1"/>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61"/>
          <p:cNvGrpSpPr/>
          <p:nvPr/>
        </p:nvGrpSpPr>
        <p:grpSpPr>
          <a:xfrm>
            <a:off x="4896664" y="3192088"/>
            <a:ext cx="261326" cy="354885"/>
            <a:chOff x="4912939" y="3345663"/>
            <a:chExt cx="261326" cy="354885"/>
          </a:xfrm>
        </p:grpSpPr>
        <p:sp>
          <p:nvSpPr>
            <p:cNvPr id="10920" name="Google Shape;10920;p61"/>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1"/>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1"/>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1"/>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1"/>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1"/>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1"/>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1"/>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1"/>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1"/>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1"/>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1"/>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1"/>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1"/>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1"/>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1"/>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1"/>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1"/>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1"/>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1"/>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1"/>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61"/>
          <p:cNvGrpSpPr/>
          <p:nvPr/>
        </p:nvGrpSpPr>
        <p:grpSpPr>
          <a:xfrm>
            <a:off x="5793448" y="2726336"/>
            <a:ext cx="263081" cy="355016"/>
            <a:chOff x="5809723" y="2879911"/>
            <a:chExt cx="263081" cy="355016"/>
          </a:xfrm>
        </p:grpSpPr>
        <p:sp>
          <p:nvSpPr>
            <p:cNvPr id="10942" name="Google Shape;10942;p61"/>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1"/>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1"/>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1"/>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1"/>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1"/>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1"/>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1"/>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1"/>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1"/>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1"/>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1"/>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1"/>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1"/>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1"/>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1"/>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1"/>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1"/>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1"/>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1"/>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1"/>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1"/>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4" name="Google Shape;10964;p61"/>
          <p:cNvGrpSpPr/>
          <p:nvPr/>
        </p:nvGrpSpPr>
        <p:grpSpPr>
          <a:xfrm>
            <a:off x="7599794" y="4114481"/>
            <a:ext cx="263316" cy="354754"/>
            <a:chOff x="7616069" y="4268056"/>
            <a:chExt cx="263316" cy="354754"/>
          </a:xfrm>
        </p:grpSpPr>
        <p:sp>
          <p:nvSpPr>
            <p:cNvPr id="10965" name="Google Shape;10965;p61"/>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1"/>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1"/>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1"/>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1"/>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1"/>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1"/>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1"/>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1"/>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1"/>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1"/>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1"/>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1"/>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1"/>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1"/>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1"/>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1"/>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1"/>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1"/>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1"/>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1"/>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61"/>
          <p:cNvGrpSpPr/>
          <p:nvPr/>
        </p:nvGrpSpPr>
        <p:grpSpPr>
          <a:xfrm>
            <a:off x="7148129" y="4114743"/>
            <a:ext cx="263316" cy="354493"/>
            <a:chOff x="7164404" y="4268318"/>
            <a:chExt cx="263316" cy="354493"/>
          </a:xfrm>
        </p:grpSpPr>
        <p:sp>
          <p:nvSpPr>
            <p:cNvPr id="10987" name="Google Shape;10987;p61"/>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1"/>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1"/>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1"/>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1"/>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1"/>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1"/>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1"/>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1"/>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1"/>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1"/>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1"/>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1"/>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1"/>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1"/>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1"/>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3" name="Google Shape;11003;p61"/>
          <p:cNvGrpSpPr/>
          <p:nvPr/>
        </p:nvGrpSpPr>
        <p:grpSpPr>
          <a:xfrm>
            <a:off x="5342071" y="2726336"/>
            <a:ext cx="263316" cy="354754"/>
            <a:chOff x="5358346" y="2879911"/>
            <a:chExt cx="263316" cy="354754"/>
          </a:xfrm>
        </p:grpSpPr>
        <p:sp>
          <p:nvSpPr>
            <p:cNvPr id="11004" name="Google Shape;11004;p61"/>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1"/>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1"/>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1"/>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1"/>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1"/>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1"/>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1"/>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1"/>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1"/>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1"/>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1"/>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1"/>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1"/>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1"/>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1"/>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1"/>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1"/>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1"/>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1"/>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1"/>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61"/>
          <p:cNvGrpSpPr/>
          <p:nvPr/>
        </p:nvGrpSpPr>
        <p:grpSpPr>
          <a:xfrm>
            <a:off x="8045175" y="3192167"/>
            <a:ext cx="263316" cy="354807"/>
            <a:chOff x="8061450" y="3345742"/>
            <a:chExt cx="263316" cy="354807"/>
          </a:xfrm>
        </p:grpSpPr>
        <p:sp>
          <p:nvSpPr>
            <p:cNvPr id="11026" name="Google Shape;11026;p61"/>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1"/>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1"/>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1"/>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1"/>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1"/>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1"/>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1"/>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1"/>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1"/>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1"/>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1"/>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1"/>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1"/>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1"/>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1"/>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61"/>
          <p:cNvGrpSpPr/>
          <p:nvPr/>
        </p:nvGrpSpPr>
        <p:grpSpPr>
          <a:xfrm>
            <a:off x="8049678" y="2726336"/>
            <a:ext cx="263081" cy="354754"/>
            <a:chOff x="8065953" y="2879911"/>
            <a:chExt cx="263081" cy="354754"/>
          </a:xfrm>
        </p:grpSpPr>
        <p:sp>
          <p:nvSpPr>
            <p:cNvPr id="11043" name="Google Shape;11043;p61"/>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1"/>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1"/>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1"/>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1"/>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1"/>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1"/>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1"/>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1"/>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1"/>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1"/>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1"/>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1"/>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1"/>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1"/>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1"/>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9" name="Google Shape;11059;p61"/>
          <p:cNvGrpSpPr/>
          <p:nvPr/>
        </p:nvGrpSpPr>
        <p:grpSpPr>
          <a:xfrm>
            <a:off x="8047924" y="4114743"/>
            <a:ext cx="270308" cy="354493"/>
            <a:chOff x="8064199" y="4268318"/>
            <a:chExt cx="270308" cy="354493"/>
          </a:xfrm>
        </p:grpSpPr>
        <p:sp>
          <p:nvSpPr>
            <p:cNvPr id="11060" name="Google Shape;11060;p61"/>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1"/>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1"/>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1"/>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1"/>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1"/>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1"/>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1"/>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1"/>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1"/>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1"/>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1"/>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1"/>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1"/>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1"/>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1"/>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1"/>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1"/>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8" name="Google Shape;11078;p61"/>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Help &amp; Support Icons</a:t>
            </a:r>
            <a:endParaRPr sz="2400">
              <a:solidFill>
                <a:schemeClr val="lt1"/>
              </a:solidFill>
            </a:endParaRPr>
          </a:p>
        </p:txBody>
      </p:sp>
      <p:sp>
        <p:nvSpPr>
          <p:cNvPr id="11079" name="Google Shape;11079;p61"/>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83" name="Shape 11083"/>
        <p:cNvGrpSpPr/>
        <p:nvPr/>
      </p:nvGrpSpPr>
      <p:grpSpPr>
        <a:xfrm>
          <a:off x="0" y="0"/>
          <a:ext cx="0" cy="0"/>
          <a:chOff x="0" y="0"/>
          <a:chExt cx="0" cy="0"/>
        </a:xfrm>
      </p:grpSpPr>
      <p:grpSp>
        <p:nvGrpSpPr>
          <p:cNvPr id="11084" name="Google Shape;11084;p62"/>
          <p:cNvGrpSpPr/>
          <p:nvPr/>
        </p:nvGrpSpPr>
        <p:grpSpPr>
          <a:xfrm>
            <a:off x="3507933" y="3164345"/>
            <a:ext cx="381482" cy="366926"/>
            <a:chOff x="3511608" y="3348218"/>
            <a:chExt cx="381482" cy="366926"/>
          </a:xfrm>
        </p:grpSpPr>
        <p:sp>
          <p:nvSpPr>
            <p:cNvPr id="11085" name="Google Shape;11085;p62"/>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2"/>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2"/>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2"/>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2"/>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2"/>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2"/>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2"/>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2"/>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2"/>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2"/>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2"/>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2"/>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2"/>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62"/>
          <p:cNvGrpSpPr/>
          <p:nvPr/>
        </p:nvGrpSpPr>
        <p:grpSpPr>
          <a:xfrm>
            <a:off x="1846141" y="3623467"/>
            <a:ext cx="163616" cy="366665"/>
            <a:chOff x="1849816" y="3807339"/>
            <a:chExt cx="163616" cy="366665"/>
          </a:xfrm>
        </p:grpSpPr>
        <p:sp>
          <p:nvSpPr>
            <p:cNvPr id="11100" name="Google Shape;11100;p62"/>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2"/>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2"/>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2"/>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2"/>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2"/>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2"/>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2"/>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2"/>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2"/>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2"/>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2"/>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2"/>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2"/>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62"/>
          <p:cNvGrpSpPr/>
          <p:nvPr/>
        </p:nvGrpSpPr>
        <p:grpSpPr>
          <a:xfrm>
            <a:off x="2271082" y="3623441"/>
            <a:ext cx="202292" cy="366430"/>
            <a:chOff x="2274757" y="3807313"/>
            <a:chExt cx="202292" cy="366430"/>
          </a:xfrm>
        </p:grpSpPr>
        <p:sp>
          <p:nvSpPr>
            <p:cNvPr id="11115" name="Google Shape;11115;p62"/>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2"/>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2"/>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2"/>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2"/>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2"/>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2"/>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2"/>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2"/>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2"/>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5" name="Google Shape;11125;p62"/>
          <p:cNvGrpSpPr/>
          <p:nvPr/>
        </p:nvGrpSpPr>
        <p:grpSpPr>
          <a:xfrm>
            <a:off x="3969041" y="3164345"/>
            <a:ext cx="366404" cy="366665"/>
            <a:chOff x="3972716" y="3348218"/>
            <a:chExt cx="366404" cy="366665"/>
          </a:xfrm>
        </p:grpSpPr>
        <p:sp>
          <p:nvSpPr>
            <p:cNvPr id="11126" name="Google Shape;11126;p62"/>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2"/>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2"/>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2"/>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2"/>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2"/>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2"/>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2"/>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2"/>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2"/>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2"/>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2"/>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62"/>
          <p:cNvGrpSpPr/>
          <p:nvPr/>
        </p:nvGrpSpPr>
        <p:grpSpPr>
          <a:xfrm>
            <a:off x="862853" y="3164476"/>
            <a:ext cx="317405" cy="366534"/>
            <a:chOff x="866528" y="3348348"/>
            <a:chExt cx="317405" cy="366534"/>
          </a:xfrm>
        </p:grpSpPr>
        <p:sp>
          <p:nvSpPr>
            <p:cNvPr id="11139" name="Google Shape;11139;p62"/>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2"/>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2"/>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2"/>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2"/>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2"/>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2"/>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2"/>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7" name="Google Shape;11147;p62"/>
          <p:cNvGrpSpPr/>
          <p:nvPr/>
        </p:nvGrpSpPr>
        <p:grpSpPr>
          <a:xfrm>
            <a:off x="1313143" y="3164423"/>
            <a:ext cx="310872" cy="366848"/>
            <a:chOff x="1316818" y="3348296"/>
            <a:chExt cx="310872" cy="366848"/>
          </a:xfrm>
        </p:grpSpPr>
        <p:sp>
          <p:nvSpPr>
            <p:cNvPr id="11148" name="Google Shape;11148;p62"/>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2"/>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2"/>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2"/>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2"/>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2"/>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2"/>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2"/>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2"/>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2"/>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2"/>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2"/>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2"/>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2"/>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2"/>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2"/>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2"/>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2"/>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2"/>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2"/>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2"/>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2"/>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2"/>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2"/>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62"/>
          <p:cNvGrpSpPr/>
          <p:nvPr/>
        </p:nvGrpSpPr>
        <p:grpSpPr>
          <a:xfrm>
            <a:off x="3101573" y="3164371"/>
            <a:ext cx="305620" cy="366430"/>
            <a:chOff x="3105248" y="3348244"/>
            <a:chExt cx="305620" cy="366430"/>
          </a:xfrm>
        </p:grpSpPr>
        <p:sp>
          <p:nvSpPr>
            <p:cNvPr id="11173" name="Google Shape;11173;p62"/>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2"/>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2"/>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2"/>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2"/>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2"/>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2"/>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0" name="Google Shape;11180;p62"/>
          <p:cNvGrpSpPr/>
          <p:nvPr/>
        </p:nvGrpSpPr>
        <p:grpSpPr>
          <a:xfrm>
            <a:off x="2658313" y="3164345"/>
            <a:ext cx="304078" cy="366665"/>
            <a:chOff x="2661988" y="3348218"/>
            <a:chExt cx="304078" cy="366665"/>
          </a:xfrm>
        </p:grpSpPr>
        <p:sp>
          <p:nvSpPr>
            <p:cNvPr id="11181" name="Google Shape;11181;p62"/>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2"/>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2"/>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2"/>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2"/>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2"/>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2"/>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2"/>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2"/>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2"/>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2"/>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2"/>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2"/>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2"/>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2"/>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2"/>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2"/>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2"/>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2"/>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0" name="Google Shape;11200;p62"/>
          <p:cNvGrpSpPr/>
          <p:nvPr/>
        </p:nvGrpSpPr>
        <p:grpSpPr>
          <a:xfrm>
            <a:off x="2209252" y="3165024"/>
            <a:ext cx="307606" cy="366482"/>
            <a:chOff x="2212927" y="3348897"/>
            <a:chExt cx="307606" cy="366482"/>
          </a:xfrm>
        </p:grpSpPr>
        <p:sp>
          <p:nvSpPr>
            <p:cNvPr id="11201" name="Google Shape;11201;p62"/>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2"/>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2"/>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2"/>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2"/>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2"/>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2"/>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2"/>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2"/>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2"/>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62"/>
          <p:cNvGrpSpPr/>
          <p:nvPr/>
        </p:nvGrpSpPr>
        <p:grpSpPr>
          <a:xfrm>
            <a:off x="1760714" y="3164345"/>
            <a:ext cx="310114" cy="366665"/>
            <a:chOff x="1764389" y="3348218"/>
            <a:chExt cx="310114" cy="366665"/>
          </a:xfrm>
        </p:grpSpPr>
        <p:sp>
          <p:nvSpPr>
            <p:cNvPr id="11212" name="Google Shape;11212;p62"/>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2"/>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2"/>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2"/>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2"/>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2"/>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2"/>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2"/>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2"/>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2"/>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2"/>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2"/>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2"/>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2"/>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2"/>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2"/>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2"/>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2"/>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2"/>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2"/>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2" name="Google Shape;11232;p62"/>
          <p:cNvGrpSpPr/>
          <p:nvPr/>
        </p:nvGrpSpPr>
        <p:grpSpPr>
          <a:xfrm>
            <a:off x="2773897" y="3623415"/>
            <a:ext cx="81716" cy="366717"/>
            <a:chOff x="2777572" y="3807287"/>
            <a:chExt cx="81716" cy="366717"/>
          </a:xfrm>
        </p:grpSpPr>
        <p:sp>
          <p:nvSpPr>
            <p:cNvPr id="11233" name="Google Shape;11233;p62"/>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2"/>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2"/>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2"/>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2"/>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2"/>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2"/>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2"/>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2"/>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2"/>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2"/>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62"/>
          <p:cNvGrpSpPr/>
          <p:nvPr/>
        </p:nvGrpSpPr>
        <p:grpSpPr>
          <a:xfrm>
            <a:off x="3930339" y="4145908"/>
            <a:ext cx="366665" cy="256334"/>
            <a:chOff x="3934014" y="4329780"/>
            <a:chExt cx="366665" cy="256334"/>
          </a:xfrm>
        </p:grpSpPr>
        <p:sp>
          <p:nvSpPr>
            <p:cNvPr id="11245" name="Google Shape;11245;p62"/>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2"/>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2"/>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2"/>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2"/>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2"/>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2"/>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2"/>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2"/>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2"/>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2"/>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2"/>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2"/>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62"/>
          <p:cNvGrpSpPr/>
          <p:nvPr/>
        </p:nvGrpSpPr>
        <p:grpSpPr>
          <a:xfrm>
            <a:off x="943995" y="3623467"/>
            <a:ext cx="194295" cy="366404"/>
            <a:chOff x="947670" y="3807339"/>
            <a:chExt cx="194295" cy="366404"/>
          </a:xfrm>
        </p:grpSpPr>
        <p:sp>
          <p:nvSpPr>
            <p:cNvPr id="11259" name="Google Shape;11259;p62"/>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2"/>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2"/>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2"/>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2"/>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2"/>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2"/>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2"/>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2"/>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2"/>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62"/>
          <p:cNvGrpSpPr/>
          <p:nvPr/>
        </p:nvGrpSpPr>
        <p:grpSpPr>
          <a:xfrm>
            <a:off x="3416704" y="4102685"/>
            <a:ext cx="368939" cy="342283"/>
            <a:chOff x="3420379" y="4286557"/>
            <a:chExt cx="368939" cy="342283"/>
          </a:xfrm>
        </p:grpSpPr>
        <p:sp>
          <p:nvSpPr>
            <p:cNvPr id="11270" name="Google Shape;11270;p62"/>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2"/>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2"/>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2"/>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2"/>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2"/>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2"/>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2"/>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2"/>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2"/>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2"/>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2"/>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2"/>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2"/>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2"/>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2"/>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6" name="Google Shape;11286;p62"/>
          <p:cNvGrpSpPr/>
          <p:nvPr/>
        </p:nvGrpSpPr>
        <p:grpSpPr>
          <a:xfrm>
            <a:off x="3961515" y="3658380"/>
            <a:ext cx="369801" cy="296813"/>
            <a:chOff x="3965190" y="3842252"/>
            <a:chExt cx="369801" cy="296813"/>
          </a:xfrm>
        </p:grpSpPr>
        <p:sp>
          <p:nvSpPr>
            <p:cNvPr id="11287" name="Google Shape;11287;p62"/>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2"/>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2"/>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2"/>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2"/>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2"/>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2"/>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2"/>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2"/>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2"/>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2"/>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2"/>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2"/>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2"/>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2"/>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2"/>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2"/>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2"/>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2"/>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2"/>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2"/>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8" name="Google Shape;11308;p62"/>
          <p:cNvGrpSpPr/>
          <p:nvPr/>
        </p:nvGrpSpPr>
        <p:grpSpPr>
          <a:xfrm>
            <a:off x="3502915" y="3649939"/>
            <a:ext cx="396796" cy="313407"/>
            <a:chOff x="3506590" y="3833812"/>
            <a:chExt cx="396796" cy="313407"/>
          </a:xfrm>
        </p:grpSpPr>
        <p:sp>
          <p:nvSpPr>
            <p:cNvPr id="11309" name="Google Shape;11309;p62"/>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2"/>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2"/>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2" name="Google Shape;11312;p62"/>
          <p:cNvGrpSpPr/>
          <p:nvPr/>
        </p:nvGrpSpPr>
        <p:grpSpPr>
          <a:xfrm>
            <a:off x="2765613" y="1781491"/>
            <a:ext cx="104556" cy="366665"/>
            <a:chOff x="2769288" y="1965364"/>
            <a:chExt cx="104556" cy="366665"/>
          </a:xfrm>
        </p:grpSpPr>
        <p:sp>
          <p:nvSpPr>
            <p:cNvPr id="11313" name="Google Shape;11313;p62"/>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2"/>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2"/>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2"/>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2"/>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2"/>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2"/>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2"/>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2"/>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2"/>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2"/>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2"/>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62"/>
          <p:cNvGrpSpPr/>
          <p:nvPr/>
        </p:nvGrpSpPr>
        <p:grpSpPr>
          <a:xfrm>
            <a:off x="3963004" y="1826988"/>
            <a:ext cx="367162" cy="275698"/>
            <a:chOff x="3966679" y="2010861"/>
            <a:chExt cx="367162" cy="275698"/>
          </a:xfrm>
        </p:grpSpPr>
        <p:sp>
          <p:nvSpPr>
            <p:cNvPr id="11326" name="Google Shape;11326;p62"/>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2"/>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2"/>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2"/>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62"/>
          <p:cNvGrpSpPr/>
          <p:nvPr/>
        </p:nvGrpSpPr>
        <p:grpSpPr>
          <a:xfrm>
            <a:off x="1748902" y="1841622"/>
            <a:ext cx="366404" cy="246220"/>
            <a:chOff x="1752577" y="2025495"/>
            <a:chExt cx="366404" cy="246220"/>
          </a:xfrm>
        </p:grpSpPr>
        <p:sp>
          <p:nvSpPr>
            <p:cNvPr id="11331" name="Google Shape;11331;p62"/>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2"/>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2"/>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2"/>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2"/>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2"/>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2"/>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2"/>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2"/>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2"/>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2"/>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2"/>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2"/>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2"/>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2"/>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2"/>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7" name="Google Shape;11347;p62"/>
          <p:cNvGrpSpPr/>
          <p:nvPr/>
        </p:nvGrpSpPr>
        <p:grpSpPr>
          <a:xfrm>
            <a:off x="1305878" y="1885708"/>
            <a:ext cx="366404" cy="158363"/>
            <a:chOff x="1309553" y="2069580"/>
            <a:chExt cx="366404" cy="158363"/>
          </a:xfrm>
        </p:grpSpPr>
        <p:sp>
          <p:nvSpPr>
            <p:cNvPr id="11348" name="Google Shape;11348;p62"/>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2"/>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2"/>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2"/>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2"/>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2"/>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2"/>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2"/>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2"/>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2"/>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2"/>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2"/>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2"/>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2"/>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2"/>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2"/>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2"/>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2"/>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2"/>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2"/>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2"/>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2"/>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2"/>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2"/>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2"/>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2"/>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4" name="Google Shape;11374;p62"/>
          <p:cNvGrpSpPr/>
          <p:nvPr/>
        </p:nvGrpSpPr>
        <p:grpSpPr>
          <a:xfrm>
            <a:off x="862853" y="1904889"/>
            <a:ext cx="366639" cy="119635"/>
            <a:chOff x="866528" y="2088762"/>
            <a:chExt cx="366639" cy="119635"/>
          </a:xfrm>
        </p:grpSpPr>
        <p:sp>
          <p:nvSpPr>
            <p:cNvPr id="11375" name="Google Shape;11375;p62"/>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2"/>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2"/>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2"/>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2"/>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2"/>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2"/>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2"/>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2"/>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2"/>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2"/>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2"/>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2"/>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2"/>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9" name="Google Shape;11389;p62"/>
          <p:cNvGrpSpPr/>
          <p:nvPr/>
        </p:nvGrpSpPr>
        <p:grpSpPr>
          <a:xfrm>
            <a:off x="2325594" y="1781439"/>
            <a:ext cx="98807" cy="366273"/>
            <a:chOff x="2329269" y="1965312"/>
            <a:chExt cx="98807" cy="366273"/>
          </a:xfrm>
        </p:grpSpPr>
        <p:sp>
          <p:nvSpPr>
            <p:cNvPr id="11390" name="Google Shape;11390;p62"/>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2"/>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2"/>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3" name="Google Shape;11393;p62"/>
          <p:cNvGrpSpPr/>
          <p:nvPr/>
        </p:nvGrpSpPr>
        <p:grpSpPr>
          <a:xfrm>
            <a:off x="3204378" y="1781099"/>
            <a:ext cx="112344" cy="366926"/>
            <a:chOff x="3208053" y="1964972"/>
            <a:chExt cx="112344" cy="366926"/>
          </a:xfrm>
        </p:grpSpPr>
        <p:sp>
          <p:nvSpPr>
            <p:cNvPr id="11394" name="Google Shape;11394;p62"/>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2"/>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2"/>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2"/>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2"/>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2"/>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0" name="Google Shape;11400;p62"/>
          <p:cNvGrpSpPr/>
          <p:nvPr/>
        </p:nvGrpSpPr>
        <p:grpSpPr>
          <a:xfrm>
            <a:off x="3221704" y="3623467"/>
            <a:ext cx="72413" cy="366404"/>
            <a:chOff x="3225379" y="3807339"/>
            <a:chExt cx="72413" cy="366404"/>
          </a:xfrm>
        </p:grpSpPr>
        <p:sp>
          <p:nvSpPr>
            <p:cNvPr id="11401" name="Google Shape;11401;p62"/>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2"/>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2"/>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2"/>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2"/>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2"/>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2"/>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2"/>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9" name="Google Shape;11409;p62"/>
          <p:cNvGrpSpPr/>
          <p:nvPr/>
        </p:nvGrpSpPr>
        <p:grpSpPr>
          <a:xfrm>
            <a:off x="3520241" y="1827223"/>
            <a:ext cx="366665" cy="275201"/>
            <a:chOff x="3523916" y="2011096"/>
            <a:chExt cx="366665" cy="275201"/>
          </a:xfrm>
        </p:grpSpPr>
        <p:sp>
          <p:nvSpPr>
            <p:cNvPr id="11410" name="Google Shape;11410;p62"/>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2"/>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2"/>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2"/>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2"/>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2"/>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2"/>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2"/>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2"/>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2"/>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2"/>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2"/>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2"/>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2"/>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2"/>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2"/>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2"/>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2"/>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2"/>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2"/>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62"/>
          <p:cNvGrpSpPr/>
          <p:nvPr/>
        </p:nvGrpSpPr>
        <p:grpSpPr>
          <a:xfrm>
            <a:off x="1739102" y="1316124"/>
            <a:ext cx="393791" cy="366744"/>
            <a:chOff x="1742777" y="1499997"/>
            <a:chExt cx="393791" cy="366744"/>
          </a:xfrm>
        </p:grpSpPr>
        <p:sp>
          <p:nvSpPr>
            <p:cNvPr id="11431" name="Google Shape;11431;p62"/>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2"/>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2"/>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2"/>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2"/>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2"/>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2"/>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2"/>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2"/>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2"/>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2"/>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2"/>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2"/>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2"/>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5" name="Google Shape;11445;p62"/>
          <p:cNvGrpSpPr/>
          <p:nvPr/>
        </p:nvGrpSpPr>
        <p:grpSpPr>
          <a:xfrm>
            <a:off x="4010774" y="1316124"/>
            <a:ext cx="319914" cy="366639"/>
            <a:chOff x="4014449" y="1499997"/>
            <a:chExt cx="319914" cy="366639"/>
          </a:xfrm>
        </p:grpSpPr>
        <p:sp>
          <p:nvSpPr>
            <p:cNvPr id="11446" name="Google Shape;11446;p62"/>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2"/>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2"/>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2"/>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2"/>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62"/>
          <p:cNvGrpSpPr/>
          <p:nvPr/>
        </p:nvGrpSpPr>
        <p:grpSpPr>
          <a:xfrm>
            <a:off x="862592" y="1407588"/>
            <a:ext cx="367397" cy="183711"/>
            <a:chOff x="866267" y="1591460"/>
            <a:chExt cx="367397" cy="183711"/>
          </a:xfrm>
        </p:grpSpPr>
        <p:sp>
          <p:nvSpPr>
            <p:cNvPr id="11452" name="Google Shape;11452;p62"/>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2"/>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2"/>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2"/>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2"/>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2"/>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2"/>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2"/>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2"/>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2"/>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2"/>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2"/>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2"/>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2"/>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2"/>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2"/>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2"/>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2"/>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0" name="Google Shape;11470;p62"/>
          <p:cNvGrpSpPr/>
          <p:nvPr/>
        </p:nvGrpSpPr>
        <p:grpSpPr>
          <a:xfrm>
            <a:off x="3114168" y="1316019"/>
            <a:ext cx="327440" cy="366744"/>
            <a:chOff x="3117843" y="1499892"/>
            <a:chExt cx="327440" cy="366744"/>
          </a:xfrm>
        </p:grpSpPr>
        <p:sp>
          <p:nvSpPr>
            <p:cNvPr id="11471" name="Google Shape;11471;p62"/>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2"/>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2"/>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2"/>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2"/>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2"/>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2"/>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62"/>
          <p:cNvGrpSpPr/>
          <p:nvPr/>
        </p:nvGrpSpPr>
        <p:grpSpPr>
          <a:xfrm>
            <a:off x="2663330" y="1316124"/>
            <a:ext cx="336770" cy="366639"/>
            <a:chOff x="2667005" y="1499997"/>
            <a:chExt cx="336770" cy="366639"/>
          </a:xfrm>
        </p:grpSpPr>
        <p:sp>
          <p:nvSpPr>
            <p:cNvPr id="11479" name="Google Shape;11479;p62"/>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2"/>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2"/>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2"/>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2"/>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2"/>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2"/>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2"/>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2"/>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2"/>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2"/>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2"/>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2"/>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2"/>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2"/>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2"/>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2"/>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2"/>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2"/>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62"/>
          <p:cNvGrpSpPr/>
          <p:nvPr/>
        </p:nvGrpSpPr>
        <p:grpSpPr>
          <a:xfrm>
            <a:off x="3561191" y="1316124"/>
            <a:ext cx="326473" cy="366639"/>
            <a:chOff x="3564866" y="1499997"/>
            <a:chExt cx="326473" cy="366639"/>
          </a:xfrm>
        </p:grpSpPr>
        <p:sp>
          <p:nvSpPr>
            <p:cNvPr id="11499" name="Google Shape;11499;p62"/>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2"/>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2"/>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2"/>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2"/>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2"/>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2"/>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2"/>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2"/>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62"/>
          <p:cNvGrpSpPr/>
          <p:nvPr/>
        </p:nvGrpSpPr>
        <p:grpSpPr>
          <a:xfrm>
            <a:off x="1310399" y="1316124"/>
            <a:ext cx="364392" cy="366639"/>
            <a:chOff x="1314074" y="1499997"/>
            <a:chExt cx="364392" cy="366639"/>
          </a:xfrm>
        </p:grpSpPr>
        <p:sp>
          <p:nvSpPr>
            <p:cNvPr id="11509" name="Google Shape;11509;p62"/>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2"/>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2"/>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2"/>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2"/>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2"/>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2"/>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2"/>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2"/>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2"/>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2"/>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2"/>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1" name="Google Shape;11521;p62"/>
          <p:cNvGrpSpPr/>
          <p:nvPr/>
        </p:nvGrpSpPr>
        <p:grpSpPr>
          <a:xfrm>
            <a:off x="2216804" y="1316124"/>
            <a:ext cx="337005" cy="366639"/>
            <a:chOff x="2220479" y="1499997"/>
            <a:chExt cx="337005" cy="366639"/>
          </a:xfrm>
        </p:grpSpPr>
        <p:sp>
          <p:nvSpPr>
            <p:cNvPr id="11522" name="Google Shape;11522;p62"/>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2"/>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2"/>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2"/>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2"/>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2"/>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2"/>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2"/>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2"/>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2"/>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2"/>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3" name="Google Shape;11533;p62"/>
          <p:cNvGrpSpPr/>
          <p:nvPr/>
        </p:nvGrpSpPr>
        <p:grpSpPr>
          <a:xfrm>
            <a:off x="4101480" y="2242103"/>
            <a:ext cx="87230" cy="366430"/>
            <a:chOff x="4105155" y="2425976"/>
            <a:chExt cx="87230" cy="366430"/>
          </a:xfrm>
        </p:grpSpPr>
        <p:sp>
          <p:nvSpPr>
            <p:cNvPr id="11534" name="Google Shape;11534;p62"/>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2"/>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2"/>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2"/>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2"/>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2"/>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0" name="Google Shape;11540;p62"/>
          <p:cNvGrpSpPr/>
          <p:nvPr/>
        </p:nvGrpSpPr>
        <p:grpSpPr>
          <a:xfrm>
            <a:off x="1804434" y="2242129"/>
            <a:ext cx="267884" cy="366639"/>
            <a:chOff x="1808109" y="2426002"/>
            <a:chExt cx="267884" cy="366639"/>
          </a:xfrm>
        </p:grpSpPr>
        <p:sp>
          <p:nvSpPr>
            <p:cNvPr id="11541" name="Google Shape;11541;p62"/>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2"/>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2"/>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2"/>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2"/>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2"/>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2"/>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2"/>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2"/>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2"/>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2"/>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2"/>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2"/>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2"/>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2"/>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2"/>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2"/>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2"/>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2"/>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2"/>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2"/>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2" name="Google Shape;11562;p62"/>
          <p:cNvGrpSpPr/>
          <p:nvPr/>
        </p:nvGrpSpPr>
        <p:grpSpPr>
          <a:xfrm>
            <a:off x="3599893" y="2242129"/>
            <a:ext cx="207597" cy="366639"/>
            <a:chOff x="3603568" y="2426002"/>
            <a:chExt cx="207597" cy="366639"/>
          </a:xfrm>
        </p:grpSpPr>
        <p:sp>
          <p:nvSpPr>
            <p:cNvPr id="11563" name="Google Shape;11563;p62"/>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2"/>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2"/>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2"/>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2"/>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2"/>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9" name="Google Shape;11569;p62"/>
          <p:cNvGrpSpPr/>
          <p:nvPr/>
        </p:nvGrpSpPr>
        <p:grpSpPr>
          <a:xfrm>
            <a:off x="2242440" y="2242129"/>
            <a:ext cx="274417" cy="366404"/>
            <a:chOff x="2246115" y="2426002"/>
            <a:chExt cx="274417" cy="366404"/>
          </a:xfrm>
        </p:grpSpPr>
        <p:sp>
          <p:nvSpPr>
            <p:cNvPr id="11570" name="Google Shape;11570;p62"/>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2"/>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2"/>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2"/>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2"/>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2"/>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2"/>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2"/>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8" name="Google Shape;11578;p62"/>
          <p:cNvGrpSpPr/>
          <p:nvPr/>
        </p:nvGrpSpPr>
        <p:grpSpPr>
          <a:xfrm>
            <a:off x="2692991" y="2242129"/>
            <a:ext cx="256099" cy="366639"/>
            <a:chOff x="2696666" y="2426002"/>
            <a:chExt cx="256099" cy="366639"/>
          </a:xfrm>
        </p:grpSpPr>
        <p:sp>
          <p:nvSpPr>
            <p:cNvPr id="11579" name="Google Shape;11579;p62"/>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2"/>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2"/>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2"/>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2"/>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2"/>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5" name="Google Shape;11585;p62"/>
          <p:cNvGrpSpPr/>
          <p:nvPr/>
        </p:nvGrpSpPr>
        <p:grpSpPr>
          <a:xfrm>
            <a:off x="3145397" y="2242129"/>
            <a:ext cx="225863" cy="366430"/>
            <a:chOff x="3149072" y="2426002"/>
            <a:chExt cx="225863" cy="366430"/>
          </a:xfrm>
        </p:grpSpPr>
        <p:sp>
          <p:nvSpPr>
            <p:cNvPr id="11586" name="Google Shape;11586;p62"/>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2"/>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2"/>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2"/>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2"/>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2"/>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2"/>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2"/>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2"/>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2"/>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2"/>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62"/>
          <p:cNvGrpSpPr/>
          <p:nvPr/>
        </p:nvGrpSpPr>
        <p:grpSpPr>
          <a:xfrm>
            <a:off x="1357881" y="2242051"/>
            <a:ext cx="283224" cy="366482"/>
            <a:chOff x="1361556" y="2425923"/>
            <a:chExt cx="283224" cy="366482"/>
          </a:xfrm>
        </p:grpSpPr>
        <p:sp>
          <p:nvSpPr>
            <p:cNvPr id="11598" name="Google Shape;11598;p62"/>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2"/>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2"/>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2"/>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2"/>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2"/>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2"/>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2"/>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2"/>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2"/>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2"/>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2"/>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2"/>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2"/>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2"/>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2"/>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2"/>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2"/>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2"/>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2"/>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62"/>
          <p:cNvGrpSpPr/>
          <p:nvPr/>
        </p:nvGrpSpPr>
        <p:grpSpPr>
          <a:xfrm>
            <a:off x="3970060" y="2707183"/>
            <a:ext cx="361883" cy="366979"/>
            <a:chOff x="3973735" y="2891056"/>
            <a:chExt cx="361883" cy="366979"/>
          </a:xfrm>
        </p:grpSpPr>
        <p:sp>
          <p:nvSpPr>
            <p:cNvPr id="11619" name="Google Shape;11619;p62"/>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2"/>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2"/>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2"/>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2"/>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2"/>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2"/>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2"/>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2"/>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2"/>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2"/>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2"/>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2"/>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2"/>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2"/>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2"/>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2"/>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6" name="Google Shape;11636;p62"/>
          <p:cNvGrpSpPr/>
          <p:nvPr/>
        </p:nvGrpSpPr>
        <p:grpSpPr>
          <a:xfrm>
            <a:off x="3524266" y="2732871"/>
            <a:ext cx="366665" cy="315654"/>
            <a:chOff x="3527941" y="2916744"/>
            <a:chExt cx="366665" cy="315654"/>
          </a:xfrm>
        </p:grpSpPr>
        <p:sp>
          <p:nvSpPr>
            <p:cNvPr id="11637" name="Google Shape;11637;p62"/>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2"/>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2"/>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2"/>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2"/>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2"/>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2"/>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2"/>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2"/>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2"/>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2"/>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2"/>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2"/>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2"/>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2"/>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2"/>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2"/>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2"/>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2"/>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2"/>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2"/>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2"/>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2"/>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2"/>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2"/>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2"/>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2"/>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2"/>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2"/>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2"/>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62"/>
          <p:cNvGrpSpPr/>
          <p:nvPr/>
        </p:nvGrpSpPr>
        <p:grpSpPr>
          <a:xfrm>
            <a:off x="2637198" y="2707758"/>
            <a:ext cx="366404" cy="366404"/>
            <a:chOff x="2640873" y="2891631"/>
            <a:chExt cx="366404" cy="366404"/>
          </a:xfrm>
        </p:grpSpPr>
        <p:sp>
          <p:nvSpPr>
            <p:cNvPr id="11668" name="Google Shape;11668;p62"/>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2"/>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2"/>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2"/>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2"/>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2"/>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2"/>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2"/>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2"/>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2"/>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2"/>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2"/>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2"/>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2"/>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2" name="Google Shape;11682;p62"/>
          <p:cNvGrpSpPr/>
          <p:nvPr/>
        </p:nvGrpSpPr>
        <p:grpSpPr>
          <a:xfrm>
            <a:off x="2193416" y="2754248"/>
            <a:ext cx="366665" cy="273189"/>
            <a:chOff x="2197091" y="2938120"/>
            <a:chExt cx="366665" cy="273189"/>
          </a:xfrm>
        </p:grpSpPr>
        <p:sp>
          <p:nvSpPr>
            <p:cNvPr id="11683" name="Google Shape;11683;p62"/>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2"/>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2"/>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2"/>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2"/>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2"/>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2"/>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2"/>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2"/>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2"/>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2"/>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2"/>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2"/>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2"/>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2"/>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2"/>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2"/>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2"/>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2"/>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2"/>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2"/>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2"/>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2"/>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2"/>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62"/>
          <p:cNvGrpSpPr/>
          <p:nvPr/>
        </p:nvGrpSpPr>
        <p:grpSpPr>
          <a:xfrm>
            <a:off x="1749895" y="2708254"/>
            <a:ext cx="366665" cy="365202"/>
            <a:chOff x="1753570" y="2892127"/>
            <a:chExt cx="366665" cy="365202"/>
          </a:xfrm>
        </p:grpSpPr>
        <p:sp>
          <p:nvSpPr>
            <p:cNvPr id="11708" name="Google Shape;11708;p62"/>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2"/>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2"/>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2"/>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2"/>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2"/>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2"/>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2"/>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2"/>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2"/>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2"/>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2"/>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2"/>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2"/>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2"/>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2"/>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2"/>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2"/>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6" name="Google Shape;11726;p62"/>
          <p:cNvGrpSpPr/>
          <p:nvPr/>
        </p:nvGrpSpPr>
        <p:grpSpPr>
          <a:xfrm>
            <a:off x="1300076" y="3623467"/>
            <a:ext cx="367684" cy="366561"/>
            <a:chOff x="1303751" y="3807339"/>
            <a:chExt cx="367684" cy="366561"/>
          </a:xfrm>
        </p:grpSpPr>
        <p:sp>
          <p:nvSpPr>
            <p:cNvPr id="11727" name="Google Shape;11727;p62"/>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2"/>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2"/>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2"/>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2"/>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2"/>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2"/>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2"/>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2"/>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2"/>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2"/>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2"/>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2"/>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2"/>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2"/>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2"/>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2"/>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2"/>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2"/>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2"/>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2"/>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2"/>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2"/>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2"/>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2"/>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2"/>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2"/>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2"/>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2"/>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2"/>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2"/>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2"/>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2"/>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2"/>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2"/>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2"/>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2"/>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2"/>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2"/>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2"/>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2"/>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8" name="Google Shape;11768;p62"/>
          <p:cNvSpPr/>
          <p:nvPr/>
        </p:nvSpPr>
        <p:spPr>
          <a:xfrm>
            <a:off x="1317690" y="2722078"/>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9" name="Google Shape;11769;p62"/>
          <p:cNvGrpSpPr/>
          <p:nvPr/>
        </p:nvGrpSpPr>
        <p:grpSpPr>
          <a:xfrm>
            <a:off x="1306374" y="2707549"/>
            <a:ext cx="384749" cy="366613"/>
            <a:chOff x="1310049" y="2891421"/>
            <a:chExt cx="384749" cy="366613"/>
          </a:xfrm>
        </p:grpSpPr>
        <p:sp>
          <p:nvSpPr>
            <p:cNvPr id="11770" name="Google Shape;11770;p62"/>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2"/>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2"/>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2"/>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2"/>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2"/>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2"/>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2"/>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2"/>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2"/>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2"/>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2"/>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2"/>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2"/>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62"/>
          <p:cNvGrpSpPr/>
          <p:nvPr/>
        </p:nvGrpSpPr>
        <p:grpSpPr>
          <a:xfrm>
            <a:off x="845998" y="2707470"/>
            <a:ext cx="383468" cy="366665"/>
            <a:chOff x="849673" y="2891343"/>
            <a:chExt cx="383468" cy="366665"/>
          </a:xfrm>
        </p:grpSpPr>
        <p:sp>
          <p:nvSpPr>
            <p:cNvPr id="11785" name="Google Shape;11785;p62"/>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2"/>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2"/>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2"/>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2"/>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2"/>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2"/>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2"/>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2"/>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2"/>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2"/>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2"/>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62"/>
          <p:cNvGrpSpPr/>
          <p:nvPr/>
        </p:nvGrpSpPr>
        <p:grpSpPr>
          <a:xfrm>
            <a:off x="916582" y="2242129"/>
            <a:ext cx="278024" cy="366508"/>
            <a:chOff x="920257" y="2426002"/>
            <a:chExt cx="278024" cy="366508"/>
          </a:xfrm>
        </p:grpSpPr>
        <p:sp>
          <p:nvSpPr>
            <p:cNvPr id="11798" name="Google Shape;11798;p62"/>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2"/>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2"/>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2"/>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2"/>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2"/>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2"/>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2"/>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2"/>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2"/>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2"/>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2"/>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2"/>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1" name="Google Shape;11811;p62"/>
          <p:cNvGrpSpPr/>
          <p:nvPr/>
        </p:nvGrpSpPr>
        <p:grpSpPr>
          <a:xfrm>
            <a:off x="862853" y="4090611"/>
            <a:ext cx="349810" cy="366665"/>
            <a:chOff x="866528" y="4274484"/>
            <a:chExt cx="349810" cy="366665"/>
          </a:xfrm>
        </p:grpSpPr>
        <p:sp>
          <p:nvSpPr>
            <p:cNvPr id="11812" name="Google Shape;11812;p62"/>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2"/>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2"/>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2"/>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2"/>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2"/>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2"/>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2"/>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2"/>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2"/>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2"/>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3" name="Google Shape;11823;p62"/>
          <p:cNvGrpSpPr/>
          <p:nvPr/>
        </p:nvGrpSpPr>
        <p:grpSpPr>
          <a:xfrm>
            <a:off x="1385033" y="4090611"/>
            <a:ext cx="330210" cy="366665"/>
            <a:chOff x="1388708" y="4274484"/>
            <a:chExt cx="330210" cy="366665"/>
          </a:xfrm>
        </p:grpSpPr>
        <p:sp>
          <p:nvSpPr>
            <p:cNvPr id="11824" name="Google Shape;11824;p62"/>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2"/>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2"/>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2"/>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2"/>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2"/>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2"/>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2"/>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2"/>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2"/>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2"/>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2"/>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2"/>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2"/>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2"/>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2"/>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2"/>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2"/>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2"/>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2"/>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4" name="Google Shape;11844;p62"/>
          <p:cNvGrpSpPr/>
          <p:nvPr/>
        </p:nvGrpSpPr>
        <p:grpSpPr>
          <a:xfrm>
            <a:off x="1871019" y="4109453"/>
            <a:ext cx="375446" cy="328982"/>
            <a:chOff x="1874694" y="4293326"/>
            <a:chExt cx="375446" cy="328982"/>
          </a:xfrm>
        </p:grpSpPr>
        <p:sp>
          <p:nvSpPr>
            <p:cNvPr id="11845" name="Google Shape;11845;p62"/>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2"/>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2"/>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2"/>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2"/>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2"/>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2"/>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2"/>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2"/>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2"/>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2"/>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2"/>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2"/>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2"/>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2"/>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2"/>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2"/>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2"/>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2"/>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2"/>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2"/>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2"/>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62"/>
          <p:cNvGrpSpPr/>
          <p:nvPr/>
        </p:nvGrpSpPr>
        <p:grpSpPr>
          <a:xfrm>
            <a:off x="2392441" y="4109218"/>
            <a:ext cx="366665" cy="329714"/>
            <a:chOff x="2396116" y="4293090"/>
            <a:chExt cx="366665" cy="329714"/>
          </a:xfrm>
        </p:grpSpPr>
        <p:sp>
          <p:nvSpPr>
            <p:cNvPr id="11868" name="Google Shape;11868;p62"/>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2"/>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2"/>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2"/>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2"/>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2"/>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2"/>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2"/>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2"/>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2"/>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2"/>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2"/>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2"/>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1" name="Google Shape;11881;p62"/>
          <p:cNvGrpSpPr/>
          <p:nvPr/>
        </p:nvGrpSpPr>
        <p:grpSpPr>
          <a:xfrm>
            <a:off x="2905082" y="4105951"/>
            <a:ext cx="367162" cy="336116"/>
            <a:chOff x="2908757" y="4289824"/>
            <a:chExt cx="367162" cy="336116"/>
          </a:xfrm>
        </p:grpSpPr>
        <p:sp>
          <p:nvSpPr>
            <p:cNvPr id="11882" name="Google Shape;11882;p62"/>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2"/>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2"/>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2"/>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2"/>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2"/>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2"/>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2"/>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2"/>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2"/>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2"/>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2"/>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2"/>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2"/>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2"/>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2"/>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2"/>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2"/>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2"/>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2"/>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2"/>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2"/>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2"/>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2"/>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2"/>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2"/>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2"/>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9" name="Google Shape;11909;p62"/>
          <p:cNvGrpSpPr/>
          <p:nvPr/>
        </p:nvGrpSpPr>
        <p:grpSpPr>
          <a:xfrm>
            <a:off x="3078733" y="2735667"/>
            <a:ext cx="368651" cy="310350"/>
            <a:chOff x="3082408" y="2919540"/>
            <a:chExt cx="368651" cy="310350"/>
          </a:xfrm>
        </p:grpSpPr>
        <p:sp>
          <p:nvSpPr>
            <p:cNvPr id="11910" name="Google Shape;11910;p62"/>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2"/>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2"/>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2"/>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2"/>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2"/>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2"/>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2"/>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2"/>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2"/>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2"/>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2"/>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2" name="Google Shape;11922;p62"/>
          <p:cNvGrpSpPr/>
          <p:nvPr/>
        </p:nvGrpSpPr>
        <p:grpSpPr>
          <a:xfrm>
            <a:off x="7067667" y="2240152"/>
            <a:ext cx="366169" cy="360498"/>
            <a:chOff x="7069130" y="2424800"/>
            <a:chExt cx="366169" cy="360498"/>
          </a:xfrm>
        </p:grpSpPr>
        <p:sp>
          <p:nvSpPr>
            <p:cNvPr id="11923" name="Google Shape;11923;p62"/>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2"/>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2"/>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2"/>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2"/>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2"/>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2"/>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2"/>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2"/>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2"/>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2"/>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2"/>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2"/>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2"/>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2"/>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2"/>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2"/>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2"/>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2"/>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2"/>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62"/>
          <p:cNvGrpSpPr/>
          <p:nvPr/>
        </p:nvGrpSpPr>
        <p:grpSpPr>
          <a:xfrm>
            <a:off x="4884192" y="2240073"/>
            <a:ext cx="281473" cy="360629"/>
            <a:chOff x="4885655" y="2424721"/>
            <a:chExt cx="281473" cy="360629"/>
          </a:xfrm>
        </p:grpSpPr>
        <p:sp>
          <p:nvSpPr>
            <p:cNvPr id="11944" name="Google Shape;11944;p62"/>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2"/>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2"/>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2"/>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2"/>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2"/>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2"/>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2"/>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2"/>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2"/>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2"/>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5" name="Google Shape;11955;p62"/>
          <p:cNvGrpSpPr/>
          <p:nvPr/>
        </p:nvGrpSpPr>
        <p:grpSpPr>
          <a:xfrm>
            <a:off x="6624146" y="2262129"/>
            <a:ext cx="364130" cy="316726"/>
            <a:chOff x="6625609" y="2446777"/>
            <a:chExt cx="364130" cy="316726"/>
          </a:xfrm>
        </p:grpSpPr>
        <p:sp>
          <p:nvSpPr>
            <p:cNvPr id="11956" name="Google Shape;11956;p62"/>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2"/>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2"/>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2"/>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2"/>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2"/>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2"/>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2"/>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2"/>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2"/>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2"/>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2"/>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8" name="Google Shape;11968;p62"/>
          <p:cNvGrpSpPr/>
          <p:nvPr/>
        </p:nvGrpSpPr>
        <p:grpSpPr>
          <a:xfrm>
            <a:off x="5756181" y="1827703"/>
            <a:ext cx="360628" cy="298825"/>
            <a:chOff x="5757644" y="2012350"/>
            <a:chExt cx="360628" cy="298825"/>
          </a:xfrm>
        </p:grpSpPr>
        <p:sp>
          <p:nvSpPr>
            <p:cNvPr id="11969" name="Google Shape;11969;p62"/>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2"/>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2"/>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2"/>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2"/>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2"/>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2"/>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2"/>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2"/>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2"/>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2"/>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2"/>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2"/>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2"/>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2"/>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2"/>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2"/>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2"/>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2"/>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2"/>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2"/>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2"/>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1" name="Google Shape;11991;p62"/>
          <p:cNvGrpSpPr/>
          <p:nvPr/>
        </p:nvGrpSpPr>
        <p:grpSpPr>
          <a:xfrm>
            <a:off x="5316162" y="1798826"/>
            <a:ext cx="360628" cy="356839"/>
            <a:chOff x="5317625" y="1983474"/>
            <a:chExt cx="360628" cy="356839"/>
          </a:xfrm>
        </p:grpSpPr>
        <p:sp>
          <p:nvSpPr>
            <p:cNvPr id="11992" name="Google Shape;11992;p62"/>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2"/>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2"/>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2"/>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2"/>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2"/>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2"/>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2"/>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2"/>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2"/>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2"/>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2"/>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2"/>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2"/>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2"/>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2"/>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2"/>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2"/>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2"/>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62"/>
          <p:cNvGrpSpPr/>
          <p:nvPr/>
        </p:nvGrpSpPr>
        <p:grpSpPr>
          <a:xfrm>
            <a:off x="6180364" y="2279037"/>
            <a:ext cx="360629" cy="282989"/>
            <a:chOff x="6181827" y="2463685"/>
            <a:chExt cx="360629" cy="282989"/>
          </a:xfrm>
        </p:grpSpPr>
        <p:sp>
          <p:nvSpPr>
            <p:cNvPr id="12012" name="Google Shape;12012;p62"/>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2"/>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2"/>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2"/>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2"/>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2"/>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2"/>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2"/>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2"/>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2"/>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2"/>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62"/>
          <p:cNvGrpSpPr/>
          <p:nvPr/>
        </p:nvGrpSpPr>
        <p:grpSpPr>
          <a:xfrm>
            <a:off x="5344830" y="3156044"/>
            <a:ext cx="291247" cy="360629"/>
            <a:chOff x="5346292" y="3340691"/>
            <a:chExt cx="291247" cy="360628"/>
          </a:xfrm>
        </p:grpSpPr>
        <p:sp>
          <p:nvSpPr>
            <p:cNvPr id="12024" name="Google Shape;12024;p62"/>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2"/>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2"/>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2"/>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2"/>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2"/>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2"/>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2"/>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2"/>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2"/>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2"/>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2"/>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2"/>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2"/>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2"/>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2"/>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2"/>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2"/>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2"/>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2"/>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2"/>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2"/>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2"/>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2"/>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2"/>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9" name="Google Shape;12049;p62"/>
          <p:cNvGrpSpPr/>
          <p:nvPr/>
        </p:nvGrpSpPr>
        <p:grpSpPr>
          <a:xfrm>
            <a:off x="7967801" y="1797049"/>
            <a:ext cx="337763" cy="360393"/>
            <a:chOff x="7969264" y="1981697"/>
            <a:chExt cx="337763" cy="360393"/>
          </a:xfrm>
        </p:grpSpPr>
        <p:sp>
          <p:nvSpPr>
            <p:cNvPr id="12050" name="Google Shape;12050;p62"/>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2"/>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2"/>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2"/>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2"/>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2"/>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2"/>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2"/>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2"/>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2"/>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2"/>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2"/>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2"/>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2"/>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2"/>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2"/>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2"/>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2"/>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8" name="Google Shape;12068;p62"/>
          <p:cNvGrpSpPr/>
          <p:nvPr/>
        </p:nvGrpSpPr>
        <p:grpSpPr>
          <a:xfrm>
            <a:off x="5734570" y="2245352"/>
            <a:ext cx="360890" cy="350332"/>
            <a:chOff x="5736032" y="2430000"/>
            <a:chExt cx="360890" cy="350332"/>
          </a:xfrm>
        </p:grpSpPr>
        <p:sp>
          <p:nvSpPr>
            <p:cNvPr id="12069" name="Google Shape;12069;p62"/>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2"/>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2"/>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2"/>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2"/>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2"/>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2"/>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2"/>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2"/>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2"/>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2"/>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2"/>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2"/>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2"/>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2"/>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2"/>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2"/>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6" name="Google Shape;12086;p62"/>
          <p:cNvGrpSpPr/>
          <p:nvPr/>
        </p:nvGrpSpPr>
        <p:grpSpPr>
          <a:xfrm>
            <a:off x="4876405" y="1811344"/>
            <a:ext cx="360628" cy="331778"/>
            <a:chOff x="4877867" y="1995991"/>
            <a:chExt cx="360628" cy="331778"/>
          </a:xfrm>
        </p:grpSpPr>
        <p:sp>
          <p:nvSpPr>
            <p:cNvPr id="12087" name="Google Shape;12087;p62"/>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2"/>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2"/>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2"/>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2"/>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2"/>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2"/>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2"/>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2"/>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2"/>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2"/>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2"/>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2"/>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2"/>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1" name="Google Shape;12101;p62"/>
          <p:cNvGrpSpPr/>
          <p:nvPr/>
        </p:nvGrpSpPr>
        <p:grpSpPr>
          <a:xfrm>
            <a:off x="7049427" y="2728856"/>
            <a:ext cx="363529" cy="339513"/>
            <a:chOff x="7050889" y="2913503"/>
            <a:chExt cx="363529" cy="339513"/>
          </a:xfrm>
        </p:grpSpPr>
        <p:sp>
          <p:nvSpPr>
            <p:cNvPr id="12102" name="Google Shape;12102;p62"/>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2"/>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2"/>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2"/>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2"/>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2"/>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2"/>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2"/>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2"/>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1" name="Google Shape;12111;p62"/>
          <p:cNvGrpSpPr/>
          <p:nvPr/>
        </p:nvGrpSpPr>
        <p:grpSpPr>
          <a:xfrm>
            <a:off x="7509437" y="1796814"/>
            <a:ext cx="372937" cy="360629"/>
            <a:chOff x="7510900" y="1981462"/>
            <a:chExt cx="372937" cy="360629"/>
          </a:xfrm>
        </p:grpSpPr>
        <p:sp>
          <p:nvSpPr>
            <p:cNvPr id="12112" name="Google Shape;12112;p62"/>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2"/>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2"/>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2"/>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2"/>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2"/>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2"/>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2"/>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2"/>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2"/>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2"/>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2"/>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2"/>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2"/>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2"/>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2"/>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62"/>
          <p:cNvGrpSpPr/>
          <p:nvPr/>
        </p:nvGrpSpPr>
        <p:grpSpPr>
          <a:xfrm>
            <a:off x="6598014" y="2733612"/>
            <a:ext cx="360629" cy="329975"/>
            <a:chOff x="6599476" y="2918260"/>
            <a:chExt cx="360629" cy="329975"/>
          </a:xfrm>
        </p:grpSpPr>
        <p:sp>
          <p:nvSpPr>
            <p:cNvPr id="12129" name="Google Shape;12129;p62"/>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2"/>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2"/>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2"/>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2"/>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2"/>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2"/>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2"/>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2"/>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2"/>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2"/>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2"/>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2"/>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2"/>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2"/>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2"/>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2"/>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2"/>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2"/>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2"/>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2"/>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2"/>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2"/>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2"/>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2"/>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4" name="Google Shape;12154;p62"/>
          <p:cNvGrpSpPr/>
          <p:nvPr/>
        </p:nvGrpSpPr>
        <p:grpSpPr>
          <a:xfrm>
            <a:off x="5289037" y="2296886"/>
            <a:ext cx="360628" cy="247292"/>
            <a:chOff x="5290499" y="2481533"/>
            <a:chExt cx="360628" cy="247292"/>
          </a:xfrm>
        </p:grpSpPr>
        <p:sp>
          <p:nvSpPr>
            <p:cNvPr id="12155" name="Google Shape;12155;p62"/>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2"/>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2"/>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2"/>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2"/>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2"/>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2"/>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2"/>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2"/>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2"/>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2"/>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2"/>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2"/>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2"/>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2"/>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2"/>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2"/>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2"/>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2"/>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2"/>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2"/>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2"/>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2"/>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2"/>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2"/>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2"/>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2"/>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2" name="Google Shape;12182;p62"/>
          <p:cNvGrpSpPr/>
          <p:nvPr/>
        </p:nvGrpSpPr>
        <p:grpSpPr>
          <a:xfrm>
            <a:off x="6200460" y="1796866"/>
            <a:ext cx="351325" cy="360576"/>
            <a:chOff x="6201923" y="1981514"/>
            <a:chExt cx="351325" cy="360576"/>
          </a:xfrm>
        </p:grpSpPr>
        <p:sp>
          <p:nvSpPr>
            <p:cNvPr id="12183" name="Google Shape;12183;p62"/>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2"/>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2"/>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2"/>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2"/>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2"/>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2"/>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62"/>
          <p:cNvGrpSpPr/>
          <p:nvPr/>
        </p:nvGrpSpPr>
        <p:grpSpPr>
          <a:xfrm>
            <a:off x="4892999" y="3156044"/>
            <a:ext cx="312884" cy="360785"/>
            <a:chOff x="4894461" y="3340691"/>
            <a:chExt cx="312884" cy="360785"/>
          </a:xfrm>
        </p:grpSpPr>
        <p:sp>
          <p:nvSpPr>
            <p:cNvPr id="12191" name="Google Shape;12191;p62"/>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2"/>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2"/>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2"/>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2"/>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2"/>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2"/>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2"/>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2"/>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2"/>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2"/>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2"/>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2"/>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2"/>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2"/>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2"/>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7" name="Google Shape;12207;p62"/>
          <p:cNvGrpSpPr/>
          <p:nvPr/>
        </p:nvGrpSpPr>
        <p:grpSpPr>
          <a:xfrm>
            <a:off x="5337774" y="1316603"/>
            <a:ext cx="245541" cy="360628"/>
            <a:chOff x="5339237" y="1501251"/>
            <a:chExt cx="245541" cy="360628"/>
          </a:xfrm>
        </p:grpSpPr>
        <p:sp>
          <p:nvSpPr>
            <p:cNvPr id="12208" name="Google Shape;12208;p62"/>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2"/>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2"/>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2"/>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2"/>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2"/>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2"/>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2"/>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2"/>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2"/>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2"/>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2"/>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2"/>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2"/>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2"/>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2"/>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2"/>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2"/>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2"/>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2"/>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2"/>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2"/>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2"/>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2"/>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2"/>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2"/>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2"/>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2"/>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2"/>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2"/>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2"/>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2"/>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2"/>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2"/>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2"/>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2"/>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2"/>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2"/>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2"/>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2"/>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2"/>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2"/>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62"/>
          <p:cNvGrpSpPr/>
          <p:nvPr/>
        </p:nvGrpSpPr>
        <p:grpSpPr>
          <a:xfrm>
            <a:off x="7958001" y="2289568"/>
            <a:ext cx="370428" cy="261926"/>
            <a:chOff x="7959464" y="2474216"/>
            <a:chExt cx="370428" cy="261926"/>
          </a:xfrm>
        </p:grpSpPr>
        <p:sp>
          <p:nvSpPr>
            <p:cNvPr id="12251" name="Google Shape;12251;p62"/>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2"/>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2"/>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2"/>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2"/>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2"/>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2"/>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2"/>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2"/>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2"/>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2"/>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2"/>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62"/>
          <p:cNvGrpSpPr/>
          <p:nvPr/>
        </p:nvGrpSpPr>
        <p:grpSpPr>
          <a:xfrm>
            <a:off x="7517225" y="2273262"/>
            <a:ext cx="360629" cy="294461"/>
            <a:chOff x="7518687" y="2457909"/>
            <a:chExt cx="360629" cy="294461"/>
          </a:xfrm>
        </p:grpSpPr>
        <p:sp>
          <p:nvSpPr>
            <p:cNvPr id="12264" name="Google Shape;12264;p62"/>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2"/>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2"/>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2"/>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2"/>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2"/>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2"/>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2"/>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2"/>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2"/>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2"/>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2"/>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2"/>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2"/>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2"/>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2"/>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2"/>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2"/>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2"/>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62"/>
          <p:cNvGrpSpPr/>
          <p:nvPr/>
        </p:nvGrpSpPr>
        <p:grpSpPr>
          <a:xfrm>
            <a:off x="7084758" y="1796919"/>
            <a:ext cx="343799" cy="360524"/>
            <a:chOff x="7086220" y="1981566"/>
            <a:chExt cx="343799" cy="360524"/>
          </a:xfrm>
        </p:grpSpPr>
        <p:sp>
          <p:nvSpPr>
            <p:cNvPr id="12284" name="Google Shape;12284;p62"/>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2"/>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2"/>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2"/>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2"/>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2"/>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2"/>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2"/>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2"/>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2"/>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2"/>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2"/>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2"/>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2"/>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2"/>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2"/>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0" name="Google Shape;12300;p62"/>
          <p:cNvGrpSpPr/>
          <p:nvPr/>
        </p:nvGrpSpPr>
        <p:grpSpPr>
          <a:xfrm>
            <a:off x="6139650" y="2742915"/>
            <a:ext cx="368416" cy="311369"/>
            <a:chOff x="6141112" y="2927563"/>
            <a:chExt cx="368416" cy="311369"/>
          </a:xfrm>
        </p:grpSpPr>
        <p:sp>
          <p:nvSpPr>
            <p:cNvPr id="12301" name="Google Shape;12301;p62"/>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2"/>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2"/>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2"/>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2"/>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2"/>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2"/>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8" name="Google Shape;12308;p62"/>
          <p:cNvGrpSpPr/>
          <p:nvPr/>
        </p:nvGrpSpPr>
        <p:grpSpPr>
          <a:xfrm>
            <a:off x="7519237" y="2718298"/>
            <a:ext cx="335489" cy="360629"/>
            <a:chOff x="7520699" y="2902946"/>
            <a:chExt cx="335489" cy="360629"/>
          </a:xfrm>
        </p:grpSpPr>
        <p:sp>
          <p:nvSpPr>
            <p:cNvPr id="12309" name="Google Shape;12309;p62"/>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2"/>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2"/>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2"/>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2"/>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2"/>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2"/>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2"/>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2"/>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2"/>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2"/>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2"/>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2"/>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2"/>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2"/>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4" name="Google Shape;12324;p62"/>
          <p:cNvGrpSpPr/>
          <p:nvPr/>
        </p:nvGrpSpPr>
        <p:grpSpPr>
          <a:xfrm>
            <a:off x="7986878" y="2718298"/>
            <a:ext cx="308886" cy="360628"/>
            <a:chOff x="7988340" y="2902946"/>
            <a:chExt cx="308886" cy="360628"/>
          </a:xfrm>
        </p:grpSpPr>
        <p:sp>
          <p:nvSpPr>
            <p:cNvPr id="12325" name="Google Shape;12325;p62"/>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2"/>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2"/>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2"/>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2"/>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2"/>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2"/>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2"/>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2"/>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2"/>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2"/>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2"/>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2"/>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2"/>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2"/>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2"/>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2"/>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2"/>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2"/>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2"/>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2"/>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2"/>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2"/>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8" name="Google Shape;12348;p62"/>
          <p:cNvGrpSpPr/>
          <p:nvPr/>
        </p:nvGrpSpPr>
        <p:grpSpPr>
          <a:xfrm>
            <a:off x="5688577" y="2718351"/>
            <a:ext cx="362902" cy="360498"/>
            <a:chOff x="5690039" y="2902998"/>
            <a:chExt cx="362902" cy="360498"/>
          </a:xfrm>
        </p:grpSpPr>
        <p:sp>
          <p:nvSpPr>
            <p:cNvPr id="12349" name="Google Shape;12349;p62"/>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2"/>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2"/>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2"/>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2"/>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2"/>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2"/>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6" name="Google Shape;12356;p62"/>
          <p:cNvGrpSpPr/>
          <p:nvPr/>
        </p:nvGrpSpPr>
        <p:grpSpPr>
          <a:xfrm>
            <a:off x="4870473" y="1316342"/>
            <a:ext cx="258503" cy="360890"/>
            <a:chOff x="4871935" y="1500990"/>
            <a:chExt cx="258503" cy="360890"/>
          </a:xfrm>
        </p:grpSpPr>
        <p:sp>
          <p:nvSpPr>
            <p:cNvPr id="12357" name="Google Shape;12357;p62"/>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2"/>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2"/>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2"/>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2"/>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2"/>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2"/>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2"/>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2"/>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2"/>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2"/>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2"/>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2"/>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2"/>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1" name="Google Shape;12371;p62"/>
          <p:cNvSpPr/>
          <p:nvPr/>
        </p:nvSpPr>
        <p:spPr>
          <a:xfrm>
            <a:off x="6341184"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2" name="Google Shape;12372;p62"/>
          <p:cNvGrpSpPr/>
          <p:nvPr/>
        </p:nvGrpSpPr>
        <p:grpSpPr>
          <a:xfrm>
            <a:off x="6264302" y="1316603"/>
            <a:ext cx="234983" cy="360628"/>
            <a:chOff x="6265764" y="1501251"/>
            <a:chExt cx="234983" cy="360628"/>
          </a:xfrm>
        </p:grpSpPr>
        <p:sp>
          <p:nvSpPr>
            <p:cNvPr id="12373" name="Google Shape;12373;p62"/>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2"/>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2"/>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2"/>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2"/>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2"/>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2"/>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2"/>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2"/>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2"/>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2"/>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2"/>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62"/>
          <p:cNvGrpSpPr/>
          <p:nvPr/>
        </p:nvGrpSpPr>
        <p:grpSpPr>
          <a:xfrm>
            <a:off x="6192176" y="3217351"/>
            <a:ext cx="360628" cy="238250"/>
            <a:chOff x="6193639" y="3401998"/>
            <a:chExt cx="360628" cy="238250"/>
          </a:xfrm>
        </p:grpSpPr>
        <p:sp>
          <p:nvSpPr>
            <p:cNvPr id="12386" name="Google Shape;12386;p62"/>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2"/>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2"/>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2"/>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2"/>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2"/>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2"/>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2"/>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2"/>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2"/>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2"/>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7" name="Google Shape;12397;p62"/>
          <p:cNvGrpSpPr/>
          <p:nvPr/>
        </p:nvGrpSpPr>
        <p:grpSpPr>
          <a:xfrm>
            <a:off x="5800162" y="1316603"/>
            <a:ext cx="246037" cy="360629"/>
            <a:chOff x="5801625" y="1501251"/>
            <a:chExt cx="246037" cy="360629"/>
          </a:xfrm>
        </p:grpSpPr>
        <p:sp>
          <p:nvSpPr>
            <p:cNvPr id="12398" name="Google Shape;12398;p62"/>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2"/>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2"/>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2"/>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2"/>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2"/>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2"/>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2"/>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2"/>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2"/>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2"/>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2"/>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2"/>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2"/>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2"/>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2"/>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2"/>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2"/>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2"/>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7" name="Google Shape;12417;p62"/>
          <p:cNvGrpSpPr/>
          <p:nvPr/>
        </p:nvGrpSpPr>
        <p:grpSpPr>
          <a:xfrm>
            <a:off x="6640218" y="1796814"/>
            <a:ext cx="352083" cy="360864"/>
            <a:chOff x="6641680" y="1981462"/>
            <a:chExt cx="352083" cy="360864"/>
          </a:xfrm>
        </p:grpSpPr>
        <p:sp>
          <p:nvSpPr>
            <p:cNvPr id="12418" name="Google Shape;12418;p62"/>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2"/>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2"/>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2"/>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2"/>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2"/>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2"/>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2"/>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2"/>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2"/>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2"/>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2"/>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2"/>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2"/>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2"/>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2"/>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2"/>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2"/>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2"/>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2"/>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2"/>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2"/>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2"/>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2"/>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2"/>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2"/>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2"/>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2"/>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6" name="Google Shape;12446;p62"/>
          <p:cNvGrpSpPr/>
          <p:nvPr/>
        </p:nvGrpSpPr>
        <p:grpSpPr>
          <a:xfrm>
            <a:off x="7203870" y="1316603"/>
            <a:ext cx="198032" cy="360629"/>
            <a:chOff x="7205332" y="1501251"/>
            <a:chExt cx="198032" cy="360629"/>
          </a:xfrm>
        </p:grpSpPr>
        <p:sp>
          <p:nvSpPr>
            <p:cNvPr id="12447" name="Google Shape;12447;p62"/>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2"/>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2"/>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2"/>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2"/>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2"/>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2"/>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2"/>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2"/>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2"/>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2"/>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2"/>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2"/>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2"/>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2"/>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2"/>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2"/>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2"/>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2"/>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2"/>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7" name="Google Shape;12467;p62"/>
          <p:cNvGrpSpPr/>
          <p:nvPr/>
        </p:nvGrpSpPr>
        <p:grpSpPr>
          <a:xfrm>
            <a:off x="7686851" y="1316603"/>
            <a:ext cx="153058" cy="360628"/>
            <a:chOff x="7688313" y="1501251"/>
            <a:chExt cx="153058" cy="360628"/>
          </a:xfrm>
        </p:grpSpPr>
        <p:sp>
          <p:nvSpPr>
            <p:cNvPr id="12468" name="Google Shape;12468;p62"/>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2"/>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2"/>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2"/>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2"/>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2"/>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2"/>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2"/>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2"/>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2"/>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2"/>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2"/>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2"/>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2"/>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2"/>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2"/>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4" name="Google Shape;12484;p62"/>
          <p:cNvGrpSpPr/>
          <p:nvPr/>
        </p:nvGrpSpPr>
        <p:grpSpPr>
          <a:xfrm>
            <a:off x="8148716" y="1316603"/>
            <a:ext cx="150811" cy="360628"/>
            <a:chOff x="8150179" y="1501251"/>
            <a:chExt cx="150811" cy="360628"/>
          </a:xfrm>
        </p:grpSpPr>
        <p:sp>
          <p:nvSpPr>
            <p:cNvPr id="12485" name="Google Shape;12485;p62"/>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2"/>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2"/>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2"/>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2"/>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2"/>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2"/>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2"/>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2"/>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4" name="Google Shape;12494;p62"/>
          <p:cNvSpPr/>
          <p:nvPr/>
        </p:nvSpPr>
        <p:spPr>
          <a:xfrm>
            <a:off x="4946623"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5" name="Google Shape;12495;p62"/>
          <p:cNvGrpSpPr/>
          <p:nvPr/>
        </p:nvGrpSpPr>
        <p:grpSpPr>
          <a:xfrm>
            <a:off x="4876405" y="2718298"/>
            <a:ext cx="170149" cy="360629"/>
            <a:chOff x="4877867" y="2902946"/>
            <a:chExt cx="170149" cy="360629"/>
          </a:xfrm>
        </p:grpSpPr>
        <p:sp>
          <p:nvSpPr>
            <p:cNvPr id="12496" name="Google Shape;12496;p62"/>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2"/>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2"/>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2"/>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2"/>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2"/>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2"/>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2"/>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2"/>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2"/>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2"/>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2"/>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2"/>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9" name="Google Shape;12509;p62"/>
          <p:cNvGrpSpPr/>
          <p:nvPr/>
        </p:nvGrpSpPr>
        <p:grpSpPr>
          <a:xfrm>
            <a:off x="6740227" y="1316028"/>
            <a:ext cx="207962" cy="361203"/>
            <a:chOff x="6741689" y="1500676"/>
            <a:chExt cx="207962" cy="361203"/>
          </a:xfrm>
        </p:grpSpPr>
        <p:sp>
          <p:nvSpPr>
            <p:cNvPr id="12510" name="Google Shape;12510;p62"/>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2"/>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2"/>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2"/>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2"/>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2"/>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2"/>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2"/>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62"/>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2"/>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2"/>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2"/>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2"/>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2"/>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2"/>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2"/>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2"/>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2"/>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2"/>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9" name="Google Shape;12529;p62"/>
          <p:cNvGrpSpPr/>
          <p:nvPr/>
        </p:nvGrpSpPr>
        <p:grpSpPr>
          <a:xfrm>
            <a:off x="5751164" y="3245757"/>
            <a:ext cx="360628" cy="181464"/>
            <a:chOff x="5752627" y="3430404"/>
            <a:chExt cx="360628" cy="181464"/>
          </a:xfrm>
        </p:grpSpPr>
        <p:sp>
          <p:nvSpPr>
            <p:cNvPr id="12530" name="Google Shape;12530;p62"/>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2"/>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2"/>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2"/>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2"/>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2"/>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2"/>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2"/>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2"/>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2"/>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2"/>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2"/>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2"/>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2"/>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2"/>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2"/>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2"/>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2"/>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2"/>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2"/>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2"/>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2"/>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2"/>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2"/>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2"/>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2"/>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2"/>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2"/>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8" name="Google Shape;12558;p62"/>
          <p:cNvGrpSpPr/>
          <p:nvPr/>
        </p:nvGrpSpPr>
        <p:grpSpPr>
          <a:xfrm>
            <a:off x="5234237" y="2718351"/>
            <a:ext cx="361909" cy="360759"/>
            <a:chOff x="5235700" y="2902998"/>
            <a:chExt cx="361909" cy="360759"/>
          </a:xfrm>
        </p:grpSpPr>
        <p:sp>
          <p:nvSpPr>
            <p:cNvPr id="12559" name="Google Shape;12559;p62"/>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2"/>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2"/>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2"/>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2"/>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2"/>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2"/>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62"/>
          <p:cNvGrpSpPr/>
          <p:nvPr/>
        </p:nvGrpSpPr>
        <p:grpSpPr>
          <a:xfrm>
            <a:off x="6633450" y="3210321"/>
            <a:ext cx="360367" cy="252309"/>
            <a:chOff x="6634912" y="3394969"/>
            <a:chExt cx="360367" cy="252309"/>
          </a:xfrm>
        </p:grpSpPr>
        <p:sp>
          <p:nvSpPr>
            <p:cNvPr id="12567" name="Google Shape;12567;p62"/>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2"/>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2"/>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2"/>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2"/>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2"/>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2"/>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2"/>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2"/>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2"/>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2"/>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2"/>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2"/>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0" name="Google Shape;12580;p62"/>
          <p:cNvGrpSpPr/>
          <p:nvPr/>
        </p:nvGrpSpPr>
        <p:grpSpPr>
          <a:xfrm>
            <a:off x="7057867" y="3156148"/>
            <a:ext cx="377170" cy="360655"/>
            <a:chOff x="7059330" y="3340796"/>
            <a:chExt cx="377170" cy="360655"/>
          </a:xfrm>
        </p:grpSpPr>
        <p:sp>
          <p:nvSpPr>
            <p:cNvPr id="12581" name="Google Shape;12581;p62"/>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2"/>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2"/>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2"/>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2"/>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2"/>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2"/>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2"/>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2"/>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2"/>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2"/>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2"/>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3" name="Google Shape;12593;p62"/>
          <p:cNvGrpSpPr/>
          <p:nvPr/>
        </p:nvGrpSpPr>
        <p:grpSpPr>
          <a:xfrm>
            <a:off x="7956486" y="3190983"/>
            <a:ext cx="360629" cy="291012"/>
            <a:chOff x="7957948" y="3375631"/>
            <a:chExt cx="360629" cy="291012"/>
          </a:xfrm>
        </p:grpSpPr>
        <p:sp>
          <p:nvSpPr>
            <p:cNvPr id="12594" name="Google Shape;12594;p62"/>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2"/>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2"/>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2"/>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2"/>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2"/>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2"/>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2"/>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2"/>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2"/>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2"/>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2"/>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2"/>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2"/>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2"/>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2"/>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2"/>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2"/>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2" name="Google Shape;12612;p62"/>
          <p:cNvGrpSpPr/>
          <p:nvPr/>
        </p:nvGrpSpPr>
        <p:grpSpPr>
          <a:xfrm>
            <a:off x="6197194" y="3683241"/>
            <a:ext cx="347562" cy="227954"/>
            <a:chOff x="6198656" y="3867888"/>
            <a:chExt cx="347562" cy="227954"/>
          </a:xfrm>
        </p:grpSpPr>
        <p:sp>
          <p:nvSpPr>
            <p:cNvPr id="12613" name="Google Shape;12613;p62"/>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2"/>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2"/>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2"/>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2"/>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2"/>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2"/>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2"/>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2"/>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2"/>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2"/>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4" name="Google Shape;12624;p62"/>
          <p:cNvGrpSpPr/>
          <p:nvPr/>
        </p:nvGrpSpPr>
        <p:grpSpPr>
          <a:xfrm>
            <a:off x="5705432" y="3634504"/>
            <a:ext cx="349392" cy="325454"/>
            <a:chOff x="5706895" y="3819151"/>
            <a:chExt cx="349392" cy="325454"/>
          </a:xfrm>
        </p:grpSpPr>
        <p:sp>
          <p:nvSpPr>
            <p:cNvPr id="12625" name="Google Shape;12625;p62"/>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2"/>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2"/>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2"/>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2"/>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2"/>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2"/>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2"/>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2"/>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2"/>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2"/>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2"/>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2"/>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2"/>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2"/>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0" name="Google Shape;12640;p62"/>
          <p:cNvGrpSpPr/>
          <p:nvPr/>
        </p:nvGrpSpPr>
        <p:grpSpPr>
          <a:xfrm>
            <a:off x="7647155" y="3156096"/>
            <a:ext cx="97265" cy="360393"/>
            <a:chOff x="7648618" y="3340744"/>
            <a:chExt cx="97265" cy="360393"/>
          </a:xfrm>
        </p:grpSpPr>
        <p:sp>
          <p:nvSpPr>
            <p:cNvPr id="12641" name="Google Shape;12641;p62"/>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2"/>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2"/>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4" name="Google Shape;12644;p62"/>
          <p:cNvGrpSpPr/>
          <p:nvPr/>
        </p:nvGrpSpPr>
        <p:grpSpPr>
          <a:xfrm>
            <a:off x="7162894" y="3606019"/>
            <a:ext cx="385507" cy="382501"/>
            <a:chOff x="7164356" y="3790667"/>
            <a:chExt cx="385507" cy="382501"/>
          </a:xfrm>
        </p:grpSpPr>
        <p:sp>
          <p:nvSpPr>
            <p:cNvPr id="12645" name="Google Shape;12645;p62"/>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2"/>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2"/>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2"/>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2"/>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2"/>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2"/>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2"/>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2"/>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2"/>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2"/>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2"/>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2"/>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2"/>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2"/>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2"/>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2"/>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2"/>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2"/>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2"/>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2"/>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2"/>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2"/>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2"/>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9" name="Google Shape;12669;p62"/>
          <p:cNvGrpSpPr/>
          <p:nvPr/>
        </p:nvGrpSpPr>
        <p:grpSpPr>
          <a:xfrm>
            <a:off x="6668937" y="3641821"/>
            <a:ext cx="387911" cy="310846"/>
            <a:chOff x="6670400" y="3826468"/>
            <a:chExt cx="387911" cy="310846"/>
          </a:xfrm>
        </p:grpSpPr>
        <p:sp>
          <p:nvSpPr>
            <p:cNvPr id="12670" name="Google Shape;12670;p62"/>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2"/>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2"/>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2"/>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2"/>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2"/>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2"/>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2"/>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2"/>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2"/>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2"/>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2"/>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2"/>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2"/>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2"/>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2"/>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2"/>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2"/>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8" name="Google Shape;12688;p62"/>
          <p:cNvGrpSpPr/>
          <p:nvPr/>
        </p:nvGrpSpPr>
        <p:grpSpPr>
          <a:xfrm>
            <a:off x="7660718" y="3618798"/>
            <a:ext cx="302823" cy="360498"/>
            <a:chOff x="7662181" y="3803446"/>
            <a:chExt cx="302823" cy="360498"/>
          </a:xfrm>
        </p:grpSpPr>
        <p:sp>
          <p:nvSpPr>
            <p:cNvPr id="12689" name="Google Shape;12689;p62"/>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2"/>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2"/>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2"/>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2"/>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2"/>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2"/>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2"/>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2"/>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2"/>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9" name="Google Shape;12699;p62"/>
          <p:cNvGrpSpPr/>
          <p:nvPr/>
        </p:nvGrpSpPr>
        <p:grpSpPr>
          <a:xfrm>
            <a:off x="5205099" y="3619347"/>
            <a:ext cx="363895" cy="355663"/>
            <a:chOff x="5206562" y="3803994"/>
            <a:chExt cx="363895" cy="355663"/>
          </a:xfrm>
        </p:grpSpPr>
        <p:sp>
          <p:nvSpPr>
            <p:cNvPr id="12700" name="Google Shape;12700;p62"/>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2"/>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2"/>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2"/>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62"/>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2"/>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2"/>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2"/>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2"/>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2"/>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2"/>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2"/>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2"/>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2"/>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14" name="Google Shape;12714;p62"/>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Creative Process Icons</a:t>
            </a:r>
            <a:endParaRPr sz="2400">
              <a:solidFill>
                <a:schemeClr val="lt1"/>
              </a:solidFill>
            </a:endParaRPr>
          </a:p>
        </p:txBody>
      </p:sp>
      <p:sp>
        <p:nvSpPr>
          <p:cNvPr id="12715" name="Google Shape;12715;p62"/>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719" name="Shape 12719"/>
        <p:cNvGrpSpPr/>
        <p:nvPr/>
      </p:nvGrpSpPr>
      <p:grpSpPr>
        <a:xfrm>
          <a:off x="0" y="0"/>
          <a:ext cx="0" cy="0"/>
          <a:chOff x="0" y="0"/>
          <a:chExt cx="0" cy="0"/>
        </a:xfrm>
      </p:grpSpPr>
      <p:grpSp>
        <p:nvGrpSpPr>
          <p:cNvPr id="12720" name="Google Shape;12720;p63"/>
          <p:cNvGrpSpPr/>
          <p:nvPr/>
        </p:nvGrpSpPr>
        <p:grpSpPr>
          <a:xfrm>
            <a:off x="4655438" y="1588417"/>
            <a:ext cx="369948" cy="370132"/>
            <a:chOff x="4682526" y="1512217"/>
            <a:chExt cx="369948" cy="370132"/>
          </a:xfrm>
        </p:grpSpPr>
        <p:sp>
          <p:nvSpPr>
            <p:cNvPr id="12721" name="Google Shape;12721;p63"/>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3"/>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3"/>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3"/>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3"/>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3"/>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3"/>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3"/>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3"/>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3"/>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3"/>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3"/>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3"/>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3"/>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3"/>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63"/>
          <p:cNvGrpSpPr/>
          <p:nvPr/>
        </p:nvGrpSpPr>
        <p:grpSpPr>
          <a:xfrm>
            <a:off x="3565345" y="2056412"/>
            <a:ext cx="381542" cy="370079"/>
            <a:chOff x="3592433" y="1980212"/>
            <a:chExt cx="381542" cy="370079"/>
          </a:xfrm>
        </p:grpSpPr>
        <p:sp>
          <p:nvSpPr>
            <p:cNvPr id="12737" name="Google Shape;12737;p63"/>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3"/>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3"/>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3"/>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3"/>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3"/>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3"/>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3"/>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3"/>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3"/>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3"/>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3"/>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9" name="Google Shape;12749;p63"/>
          <p:cNvGrpSpPr/>
          <p:nvPr/>
        </p:nvGrpSpPr>
        <p:grpSpPr>
          <a:xfrm>
            <a:off x="1371494" y="3049690"/>
            <a:ext cx="371391" cy="235126"/>
            <a:chOff x="1398582" y="2973490"/>
            <a:chExt cx="371391" cy="235126"/>
          </a:xfrm>
        </p:grpSpPr>
        <p:sp>
          <p:nvSpPr>
            <p:cNvPr id="12750" name="Google Shape;12750;p63"/>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3"/>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3"/>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3"/>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3"/>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3"/>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3"/>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3"/>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3"/>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3"/>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3"/>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3"/>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3"/>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3"/>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3"/>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5" name="Google Shape;12765;p63"/>
          <p:cNvGrpSpPr/>
          <p:nvPr/>
        </p:nvGrpSpPr>
        <p:grpSpPr>
          <a:xfrm>
            <a:off x="823707" y="1588417"/>
            <a:ext cx="370132" cy="370132"/>
            <a:chOff x="850795" y="1512217"/>
            <a:chExt cx="370132" cy="370132"/>
          </a:xfrm>
        </p:grpSpPr>
        <p:sp>
          <p:nvSpPr>
            <p:cNvPr id="12766" name="Google Shape;12766;p63"/>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3"/>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3"/>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3"/>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3"/>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3"/>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3"/>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3"/>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3"/>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3"/>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3"/>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3"/>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3"/>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3"/>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3"/>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3"/>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3"/>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3"/>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4" name="Google Shape;12784;p63"/>
          <p:cNvGrpSpPr/>
          <p:nvPr/>
        </p:nvGrpSpPr>
        <p:grpSpPr>
          <a:xfrm>
            <a:off x="8011409" y="2982279"/>
            <a:ext cx="236568" cy="370105"/>
            <a:chOff x="8038497" y="2906079"/>
            <a:chExt cx="236568" cy="370105"/>
          </a:xfrm>
        </p:grpSpPr>
        <p:sp>
          <p:nvSpPr>
            <p:cNvPr id="12785" name="Google Shape;12785;p63"/>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3"/>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3"/>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3"/>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3"/>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3"/>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3"/>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2" name="Google Shape;12792;p63"/>
          <p:cNvGrpSpPr/>
          <p:nvPr/>
        </p:nvGrpSpPr>
        <p:grpSpPr>
          <a:xfrm>
            <a:off x="6297042" y="1642503"/>
            <a:ext cx="370630" cy="261802"/>
            <a:chOff x="6324130" y="1566303"/>
            <a:chExt cx="370630" cy="261802"/>
          </a:xfrm>
        </p:grpSpPr>
        <p:sp>
          <p:nvSpPr>
            <p:cNvPr id="12793" name="Google Shape;12793;p63"/>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3"/>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3"/>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3"/>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3"/>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3"/>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3"/>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3"/>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3"/>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3"/>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3"/>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3"/>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3"/>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3"/>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3"/>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3"/>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3"/>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0" name="Google Shape;12810;p63"/>
          <p:cNvGrpSpPr/>
          <p:nvPr/>
        </p:nvGrpSpPr>
        <p:grpSpPr>
          <a:xfrm>
            <a:off x="5205192" y="2102787"/>
            <a:ext cx="370840" cy="353213"/>
            <a:chOff x="5232280" y="2026587"/>
            <a:chExt cx="370840" cy="353213"/>
          </a:xfrm>
        </p:grpSpPr>
        <p:sp>
          <p:nvSpPr>
            <p:cNvPr id="12811" name="Google Shape;12811;p63"/>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3"/>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3"/>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3"/>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3"/>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3"/>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3"/>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3"/>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3"/>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3"/>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1" name="Google Shape;12821;p63"/>
          <p:cNvGrpSpPr/>
          <p:nvPr/>
        </p:nvGrpSpPr>
        <p:grpSpPr>
          <a:xfrm>
            <a:off x="7941873" y="2511529"/>
            <a:ext cx="379548" cy="365331"/>
            <a:chOff x="7968961" y="2435329"/>
            <a:chExt cx="379548" cy="365331"/>
          </a:xfrm>
        </p:grpSpPr>
        <p:sp>
          <p:nvSpPr>
            <p:cNvPr id="12822" name="Google Shape;12822;p63"/>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3"/>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3"/>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3"/>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3"/>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3"/>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8" name="Google Shape;12828;p63"/>
          <p:cNvGrpSpPr/>
          <p:nvPr/>
        </p:nvGrpSpPr>
        <p:grpSpPr>
          <a:xfrm>
            <a:off x="4109591" y="2191523"/>
            <a:ext cx="373305" cy="223217"/>
            <a:chOff x="4136679" y="2115323"/>
            <a:chExt cx="373305" cy="223217"/>
          </a:xfrm>
        </p:grpSpPr>
        <p:sp>
          <p:nvSpPr>
            <p:cNvPr id="12829" name="Google Shape;12829;p63"/>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3"/>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3"/>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3"/>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3"/>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3"/>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3"/>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3"/>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3"/>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3"/>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9" name="Google Shape;12839;p63"/>
          <p:cNvGrpSpPr/>
          <p:nvPr/>
        </p:nvGrpSpPr>
        <p:grpSpPr>
          <a:xfrm>
            <a:off x="7396735" y="2540277"/>
            <a:ext cx="372046" cy="307730"/>
            <a:chOff x="7423823" y="2464077"/>
            <a:chExt cx="372046" cy="307730"/>
          </a:xfrm>
        </p:grpSpPr>
        <p:sp>
          <p:nvSpPr>
            <p:cNvPr id="12840" name="Google Shape;12840;p63"/>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3"/>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3"/>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3"/>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3"/>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3"/>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3"/>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3"/>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3"/>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3"/>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3"/>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3"/>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3"/>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3" name="Google Shape;12853;p63"/>
          <p:cNvGrpSpPr/>
          <p:nvPr/>
        </p:nvGrpSpPr>
        <p:grpSpPr>
          <a:xfrm>
            <a:off x="3855423" y="3441356"/>
            <a:ext cx="295061" cy="370263"/>
            <a:chOff x="3882511" y="3365156"/>
            <a:chExt cx="295061" cy="370263"/>
          </a:xfrm>
        </p:grpSpPr>
        <p:sp>
          <p:nvSpPr>
            <p:cNvPr id="12854" name="Google Shape;12854;p63"/>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3"/>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3"/>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3"/>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3"/>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9" name="Google Shape;12859;p63"/>
          <p:cNvGrpSpPr/>
          <p:nvPr/>
        </p:nvGrpSpPr>
        <p:grpSpPr>
          <a:xfrm>
            <a:off x="5202700" y="1588417"/>
            <a:ext cx="370132" cy="370132"/>
            <a:chOff x="5229788" y="1512217"/>
            <a:chExt cx="370132" cy="370132"/>
          </a:xfrm>
        </p:grpSpPr>
        <p:sp>
          <p:nvSpPr>
            <p:cNvPr id="12860" name="Google Shape;12860;p63"/>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3"/>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3"/>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3"/>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3"/>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3"/>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3"/>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3"/>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3"/>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3"/>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3"/>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3"/>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3"/>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3"/>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3"/>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3"/>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3"/>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7" name="Google Shape;12877;p63"/>
          <p:cNvGrpSpPr/>
          <p:nvPr/>
        </p:nvGrpSpPr>
        <p:grpSpPr>
          <a:xfrm>
            <a:off x="6014781" y="3441592"/>
            <a:ext cx="373882" cy="370053"/>
            <a:chOff x="6041869" y="3365392"/>
            <a:chExt cx="373882" cy="370053"/>
          </a:xfrm>
        </p:grpSpPr>
        <p:sp>
          <p:nvSpPr>
            <p:cNvPr id="12878" name="Google Shape;12878;p63"/>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3"/>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3"/>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3"/>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3"/>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3"/>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3"/>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3"/>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3"/>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3"/>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8" name="Google Shape;12888;p63"/>
          <p:cNvGrpSpPr/>
          <p:nvPr/>
        </p:nvGrpSpPr>
        <p:grpSpPr>
          <a:xfrm>
            <a:off x="4657221" y="2163693"/>
            <a:ext cx="374748" cy="279140"/>
            <a:chOff x="4684309" y="2087493"/>
            <a:chExt cx="374748" cy="279140"/>
          </a:xfrm>
        </p:grpSpPr>
        <p:sp>
          <p:nvSpPr>
            <p:cNvPr id="12889" name="Google Shape;12889;p63"/>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3"/>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3"/>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3"/>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3"/>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3"/>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3"/>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3"/>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3"/>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3"/>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3"/>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3"/>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1" name="Google Shape;12901;p63"/>
          <p:cNvGrpSpPr/>
          <p:nvPr/>
        </p:nvGrpSpPr>
        <p:grpSpPr>
          <a:xfrm>
            <a:off x="7494022" y="2982331"/>
            <a:ext cx="175400" cy="370053"/>
            <a:chOff x="7521110" y="2906131"/>
            <a:chExt cx="175400" cy="370053"/>
          </a:xfrm>
        </p:grpSpPr>
        <p:sp>
          <p:nvSpPr>
            <p:cNvPr id="12902" name="Google Shape;12902;p63"/>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3"/>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3"/>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3"/>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3"/>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3"/>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3"/>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3"/>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3"/>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1" name="Google Shape;12911;p63"/>
          <p:cNvGrpSpPr/>
          <p:nvPr/>
        </p:nvGrpSpPr>
        <p:grpSpPr>
          <a:xfrm>
            <a:off x="3559837" y="1599486"/>
            <a:ext cx="371023" cy="347915"/>
            <a:chOff x="3586925" y="1523286"/>
            <a:chExt cx="371023" cy="347915"/>
          </a:xfrm>
        </p:grpSpPr>
        <p:sp>
          <p:nvSpPr>
            <p:cNvPr id="12912" name="Google Shape;12912;p63"/>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3"/>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3"/>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3"/>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3"/>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3"/>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3"/>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3"/>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3"/>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3"/>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3"/>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3"/>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3"/>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3"/>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3"/>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3"/>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3"/>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3"/>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3"/>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1" name="Google Shape;12931;p63"/>
          <p:cNvGrpSpPr/>
          <p:nvPr/>
        </p:nvGrpSpPr>
        <p:grpSpPr>
          <a:xfrm>
            <a:off x="6848921" y="2551661"/>
            <a:ext cx="370158" cy="285120"/>
            <a:chOff x="6876009" y="2475461"/>
            <a:chExt cx="370158" cy="285120"/>
          </a:xfrm>
        </p:grpSpPr>
        <p:sp>
          <p:nvSpPr>
            <p:cNvPr id="12932" name="Google Shape;12932;p63"/>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3"/>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3"/>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3"/>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3"/>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3"/>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3"/>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3"/>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3"/>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1" name="Google Shape;12941;p63"/>
          <p:cNvGrpSpPr/>
          <p:nvPr/>
        </p:nvGrpSpPr>
        <p:grpSpPr>
          <a:xfrm>
            <a:off x="6301134" y="2522047"/>
            <a:ext cx="370158" cy="344269"/>
            <a:chOff x="6328222" y="2445847"/>
            <a:chExt cx="370158" cy="344269"/>
          </a:xfrm>
        </p:grpSpPr>
        <p:sp>
          <p:nvSpPr>
            <p:cNvPr id="12942" name="Google Shape;12942;p63"/>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3"/>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3"/>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3"/>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3"/>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3"/>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3"/>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3"/>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0" name="Google Shape;12950;p63"/>
          <p:cNvGrpSpPr/>
          <p:nvPr/>
        </p:nvGrpSpPr>
        <p:grpSpPr>
          <a:xfrm>
            <a:off x="5222452" y="2509142"/>
            <a:ext cx="351639" cy="370184"/>
            <a:chOff x="5249540" y="2432942"/>
            <a:chExt cx="351639" cy="370184"/>
          </a:xfrm>
        </p:grpSpPr>
        <p:sp>
          <p:nvSpPr>
            <p:cNvPr id="12951" name="Google Shape;12951;p63"/>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3"/>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3"/>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3"/>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3"/>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3"/>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3"/>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8" name="Google Shape;12958;p63"/>
          <p:cNvGrpSpPr/>
          <p:nvPr/>
        </p:nvGrpSpPr>
        <p:grpSpPr>
          <a:xfrm>
            <a:off x="4109959" y="2558376"/>
            <a:ext cx="371102" cy="271585"/>
            <a:chOff x="4137047" y="2482176"/>
            <a:chExt cx="371102" cy="271585"/>
          </a:xfrm>
        </p:grpSpPr>
        <p:sp>
          <p:nvSpPr>
            <p:cNvPr id="12959" name="Google Shape;12959;p63"/>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3"/>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3"/>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3"/>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3"/>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3"/>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3"/>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3"/>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3"/>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3"/>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3"/>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0" name="Google Shape;12970;p63"/>
          <p:cNvGrpSpPr/>
          <p:nvPr/>
        </p:nvGrpSpPr>
        <p:grpSpPr>
          <a:xfrm>
            <a:off x="4659346" y="2509116"/>
            <a:ext cx="367377" cy="370079"/>
            <a:chOff x="4686434" y="2432916"/>
            <a:chExt cx="367377" cy="370079"/>
          </a:xfrm>
        </p:grpSpPr>
        <p:sp>
          <p:nvSpPr>
            <p:cNvPr id="12971" name="Google Shape;12971;p63"/>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3"/>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3"/>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3"/>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3"/>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3"/>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3"/>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3"/>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3"/>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3"/>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3"/>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2" name="Google Shape;12982;p63"/>
          <p:cNvGrpSpPr/>
          <p:nvPr/>
        </p:nvGrpSpPr>
        <p:grpSpPr>
          <a:xfrm>
            <a:off x="6301134" y="2132506"/>
            <a:ext cx="372099" cy="293986"/>
            <a:chOff x="6328222" y="2056306"/>
            <a:chExt cx="372099" cy="293986"/>
          </a:xfrm>
        </p:grpSpPr>
        <p:sp>
          <p:nvSpPr>
            <p:cNvPr id="12983" name="Google Shape;12983;p63"/>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3"/>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3"/>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3"/>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3"/>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3"/>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3"/>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3"/>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3"/>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2" name="Google Shape;12992;p63"/>
          <p:cNvGrpSpPr/>
          <p:nvPr/>
        </p:nvGrpSpPr>
        <p:grpSpPr>
          <a:xfrm>
            <a:off x="5762239" y="2509168"/>
            <a:ext cx="352531" cy="370132"/>
            <a:chOff x="5789327" y="2432968"/>
            <a:chExt cx="352531" cy="370132"/>
          </a:xfrm>
        </p:grpSpPr>
        <p:sp>
          <p:nvSpPr>
            <p:cNvPr id="12993" name="Google Shape;12993;p63"/>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3"/>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3"/>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3"/>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3"/>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3"/>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3"/>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3"/>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3"/>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3"/>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3" name="Google Shape;13003;p63"/>
          <p:cNvGrpSpPr/>
          <p:nvPr/>
        </p:nvGrpSpPr>
        <p:grpSpPr>
          <a:xfrm>
            <a:off x="847524" y="2056334"/>
            <a:ext cx="322314" cy="370158"/>
            <a:chOff x="874612" y="1980134"/>
            <a:chExt cx="322314" cy="370158"/>
          </a:xfrm>
        </p:grpSpPr>
        <p:sp>
          <p:nvSpPr>
            <p:cNvPr id="13004" name="Google Shape;13004;p63"/>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3"/>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3"/>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3"/>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3"/>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3"/>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3"/>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3"/>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3"/>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3"/>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3"/>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3"/>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3"/>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3"/>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3"/>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3"/>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3"/>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1" name="Google Shape;13021;p63"/>
          <p:cNvGrpSpPr/>
          <p:nvPr/>
        </p:nvGrpSpPr>
        <p:grpSpPr>
          <a:xfrm>
            <a:off x="3012574" y="2590980"/>
            <a:ext cx="374223" cy="329764"/>
            <a:chOff x="3039662" y="2514780"/>
            <a:chExt cx="374223" cy="329764"/>
          </a:xfrm>
        </p:grpSpPr>
        <p:sp>
          <p:nvSpPr>
            <p:cNvPr id="13022" name="Google Shape;13022;p63"/>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3"/>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3"/>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3"/>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3"/>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3"/>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3"/>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3"/>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3"/>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3"/>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3"/>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3"/>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3"/>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3"/>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3"/>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3"/>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3"/>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3"/>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0" name="Google Shape;13040;p63"/>
          <p:cNvGrpSpPr/>
          <p:nvPr/>
        </p:nvGrpSpPr>
        <p:grpSpPr>
          <a:xfrm>
            <a:off x="1919281" y="2639322"/>
            <a:ext cx="374066" cy="233395"/>
            <a:chOff x="1946369" y="2563122"/>
            <a:chExt cx="374066" cy="233395"/>
          </a:xfrm>
        </p:grpSpPr>
        <p:sp>
          <p:nvSpPr>
            <p:cNvPr id="13041" name="Google Shape;13041;p63"/>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3"/>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3"/>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3"/>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3"/>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3"/>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3"/>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3"/>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9" name="Google Shape;13049;p63"/>
          <p:cNvGrpSpPr/>
          <p:nvPr/>
        </p:nvGrpSpPr>
        <p:grpSpPr>
          <a:xfrm>
            <a:off x="4108175" y="2982384"/>
            <a:ext cx="374040" cy="370184"/>
            <a:chOff x="4135263" y="2906184"/>
            <a:chExt cx="374040" cy="370184"/>
          </a:xfrm>
        </p:grpSpPr>
        <p:sp>
          <p:nvSpPr>
            <p:cNvPr id="13050" name="Google Shape;13050;p63"/>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3"/>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3"/>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3" name="Google Shape;13053;p63"/>
          <p:cNvGrpSpPr/>
          <p:nvPr/>
        </p:nvGrpSpPr>
        <p:grpSpPr>
          <a:xfrm>
            <a:off x="4656513" y="2982384"/>
            <a:ext cx="372676" cy="370184"/>
            <a:chOff x="4683601" y="2906184"/>
            <a:chExt cx="372676" cy="370184"/>
          </a:xfrm>
        </p:grpSpPr>
        <p:sp>
          <p:nvSpPr>
            <p:cNvPr id="13054" name="Google Shape;13054;p63"/>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3"/>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3"/>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3"/>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3"/>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3"/>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0" name="Google Shape;13060;p63"/>
          <p:cNvGrpSpPr/>
          <p:nvPr/>
        </p:nvGrpSpPr>
        <p:grpSpPr>
          <a:xfrm>
            <a:off x="843720" y="2982253"/>
            <a:ext cx="329134" cy="370132"/>
            <a:chOff x="870808" y="2906053"/>
            <a:chExt cx="329134" cy="370132"/>
          </a:xfrm>
        </p:grpSpPr>
        <p:sp>
          <p:nvSpPr>
            <p:cNvPr id="13061" name="Google Shape;13061;p63"/>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3"/>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3"/>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3"/>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3"/>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3"/>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3"/>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3"/>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3"/>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3"/>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3"/>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3"/>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3"/>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3"/>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3"/>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3"/>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3"/>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3"/>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3"/>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0" name="Google Shape;13080;p63"/>
          <p:cNvGrpSpPr/>
          <p:nvPr/>
        </p:nvGrpSpPr>
        <p:grpSpPr>
          <a:xfrm>
            <a:off x="1916790" y="2985269"/>
            <a:ext cx="374774" cy="364282"/>
            <a:chOff x="1943878" y="2909069"/>
            <a:chExt cx="374774" cy="364282"/>
          </a:xfrm>
        </p:grpSpPr>
        <p:sp>
          <p:nvSpPr>
            <p:cNvPr id="13081" name="Google Shape;13081;p63"/>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3"/>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3"/>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3"/>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3"/>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3"/>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3"/>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3"/>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3"/>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3"/>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3"/>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3"/>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3"/>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3"/>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3"/>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3"/>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3"/>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3"/>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3"/>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3"/>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3"/>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2" name="Google Shape;13102;p63"/>
          <p:cNvGrpSpPr/>
          <p:nvPr/>
        </p:nvGrpSpPr>
        <p:grpSpPr>
          <a:xfrm>
            <a:off x="1100984" y="3441461"/>
            <a:ext cx="328872" cy="370158"/>
            <a:chOff x="1128072" y="3365261"/>
            <a:chExt cx="328872" cy="370158"/>
          </a:xfrm>
        </p:grpSpPr>
        <p:sp>
          <p:nvSpPr>
            <p:cNvPr id="13103" name="Google Shape;13103;p63"/>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3"/>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3"/>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3"/>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3"/>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3"/>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3"/>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3"/>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3"/>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3"/>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3"/>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3"/>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3"/>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3"/>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3"/>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3"/>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3"/>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3"/>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3"/>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3"/>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3"/>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3"/>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3"/>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3"/>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3"/>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3"/>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3"/>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3"/>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3"/>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3"/>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3"/>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3"/>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3"/>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3"/>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3"/>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3"/>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3"/>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3"/>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3"/>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3"/>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3"/>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3"/>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3"/>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3"/>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7" name="Google Shape;13147;p63"/>
          <p:cNvGrpSpPr/>
          <p:nvPr/>
        </p:nvGrpSpPr>
        <p:grpSpPr>
          <a:xfrm>
            <a:off x="5749779" y="1591381"/>
            <a:ext cx="370866" cy="364151"/>
            <a:chOff x="5776868" y="1515181"/>
            <a:chExt cx="370866" cy="364151"/>
          </a:xfrm>
        </p:grpSpPr>
        <p:sp>
          <p:nvSpPr>
            <p:cNvPr id="13148" name="Google Shape;13148;p63"/>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3"/>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3"/>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3"/>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3"/>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3"/>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3"/>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3"/>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3"/>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3"/>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3"/>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3"/>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3"/>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3"/>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3"/>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3"/>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3"/>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5" name="Google Shape;13165;p63"/>
          <p:cNvGrpSpPr/>
          <p:nvPr/>
        </p:nvGrpSpPr>
        <p:grpSpPr>
          <a:xfrm>
            <a:off x="3550761" y="2509142"/>
            <a:ext cx="393660" cy="370079"/>
            <a:chOff x="3577849" y="2432942"/>
            <a:chExt cx="393660" cy="370079"/>
          </a:xfrm>
        </p:grpSpPr>
        <p:sp>
          <p:nvSpPr>
            <p:cNvPr id="13166" name="Google Shape;13166;p63"/>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3"/>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3"/>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3"/>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3"/>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3"/>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3"/>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3"/>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3"/>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3"/>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6" name="Google Shape;13176;p63"/>
          <p:cNvGrpSpPr/>
          <p:nvPr/>
        </p:nvGrpSpPr>
        <p:grpSpPr>
          <a:xfrm>
            <a:off x="2466911" y="3003237"/>
            <a:ext cx="370132" cy="328164"/>
            <a:chOff x="2493999" y="2927037"/>
            <a:chExt cx="370132" cy="328164"/>
          </a:xfrm>
        </p:grpSpPr>
        <p:sp>
          <p:nvSpPr>
            <p:cNvPr id="13177" name="Google Shape;13177;p63"/>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3"/>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3"/>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3"/>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3"/>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3"/>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3"/>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3"/>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3"/>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3"/>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3"/>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3"/>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9" name="Google Shape;13189;p63"/>
          <p:cNvGrpSpPr/>
          <p:nvPr/>
        </p:nvGrpSpPr>
        <p:grpSpPr>
          <a:xfrm>
            <a:off x="3562329" y="3026896"/>
            <a:ext cx="370315" cy="281028"/>
            <a:chOff x="3589417" y="2950696"/>
            <a:chExt cx="370315" cy="281028"/>
          </a:xfrm>
        </p:grpSpPr>
        <p:sp>
          <p:nvSpPr>
            <p:cNvPr id="13190" name="Google Shape;13190;p63"/>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3"/>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3"/>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3"/>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3"/>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3"/>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3"/>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3"/>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3"/>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3"/>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3"/>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3"/>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3"/>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3"/>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3"/>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3"/>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3"/>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3"/>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3"/>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3"/>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0" name="Google Shape;13210;p63"/>
          <p:cNvGrpSpPr/>
          <p:nvPr/>
        </p:nvGrpSpPr>
        <p:grpSpPr>
          <a:xfrm>
            <a:off x="3005623" y="2987918"/>
            <a:ext cx="396125" cy="359062"/>
            <a:chOff x="3032711" y="2911718"/>
            <a:chExt cx="396125" cy="359062"/>
          </a:xfrm>
        </p:grpSpPr>
        <p:sp>
          <p:nvSpPr>
            <p:cNvPr id="13211" name="Google Shape;13211;p63"/>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3"/>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3"/>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3"/>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3"/>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3"/>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3"/>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3"/>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3"/>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3"/>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3"/>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3"/>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3" name="Google Shape;13223;p63"/>
          <p:cNvGrpSpPr/>
          <p:nvPr/>
        </p:nvGrpSpPr>
        <p:grpSpPr>
          <a:xfrm>
            <a:off x="7390676" y="1589597"/>
            <a:ext cx="373174" cy="367692"/>
            <a:chOff x="7417764" y="1513397"/>
            <a:chExt cx="373174" cy="367692"/>
          </a:xfrm>
        </p:grpSpPr>
        <p:sp>
          <p:nvSpPr>
            <p:cNvPr id="13224" name="Google Shape;13224;p63"/>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3"/>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3"/>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3"/>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3"/>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3"/>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3"/>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3"/>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3"/>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3"/>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3"/>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3"/>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3"/>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3"/>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3"/>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3"/>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3"/>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3"/>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3"/>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3" name="Google Shape;13243;p63"/>
          <p:cNvGrpSpPr/>
          <p:nvPr/>
        </p:nvGrpSpPr>
        <p:grpSpPr>
          <a:xfrm>
            <a:off x="6844856" y="1590568"/>
            <a:ext cx="370132" cy="365672"/>
            <a:chOff x="6871944" y="1514368"/>
            <a:chExt cx="370132" cy="365672"/>
          </a:xfrm>
        </p:grpSpPr>
        <p:sp>
          <p:nvSpPr>
            <p:cNvPr id="13244" name="Google Shape;13244;p63"/>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3"/>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3"/>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3"/>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3"/>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3"/>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3"/>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3"/>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3"/>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3"/>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3"/>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3"/>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3"/>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3"/>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3"/>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3"/>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3"/>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3"/>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2" name="Google Shape;13262;p63"/>
          <p:cNvGrpSpPr/>
          <p:nvPr/>
        </p:nvGrpSpPr>
        <p:grpSpPr>
          <a:xfrm>
            <a:off x="6534843" y="3441461"/>
            <a:ext cx="400375" cy="370184"/>
            <a:chOff x="6561931" y="3365261"/>
            <a:chExt cx="400375" cy="370184"/>
          </a:xfrm>
        </p:grpSpPr>
        <p:sp>
          <p:nvSpPr>
            <p:cNvPr id="13263" name="Google Shape;13263;p63"/>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3"/>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3"/>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3"/>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3"/>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3"/>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3"/>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3"/>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3"/>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3"/>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3"/>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3"/>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5" name="Google Shape;13275;p63"/>
          <p:cNvGrpSpPr/>
          <p:nvPr/>
        </p:nvGrpSpPr>
        <p:grpSpPr>
          <a:xfrm>
            <a:off x="1915032" y="2062052"/>
            <a:ext cx="378315" cy="358695"/>
            <a:chOff x="1942120" y="1985852"/>
            <a:chExt cx="378315" cy="358695"/>
          </a:xfrm>
        </p:grpSpPr>
        <p:sp>
          <p:nvSpPr>
            <p:cNvPr id="13276" name="Google Shape;13276;p63"/>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3"/>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3"/>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3"/>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3"/>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3"/>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3"/>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3"/>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3"/>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3"/>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3"/>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3"/>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3"/>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3"/>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3"/>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3"/>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3"/>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3"/>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3"/>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3"/>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6" name="Google Shape;13296;p63"/>
          <p:cNvGrpSpPr/>
          <p:nvPr/>
        </p:nvGrpSpPr>
        <p:grpSpPr>
          <a:xfrm>
            <a:off x="1374327" y="2505418"/>
            <a:ext cx="364282" cy="374197"/>
            <a:chOff x="1401415" y="2429218"/>
            <a:chExt cx="364282" cy="374197"/>
          </a:xfrm>
        </p:grpSpPr>
        <p:sp>
          <p:nvSpPr>
            <p:cNvPr id="13297" name="Google Shape;13297;p63"/>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3"/>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3"/>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3"/>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3"/>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3"/>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3"/>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3"/>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3"/>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3"/>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3"/>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3"/>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3"/>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3"/>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3"/>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2" name="Google Shape;13312;p63"/>
          <p:cNvGrpSpPr/>
          <p:nvPr/>
        </p:nvGrpSpPr>
        <p:grpSpPr>
          <a:xfrm>
            <a:off x="7083339" y="3441461"/>
            <a:ext cx="400401" cy="370184"/>
            <a:chOff x="7110427" y="3365261"/>
            <a:chExt cx="400401" cy="370184"/>
          </a:xfrm>
        </p:grpSpPr>
        <p:sp>
          <p:nvSpPr>
            <p:cNvPr id="13313" name="Google Shape;13313;p63"/>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3"/>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3"/>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3"/>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3"/>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3"/>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3"/>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0" name="Google Shape;13320;p63"/>
          <p:cNvGrpSpPr/>
          <p:nvPr/>
        </p:nvGrpSpPr>
        <p:grpSpPr>
          <a:xfrm>
            <a:off x="7631861" y="3439337"/>
            <a:ext cx="400375" cy="370132"/>
            <a:chOff x="7658949" y="3363137"/>
            <a:chExt cx="400375" cy="370132"/>
          </a:xfrm>
        </p:grpSpPr>
        <p:sp>
          <p:nvSpPr>
            <p:cNvPr id="13321" name="Google Shape;13321;p63"/>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3"/>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3"/>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3"/>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3"/>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6" name="Google Shape;13326;p63"/>
          <p:cNvGrpSpPr/>
          <p:nvPr/>
        </p:nvGrpSpPr>
        <p:grpSpPr>
          <a:xfrm>
            <a:off x="3277393" y="3455589"/>
            <a:ext cx="356623" cy="370105"/>
            <a:chOff x="3307156" y="3365314"/>
            <a:chExt cx="356623" cy="370105"/>
          </a:xfrm>
        </p:grpSpPr>
        <p:sp>
          <p:nvSpPr>
            <p:cNvPr id="13327" name="Google Shape;13327;p63"/>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3"/>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3"/>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3"/>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3"/>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3"/>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3"/>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3"/>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3"/>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3"/>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3"/>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3"/>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3"/>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3"/>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3"/>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2" name="Google Shape;13342;p63"/>
          <p:cNvGrpSpPr/>
          <p:nvPr/>
        </p:nvGrpSpPr>
        <p:grpSpPr>
          <a:xfrm>
            <a:off x="7395319" y="2056307"/>
            <a:ext cx="372807" cy="370079"/>
            <a:chOff x="7422407" y="1980107"/>
            <a:chExt cx="372807" cy="370079"/>
          </a:xfrm>
        </p:grpSpPr>
        <p:sp>
          <p:nvSpPr>
            <p:cNvPr id="13343" name="Google Shape;13343;p63"/>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3"/>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3"/>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3"/>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3"/>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3"/>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3"/>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3"/>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3"/>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3"/>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3"/>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3"/>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3"/>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6" name="Google Shape;13356;p63"/>
          <p:cNvGrpSpPr/>
          <p:nvPr/>
        </p:nvGrpSpPr>
        <p:grpSpPr>
          <a:xfrm>
            <a:off x="6889053" y="2982384"/>
            <a:ext cx="289737" cy="370394"/>
            <a:chOff x="6916141" y="2906184"/>
            <a:chExt cx="289737" cy="370394"/>
          </a:xfrm>
        </p:grpSpPr>
        <p:sp>
          <p:nvSpPr>
            <p:cNvPr id="13357" name="Google Shape;13357;p63"/>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3"/>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3"/>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3"/>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3"/>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3"/>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3"/>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3"/>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3"/>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3"/>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3"/>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3"/>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3"/>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3"/>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3"/>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3"/>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3"/>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3"/>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3"/>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3"/>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3"/>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8" name="Google Shape;13378;p63"/>
          <p:cNvGrpSpPr/>
          <p:nvPr/>
        </p:nvGrpSpPr>
        <p:grpSpPr>
          <a:xfrm>
            <a:off x="7943106" y="2089777"/>
            <a:ext cx="372676" cy="331731"/>
            <a:chOff x="7970194" y="2013577"/>
            <a:chExt cx="372676" cy="331731"/>
          </a:xfrm>
        </p:grpSpPr>
        <p:sp>
          <p:nvSpPr>
            <p:cNvPr id="13379" name="Google Shape;13379;p63"/>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3"/>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3"/>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3"/>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3"/>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3"/>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3"/>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3"/>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3"/>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3"/>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9" name="Google Shape;13389;p63"/>
          <p:cNvGrpSpPr/>
          <p:nvPr/>
        </p:nvGrpSpPr>
        <p:grpSpPr>
          <a:xfrm>
            <a:off x="1389645" y="1588390"/>
            <a:ext cx="332964" cy="370158"/>
            <a:chOff x="1416733" y="1512190"/>
            <a:chExt cx="332964" cy="370158"/>
          </a:xfrm>
        </p:grpSpPr>
        <p:sp>
          <p:nvSpPr>
            <p:cNvPr id="13390" name="Google Shape;13390;p63"/>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3"/>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3"/>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3"/>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3"/>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3"/>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3"/>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3"/>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3"/>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3"/>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3"/>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3"/>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3"/>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3"/>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3"/>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3"/>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3"/>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3"/>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3"/>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9" name="Google Shape;13409;p63"/>
          <p:cNvGrpSpPr/>
          <p:nvPr/>
        </p:nvGrpSpPr>
        <p:grpSpPr>
          <a:xfrm>
            <a:off x="5219278" y="2982305"/>
            <a:ext cx="342852" cy="370079"/>
            <a:chOff x="5246366" y="2906105"/>
            <a:chExt cx="342852" cy="370079"/>
          </a:xfrm>
        </p:grpSpPr>
        <p:sp>
          <p:nvSpPr>
            <p:cNvPr id="13410" name="Google Shape;13410;p63"/>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3"/>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3"/>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3"/>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3"/>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3"/>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6" name="Google Shape;13416;p63"/>
          <p:cNvGrpSpPr/>
          <p:nvPr/>
        </p:nvGrpSpPr>
        <p:grpSpPr>
          <a:xfrm>
            <a:off x="822579" y="2511083"/>
            <a:ext cx="371259" cy="366249"/>
            <a:chOff x="849667" y="2434883"/>
            <a:chExt cx="371259" cy="366249"/>
          </a:xfrm>
        </p:grpSpPr>
        <p:sp>
          <p:nvSpPr>
            <p:cNvPr id="13417" name="Google Shape;13417;p63"/>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3"/>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3"/>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3"/>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3"/>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3"/>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3"/>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3"/>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3"/>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3"/>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3"/>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3"/>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3"/>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0" name="Google Shape;13430;p63"/>
          <p:cNvGrpSpPr/>
          <p:nvPr/>
        </p:nvGrpSpPr>
        <p:grpSpPr>
          <a:xfrm>
            <a:off x="4389938" y="3441566"/>
            <a:ext cx="332728" cy="370053"/>
            <a:chOff x="4417026" y="3365366"/>
            <a:chExt cx="332728" cy="370053"/>
          </a:xfrm>
        </p:grpSpPr>
        <p:sp>
          <p:nvSpPr>
            <p:cNvPr id="13431" name="Google Shape;13431;p63"/>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3"/>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3"/>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3"/>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3"/>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3"/>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3"/>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3"/>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3"/>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3"/>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3"/>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3"/>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3"/>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3"/>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3"/>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3"/>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3"/>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3"/>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9" name="Google Shape;13449;p63"/>
          <p:cNvGrpSpPr/>
          <p:nvPr/>
        </p:nvGrpSpPr>
        <p:grpSpPr>
          <a:xfrm>
            <a:off x="2469980" y="2056386"/>
            <a:ext cx="363994" cy="370105"/>
            <a:chOff x="2497068" y="1980186"/>
            <a:chExt cx="363994" cy="370105"/>
          </a:xfrm>
        </p:grpSpPr>
        <p:sp>
          <p:nvSpPr>
            <p:cNvPr id="13450" name="Google Shape;13450;p63"/>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3"/>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3"/>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3"/>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3"/>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3"/>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3"/>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3"/>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3"/>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3"/>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3"/>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3"/>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3"/>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3"/>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3"/>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3"/>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3"/>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3"/>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3"/>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3"/>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3"/>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1" name="Google Shape;13471;p63"/>
          <p:cNvGrpSpPr/>
          <p:nvPr/>
        </p:nvGrpSpPr>
        <p:grpSpPr>
          <a:xfrm>
            <a:off x="5793190" y="2982358"/>
            <a:ext cx="294904" cy="370027"/>
            <a:chOff x="5820278" y="2906158"/>
            <a:chExt cx="294904" cy="370027"/>
          </a:xfrm>
        </p:grpSpPr>
        <p:sp>
          <p:nvSpPr>
            <p:cNvPr id="13472" name="Google Shape;13472;p63"/>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3"/>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3"/>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3"/>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3"/>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3"/>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3"/>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9" name="Google Shape;13479;p63"/>
          <p:cNvGrpSpPr/>
          <p:nvPr/>
        </p:nvGrpSpPr>
        <p:grpSpPr>
          <a:xfrm>
            <a:off x="4919731" y="3459429"/>
            <a:ext cx="370132" cy="334223"/>
            <a:chOff x="4946819" y="3383229"/>
            <a:chExt cx="370132" cy="334223"/>
          </a:xfrm>
        </p:grpSpPr>
        <p:sp>
          <p:nvSpPr>
            <p:cNvPr id="13480" name="Google Shape;13480;p63"/>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3"/>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3"/>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3"/>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3"/>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3"/>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3"/>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3"/>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3"/>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9" name="Google Shape;13489;p63"/>
          <p:cNvGrpSpPr/>
          <p:nvPr/>
        </p:nvGrpSpPr>
        <p:grpSpPr>
          <a:xfrm>
            <a:off x="3011315" y="1615434"/>
            <a:ext cx="375482" cy="316072"/>
            <a:chOff x="3038403" y="1539234"/>
            <a:chExt cx="375482" cy="316072"/>
          </a:xfrm>
        </p:grpSpPr>
        <p:sp>
          <p:nvSpPr>
            <p:cNvPr id="13490" name="Google Shape;13490;p63"/>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91" name="Google Shape;13491;p63"/>
            <p:cNvGrpSpPr/>
            <p:nvPr/>
          </p:nvGrpSpPr>
          <p:grpSpPr>
            <a:xfrm>
              <a:off x="3038403" y="1539234"/>
              <a:ext cx="375482" cy="316072"/>
              <a:chOff x="3038403" y="1539234"/>
              <a:chExt cx="375482" cy="316072"/>
            </a:xfrm>
          </p:grpSpPr>
          <p:sp>
            <p:nvSpPr>
              <p:cNvPr id="13492" name="Google Shape;13492;p63"/>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3"/>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3"/>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3"/>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3"/>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3"/>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3"/>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3"/>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3"/>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01" name="Google Shape;13501;p63"/>
          <p:cNvGrpSpPr/>
          <p:nvPr/>
        </p:nvGrpSpPr>
        <p:grpSpPr>
          <a:xfrm>
            <a:off x="6305777" y="2982331"/>
            <a:ext cx="360846" cy="370184"/>
            <a:chOff x="6332865" y="2906131"/>
            <a:chExt cx="360846" cy="370184"/>
          </a:xfrm>
        </p:grpSpPr>
        <p:sp>
          <p:nvSpPr>
            <p:cNvPr id="13502" name="Google Shape;13502;p63"/>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3"/>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3"/>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3"/>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3"/>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3"/>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3"/>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3"/>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3"/>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3"/>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3"/>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3" name="Google Shape;13513;p63"/>
          <p:cNvGrpSpPr/>
          <p:nvPr/>
        </p:nvGrpSpPr>
        <p:grpSpPr>
          <a:xfrm>
            <a:off x="4107991" y="1594266"/>
            <a:ext cx="370132" cy="358223"/>
            <a:chOff x="4135079" y="1518066"/>
            <a:chExt cx="370132" cy="358223"/>
          </a:xfrm>
        </p:grpSpPr>
        <p:sp>
          <p:nvSpPr>
            <p:cNvPr id="13514" name="Google Shape;13514;p63"/>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3"/>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3"/>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3"/>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3"/>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3"/>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3"/>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3"/>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3"/>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3"/>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3"/>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3"/>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3"/>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3"/>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3"/>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3"/>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3"/>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3"/>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3"/>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3" name="Google Shape;13533;p63"/>
          <p:cNvGrpSpPr/>
          <p:nvPr/>
        </p:nvGrpSpPr>
        <p:grpSpPr>
          <a:xfrm>
            <a:off x="6851780" y="2056334"/>
            <a:ext cx="361240" cy="370158"/>
            <a:chOff x="6878869" y="1980134"/>
            <a:chExt cx="361240" cy="370158"/>
          </a:xfrm>
        </p:grpSpPr>
        <p:sp>
          <p:nvSpPr>
            <p:cNvPr id="13534" name="Google Shape;13534;p63"/>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3"/>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3"/>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3"/>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3"/>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3"/>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3"/>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3"/>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3"/>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3"/>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3"/>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3"/>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3"/>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7" name="Google Shape;13547;p63"/>
          <p:cNvGrpSpPr/>
          <p:nvPr/>
        </p:nvGrpSpPr>
        <p:grpSpPr>
          <a:xfrm>
            <a:off x="2466911" y="2626233"/>
            <a:ext cx="370132" cy="259467"/>
            <a:chOff x="2493999" y="2550033"/>
            <a:chExt cx="370132" cy="259467"/>
          </a:xfrm>
        </p:grpSpPr>
        <p:sp>
          <p:nvSpPr>
            <p:cNvPr id="13548" name="Google Shape;13548;p63"/>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3"/>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3"/>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3"/>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3"/>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3"/>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3"/>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3"/>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3"/>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3"/>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3"/>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3"/>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3"/>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3"/>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63"/>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3"/>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3"/>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3"/>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3"/>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7" name="Google Shape;13567;p63"/>
          <p:cNvGrpSpPr/>
          <p:nvPr/>
        </p:nvGrpSpPr>
        <p:grpSpPr>
          <a:xfrm>
            <a:off x="1672614" y="3441461"/>
            <a:ext cx="281054" cy="370158"/>
            <a:chOff x="1699703" y="3365261"/>
            <a:chExt cx="281054" cy="370158"/>
          </a:xfrm>
        </p:grpSpPr>
        <p:sp>
          <p:nvSpPr>
            <p:cNvPr id="13568" name="Google Shape;13568;p63"/>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3"/>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3"/>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3"/>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3"/>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3"/>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63"/>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63"/>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3"/>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3"/>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3"/>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3"/>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3"/>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1" name="Google Shape;13581;p63"/>
          <p:cNvGrpSpPr/>
          <p:nvPr/>
        </p:nvGrpSpPr>
        <p:grpSpPr>
          <a:xfrm>
            <a:off x="7939722" y="1595630"/>
            <a:ext cx="369974" cy="355626"/>
            <a:chOff x="7966810" y="1519430"/>
            <a:chExt cx="369974" cy="355626"/>
          </a:xfrm>
        </p:grpSpPr>
        <p:sp>
          <p:nvSpPr>
            <p:cNvPr id="13582" name="Google Shape;13582;p63"/>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3"/>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3"/>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3"/>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3"/>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3"/>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3"/>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3"/>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3"/>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3"/>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3"/>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3"/>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3"/>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3"/>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3"/>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3"/>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8" name="Google Shape;13598;p63"/>
          <p:cNvGrpSpPr/>
          <p:nvPr/>
        </p:nvGrpSpPr>
        <p:grpSpPr>
          <a:xfrm>
            <a:off x="2765540" y="3441540"/>
            <a:ext cx="290445" cy="370079"/>
            <a:chOff x="2792628" y="3365340"/>
            <a:chExt cx="290445" cy="370079"/>
          </a:xfrm>
        </p:grpSpPr>
        <p:sp>
          <p:nvSpPr>
            <p:cNvPr id="13599" name="Google Shape;13599;p63"/>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3"/>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3"/>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3"/>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3"/>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3"/>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3"/>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3"/>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3"/>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3"/>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3"/>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3"/>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3"/>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3"/>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3" name="Google Shape;13613;p63"/>
          <p:cNvGrpSpPr/>
          <p:nvPr/>
        </p:nvGrpSpPr>
        <p:grpSpPr>
          <a:xfrm>
            <a:off x="1362497" y="2064517"/>
            <a:ext cx="388125" cy="353790"/>
            <a:chOff x="1389585" y="1988317"/>
            <a:chExt cx="388125" cy="353790"/>
          </a:xfrm>
        </p:grpSpPr>
        <p:sp>
          <p:nvSpPr>
            <p:cNvPr id="13614" name="Google Shape;13614;p63"/>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3"/>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3"/>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3"/>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3"/>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3"/>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3"/>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3"/>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3"/>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3"/>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3"/>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3"/>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3"/>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3"/>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3"/>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3"/>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3"/>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3"/>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3"/>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3"/>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3"/>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3"/>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6" name="Google Shape;13636;p63"/>
          <p:cNvGrpSpPr/>
          <p:nvPr/>
        </p:nvGrpSpPr>
        <p:grpSpPr>
          <a:xfrm>
            <a:off x="2465836" y="1588390"/>
            <a:ext cx="370158" cy="370158"/>
            <a:chOff x="2492924" y="1512190"/>
            <a:chExt cx="370158" cy="370158"/>
          </a:xfrm>
        </p:grpSpPr>
        <p:sp>
          <p:nvSpPr>
            <p:cNvPr id="13637" name="Google Shape;13637;p63"/>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3"/>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3"/>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3"/>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3"/>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3"/>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3"/>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3"/>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3"/>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3"/>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3"/>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3"/>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3"/>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3"/>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3"/>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3"/>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3"/>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3"/>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63"/>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63"/>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3"/>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3"/>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9" name="Google Shape;13659;p63"/>
          <p:cNvGrpSpPr/>
          <p:nvPr/>
        </p:nvGrpSpPr>
        <p:grpSpPr>
          <a:xfrm>
            <a:off x="1906481" y="1588443"/>
            <a:ext cx="393975" cy="370105"/>
            <a:chOff x="1933569" y="1512243"/>
            <a:chExt cx="393975" cy="370105"/>
          </a:xfrm>
        </p:grpSpPr>
        <p:sp>
          <p:nvSpPr>
            <p:cNvPr id="13660" name="Google Shape;13660;p63"/>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3"/>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3"/>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3"/>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3"/>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3"/>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3"/>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3"/>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3"/>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3"/>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3"/>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3"/>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3"/>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3"/>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3"/>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3"/>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3"/>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3"/>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3"/>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3"/>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3"/>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3"/>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3"/>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3"/>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3"/>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3"/>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3"/>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3"/>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8" name="Google Shape;13688;p63"/>
          <p:cNvGrpSpPr/>
          <p:nvPr/>
        </p:nvGrpSpPr>
        <p:grpSpPr>
          <a:xfrm>
            <a:off x="2209018" y="3441592"/>
            <a:ext cx="306471" cy="370000"/>
            <a:chOff x="2236106" y="3365392"/>
            <a:chExt cx="306471" cy="370000"/>
          </a:xfrm>
        </p:grpSpPr>
        <p:sp>
          <p:nvSpPr>
            <p:cNvPr id="13689" name="Google Shape;13689;p63"/>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3"/>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3"/>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3"/>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3"/>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3"/>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3"/>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3"/>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3"/>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3"/>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3"/>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3"/>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3"/>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3"/>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3" name="Google Shape;13703;p63"/>
          <p:cNvGrpSpPr/>
          <p:nvPr/>
        </p:nvGrpSpPr>
        <p:grpSpPr>
          <a:xfrm>
            <a:off x="5465735" y="3461763"/>
            <a:ext cx="375325" cy="329606"/>
            <a:chOff x="5492823" y="3385563"/>
            <a:chExt cx="375325" cy="329606"/>
          </a:xfrm>
        </p:grpSpPr>
        <p:sp>
          <p:nvSpPr>
            <p:cNvPr id="13704" name="Google Shape;13704;p63"/>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3"/>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3"/>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3"/>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3"/>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3"/>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3"/>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3"/>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3"/>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3"/>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3"/>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3"/>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3"/>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3"/>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3"/>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3"/>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3"/>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3"/>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3"/>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3"/>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4" name="Google Shape;13724;p63"/>
          <p:cNvGrpSpPr/>
          <p:nvPr/>
        </p:nvGrpSpPr>
        <p:grpSpPr>
          <a:xfrm>
            <a:off x="3014699" y="2077318"/>
            <a:ext cx="370158" cy="328164"/>
            <a:chOff x="3041787" y="2001118"/>
            <a:chExt cx="370158" cy="328164"/>
          </a:xfrm>
        </p:grpSpPr>
        <p:sp>
          <p:nvSpPr>
            <p:cNvPr id="13725" name="Google Shape;13725;p63"/>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3"/>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3"/>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3"/>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3"/>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3"/>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3"/>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3"/>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3"/>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3"/>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3"/>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3"/>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3"/>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3"/>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3"/>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3"/>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3"/>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3"/>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3" name="Google Shape;13743;p63"/>
          <p:cNvGrpSpPr/>
          <p:nvPr/>
        </p:nvGrpSpPr>
        <p:grpSpPr>
          <a:xfrm>
            <a:off x="5752796" y="2115325"/>
            <a:ext cx="372309" cy="328216"/>
            <a:chOff x="5779884" y="2039125"/>
            <a:chExt cx="372309" cy="328216"/>
          </a:xfrm>
        </p:grpSpPr>
        <p:sp>
          <p:nvSpPr>
            <p:cNvPr id="13744" name="Google Shape;13744;p63"/>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3"/>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3"/>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3"/>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3"/>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3"/>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3"/>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3"/>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3"/>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3"/>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3"/>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3"/>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3"/>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57" name="Google Shape;13757;p63"/>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761" name="Shape 13761"/>
        <p:cNvGrpSpPr/>
        <p:nvPr/>
      </p:nvGrpSpPr>
      <p:grpSpPr>
        <a:xfrm>
          <a:off x="0" y="0"/>
          <a:ext cx="0" cy="0"/>
          <a:chOff x="0" y="0"/>
          <a:chExt cx="0" cy="0"/>
        </a:xfrm>
      </p:grpSpPr>
      <p:grpSp>
        <p:nvGrpSpPr>
          <p:cNvPr id="13762" name="Google Shape;13762;p64"/>
          <p:cNvGrpSpPr/>
          <p:nvPr/>
        </p:nvGrpSpPr>
        <p:grpSpPr>
          <a:xfrm>
            <a:off x="853009" y="1981993"/>
            <a:ext cx="354610" cy="372358"/>
            <a:chOff x="878066" y="1981993"/>
            <a:chExt cx="354610" cy="372358"/>
          </a:xfrm>
        </p:grpSpPr>
        <p:sp>
          <p:nvSpPr>
            <p:cNvPr id="13763" name="Google Shape;13763;p64"/>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4"/>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4"/>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4"/>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4"/>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4"/>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4"/>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4"/>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4"/>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4"/>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4"/>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4"/>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4"/>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4"/>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7" name="Google Shape;13777;p64"/>
          <p:cNvGrpSpPr/>
          <p:nvPr/>
        </p:nvGrpSpPr>
        <p:grpSpPr>
          <a:xfrm>
            <a:off x="1320737" y="1982386"/>
            <a:ext cx="371650" cy="371624"/>
            <a:chOff x="1345794" y="1982386"/>
            <a:chExt cx="371650" cy="371624"/>
          </a:xfrm>
        </p:grpSpPr>
        <p:sp>
          <p:nvSpPr>
            <p:cNvPr id="13778" name="Google Shape;13778;p64"/>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4"/>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4"/>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4"/>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4"/>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4"/>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4"/>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4"/>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4"/>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4"/>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4"/>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4"/>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4"/>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4"/>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4"/>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4"/>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4"/>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4"/>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4"/>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4"/>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4"/>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4"/>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4"/>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4"/>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4"/>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4"/>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4"/>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4"/>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4"/>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4"/>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4"/>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64"/>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4"/>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4"/>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4"/>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4"/>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4"/>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5" name="Google Shape;13815;p64"/>
          <p:cNvGrpSpPr/>
          <p:nvPr/>
        </p:nvGrpSpPr>
        <p:grpSpPr>
          <a:xfrm>
            <a:off x="1796408" y="1981993"/>
            <a:ext cx="372410" cy="372410"/>
            <a:chOff x="1821465" y="1981993"/>
            <a:chExt cx="372410" cy="372410"/>
          </a:xfrm>
        </p:grpSpPr>
        <p:sp>
          <p:nvSpPr>
            <p:cNvPr id="13816" name="Google Shape;13816;p64"/>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4"/>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4"/>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4"/>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4"/>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4"/>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4"/>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4"/>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4"/>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4"/>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4"/>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4"/>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4"/>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4"/>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0" name="Google Shape;13830;p64"/>
          <p:cNvGrpSpPr/>
          <p:nvPr/>
        </p:nvGrpSpPr>
        <p:grpSpPr>
          <a:xfrm>
            <a:off x="2251291" y="1981809"/>
            <a:ext cx="415901" cy="372699"/>
            <a:chOff x="2276348" y="1981809"/>
            <a:chExt cx="415901" cy="372699"/>
          </a:xfrm>
        </p:grpSpPr>
        <p:sp>
          <p:nvSpPr>
            <p:cNvPr id="13831" name="Google Shape;13831;p64"/>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4"/>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4"/>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4"/>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4"/>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4"/>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4"/>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8" name="Google Shape;13838;p64"/>
          <p:cNvGrpSpPr/>
          <p:nvPr/>
        </p:nvGrpSpPr>
        <p:grpSpPr>
          <a:xfrm>
            <a:off x="2749297" y="2009990"/>
            <a:ext cx="372017" cy="316310"/>
            <a:chOff x="2774354" y="2009990"/>
            <a:chExt cx="372017" cy="316310"/>
          </a:xfrm>
        </p:grpSpPr>
        <p:sp>
          <p:nvSpPr>
            <p:cNvPr id="13839" name="Google Shape;13839;p64"/>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4"/>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4"/>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4"/>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4"/>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4"/>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4"/>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4"/>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4"/>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4"/>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4"/>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4"/>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4"/>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4"/>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4"/>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4"/>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4"/>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4"/>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4"/>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4"/>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4"/>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4"/>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4"/>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4"/>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4"/>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64"/>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5" name="Google Shape;13865;p64"/>
          <p:cNvGrpSpPr/>
          <p:nvPr/>
        </p:nvGrpSpPr>
        <p:grpSpPr>
          <a:xfrm>
            <a:off x="3697625" y="1981993"/>
            <a:ext cx="375818" cy="372043"/>
            <a:chOff x="3722682" y="1981993"/>
            <a:chExt cx="375818" cy="372043"/>
          </a:xfrm>
        </p:grpSpPr>
        <p:sp>
          <p:nvSpPr>
            <p:cNvPr id="13866" name="Google Shape;13866;p64"/>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4"/>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4"/>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4"/>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4"/>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4"/>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4"/>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4"/>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4"/>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4"/>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4"/>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4"/>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4"/>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4"/>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4"/>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1" name="Google Shape;13881;p64"/>
          <p:cNvGrpSpPr/>
          <p:nvPr/>
        </p:nvGrpSpPr>
        <p:grpSpPr>
          <a:xfrm>
            <a:off x="4176337" y="1981809"/>
            <a:ext cx="373538" cy="372305"/>
            <a:chOff x="4201394" y="1981809"/>
            <a:chExt cx="373538" cy="372305"/>
          </a:xfrm>
        </p:grpSpPr>
        <p:sp>
          <p:nvSpPr>
            <p:cNvPr id="13882" name="Google Shape;13882;p64"/>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4"/>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4"/>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4"/>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4"/>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4"/>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4"/>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4"/>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4"/>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4"/>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4"/>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4"/>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4"/>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4"/>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4"/>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4"/>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8" name="Google Shape;13898;p64"/>
          <p:cNvGrpSpPr/>
          <p:nvPr/>
        </p:nvGrpSpPr>
        <p:grpSpPr>
          <a:xfrm>
            <a:off x="4634601" y="1500266"/>
            <a:ext cx="422743" cy="377784"/>
            <a:chOff x="4659658" y="1500266"/>
            <a:chExt cx="422743" cy="377784"/>
          </a:xfrm>
        </p:grpSpPr>
        <p:sp>
          <p:nvSpPr>
            <p:cNvPr id="13899" name="Google Shape;13899;p64"/>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4"/>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4"/>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4"/>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4"/>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4"/>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4"/>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4"/>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4"/>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4"/>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4"/>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4"/>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4"/>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4"/>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4"/>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4"/>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4"/>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6" name="Google Shape;13916;p64"/>
          <p:cNvGrpSpPr/>
          <p:nvPr/>
        </p:nvGrpSpPr>
        <p:grpSpPr>
          <a:xfrm>
            <a:off x="5186349" y="1513504"/>
            <a:ext cx="260394" cy="351202"/>
            <a:chOff x="5211406" y="1513504"/>
            <a:chExt cx="260394" cy="351202"/>
          </a:xfrm>
        </p:grpSpPr>
        <p:sp>
          <p:nvSpPr>
            <p:cNvPr id="13917" name="Google Shape;13917;p64"/>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4"/>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4"/>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4"/>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4"/>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4"/>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4"/>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4"/>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4"/>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4"/>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4"/>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4"/>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4"/>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0" name="Google Shape;13930;p64"/>
          <p:cNvGrpSpPr/>
          <p:nvPr/>
        </p:nvGrpSpPr>
        <p:grpSpPr>
          <a:xfrm>
            <a:off x="5607545" y="1513216"/>
            <a:ext cx="366722" cy="351779"/>
            <a:chOff x="5632602" y="1513216"/>
            <a:chExt cx="366722" cy="351779"/>
          </a:xfrm>
        </p:grpSpPr>
        <p:sp>
          <p:nvSpPr>
            <p:cNvPr id="13931" name="Google Shape;13931;p64"/>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4"/>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4"/>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4"/>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4"/>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4"/>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4"/>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4"/>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9" name="Google Shape;13939;p64"/>
          <p:cNvGrpSpPr/>
          <p:nvPr/>
        </p:nvGrpSpPr>
        <p:grpSpPr>
          <a:xfrm>
            <a:off x="6064315" y="1527136"/>
            <a:ext cx="401902" cy="323965"/>
            <a:chOff x="6089372" y="1527136"/>
            <a:chExt cx="401902" cy="323965"/>
          </a:xfrm>
        </p:grpSpPr>
        <p:sp>
          <p:nvSpPr>
            <p:cNvPr id="13940" name="Google Shape;13940;p64"/>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4"/>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4"/>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4"/>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4"/>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4"/>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4"/>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4"/>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4"/>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4"/>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4"/>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4"/>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4"/>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4"/>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4"/>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4"/>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4"/>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4"/>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4"/>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4"/>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4"/>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4"/>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4"/>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4"/>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4"/>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4"/>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4"/>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4"/>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4"/>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4"/>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0" name="Google Shape;13970;p64"/>
          <p:cNvGrpSpPr/>
          <p:nvPr/>
        </p:nvGrpSpPr>
        <p:grpSpPr>
          <a:xfrm>
            <a:off x="6554378" y="1527897"/>
            <a:ext cx="370103" cy="322445"/>
            <a:chOff x="6579435" y="1527897"/>
            <a:chExt cx="370103" cy="322445"/>
          </a:xfrm>
        </p:grpSpPr>
        <p:sp>
          <p:nvSpPr>
            <p:cNvPr id="13971" name="Google Shape;13971;p64"/>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4"/>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4"/>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4"/>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4"/>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4"/>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4"/>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4"/>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4"/>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4"/>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4"/>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4"/>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4"/>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4"/>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4"/>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64"/>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4"/>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4"/>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4"/>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4"/>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4"/>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2" name="Google Shape;13992;p64"/>
          <p:cNvGrpSpPr/>
          <p:nvPr/>
        </p:nvGrpSpPr>
        <p:grpSpPr>
          <a:xfrm>
            <a:off x="6963830" y="1538854"/>
            <a:ext cx="499920" cy="300136"/>
            <a:chOff x="6988887" y="1538854"/>
            <a:chExt cx="499920" cy="300136"/>
          </a:xfrm>
        </p:grpSpPr>
        <p:sp>
          <p:nvSpPr>
            <p:cNvPr id="13993" name="Google Shape;13993;p64"/>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4"/>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4"/>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4"/>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4"/>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4"/>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4"/>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4"/>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4"/>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4"/>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4"/>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4"/>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4"/>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6" name="Google Shape;14006;p64"/>
          <p:cNvGrpSpPr/>
          <p:nvPr/>
        </p:nvGrpSpPr>
        <p:grpSpPr>
          <a:xfrm>
            <a:off x="8025302" y="1520687"/>
            <a:ext cx="279321" cy="336837"/>
            <a:chOff x="8050359" y="1520687"/>
            <a:chExt cx="279321" cy="336837"/>
          </a:xfrm>
        </p:grpSpPr>
        <p:sp>
          <p:nvSpPr>
            <p:cNvPr id="14007" name="Google Shape;14007;p64"/>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4"/>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4"/>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4"/>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4"/>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4"/>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4"/>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4"/>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4"/>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4"/>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4"/>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4"/>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4"/>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0" name="Google Shape;14020;p64"/>
          <p:cNvGrpSpPr/>
          <p:nvPr/>
        </p:nvGrpSpPr>
        <p:grpSpPr>
          <a:xfrm>
            <a:off x="6068850" y="2461832"/>
            <a:ext cx="364441" cy="339091"/>
            <a:chOff x="6093907" y="2461832"/>
            <a:chExt cx="364441" cy="339091"/>
          </a:xfrm>
        </p:grpSpPr>
        <p:sp>
          <p:nvSpPr>
            <p:cNvPr id="14021" name="Google Shape;14021;p64"/>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4"/>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64"/>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4"/>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4"/>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4"/>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4"/>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4"/>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4"/>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4"/>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1" name="Google Shape;14031;p64"/>
          <p:cNvGrpSpPr/>
          <p:nvPr/>
        </p:nvGrpSpPr>
        <p:grpSpPr>
          <a:xfrm>
            <a:off x="4651274" y="1980866"/>
            <a:ext cx="377680" cy="377680"/>
            <a:chOff x="4676331" y="1980866"/>
            <a:chExt cx="377680" cy="377680"/>
          </a:xfrm>
        </p:grpSpPr>
        <p:sp>
          <p:nvSpPr>
            <p:cNvPr id="14032" name="Google Shape;14032;p64"/>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4"/>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4"/>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4"/>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4"/>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4"/>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4"/>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4"/>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4"/>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4"/>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4"/>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4"/>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4"/>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4"/>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4"/>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64"/>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4"/>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4"/>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4"/>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1" name="Google Shape;14051;p64"/>
          <p:cNvGrpSpPr/>
          <p:nvPr/>
        </p:nvGrpSpPr>
        <p:grpSpPr>
          <a:xfrm>
            <a:off x="7501185" y="1522968"/>
            <a:ext cx="357651" cy="332275"/>
            <a:chOff x="7526242" y="1522968"/>
            <a:chExt cx="357651" cy="332275"/>
          </a:xfrm>
        </p:grpSpPr>
        <p:sp>
          <p:nvSpPr>
            <p:cNvPr id="14052" name="Google Shape;14052;p64"/>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4"/>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4"/>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4"/>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4"/>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4"/>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4"/>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4"/>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4"/>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4"/>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4"/>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4"/>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4"/>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4"/>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4"/>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4"/>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8" name="Google Shape;14068;p64"/>
          <p:cNvGrpSpPr/>
          <p:nvPr/>
        </p:nvGrpSpPr>
        <p:grpSpPr>
          <a:xfrm>
            <a:off x="3225729" y="1982386"/>
            <a:ext cx="371650" cy="371624"/>
            <a:chOff x="3250786" y="1982386"/>
            <a:chExt cx="371650" cy="371624"/>
          </a:xfrm>
        </p:grpSpPr>
        <p:sp>
          <p:nvSpPr>
            <p:cNvPr id="14069" name="Google Shape;14069;p64"/>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4"/>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4"/>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4"/>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4"/>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4"/>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4"/>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4"/>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4"/>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4"/>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4"/>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4"/>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4"/>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4"/>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4"/>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4"/>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4"/>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4"/>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4"/>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4"/>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4"/>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4"/>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4"/>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4"/>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4"/>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4"/>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4"/>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4"/>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4"/>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4"/>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9" name="Google Shape;14099;p64"/>
          <p:cNvGrpSpPr/>
          <p:nvPr/>
        </p:nvGrpSpPr>
        <p:grpSpPr>
          <a:xfrm>
            <a:off x="1317329" y="2916322"/>
            <a:ext cx="373538" cy="331515"/>
            <a:chOff x="1342386" y="2916322"/>
            <a:chExt cx="373538" cy="331515"/>
          </a:xfrm>
        </p:grpSpPr>
        <p:sp>
          <p:nvSpPr>
            <p:cNvPr id="14100" name="Google Shape;14100;p64"/>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4"/>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4"/>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4"/>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4"/>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4"/>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4"/>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4"/>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4"/>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4"/>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4"/>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1" name="Google Shape;14111;p64"/>
          <p:cNvGrpSpPr/>
          <p:nvPr/>
        </p:nvGrpSpPr>
        <p:grpSpPr>
          <a:xfrm>
            <a:off x="2269065" y="2946600"/>
            <a:ext cx="373931" cy="271351"/>
            <a:chOff x="2294122" y="2946600"/>
            <a:chExt cx="373931" cy="271351"/>
          </a:xfrm>
        </p:grpSpPr>
        <p:sp>
          <p:nvSpPr>
            <p:cNvPr id="14112" name="Google Shape;14112;p64"/>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4"/>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4"/>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4"/>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4"/>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4"/>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4"/>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4"/>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4"/>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4"/>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4"/>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4"/>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4"/>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4"/>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4"/>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4"/>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4"/>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4"/>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4"/>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4"/>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4"/>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4"/>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4"/>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4"/>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4"/>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4"/>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4"/>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4"/>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4"/>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4"/>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2" name="Google Shape;14142;p64"/>
          <p:cNvGrpSpPr/>
          <p:nvPr/>
        </p:nvGrpSpPr>
        <p:grpSpPr>
          <a:xfrm>
            <a:off x="2744762" y="2907251"/>
            <a:ext cx="373905" cy="349682"/>
            <a:chOff x="2769819" y="2907251"/>
            <a:chExt cx="373905" cy="349682"/>
          </a:xfrm>
        </p:grpSpPr>
        <p:sp>
          <p:nvSpPr>
            <p:cNvPr id="14143" name="Google Shape;14143;p64"/>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4"/>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4"/>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4"/>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4"/>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4"/>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4"/>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4"/>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4"/>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4"/>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4"/>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4"/>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4"/>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4"/>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4"/>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4"/>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4"/>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0" name="Google Shape;14160;p64"/>
          <p:cNvGrpSpPr/>
          <p:nvPr/>
        </p:nvGrpSpPr>
        <p:grpSpPr>
          <a:xfrm>
            <a:off x="3221193" y="2895245"/>
            <a:ext cx="375792" cy="373800"/>
            <a:chOff x="3246251" y="2895245"/>
            <a:chExt cx="375792" cy="373800"/>
          </a:xfrm>
        </p:grpSpPr>
        <p:sp>
          <p:nvSpPr>
            <p:cNvPr id="14161" name="Google Shape;14161;p64"/>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4"/>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4"/>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4"/>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4"/>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4"/>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4"/>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4"/>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4"/>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4"/>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4"/>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4"/>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4"/>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4"/>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5" name="Google Shape;14175;p64"/>
          <p:cNvGrpSpPr/>
          <p:nvPr/>
        </p:nvGrpSpPr>
        <p:grpSpPr>
          <a:xfrm>
            <a:off x="3766125" y="2895454"/>
            <a:ext cx="234650" cy="373590"/>
            <a:chOff x="3791182" y="2895454"/>
            <a:chExt cx="234650" cy="373590"/>
          </a:xfrm>
        </p:grpSpPr>
        <p:sp>
          <p:nvSpPr>
            <p:cNvPr id="14176" name="Google Shape;14176;p64"/>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4"/>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4"/>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4"/>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4"/>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4"/>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4"/>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4"/>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4"/>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5" name="Google Shape;14185;p64"/>
          <p:cNvGrpSpPr/>
          <p:nvPr/>
        </p:nvGrpSpPr>
        <p:grpSpPr>
          <a:xfrm>
            <a:off x="7017938" y="2489463"/>
            <a:ext cx="364441" cy="256225"/>
            <a:chOff x="7042995" y="2489463"/>
            <a:chExt cx="364441" cy="256225"/>
          </a:xfrm>
        </p:grpSpPr>
        <p:sp>
          <p:nvSpPr>
            <p:cNvPr id="14186" name="Google Shape;14186;p64"/>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4"/>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4"/>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4"/>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4"/>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4"/>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4"/>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4"/>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4"/>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5" name="Google Shape;14195;p64"/>
          <p:cNvGrpSpPr/>
          <p:nvPr/>
        </p:nvGrpSpPr>
        <p:grpSpPr>
          <a:xfrm>
            <a:off x="7492115" y="2437007"/>
            <a:ext cx="364284" cy="361243"/>
            <a:chOff x="7517172" y="2437007"/>
            <a:chExt cx="364284" cy="361243"/>
          </a:xfrm>
        </p:grpSpPr>
        <p:sp>
          <p:nvSpPr>
            <p:cNvPr id="14196" name="Google Shape;14196;p64"/>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4"/>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4"/>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4"/>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4"/>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4"/>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4"/>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4"/>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4"/>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4"/>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4"/>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4"/>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4"/>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4"/>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4"/>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4"/>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4"/>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4"/>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4"/>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4"/>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4"/>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7" name="Google Shape;14217;p64"/>
          <p:cNvGrpSpPr/>
          <p:nvPr/>
        </p:nvGrpSpPr>
        <p:grpSpPr>
          <a:xfrm>
            <a:off x="7981418" y="2436954"/>
            <a:ext cx="335290" cy="361321"/>
            <a:chOff x="8006475" y="2436954"/>
            <a:chExt cx="335290" cy="361321"/>
          </a:xfrm>
        </p:grpSpPr>
        <p:sp>
          <p:nvSpPr>
            <p:cNvPr id="14218" name="Google Shape;14218;p64"/>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4"/>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4"/>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4"/>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4"/>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4"/>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4"/>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4"/>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4"/>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4"/>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4"/>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4"/>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4"/>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4"/>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4"/>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4"/>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4"/>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4"/>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4"/>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7" name="Google Shape;14237;p64"/>
          <p:cNvGrpSpPr/>
          <p:nvPr/>
        </p:nvGrpSpPr>
        <p:grpSpPr>
          <a:xfrm>
            <a:off x="5571604" y="2909139"/>
            <a:ext cx="394326" cy="349682"/>
            <a:chOff x="5596661" y="2909139"/>
            <a:chExt cx="394326" cy="349682"/>
          </a:xfrm>
        </p:grpSpPr>
        <p:sp>
          <p:nvSpPr>
            <p:cNvPr id="14238" name="Google Shape;14238;p64"/>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4"/>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4"/>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4"/>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4"/>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4"/>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4"/>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4"/>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4"/>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4"/>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4"/>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4"/>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4"/>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4"/>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4"/>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4"/>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4" name="Google Shape;14254;p64"/>
          <p:cNvGrpSpPr/>
          <p:nvPr/>
        </p:nvGrpSpPr>
        <p:grpSpPr>
          <a:xfrm>
            <a:off x="849601" y="2914408"/>
            <a:ext cx="356891" cy="335709"/>
            <a:chOff x="874658" y="2914408"/>
            <a:chExt cx="356891" cy="335709"/>
          </a:xfrm>
        </p:grpSpPr>
        <p:sp>
          <p:nvSpPr>
            <p:cNvPr id="14255" name="Google Shape;14255;p64"/>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4"/>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4"/>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4"/>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4"/>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4"/>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4"/>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4"/>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4"/>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4"/>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4"/>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4"/>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4"/>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4"/>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4"/>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4"/>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4"/>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4"/>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4"/>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4"/>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5" name="Google Shape;14275;p64"/>
          <p:cNvGrpSpPr/>
          <p:nvPr/>
        </p:nvGrpSpPr>
        <p:grpSpPr>
          <a:xfrm>
            <a:off x="4205855" y="2929193"/>
            <a:ext cx="308813" cy="306165"/>
            <a:chOff x="4230912" y="2929193"/>
            <a:chExt cx="308813" cy="306165"/>
          </a:xfrm>
        </p:grpSpPr>
        <p:sp>
          <p:nvSpPr>
            <p:cNvPr id="14276" name="Google Shape;14276;p64"/>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4"/>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4"/>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4"/>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4"/>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4"/>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4"/>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4"/>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4"/>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4"/>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4"/>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4"/>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4"/>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4"/>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4"/>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1" name="Google Shape;14291;p64"/>
          <p:cNvGrpSpPr/>
          <p:nvPr/>
        </p:nvGrpSpPr>
        <p:grpSpPr>
          <a:xfrm>
            <a:off x="4602829" y="3401089"/>
            <a:ext cx="409111" cy="267944"/>
            <a:chOff x="4627886" y="3401089"/>
            <a:chExt cx="409111" cy="267944"/>
          </a:xfrm>
        </p:grpSpPr>
        <p:sp>
          <p:nvSpPr>
            <p:cNvPr id="14292" name="Google Shape;14292;p64"/>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4"/>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4"/>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4"/>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4"/>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4"/>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4"/>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4"/>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4"/>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4"/>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4"/>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3" name="Google Shape;14303;p64"/>
          <p:cNvGrpSpPr/>
          <p:nvPr/>
        </p:nvGrpSpPr>
        <p:grpSpPr>
          <a:xfrm>
            <a:off x="4627419" y="2898915"/>
            <a:ext cx="386016" cy="384495"/>
            <a:chOff x="4652476" y="2898915"/>
            <a:chExt cx="386016" cy="384495"/>
          </a:xfrm>
        </p:grpSpPr>
        <p:sp>
          <p:nvSpPr>
            <p:cNvPr id="14304" name="Google Shape;14304;p64"/>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4"/>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4"/>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4"/>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4"/>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4"/>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4"/>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4"/>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4"/>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3" name="Google Shape;14313;p64"/>
          <p:cNvGrpSpPr/>
          <p:nvPr/>
        </p:nvGrpSpPr>
        <p:grpSpPr>
          <a:xfrm>
            <a:off x="5131874" y="2922194"/>
            <a:ext cx="324699" cy="347611"/>
            <a:chOff x="5156931" y="2922194"/>
            <a:chExt cx="324699" cy="347611"/>
          </a:xfrm>
        </p:grpSpPr>
        <p:sp>
          <p:nvSpPr>
            <p:cNvPr id="14314" name="Google Shape;14314;p64"/>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4"/>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4"/>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4"/>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4"/>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4"/>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4"/>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4"/>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4"/>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64"/>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4"/>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4"/>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4"/>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4"/>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4"/>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64"/>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0" name="Google Shape;14330;p64"/>
          <p:cNvGrpSpPr/>
          <p:nvPr/>
        </p:nvGrpSpPr>
        <p:grpSpPr>
          <a:xfrm>
            <a:off x="6061274" y="2905337"/>
            <a:ext cx="364441" cy="364834"/>
            <a:chOff x="6086331" y="2905337"/>
            <a:chExt cx="364441" cy="364834"/>
          </a:xfrm>
        </p:grpSpPr>
        <p:sp>
          <p:nvSpPr>
            <p:cNvPr id="14331" name="Google Shape;14331;p64"/>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4"/>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64"/>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4"/>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4"/>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4"/>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7" name="Google Shape;14337;p64"/>
          <p:cNvGrpSpPr/>
          <p:nvPr/>
        </p:nvGrpSpPr>
        <p:grpSpPr>
          <a:xfrm>
            <a:off x="6529002" y="2907251"/>
            <a:ext cx="377706" cy="377680"/>
            <a:chOff x="6554059" y="2907251"/>
            <a:chExt cx="377706" cy="377680"/>
          </a:xfrm>
        </p:grpSpPr>
        <p:sp>
          <p:nvSpPr>
            <p:cNvPr id="14338" name="Google Shape;14338;p64"/>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4"/>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4"/>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4"/>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4"/>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64"/>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4"/>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4"/>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4"/>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64"/>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4"/>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4"/>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64"/>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4"/>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4"/>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4"/>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4"/>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4"/>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4"/>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4"/>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4"/>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9" name="Google Shape;14359;p64"/>
          <p:cNvGrpSpPr/>
          <p:nvPr/>
        </p:nvGrpSpPr>
        <p:grpSpPr>
          <a:xfrm>
            <a:off x="7466739" y="2945446"/>
            <a:ext cx="400801" cy="317542"/>
            <a:chOff x="7491796" y="2945446"/>
            <a:chExt cx="400801" cy="317542"/>
          </a:xfrm>
        </p:grpSpPr>
        <p:sp>
          <p:nvSpPr>
            <p:cNvPr id="14360" name="Google Shape;14360;p64"/>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4"/>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4"/>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4"/>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4"/>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4"/>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4"/>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4"/>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4"/>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4"/>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4"/>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4"/>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4"/>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4"/>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64"/>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64"/>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4"/>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4"/>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4"/>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4"/>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4"/>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4"/>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2" name="Google Shape;14382;p64"/>
          <p:cNvGrpSpPr/>
          <p:nvPr/>
        </p:nvGrpSpPr>
        <p:grpSpPr>
          <a:xfrm>
            <a:off x="7020586" y="2907723"/>
            <a:ext cx="345304" cy="365857"/>
            <a:chOff x="7045643" y="2907723"/>
            <a:chExt cx="345304" cy="365857"/>
          </a:xfrm>
        </p:grpSpPr>
        <p:sp>
          <p:nvSpPr>
            <p:cNvPr id="14383" name="Google Shape;14383;p64"/>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4"/>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4"/>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4"/>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4"/>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4"/>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4"/>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4"/>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4"/>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4"/>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4"/>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4"/>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4"/>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4"/>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4"/>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4"/>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4"/>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4"/>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4"/>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2" name="Google Shape;14402;p64"/>
          <p:cNvGrpSpPr/>
          <p:nvPr/>
        </p:nvGrpSpPr>
        <p:grpSpPr>
          <a:xfrm>
            <a:off x="7967786" y="2907251"/>
            <a:ext cx="347794" cy="366328"/>
            <a:chOff x="7992843" y="2907251"/>
            <a:chExt cx="347794" cy="366328"/>
          </a:xfrm>
        </p:grpSpPr>
        <p:sp>
          <p:nvSpPr>
            <p:cNvPr id="14403" name="Google Shape;14403;p64"/>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4"/>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4"/>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4"/>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4"/>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4"/>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4"/>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4"/>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4"/>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4"/>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4"/>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4"/>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4"/>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4"/>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4"/>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64"/>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4"/>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4"/>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4"/>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4"/>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4"/>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4"/>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4"/>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4"/>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4"/>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4"/>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4"/>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4"/>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4"/>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4"/>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64"/>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4"/>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4"/>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6" name="Google Shape;14436;p64"/>
          <p:cNvGrpSpPr/>
          <p:nvPr/>
        </p:nvGrpSpPr>
        <p:grpSpPr>
          <a:xfrm>
            <a:off x="848841" y="1512377"/>
            <a:ext cx="398127" cy="353457"/>
            <a:chOff x="873898" y="1512377"/>
            <a:chExt cx="398127" cy="353457"/>
          </a:xfrm>
        </p:grpSpPr>
        <p:sp>
          <p:nvSpPr>
            <p:cNvPr id="14437" name="Google Shape;14437;p64"/>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4"/>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4"/>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4"/>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4"/>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4"/>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4"/>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4"/>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4"/>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4"/>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4"/>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4"/>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4"/>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4"/>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4"/>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4"/>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64"/>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64"/>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4"/>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6" name="Google Shape;14456;p64"/>
          <p:cNvGrpSpPr/>
          <p:nvPr/>
        </p:nvGrpSpPr>
        <p:grpSpPr>
          <a:xfrm>
            <a:off x="1399067" y="1515680"/>
            <a:ext cx="246762" cy="347139"/>
            <a:chOff x="1424125" y="1515680"/>
            <a:chExt cx="246762" cy="347139"/>
          </a:xfrm>
        </p:grpSpPr>
        <p:sp>
          <p:nvSpPr>
            <p:cNvPr id="14457" name="Google Shape;14457;p64"/>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64"/>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64"/>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4"/>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64"/>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64"/>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4"/>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4"/>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4"/>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4"/>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4"/>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4"/>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4"/>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4"/>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4"/>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4"/>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4"/>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4"/>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64"/>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64"/>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7" name="Google Shape;14477;p64"/>
          <p:cNvGrpSpPr/>
          <p:nvPr/>
        </p:nvGrpSpPr>
        <p:grpSpPr>
          <a:xfrm>
            <a:off x="2294441" y="1512744"/>
            <a:ext cx="352697" cy="352723"/>
            <a:chOff x="2319498" y="1512744"/>
            <a:chExt cx="352697" cy="352723"/>
          </a:xfrm>
        </p:grpSpPr>
        <p:sp>
          <p:nvSpPr>
            <p:cNvPr id="14478" name="Google Shape;14478;p64"/>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4"/>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4"/>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64"/>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64"/>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4"/>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4"/>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4"/>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4"/>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4"/>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4"/>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4"/>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4"/>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4"/>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4"/>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4"/>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64"/>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64"/>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64"/>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7" name="Google Shape;14497;p64"/>
          <p:cNvGrpSpPr/>
          <p:nvPr/>
        </p:nvGrpSpPr>
        <p:grpSpPr>
          <a:xfrm>
            <a:off x="4211544" y="1512666"/>
            <a:ext cx="312981" cy="352697"/>
            <a:chOff x="4236601" y="1512666"/>
            <a:chExt cx="312981" cy="352697"/>
          </a:xfrm>
        </p:grpSpPr>
        <p:sp>
          <p:nvSpPr>
            <p:cNvPr id="14498" name="Google Shape;14498;p64"/>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4"/>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4"/>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4"/>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4"/>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4"/>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4"/>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4"/>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4"/>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64"/>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4"/>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64"/>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64"/>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4"/>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2" name="Google Shape;14512;p64"/>
          <p:cNvGrpSpPr/>
          <p:nvPr/>
        </p:nvGrpSpPr>
        <p:grpSpPr>
          <a:xfrm>
            <a:off x="824618" y="3347716"/>
            <a:ext cx="346300" cy="375818"/>
            <a:chOff x="849675" y="3347716"/>
            <a:chExt cx="346300" cy="375818"/>
          </a:xfrm>
        </p:grpSpPr>
        <p:sp>
          <p:nvSpPr>
            <p:cNvPr id="14513" name="Google Shape;14513;p64"/>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4"/>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64"/>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4"/>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4"/>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4"/>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4"/>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4"/>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64"/>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4"/>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4"/>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4"/>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4"/>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4"/>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4"/>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4"/>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4"/>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0" name="Google Shape;14530;p64"/>
          <p:cNvGrpSpPr/>
          <p:nvPr/>
        </p:nvGrpSpPr>
        <p:grpSpPr>
          <a:xfrm>
            <a:off x="1299162" y="3399202"/>
            <a:ext cx="376578" cy="272846"/>
            <a:chOff x="1324219" y="3399202"/>
            <a:chExt cx="376578" cy="272846"/>
          </a:xfrm>
        </p:grpSpPr>
        <p:sp>
          <p:nvSpPr>
            <p:cNvPr id="14531" name="Google Shape;14531;p64"/>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4"/>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64"/>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4"/>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4"/>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4"/>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4"/>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4"/>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64"/>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64"/>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4"/>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4"/>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4"/>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4"/>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4"/>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64"/>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4"/>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4"/>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64"/>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4"/>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4"/>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4"/>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64"/>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4"/>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4"/>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4"/>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4"/>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64"/>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4"/>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4"/>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4"/>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4"/>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4"/>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4" name="Google Shape;14564;p64"/>
          <p:cNvGrpSpPr/>
          <p:nvPr/>
        </p:nvGrpSpPr>
        <p:grpSpPr>
          <a:xfrm>
            <a:off x="1773706" y="3395401"/>
            <a:ext cx="376185" cy="280448"/>
            <a:chOff x="1798763" y="3395401"/>
            <a:chExt cx="376185" cy="280448"/>
          </a:xfrm>
        </p:grpSpPr>
        <p:sp>
          <p:nvSpPr>
            <p:cNvPr id="14565" name="Google Shape;14565;p64"/>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64"/>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4"/>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4"/>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4"/>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4"/>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64"/>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4"/>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4"/>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4"/>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4"/>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4"/>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4"/>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4"/>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4"/>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4"/>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4"/>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4"/>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4"/>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4"/>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64"/>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4"/>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4"/>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4"/>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4"/>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64"/>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4"/>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4"/>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4"/>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64"/>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64"/>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6" name="Google Shape;14596;p64"/>
          <p:cNvGrpSpPr/>
          <p:nvPr/>
        </p:nvGrpSpPr>
        <p:grpSpPr>
          <a:xfrm>
            <a:off x="2248250" y="3378754"/>
            <a:ext cx="375818" cy="313374"/>
            <a:chOff x="2273307" y="3378754"/>
            <a:chExt cx="375818" cy="313374"/>
          </a:xfrm>
        </p:grpSpPr>
        <p:sp>
          <p:nvSpPr>
            <p:cNvPr id="14597" name="Google Shape;14597;p64"/>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4"/>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4"/>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4"/>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64"/>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64"/>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4"/>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4"/>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4"/>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4"/>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4"/>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4"/>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4"/>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4"/>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4"/>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4"/>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4"/>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4"/>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64"/>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64"/>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4"/>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4"/>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4"/>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4"/>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4"/>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4"/>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4"/>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4"/>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4"/>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4"/>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4"/>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4"/>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4"/>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4"/>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4"/>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4"/>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4"/>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4"/>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4"/>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4"/>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4"/>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4"/>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4"/>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4"/>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4"/>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4"/>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4"/>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4"/>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4"/>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4"/>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64"/>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4"/>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4"/>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4"/>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4"/>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4"/>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4"/>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4"/>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4"/>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4"/>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64"/>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4"/>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4"/>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4"/>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4"/>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64"/>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64"/>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4"/>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4"/>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4"/>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4"/>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4"/>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4"/>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4"/>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4"/>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4"/>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4"/>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64"/>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64"/>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4"/>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4"/>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4"/>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4"/>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4"/>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1" name="Google Shape;14681;p64"/>
          <p:cNvGrpSpPr/>
          <p:nvPr/>
        </p:nvGrpSpPr>
        <p:grpSpPr>
          <a:xfrm>
            <a:off x="2722427" y="3359460"/>
            <a:ext cx="377706" cy="352330"/>
            <a:chOff x="2747484" y="3359460"/>
            <a:chExt cx="377706" cy="352330"/>
          </a:xfrm>
        </p:grpSpPr>
        <p:sp>
          <p:nvSpPr>
            <p:cNvPr id="14682" name="Google Shape;14682;p64"/>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4"/>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4"/>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4"/>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4"/>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4"/>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64"/>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64"/>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4"/>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4"/>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4"/>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4"/>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4"/>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4"/>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4"/>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7" name="Google Shape;14697;p64"/>
          <p:cNvGrpSpPr/>
          <p:nvPr/>
        </p:nvGrpSpPr>
        <p:grpSpPr>
          <a:xfrm>
            <a:off x="3671148" y="3371938"/>
            <a:ext cx="375792" cy="327373"/>
            <a:chOff x="3696205" y="3371938"/>
            <a:chExt cx="375792" cy="327373"/>
          </a:xfrm>
        </p:grpSpPr>
        <p:sp>
          <p:nvSpPr>
            <p:cNvPr id="14698" name="Google Shape;14698;p64"/>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4"/>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4"/>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4"/>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4"/>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64"/>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4"/>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4"/>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4"/>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4"/>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4"/>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4"/>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4"/>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4"/>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4"/>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4"/>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4"/>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4"/>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4"/>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4"/>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4"/>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4"/>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4"/>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1" name="Google Shape;14721;p64"/>
          <p:cNvGrpSpPr/>
          <p:nvPr/>
        </p:nvGrpSpPr>
        <p:grpSpPr>
          <a:xfrm>
            <a:off x="6542267" y="2436849"/>
            <a:ext cx="366722" cy="342892"/>
            <a:chOff x="6567324" y="2436849"/>
            <a:chExt cx="366722" cy="342892"/>
          </a:xfrm>
        </p:grpSpPr>
        <p:sp>
          <p:nvSpPr>
            <p:cNvPr id="14722" name="Google Shape;14722;p64"/>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4"/>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4"/>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4"/>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4"/>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4"/>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4"/>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4"/>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4"/>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4"/>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4"/>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4"/>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4" name="Google Shape;14734;p64"/>
          <p:cNvGrpSpPr/>
          <p:nvPr/>
        </p:nvGrpSpPr>
        <p:grpSpPr>
          <a:xfrm>
            <a:off x="4183913" y="3361347"/>
            <a:ext cx="299349" cy="348188"/>
            <a:chOff x="4208970" y="3361347"/>
            <a:chExt cx="299349" cy="348188"/>
          </a:xfrm>
        </p:grpSpPr>
        <p:sp>
          <p:nvSpPr>
            <p:cNvPr id="14735" name="Google Shape;14735;p64"/>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4"/>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4"/>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4"/>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4"/>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4"/>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4"/>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4"/>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4"/>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4"/>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4"/>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4"/>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4"/>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4"/>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9" name="Google Shape;14749;p64"/>
          <p:cNvGrpSpPr/>
          <p:nvPr/>
        </p:nvGrpSpPr>
        <p:grpSpPr>
          <a:xfrm>
            <a:off x="2761776" y="1512351"/>
            <a:ext cx="366722" cy="353667"/>
            <a:chOff x="2786833" y="1512351"/>
            <a:chExt cx="366722" cy="353667"/>
          </a:xfrm>
        </p:grpSpPr>
        <p:sp>
          <p:nvSpPr>
            <p:cNvPr id="14750" name="Google Shape;14750;p64"/>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4"/>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4"/>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4"/>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4"/>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4"/>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4"/>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4"/>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4"/>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4"/>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4"/>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4"/>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4"/>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4"/>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4"/>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4"/>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4"/>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4"/>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4"/>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4"/>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0" name="Google Shape;14770;p64"/>
          <p:cNvGrpSpPr/>
          <p:nvPr/>
        </p:nvGrpSpPr>
        <p:grpSpPr>
          <a:xfrm>
            <a:off x="1820264" y="1512744"/>
            <a:ext cx="352723" cy="353090"/>
            <a:chOff x="1845321" y="1512744"/>
            <a:chExt cx="352723" cy="353090"/>
          </a:xfrm>
        </p:grpSpPr>
        <p:sp>
          <p:nvSpPr>
            <p:cNvPr id="14771" name="Google Shape;14771;p64"/>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4"/>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4"/>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4"/>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4"/>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4"/>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4"/>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4"/>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4"/>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4"/>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4"/>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2" name="Google Shape;14782;p64"/>
          <p:cNvGrpSpPr/>
          <p:nvPr/>
        </p:nvGrpSpPr>
        <p:grpSpPr>
          <a:xfrm>
            <a:off x="3189395" y="3340533"/>
            <a:ext cx="392465" cy="389896"/>
            <a:chOff x="3214452" y="3340533"/>
            <a:chExt cx="392465" cy="389896"/>
          </a:xfrm>
        </p:grpSpPr>
        <p:sp>
          <p:nvSpPr>
            <p:cNvPr id="14783" name="Google Shape;14783;p64"/>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4"/>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4"/>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4"/>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4"/>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4"/>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4"/>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4"/>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4"/>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4"/>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4"/>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4"/>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4"/>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4"/>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4"/>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4"/>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4"/>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4"/>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4"/>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4"/>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4"/>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4"/>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4"/>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4"/>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4"/>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8" name="Google Shape;14808;p64"/>
          <p:cNvGrpSpPr/>
          <p:nvPr/>
        </p:nvGrpSpPr>
        <p:grpSpPr>
          <a:xfrm>
            <a:off x="3302172" y="1499899"/>
            <a:ext cx="234650" cy="378440"/>
            <a:chOff x="3327229" y="1499899"/>
            <a:chExt cx="234650" cy="378440"/>
          </a:xfrm>
        </p:grpSpPr>
        <p:sp>
          <p:nvSpPr>
            <p:cNvPr id="14809" name="Google Shape;14809;p64"/>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4"/>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4"/>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4"/>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4"/>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4"/>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4"/>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4"/>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4"/>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4"/>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4"/>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4"/>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4"/>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4"/>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4"/>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4"/>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4"/>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4"/>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4"/>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4"/>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4"/>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0" name="Google Shape;14830;p64"/>
          <p:cNvGrpSpPr/>
          <p:nvPr/>
        </p:nvGrpSpPr>
        <p:grpSpPr>
          <a:xfrm>
            <a:off x="3710496" y="1530151"/>
            <a:ext cx="366722" cy="317962"/>
            <a:chOff x="3735553" y="1530151"/>
            <a:chExt cx="366722" cy="317962"/>
          </a:xfrm>
        </p:grpSpPr>
        <p:sp>
          <p:nvSpPr>
            <p:cNvPr id="14831" name="Google Shape;14831;p64"/>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4"/>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4"/>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4"/>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4"/>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4"/>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4"/>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4"/>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4"/>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4"/>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4"/>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4"/>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3" name="Google Shape;14843;p64"/>
          <p:cNvGrpSpPr/>
          <p:nvPr/>
        </p:nvGrpSpPr>
        <p:grpSpPr>
          <a:xfrm>
            <a:off x="841265" y="2469775"/>
            <a:ext cx="379226" cy="322733"/>
            <a:chOff x="866322" y="2469775"/>
            <a:chExt cx="379226" cy="322733"/>
          </a:xfrm>
        </p:grpSpPr>
        <p:sp>
          <p:nvSpPr>
            <p:cNvPr id="14844" name="Google Shape;14844;p64"/>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4"/>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4"/>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4"/>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4"/>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4"/>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4"/>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4"/>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4"/>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4"/>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4"/>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4"/>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4"/>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4"/>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4"/>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4"/>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4"/>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4"/>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4"/>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4"/>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4"/>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4"/>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4"/>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4"/>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4"/>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4"/>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0" name="Google Shape;14870;p64"/>
          <p:cNvGrpSpPr/>
          <p:nvPr/>
        </p:nvGrpSpPr>
        <p:grpSpPr>
          <a:xfrm>
            <a:off x="1303330" y="2500814"/>
            <a:ext cx="404183" cy="289151"/>
            <a:chOff x="1328387" y="2500814"/>
            <a:chExt cx="404183" cy="289151"/>
          </a:xfrm>
        </p:grpSpPr>
        <p:sp>
          <p:nvSpPr>
            <p:cNvPr id="14871" name="Google Shape;14871;p64"/>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4"/>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4"/>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4"/>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4"/>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4"/>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4"/>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4"/>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4"/>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4"/>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64"/>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4"/>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4"/>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4"/>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4"/>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4"/>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4"/>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4"/>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4"/>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4"/>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4"/>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4"/>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4"/>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4"/>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4"/>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4"/>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4"/>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64"/>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4"/>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0" name="Google Shape;14900;p64"/>
          <p:cNvGrpSpPr/>
          <p:nvPr/>
        </p:nvGrpSpPr>
        <p:grpSpPr>
          <a:xfrm>
            <a:off x="1796408" y="2495702"/>
            <a:ext cx="365988" cy="270801"/>
            <a:chOff x="1821465" y="2495702"/>
            <a:chExt cx="365988" cy="270801"/>
          </a:xfrm>
        </p:grpSpPr>
        <p:sp>
          <p:nvSpPr>
            <p:cNvPr id="14901" name="Google Shape;14901;p64"/>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4"/>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4"/>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4"/>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4"/>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4"/>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4"/>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8" name="Google Shape;14908;p64"/>
          <p:cNvGrpSpPr/>
          <p:nvPr/>
        </p:nvGrpSpPr>
        <p:grpSpPr>
          <a:xfrm>
            <a:off x="3700666" y="2455776"/>
            <a:ext cx="354977" cy="351202"/>
            <a:chOff x="3725723" y="2455776"/>
            <a:chExt cx="354977" cy="351202"/>
          </a:xfrm>
        </p:grpSpPr>
        <p:sp>
          <p:nvSpPr>
            <p:cNvPr id="14909" name="Google Shape;14909;p64"/>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4"/>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4"/>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4"/>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4"/>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4"/>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4"/>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4"/>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4"/>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4"/>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4"/>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4"/>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4"/>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2" name="Google Shape;14922;p64"/>
          <p:cNvGrpSpPr/>
          <p:nvPr/>
        </p:nvGrpSpPr>
        <p:grpSpPr>
          <a:xfrm>
            <a:off x="5201108" y="1977641"/>
            <a:ext cx="230482" cy="388847"/>
            <a:chOff x="5226165" y="1977641"/>
            <a:chExt cx="230482" cy="388847"/>
          </a:xfrm>
        </p:grpSpPr>
        <p:sp>
          <p:nvSpPr>
            <p:cNvPr id="14923" name="Google Shape;14923;p64"/>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4"/>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4"/>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4"/>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4"/>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4"/>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4"/>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4"/>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4"/>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4"/>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4"/>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4"/>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5" name="Google Shape;14935;p64"/>
          <p:cNvGrpSpPr/>
          <p:nvPr/>
        </p:nvGrpSpPr>
        <p:grpSpPr>
          <a:xfrm>
            <a:off x="5607545" y="2025510"/>
            <a:ext cx="370130" cy="287264"/>
            <a:chOff x="5632602" y="2025510"/>
            <a:chExt cx="370130" cy="287264"/>
          </a:xfrm>
        </p:grpSpPr>
        <p:sp>
          <p:nvSpPr>
            <p:cNvPr id="14936" name="Google Shape;14936;p64"/>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4"/>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4"/>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4"/>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4"/>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4"/>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4"/>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4"/>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4"/>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4"/>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4"/>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4"/>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4"/>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4"/>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4"/>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4"/>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4"/>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4"/>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4" name="Google Shape;14954;p64"/>
          <p:cNvGrpSpPr/>
          <p:nvPr/>
        </p:nvGrpSpPr>
        <p:grpSpPr>
          <a:xfrm>
            <a:off x="4187321" y="2456537"/>
            <a:ext cx="331515" cy="330021"/>
            <a:chOff x="4212378" y="2456537"/>
            <a:chExt cx="331515" cy="330021"/>
          </a:xfrm>
        </p:grpSpPr>
        <p:sp>
          <p:nvSpPr>
            <p:cNvPr id="14955" name="Google Shape;14955;p64"/>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4"/>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4"/>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4"/>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4"/>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4"/>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4"/>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4"/>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4"/>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4" name="Google Shape;14964;p64"/>
          <p:cNvGrpSpPr/>
          <p:nvPr/>
        </p:nvGrpSpPr>
        <p:grpSpPr>
          <a:xfrm>
            <a:off x="6150956" y="1977825"/>
            <a:ext cx="235411" cy="347427"/>
            <a:chOff x="6176013" y="1977825"/>
            <a:chExt cx="235411" cy="347427"/>
          </a:xfrm>
        </p:grpSpPr>
        <p:sp>
          <p:nvSpPr>
            <p:cNvPr id="14965" name="Google Shape;14965;p64"/>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4"/>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4"/>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4"/>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4"/>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4"/>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4"/>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4"/>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4"/>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4"/>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4"/>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4"/>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4"/>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4"/>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4"/>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4"/>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4"/>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2" name="Google Shape;14982;p64"/>
          <p:cNvGrpSpPr/>
          <p:nvPr/>
        </p:nvGrpSpPr>
        <p:grpSpPr>
          <a:xfrm>
            <a:off x="6627020" y="1977458"/>
            <a:ext cx="235778" cy="347794"/>
            <a:chOff x="6652077" y="1977458"/>
            <a:chExt cx="235778" cy="347794"/>
          </a:xfrm>
        </p:grpSpPr>
        <p:sp>
          <p:nvSpPr>
            <p:cNvPr id="14983" name="Google Shape;14983;p64"/>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4"/>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4"/>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4"/>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4"/>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4"/>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4"/>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4"/>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4"/>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4"/>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4"/>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4"/>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4"/>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4"/>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4"/>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4"/>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9" name="Google Shape;14999;p64"/>
          <p:cNvGrpSpPr/>
          <p:nvPr/>
        </p:nvGrpSpPr>
        <p:grpSpPr>
          <a:xfrm>
            <a:off x="7047456" y="1997512"/>
            <a:ext cx="394352" cy="308052"/>
            <a:chOff x="7072513" y="1997512"/>
            <a:chExt cx="394352" cy="308052"/>
          </a:xfrm>
        </p:grpSpPr>
        <p:sp>
          <p:nvSpPr>
            <p:cNvPr id="15000" name="Google Shape;15000;p64"/>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4"/>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4"/>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4"/>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4"/>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4"/>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4"/>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4"/>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4"/>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4"/>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4"/>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1" name="Google Shape;15011;p64"/>
          <p:cNvGrpSpPr/>
          <p:nvPr/>
        </p:nvGrpSpPr>
        <p:grpSpPr>
          <a:xfrm>
            <a:off x="7551151" y="1977825"/>
            <a:ext cx="292533" cy="347454"/>
            <a:chOff x="7576208" y="1977825"/>
            <a:chExt cx="292533" cy="347454"/>
          </a:xfrm>
        </p:grpSpPr>
        <p:sp>
          <p:nvSpPr>
            <p:cNvPr id="15012" name="Google Shape;15012;p64"/>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4"/>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4"/>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4"/>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4"/>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4"/>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4"/>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4"/>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4"/>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4"/>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4"/>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4"/>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4"/>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5" name="Google Shape;15025;p64"/>
          <p:cNvGrpSpPr/>
          <p:nvPr/>
        </p:nvGrpSpPr>
        <p:grpSpPr>
          <a:xfrm>
            <a:off x="7998825" y="1977458"/>
            <a:ext cx="320557" cy="347794"/>
            <a:chOff x="8023882" y="1977458"/>
            <a:chExt cx="320557" cy="347794"/>
          </a:xfrm>
        </p:grpSpPr>
        <p:sp>
          <p:nvSpPr>
            <p:cNvPr id="15026" name="Google Shape;15026;p64"/>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4"/>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64"/>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64"/>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4"/>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4"/>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4"/>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4"/>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4"/>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4"/>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4"/>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4"/>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4"/>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4"/>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4"/>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4"/>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4"/>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4"/>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4"/>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4"/>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4"/>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4"/>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4"/>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4"/>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4"/>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4"/>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4"/>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4"/>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4"/>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4"/>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4"/>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4"/>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4"/>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4"/>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4"/>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4"/>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4"/>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4"/>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4"/>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4"/>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6" name="Google Shape;15066;p64"/>
          <p:cNvGrpSpPr/>
          <p:nvPr/>
        </p:nvGrpSpPr>
        <p:grpSpPr>
          <a:xfrm>
            <a:off x="5602617" y="2444819"/>
            <a:ext cx="345147" cy="342630"/>
            <a:chOff x="5627674" y="2444819"/>
            <a:chExt cx="345147" cy="342630"/>
          </a:xfrm>
        </p:grpSpPr>
        <p:sp>
          <p:nvSpPr>
            <p:cNvPr id="15067" name="Google Shape;15067;p64"/>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4"/>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4"/>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4"/>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4"/>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2" name="Google Shape;15072;p64"/>
          <p:cNvGrpSpPr/>
          <p:nvPr/>
        </p:nvGrpSpPr>
        <p:grpSpPr>
          <a:xfrm>
            <a:off x="4628939" y="2440257"/>
            <a:ext cx="396607" cy="348555"/>
            <a:chOff x="4653996" y="2440257"/>
            <a:chExt cx="396607" cy="348555"/>
          </a:xfrm>
        </p:grpSpPr>
        <p:sp>
          <p:nvSpPr>
            <p:cNvPr id="15073" name="Google Shape;15073;p64"/>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4"/>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4"/>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4"/>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4"/>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4"/>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4"/>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4"/>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64"/>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4"/>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4"/>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4"/>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64"/>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4"/>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4"/>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4"/>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4"/>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4"/>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1" name="Google Shape;15091;p64"/>
          <p:cNvGrpSpPr/>
          <p:nvPr/>
        </p:nvGrpSpPr>
        <p:grpSpPr>
          <a:xfrm>
            <a:off x="1829334" y="2895140"/>
            <a:ext cx="301630" cy="374272"/>
            <a:chOff x="1854391" y="2895140"/>
            <a:chExt cx="301630" cy="374272"/>
          </a:xfrm>
        </p:grpSpPr>
        <p:sp>
          <p:nvSpPr>
            <p:cNvPr id="15092" name="Google Shape;15092;p64"/>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4"/>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4"/>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4"/>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4"/>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4"/>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4"/>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4"/>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4"/>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4"/>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4"/>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4"/>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4"/>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4"/>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4"/>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4"/>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4"/>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4"/>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4"/>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4"/>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4"/>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4"/>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4"/>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4"/>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4"/>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4"/>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4"/>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4"/>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4"/>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4"/>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4"/>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4"/>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4"/>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4"/>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4"/>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4"/>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4"/>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4"/>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4"/>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4"/>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4"/>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4"/>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4"/>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64"/>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4"/>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4"/>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4"/>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4"/>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4"/>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1" name="Google Shape;15141;p64"/>
          <p:cNvGrpSpPr/>
          <p:nvPr/>
        </p:nvGrpSpPr>
        <p:grpSpPr>
          <a:xfrm>
            <a:off x="5147760" y="2438370"/>
            <a:ext cx="289518" cy="357651"/>
            <a:chOff x="5172817" y="2438370"/>
            <a:chExt cx="289518" cy="357651"/>
          </a:xfrm>
        </p:grpSpPr>
        <p:sp>
          <p:nvSpPr>
            <p:cNvPr id="15142" name="Google Shape;15142;p64"/>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4"/>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4"/>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4"/>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4"/>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4"/>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4"/>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4"/>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4"/>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4"/>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4"/>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3" name="Google Shape;15153;p64"/>
          <p:cNvGrpSpPr/>
          <p:nvPr/>
        </p:nvGrpSpPr>
        <p:grpSpPr>
          <a:xfrm>
            <a:off x="3209449" y="2484534"/>
            <a:ext cx="388297" cy="293320"/>
            <a:chOff x="3234506" y="2484534"/>
            <a:chExt cx="388297" cy="293320"/>
          </a:xfrm>
        </p:grpSpPr>
        <p:sp>
          <p:nvSpPr>
            <p:cNvPr id="15154" name="Google Shape;15154;p64"/>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4"/>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4"/>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4"/>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4"/>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4"/>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4"/>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4"/>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4"/>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4"/>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4"/>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4"/>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4"/>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4"/>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4"/>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4"/>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0" name="Google Shape;15170;p64"/>
          <p:cNvGrpSpPr/>
          <p:nvPr/>
        </p:nvGrpSpPr>
        <p:grpSpPr>
          <a:xfrm>
            <a:off x="6040092" y="3367036"/>
            <a:ext cx="362553" cy="356498"/>
            <a:chOff x="6065149" y="3367036"/>
            <a:chExt cx="362553" cy="356498"/>
          </a:xfrm>
        </p:grpSpPr>
        <p:sp>
          <p:nvSpPr>
            <p:cNvPr id="15171" name="Google Shape;15171;p64"/>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4"/>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4"/>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4"/>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4"/>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6" name="Google Shape;15176;p64"/>
          <p:cNvGrpSpPr/>
          <p:nvPr/>
        </p:nvGrpSpPr>
        <p:grpSpPr>
          <a:xfrm>
            <a:off x="6515764" y="3367036"/>
            <a:ext cx="362553" cy="356498"/>
            <a:chOff x="6540821" y="3367036"/>
            <a:chExt cx="362553" cy="356498"/>
          </a:xfrm>
        </p:grpSpPr>
        <p:sp>
          <p:nvSpPr>
            <p:cNvPr id="15177" name="Google Shape;15177;p64"/>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4"/>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4"/>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4"/>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4"/>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4"/>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4"/>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4" name="Google Shape;15184;p64"/>
          <p:cNvGrpSpPr/>
          <p:nvPr/>
        </p:nvGrpSpPr>
        <p:grpSpPr>
          <a:xfrm>
            <a:off x="2277401" y="2474704"/>
            <a:ext cx="354479" cy="312561"/>
            <a:chOff x="2302458" y="2474704"/>
            <a:chExt cx="354479" cy="312561"/>
          </a:xfrm>
        </p:grpSpPr>
        <p:sp>
          <p:nvSpPr>
            <p:cNvPr id="15185" name="Google Shape;15185;p64"/>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4"/>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4"/>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4"/>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4"/>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4"/>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4"/>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4"/>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4"/>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4"/>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4"/>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64"/>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7" name="Google Shape;15197;p64"/>
          <p:cNvGrpSpPr/>
          <p:nvPr/>
        </p:nvGrpSpPr>
        <p:grpSpPr>
          <a:xfrm>
            <a:off x="2806053" y="2442538"/>
            <a:ext cx="246002" cy="348922"/>
            <a:chOff x="2831110" y="2442538"/>
            <a:chExt cx="246002" cy="348922"/>
          </a:xfrm>
        </p:grpSpPr>
        <p:sp>
          <p:nvSpPr>
            <p:cNvPr id="15198" name="Google Shape;15198;p64"/>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4"/>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4"/>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4"/>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4"/>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4"/>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4"/>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4"/>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4"/>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4"/>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4"/>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4"/>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4"/>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4"/>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2" name="Google Shape;15212;p64"/>
          <p:cNvGrpSpPr/>
          <p:nvPr/>
        </p:nvGrpSpPr>
        <p:grpSpPr>
          <a:xfrm>
            <a:off x="6991435" y="3367036"/>
            <a:ext cx="362947" cy="356498"/>
            <a:chOff x="7016492" y="3367036"/>
            <a:chExt cx="362947" cy="356498"/>
          </a:xfrm>
        </p:grpSpPr>
        <p:sp>
          <p:nvSpPr>
            <p:cNvPr id="15213" name="Google Shape;15213;p64"/>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4"/>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4"/>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4"/>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4"/>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64"/>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9" name="Google Shape;15219;p64"/>
          <p:cNvGrpSpPr/>
          <p:nvPr/>
        </p:nvGrpSpPr>
        <p:grpSpPr>
          <a:xfrm>
            <a:off x="4806717" y="3817357"/>
            <a:ext cx="362947" cy="356576"/>
            <a:chOff x="5108852" y="3817357"/>
            <a:chExt cx="362947" cy="356576"/>
          </a:xfrm>
        </p:grpSpPr>
        <p:sp>
          <p:nvSpPr>
            <p:cNvPr id="15220" name="Google Shape;15220;p64"/>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64"/>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4"/>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4"/>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4" name="Google Shape;15224;p64"/>
          <p:cNvGrpSpPr/>
          <p:nvPr/>
        </p:nvGrpSpPr>
        <p:grpSpPr>
          <a:xfrm>
            <a:off x="5703585" y="3817357"/>
            <a:ext cx="362947" cy="356576"/>
            <a:chOff x="6005720" y="3817357"/>
            <a:chExt cx="362947" cy="356576"/>
          </a:xfrm>
        </p:grpSpPr>
        <p:sp>
          <p:nvSpPr>
            <p:cNvPr id="15225" name="Google Shape;15225;p64"/>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4"/>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4"/>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4"/>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9" name="Google Shape;15229;p64"/>
          <p:cNvGrpSpPr/>
          <p:nvPr/>
        </p:nvGrpSpPr>
        <p:grpSpPr>
          <a:xfrm>
            <a:off x="5564395" y="3367036"/>
            <a:ext cx="362580" cy="356498"/>
            <a:chOff x="5589452" y="3367036"/>
            <a:chExt cx="362580" cy="356498"/>
          </a:xfrm>
        </p:grpSpPr>
        <p:sp>
          <p:nvSpPr>
            <p:cNvPr id="15230" name="Google Shape;15230;p64"/>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4"/>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4"/>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3" name="Google Shape;15233;p64"/>
          <p:cNvGrpSpPr/>
          <p:nvPr/>
        </p:nvGrpSpPr>
        <p:grpSpPr>
          <a:xfrm>
            <a:off x="7462964" y="3362475"/>
            <a:ext cx="372017" cy="365621"/>
            <a:chOff x="7488021" y="3362475"/>
            <a:chExt cx="372017" cy="365621"/>
          </a:xfrm>
        </p:grpSpPr>
        <p:sp>
          <p:nvSpPr>
            <p:cNvPr id="15234" name="Google Shape;15234;p64"/>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4"/>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4"/>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4"/>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4"/>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4"/>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4"/>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4"/>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4"/>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4"/>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4" name="Google Shape;15244;p64"/>
          <p:cNvGrpSpPr/>
          <p:nvPr/>
        </p:nvGrpSpPr>
        <p:grpSpPr>
          <a:xfrm>
            <a:off x="5088724" y="3367036"/>
            <a:ext cx="362553" cy="356498"/>
            <a:chOff x="5113781" y="3367036"/>
            <a:chExt cx="362553" cy="356498"/>
          </a:xfrm>
        </p:grpSpPr>
        <p:sp>
          <p:nvSpPr>
            <p:cNvPr id="15245" name="Google Shape;15245;p64"/>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4"/>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47" name="Google Shape;15247;p64"/>
          <p:cNvSpPr/>
          <p:nvPr/>
        </p:nvSpPr>
        <p:spPr>
          <a:xfrm>
            <a:off x="5147760"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48" name="Google Shape;15248;p64"/>
          <p:cNvGrpSpPr/>
          <p:nvPr/>
        </p:nvGrpSpPr>
        <p:grpSpPr>
          <a:xfrm>
            <a:off x="7943564" y="3365489"/>
            <a:ext cx="375818" cy="357651"/>
            <a:chOff x="7968621" y="3365489"/>
            <a:chExt cx="375818" cy="357651"/>
          </a:xfrm>
        </p:grpSpPr>
        <p:sp>
          <p:nvSpPr>
            <p:cNvPr id="15249" name="Google Shape;15249;p64"/>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4"/>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4"/>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4"/>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4"/>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4"/>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4"/>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4"/>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4"/>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4"/>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4"/>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64"/>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1" name="Google Shape;15261;p64"/>
          <p:cNvGrpSpPr/>
          <p:nvPr/>
        </p:nvGrpSpPr>
        <p:grpSpPr>
          <a:xfrm>
            <a:off x="5255151" y="3817357"/>
            <a:ext cx="362947" cy="356576"/>
            <a:chOff x="5557286" y="3817357"/>
            <a:chExt cx="362947" cy="356576"/>
          </a:xfrm>
        </p:grpSpPr>
        <p:grpSp>
          <p:nvGrpSpPr>
            <p:cNvPr id="15262" name="Google Shape;15262;p64"/>
            <p:cNvGrpSpPr/>
            <p:nvPr/>
          </p:nvGrpSpPr>
          <p:grpSpPr>
            <a:xfrm>
              <a:off x="5557286" y="3817357"/>
              <a:ext cx="362947" cy="356576"/>
              <a:chOff x="5557286" y="3817357"/>
              <a:chExt cx="362947" cy="356576"/>
            </a:xfrm>
          </p:grpSpPr>
          <p:sp>
            <p:nvSpPr>
              <p:cNvPr id="15263" name="Google Shape;15263;p64"/>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4"/>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4"/>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66" name="Google Shape;15266;p64"/>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7" name="Google Shape;15267;p64"/>
          <p:cNvGrpSpPr/>
          <p:nvPr/>
        </p:nvGrpSpPr>
        <p:grpSpPr>
          <a:xfrm>
            <a:off x="4358284" y="3817357"/>
            <a:ext cx="362947" cy="356576"/>
            <a:chOff x="4660419" y="3817357"/>
            <a:chExt cx="362947" cy="356576"/>
          </a:xfrm>
        </p:grpSpPr>
        <p:grpSp>
          <p:nvGrpSpPr>
            <p:cNvPr id="15268" name="Google Shape;15268;p64"/>
            <p:cNvGrpSpPr/>
            <p:nvPr/>
          </p:nvGrpSpPr>
          <p:grpSpPr>
            <a:xfrm>
              <a:off x="4660419" y="3817357"/>
              <a:ext cx="362947" cy="356576"/>
              <a:chOff x="4660419" y="3817357"/>
              <a:chExt cx="362947" cy="356576"/>
            </a:xfrm>
          </p:grpSpPr>
          <p:sp>
            <p:nvSpPr>
              <p:cNvPr id="15269" name="Google Shape;15269;p64"/>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4"/>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1" name="Google Shape;15271;p64"/>
            <p:cNvGrpSpPr/>
            <p:nvPr/>
          </p:nvGrpSpPr>
          <p:grpSpPr>
            <a:xfrm>
              <a:off x="4694459" y="3856408"/>
              <a:ext cx="282308" cy="265356"/>
              <a:chOff x="4690600" y="3853050"/>
              <a:chExt cx="289488" cy="272132"/>
            </a:xfrm>
          </p:grpSpPr>
          <p:sp>
            <p:nvSpPr>
              <p:cNvPr id="15272" name="Google Shape;15272;p64"/>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64"/>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74" name="Google Shape;15274;p64"/>
          <p:cNvGrpSpPr/>
          <p:nvPr/>
        </p:nvGrpSpPr>
        <p:grpSpPr>
          <a:xfrm>
            <a:off x="6159823" y="3813323"/>
            <a:ext cx="369882" cy="364325"/>
            <a:chOff x="1190200" y="238125"/>
            <a:chExt cx="5306767" cy="5212083"/>
          </a:xfrm>
        </p:grpSpPr>
        <p:grpSp>
          <p:nvGrpSpPr>
            <p:cNvPr id="15275" name="Google Shape;15275;p64"/>
            <p:cNvGrpSpPr/>
            <p:nvPr/>
          </p:nvGrpSpPr>
          <p:grpSpPr>
            <a:xfrm>
              <a:off x="1190200" y="238125"/>
              <a:ext cx="5212075" cy="5212075"/>
              <a:chOff x="1190200" y="238125"/>
              <a:chExt cx="5212075" cy="5212075"/>
            </a:xfrm>
          </p:grpSpPr>
          <p:sp>
            <p:nvSpPr>
              <p:cNvPr id="15276" name="Google Shape;15276;p64"/>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4"/>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8" name="Google Shape;15278;p64"/>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9" name="Google Shape;15279;p64"/>
          <p:cNvGrpSpPr/>
          <p:nvPr/>
        </p:nvGrpSpPr>
        <p:grpSpPr>
          <a:xfrm>
            <a:off x="3461049" y="3817357"/>
            <a:ext cx="363314" cy="356576"/>
            <a:chOff x="3763184" y="3817357"/>
            <a:chExt cx="363314" cy="356576"/>
          </a:xfrm>
        </p:grpSpPr>
        <p:sp>
          <p:nvSpPr>
            <p:cNvPr id="15280" name="Google Shape;15280;p64"/>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4"/>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4"/>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4"/>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4"/>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5" name="Google Shape;15285;p64"/>
          <p:cNvGrpSpPr/>
          <p:nvPr/>
        </p:nvGrpSpPr>
        <p:grpSpPr>
          <a:xfrm>
            <a:off x="3909850" y="3817357"/>
            <a:ext cx="362947" cy="356576"/>
            <a:chOff x="4211985" y="3817357"/>
            <a:chExt cx="362947" cy="356576"/>
          </a:xfrm>
        </p:grpSpPr>
        <p:sp>
          <p:nvSpPr>
            <p:cNvPr id="15286" name="Google Shape;15286;p64"/>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64"/>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4"/>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9" name="Google Shape;15289;p64"/>
          <p:cNvGrpSpPr/>
          <p:nvPr/>
        </p:nvGrpSpPr>
        <p:grpSpPr>
          <a:xfrm>
            <a:off x="3012615" y="3817357"/>
            <a:ext cx="362920" cy="356865"/>
            <a:chOff x="3314750" y="3817357"/>
            <a:chExt cx="362920" cy="356865"/>
          </a:xfrm>
        </p:grpSpPr>
        <p:grpSp>
          <p:nvGrpSpPr>
            <p:cNvPr id="15290" name="Google Shape;15290;p64"/>
            <p:cNvGrpSpPr/>
            <p:nvPr/>
          </p:nvGrpSpPr>
          <p:grpSpPr>
            <a:xfrm>
              <a:off x="3314750" y="3817357"/>
              <a:ext cx="362920" cy="356865"/>
              <a:chOff x="3314750" y="3817357"/>
              <a:chExt cx="362920" cy="356865"/>
            </a:xfrm>
          </p:grpSpPr>
          <p:sp>
            <p:nvSpPr>
              <p:cNvPr id="15291" name="Google Shape;15291;p64"/>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4"/>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3" name="Google Shape;15293;p64"/>
            <p:cNvGrpSpPr/>
            <p:nvPr/>
          </p:nvGrpSpPr>
          <p:grpSpPr>
            <a:xfrm>
              <a:off x="3394986" y="3894612"/>
              <a:ext cx="202339" cy="202323"/>
              <a:chOff x="935197" y="1793977"/>
              <a:chExt cx="256451" cy="256430"/>
            </a:xfrm>
          </p:grpSpPr>
          <p:sp>
            <p:nvSpPr>
              <p:cNvPr id="15294" name="Google Shape;15294;p6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96" name="Google Shape;15296;p64"/>
          <p:cNvGrpSpPr/>
          <p:nvPr/>
        </p:nvGrpSpPr>
        <p:grpSpPr>
          <a:xfrm>
            <a:off x="2564181" y="3817357"/>
            <a:ext cx="362920" cy="356865"/>
            <a:chOff x="2866317" y="3817357"/>
            <a:chExt cx="362920" cy="356865"/>
          </a:xfrm>
        </p:grpSpPr>
        <p:sp>
          <p:nvSpPr>
            <p:cNvPr id="15297" name="Google Shape;15297;p64"/>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4"/>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4"/>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00" name="Google Shape;15300;p64"/>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304" name="Shape 15304"/>
        <p:cNvGrpSpPr/>
        <p:nvPr/>
      </p:nvGrpSpPr>
      <p:grpSpPr>
        <a:xfrm>
          <a:off x="0" y="0"/>
          <a:ext cx="0" cy="0"/>
          <a:chOff x="0" y="0"/>
          <a:chExt cx="0" cy="0"/>
        </a:xfrm>
      </p:grpSpPr>
      <p:pic>
        <p:nvPicPr>
          <p:cNvPr id="15305" name="Google Shape;15305;p6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Red Blood Cell Disorders by Slidesgo">
  <a:themeElements>
    <a:clrScheme name="Simple Light">
      <a:dk1>
        <a:srgbClr val="F10906"/>
      </a:dk1>
      <a:lt1>
        <a:srgbClr val="F3F3F3"/>
      </a:lt1>
      <a:dk2>
        <a:srgbClr val="A70B01"/>
      </a:dk2>
      <a:lt2>
        <a:srgbClr val="750C0C"/>
      </a:lt2>
      <a:accent1>
        <a:srgbClr val="191919"/>
      </a:accent1>
      <a:accent2>
        <a:srgbClr val="FFFFFF"/>
      </a:accent2>
      <a:accent3>
        <a:srgbClr val="FFFF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