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14"/>
  </p:notesMasterIdLst>
  <p:sldIdLst>
    <p:sldId id="256" r:id="rId2"/>
    <p:sldId id="258" r:id="rId3"/>
    <p:sldId id="260" r:id="rId4"/>
    <p:sldId id="261" r:id="rId5"/>
    <p:sldId id="297" r:id="rId6"/>
    <p:sldId id="296" r:id="rId7"/>
    <p:sldId id="264" r:id="rId8"/>
    <p:sldId id="298" r:id="rId9"/>
    <p:sldId id="262" r:id="rId10"/>
    <p:sldId id="299" r:id="rId11"/>
    <p:sldId id="300" r:id="rId12"/>
    <p:sldId id="275" r:id="rId13"/>
  </p:sldIdLst>
  <p:sldSz cx="9144000" cy="5143500" type="screen16x9"/>
  <p:notesSz cx="6858000" cy="9144000"/>
  <p:embeddedFontLst>
    <p:embeddedFont>
      <p:font typeface="Bebas Neue" panose="020B0606020202050201" pitchFamily="34" charset="0"/>
      <p:regular r:id="rId15"/>
    </p:embeddedFont>
    <p:embeddedFont>
      <p:font typeface="Cambria Math" panose="02040503050406030204" pitchFamily="18" charset="0"/>
      <p:regular r:id="rId16"/>
    </p:embeddedFont>
    <p:embeddedFont>
      <p:font typeface="Comfortaa" panose="020B0604020202020204" charset="0"/>
      <p:regular r:id="rId17"/>
      <p:bold r:id="rId18"/>
    </p:embeddedFont>
    <p:embeddedFont>
      <p:font typeface="Poppins" panose="00000500000000000000" pitchFamily="2" charset="0"/>
      <p:regular r:id="rId19"/>
      <p:bold r:id="rId20"/>
      <p:italic r:id="rId21"/>
      <p:boldItalic r:id="rId22"/>
    </p:embeddedFont>
    <p:embeddedFont>
      <p:font typeface="Poppins Medium" panose="00000600000000000000" pitchFamily="2" charset="0"/>
      <p:regular r:id="rId23"/>
      <p:bold r:id="rId24"/>
      <p:italic r:id="rId25"/>
      <p:boldItalic r:id="rId26"/>
    </p:embeddedFont>
    <p:embeddedFont>
      <p:font typeface="Poppins SemiBold" panose="00000700000000000000"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1A6511-4CB0-49B8-BFDD-DBD09BDDE9C9}" v="328" dt="2025-05-27T07:51:45.745"/>
  </p1510:revLst>
</p1510:revInfo>
</file>

<file path=ppt/tableStyles.xml><?xml version="1.0" encoding="utf-8"?>
<a:tblStyleLst xmlns:a="http://schemas.openxmlformats.org/drawingml/2006/main" def="{B25CB304-C0FD-46AB-B551-F50E89CAD5CD}">
  <a:tblStyle styleId="{B25CB304-C0FD-46AB-B551-F50E89CAD5C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124C68A-3E77-4A8F-8EA0-15565A1C2D81}"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951" autoAdjust="0"/>
  </p:normalViewPr>
  <p:slideViewPr>
    <p:cSldViewPr snapToGrid="0">
      <p:cViewPr>
        <p:scale>
          <a:sx n="72" d="100"/>
          <a:sy n="72" d="100"/>
        </p:scale>
        <p:origin x="1587" y="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ko Tim - s2420458029" userId="f0ce34c3-9d6a-4b3f-af77-89199931493b" providerId="ADAL" clId="{101A6511-4CB0-49B8-BFDD-DBD09BDDE9C9}"/>
    <pc:docChg chg="undo redo custSel addSld delSld modSld sldOrd delMainMaster">
      <pc:chgData name="Peko Tim - s2420458029" userId="f0ce34c3-9d6a-4b3f-af77-89199931493b" providerId="ADAL" clId="{101A6511-4CB0-49B8-BFDD-DBD09BDDE9C9}" dt="2025-05-27T08:18:13.947" v="3616" actId="6549"/>
      <pc:docMkLst>
        <pc:docMk/>
      </pc:docMkLst>
      <pc:sldChg chg="modSp mod">
        <pc:chgData name="Peko Tim - s2420458029" userId="f0ce34c3-9d6a-4b3f-af77-89199931493b" providerId="ADAL" clId="{101A6511-4CB0-49B8-BFDD-DBD09BDDE9C9}" dt="2025-05-26T21:45:55.776" v="21" actId="255"/>
        <pc:sldMkLst>
          <pc:docMk/>
          <pc:sldMk cId="0" sldId="256"/>
        </pc:sldMkLst>
        <pc:spChg chg="mod">
          <ac:chgData name="Peko Tim - s2420458029" userId="f0ce34c3-9d6a-4b3f-af77-89199931493b" providerId="ADAL" clId="{101A6511-4CB0-49B8-BFDD-DBD09BDDE9C9}" dt="2025-05-26T21:45:55.776" v="21" actId="255"/>
          <ac:spMkLst>
            <pc:docMk/>
            <pc:sldMk cId="0" sldId="256"/>
            <ac:spMk id="196" creationId="{00000000-0000-0000-0000-000000000000}"/>
          </ac:spMkLst>
        </pc:spChg>
        <pc:spChg chg="mod">
          <ac:chgData name="Peko Tim - s2420458029" userId="f0ce34c3-9d6a-4b3f-af77-89199931493b" providerId="ADAL" clId="{101A6511-4CB0-49B8-BFDD-DBD09BDDE9C9}" dt="2025-05-26T21:43:50.891" v="7" actId="20577"/>
          <ac:spMkLst>
            <pc:docMk/>
            <pc:sldMk cId="0" sldId="256"/>
            <ac:spMk id="197" creationId="{00000000-0000-0000-0000-000000000000}"/>
          </ac:spMkLst>
        </pc:spChg>
      </pc:sldChg>
      <pc:sldChg chg="modSp del mod">
        <pc:chgData name="Peko Tim - s2420458029" userId="f0ce34c3-9d6a-4b3f-af77-89199931493b" providerId="ADAL" clId="{101A6511-4CB0-49B8-BFDD-DBD09BDDE9C9}" dt="2025-05-27T02:37:33.261" v="3234" actId="47"/>
        <pc:sldMkLst>
          <pc:docMk/>
          <pc:sldMk cId="0" sldId="257"/>
        </pc:sldMkLst>
        <pc:spChg chg="mod">
          <ac:chgData name="Peko Tim - s2420458029" userId="f0ce34c3-9d6a-4b3f-af77-89199931493b" providerId="ADAL" clId="{101A6511-4CB0-49B8-BFDD-DBD09BDDE9C9}" dt="2025-05-26T21:46:39.784" v="33" actId="20577"/>
          <ac:spMkLst>
            <pc:docMk/>
            <pc:sldMk cId="0" sldId="257"/>
            <ac:spMk id="215" creationId="{00000000-0000-0000-0000-000000000000}"/>
          </ac:spMkLst>
        </pc:spChg>
        <pc:graphicFrameChg chg="mod modGraphic">
          <ac:chgData name="Peko Tim - s2420458029" userId="f0ce34c3-9d6a-4b3f-af77-89199931493b" providerId="ADAL" clId="{101A6511-4CB0-49B8-BFDD-DBD09BDDE9C9}" dt="2025-05-26T21:52:02.312" v="64"/>
          <ac:graphicFrameMkLst>
            <pc:docMk/>
            <pc:sldMk cId="0" sldId="257"/>
            <ac:graphicFrameMk id="217" creationId="{00000000-0000-0000-0000-000000000000}"/>
          </ac:graphicFrameMkLst>
        </pc:graphicFrameChg>
      </pc:sldChg>
      <pc:sldChg chg="modSp mod">
        <pc:chgData name="Peko Tim - s2420458029" userId="f0ce34c3-9d6a-4b3f-af77-89199931493b" providerId="ADAL" clId="{101A6511-4CB0-49B8-BFDD-DBD09BDDE9C9}" dt="2025-05-26T21:57:31.175" v="134" actId="20577"/>
        <pc:sldMkLst>
          <pc:docMk/>
          <pc:sldMk cId="0" sldId="258"/>
        </pc:sldMkLst>
        <pc:spChg chg="mod">
          <ac:chgData name="Peko Tim - s2420458029" userId="f0ce34c3-9d6a-4b3f-af77-89199931493b" providerId="ADAL" clId="{101A6511-4CB0-49B8-BFDD-DBD09BDDE9C9}" dt="2025-05-26T21:55:36.003" v="86" actId="20577"/>
          <ac:spMkLst>
            <pc:docMk/>
            <pc:sldMk cId="0" sldId="258"/>
            <ac:spMk id="231" creationId="{00000000-0000-0000-0000-000000000000}"/>
          </ac:spMkLst>
        </pc:spChg>
        <pc:spChg chg="mod">
          <ac:chgData name="Peko Tim - s2420458029" userId="f0ce34c3-9d6a-4b3f-af77-89199931493b" providerId="ADAL" clId="{101A6511-4CB0-49B8-BFDD-DBD09BDDE9C9}" dt="2025-05-26T21:55:58.240" v="100" actId="242"/>
          <ac:spMkLst>
            <pc:docMk/>
            <pc:sldMk cId="0" sldId="258"/>
            <ac:spMk id="232" creationId="{00000000-0000-0000-0000-000000000000}"/>
          </ac:spMkLst>
        </pc:spChg>
        <pc:spChg chg="mod">
          <ac:chgData name="Peko Tim - s2420458029" userId="f0ce34c3-9d6a-4b3f-af77-89199931493b" providerId="ADAL" clId="{101A6511-4CB0-49B8-BFDD-DBD09BDDE9C9}" dt="2025-05-26T21:56:44.802" v="107" actId="14100"/>
          <ac:spMkLst>
            <pc:docMk/>
            <pc:sldMk cId="0" sldId="258"/>
            <ac:spMk id="233" creationId="{00000000-0000-0000-0000-000000000000}"/>
          </ac:spMkLst>
        </pc:spChg>
        <pc:spChg chg="mod">
          <ac:chgData name="Peko Tim - s2420458029" userId="f0ce34c3-9d6a-4b3f-af77-89199931493b" providerId="ADAL" clId="{101A6511-4CB0-49B8-BFDD-DBD09BDDE9C9}" dt="2025-05-26T21:57:15.582" v="125" actId="20577"/>
          <ac:spMkLst>
            <pc:docMk/>
            <pc:sldMk cId="0" sldId="258"/>
            <ac:spMk id="234" creationId="{00000000-0000-0000-0000-000000000000}"/>
          </ac:spMkLst>
        </pc:spChg>
        <pc:spChg chg="mod">
          <ac:chgData name="Peko Tim - s2420458029" userId="f0ce34c3-9d6a-4b3f-af77-89199931493b" providerId="ADAL" clId="{101A6511-4CB0-49B8-BFDD-DBD09BDDE9C9}" dt="2025-05-26T21:57:31.175" v="134" actId="20577"/>
          <ac:spMkLst>
            <pc:docMk/>
            <pc:sldMk cId="0" sldId="258"/>
            <ac:spMk id="235" creationId="{00000000-0000-0000-0000-000000000000}"/>
          </ac:spMkLst>
        </pc:spChg>
        <pc:spChg chg="mod">
          <ac:chgData name="Peko Tim - s2420458029" userId="f0ce34c3-9d6a-4b3f-af77-89199931493b" providerId="ADAL" clId="{101A6511-4CB0-49B8-BFDD-DBD09BDDE9C9}" dt="2025-05-26T21:56:02.502" v="101" actId="242"/>
          <ac:spMkLst>
            <pc:docMk/>
            <pc:sldMk cId="0" sldId="258"/>
            <ac:spMk id="236" creationId="{00000000-0000-0000-0000-000000000000}"/>
          </ac:spMkLst>
        </pc:spChg>
      </pc:sldChg>
      <pc:sldChg chg="addSp delSp modSp del mod ord modNotes modNotesTx">
        <pc:chgData name="Peko Tim - s2420458029" userId="f0ce34c3-9d6a-4b3f-af77-89199931493b" providerId="ADAL" clId="{101A6511-4CB0-49B8-BFDD-DBD09BDDE9C9}" dt="2025-05-27T00:15:42.222" v="960" actId="47"/>
        <pc:sldMkLst>
          <pc:docMk/>
          <pc:sldMk cId="0" sldId="259"/>
        </pc:sldMkLst>
        <pc:spChg chg="add del mod">
          <ac:chgData name="Peko Tim - s2420458029" userId="f0ce34c3-9d6a-4b3f-af77-89199931493b" providerId="ADAL" clId="{101A6511-4CB0-49B8-BFDD-DBD09BDDE9C9}" dt="2025-05-26T23:55:31.877" v="449" actId="478"/>
          <ac:spMkLst>
            <pc:docMk/>
            <pc:sldMk cId="0" sldId="259"/>
            <ac:spMk id="3" creationId="{EF4CE9ED-A3BC-165F-D6BB-23181D2DC323}"/>
          </ac:spMkLst>
        </pc:spChg>
        <pc:spChg chg="mod">
          <ac:chgData name="Peko Tim - s2420458029" userId="f0ce34c3-9d6a-4b3f-af77-89199931493b" providerId="ADAL" clId="{101A6511-4CB0-49B8-BFDD-DBD09BDDE9C9}" dt="2025-05-26T23:55:23.384" v="447" actId="14100"/>
          <ac:spMkLst>
            <pc:docMk/>
            <pc:sldMk cId="0" sldId="259"/>
            <ac:spMk id="241" creationId="{00000000-0000-0000-0000-000000000000}"/>
          </ac:spMkLst>
        </pc:spChg>
        <pc:spChg chg="del">
          <ac:chgData name="Peko Tim - s2420458029" userId="f0ce34c3-9d6a-4b3f-af77-89199931493b" providerId="ADAL" clId="{101A6511-4CB0-49B8-BFDD-DBD09BDDE9C9}" dt="2025-05-26T23:55:27.972" v="448" actId="478"/>
          <ac:spMkLst>
            <pc:docMk/>
            <pc:sldMk cId="0" sldId="259"/>
            <ac:spMk id="242" creationId="{00000000-0000-0000-0000-000000000000}"/>
          </ac:spMkLst>
        </pc:spChg>
      </pc:sldChg>
      <pc:sldChg chg="modSp mod modNotesTx">
        <pc:chgData name="Peko Tim - s2420458029" userId="f0ce34c3-9d6a-4b3f-af77-89199931493b" providerId="ADAL" clId="{101A6511-4CB0-49B8-BFDD-DBD09BDDE9C9}" dt="2025-05-27T07:55:38.734" v="3414" actId="20577"/>
        <pc:sldMkLst>
          <pc:docMk/>
          <pc:sldMk cId="0" sldId="260"/>
        </pc:sldMkLst>
        <pc:spChg chg="mod">
          <ac:chgData name="Peko Tim - s2420458029" userId="f0ce34c3-9d6a-4b3f-af77-89199931493b" providerId="ADAL" clId="{101A6511-4CB0-49B8-BFDD-DBD09BDDE9C9}" dt="2025-05-26T21:59:21.021" v="182" actId="6549"/>
          <ac:spMkLst>
            <pc:docMk/>
            <pc:sldMk cId="0" sldId="260"/>
            <ac:spMk id="258" creationId="{00000000-0000-0000-0000-000000000000}"/>
          </ac:spMkLst>
        </pc:spChg>
        <pc:spChg chg="mod">
          <ac:chgData name="Peko Tim - s2420458029" userId="f0ce34c3-9d6a-4b3f-af77-89199931493b" providerId="ADAL" clId="{101A6511-4CB0-49B8-BFDD-DBD09BDDE9C9}" dt="2025-05-26T23:16:03.959" v="437" actId="20577"/>
          <ac:spMkLst>
            <pc:docMk/>
            <pc:sldMk cId="0" sldId="260"/>
            <ac:spMk id="259" creationId="{00000000-0000-0000-0000-000000000000}"/>
          </ac:spMkLst>
        </pc:spChg>
        <pc:picChg chg="mod modCrop">
          <ac:chgData name="Peko Tim - s2420458029" userId="f0ce34c3-9d6a-4b3f-af77-89199931493b" providerId="ADAL" clId="{101A6511-4CB0-49B8-BFDD-DBD09BDDE9C9}" dt="2025-05-26T21:59:38.295" v="184" actId="732"/>
          <ac:picMkLst>
            <pc:docMk/>
            <pc:sldMk cId="0" sldId="260"/>
            <ac:picMk id="260" creationId="{00000000-0000-0000-0000-000000000000}"/>
          </ac:picMkLst>
        </pc:picChg>
      </pc:sldChg>
      <pc:sldChg chg="modSp mod modNotesTx">
        <pc:chgData name="Peko Tim - s2420458029" userId="f0ce34c3-9d6a-4b3f-af77-89199931493b" providerId="ADAL" clId="{101A6511-4CB0-49B8-BFDD-DBD09BDDE9C9}" dt="2025-05-27T07:56:20.256" v="3419" actId="20577"/>
        <pc:sldMkLst>
          <pc:docMk/>
          <pc:sldMk cId="0" sldId="261"/>
        </pc:sldMkLst>
        <pc:spChg chg="mod">
          <ac:chgData name="Peko Tim - s2420458029" userId="f0ce34c3-9d6a-4b3f-af77-89199931493b" providerId="ADAL" clId="{101A6511-4CB0-49B8-BFDD-DBD09BDDE9C9}" dt="2025-05-27T00:08:38.330" v="870" actId="20577"/>
          <ac:spMkLst>
            <pc:docMk/>
            <pc:sldMk cId="0" sldId="261"/>
            <ac:spMk id="266" creationId="{00000000-0000-0000-0000-000000000000}"/>
          </ac:spMkLst>
        </pc:spChg>
        <pc:spChg chg="mod">
          <ac:chgData name="Peko Tim - s2420458029" userId="f0ce34c3-9d6a-4b3f-af77-89199931493b" providerId="ADAL" clId="{101A6511-4CB0-49B8-BFDD-DBD09BDDE9C9}" dt="2025-05-27T00:08:46.316" v="873" actId="20577"/>
          <ac:spMkLst>
            <pc:docMk/>
            <pc:sldMk cId="0" sldId="261"/>
            <ac:spMk id="267" creationId="{00000000-0000-0000-0000-000000000000}"/>
          </ac:spMkLst>
        </pc:spChg>
        <pc:spChg chg="mod">
          <ac:chgData name="Peko Tim - s2420458029" userId="f0ce34c3-9d6a-4b3f-af77-89199931493b" providerId="ADAL" clId="{101A6511-4CB0-49B8-BFDD-DBD09BDDE9C9}" dt="2025-05-27T00:29:53.858" v="1006"/>
          <ac:spMkLst>
            <pc:docMk/>
            <pc:sldMk cId="0" sldId="261"/>
            <ac:spMk id="268" creationId="{00000000-0000-0000-0000-000000000000}"/>
          </ac:spMkLst>
        </pc:spChg>
        <pc:spChg chg="mod">
          <ac:chgData name="Peko Tim - s2420458029" userId="f0ce34c3-9d6a-4b3f-af77-89199931493b" providerId="ADAL" clId="{101A6511-4CB0-49B8-BFDD-DBD09BDDE9C9}" dt="2025-05-27T00:03:34.036" v="688" actId="948"/>
          <ac:spMkLst>
            <pc:docMk/>
            <pc:sldMk cId="0" sldId="261"/>
            <ac:spMk id="269" creationId="{00000000-0000-0000-0000-000000000000}"/>
          </ac:spMkLst>
        </pc:spChg>
        <pc:spChg chg="mod">
          <ac:chgData name="Peko Tim - s2420458029" userId="f0ce34c3-9d6a-4b3f-af77-89199931493b" providerId="ADAL" clId="{101A6511-4CB0-49B8-BFDD-DBD09BDDE9C9}" dt="2025-05-27T00:00:59.252" v="626" actId="20577"/>
          <ac:spMkLst>
            <pc:docMk/>
            <pc:sldMk cId="0" sldId="261"/>
            <ac:spMk id="270" creationId="{00000000-0000-0000-0000-000000000000}"/>
          </ac:spMkLst>
        </pc:spChg>
      </pc:sldChg>
      <pc:sldChg chg="modSp mod modNotesTx">
        <pc:chgData name="Peko Tim - s2420458029" userId="f0ce34c3-9d6a-4b3f-af77-89199931493b" providerId="ADAL" clId="{101A6511-4CB0-49B8-BFDD-DBD09BDDE9C9}" dt="2025-05-27T08:00:51.845" v="3604"/>
        <pc:sldMkLst>
          <pc:docMk/>
          <pc:sldMk cId="0" sldId="262"/>
        </pc:sldMkLst>
        <pc:spChg chg="mod">
          <ac:chgData name="Peko Tim - s2420458029" userId="f0ce34c3-9d6a-4b3f-af77-89199931493b" providerId="ADAL" clId="{101A6511-4CB0-49B8-BFDD-DBD09BDDE9C9}" dt="2025-05-27T01:58:38.177" v="2383" actId="20577"/>
          <ac:spMkLst>
            <pc:docMk/>
            <pc:sldMk cId="0" sldId="262"/>
            <ac:spMk id="282" creationId="{00000000-0000-0000-0000-000000000000}"/>
          </ac:spMkLst>
        </pc:spChg>
        <pc:spChg chg="mod">
          <ac:chgData name="Peko Tim - s2420458029" userId="f0ce34c3-9d6a-4b3f-af77-89199931493b" providerId="ADAL" clId="{101A6511-4CB0-49B8-BFDD-DBD09BDDE9C9}" dt="2025-05-27T02:00:47.977" v="2390" actId="20577"/>
          <ac:spMkLst>
            <pc:docMk/>
            <pc:sldMk cId="0" sldId="262"/>
            <ac:spMk id="283" creationId="{00000000-0000-0000-0000-000000000000}"/>
          </ac:spMkLst>
        </pc:spChg>
        <pc:spChg chg="mod">
          <ac:chgData name="Peko Tim - s2420458029" userId="f0ce34c3-9d6a-4b3f-af77-89199931493b" providerId="ADAL" clId="{101A6511-4CB0-49B8-BFDD-DBD09BDDE9C9}" dt="2025-05-27T02:00:41.408" v="2387"/>
          <ac:spMkLst>
            <pc:docMk/>
            <pc:sldMk cId="0" sldId="262"/>
            <ac:spMk id="284" creationId="{00000000-0000-0000-0000-000000000000}"/>
          </ac:spMkLst>
        </pc:spChg>
        <pc:spChg chg="mod">
          <ac:chgData name="Peko Tim - s2420458029" userId="f0ce34c3-9d6a-4b3f-af77-89199931493b" providerId="ADAL" clId="{101A6511-4CB0-49B8-BFDD-DBD09BDDE9C9}" dt="2025-05-27T02:02:02.805" v="2448" actId="20577"/>
          <ac:spMkLst>
            <pc:docMk/>
            <pc:sldMk cId="0" sldId="262"/>
            <ac:spMk id="285" creationId="{00000000-0000-0000-0000-000000000000}"/>
          </ac:spMkLst>
        </pc:spChg>
        <pc:spChg chg="mod">
          <ac:chgData name="Peko Tim - s2420458029" userId="f0ce34c3-9d6a-4b3f-af77-89199931493b" providerId="ADAL" clId="{101A6511-4CB0-49B8-BFDD-DBD09BDDE9C9}" dt="2025-05-27T02:03:55.877" v="2566" actId="20577"/>
          <ac:spMkLst>
            <pc:docMk/>
            <pc:sldMk cId="0" sldId="262"/>
            <ac:spMk id="286" creationId="{00000000-0000-0000-0000-000000000000}"/>
          </ac:spMkLst>
        </pc:spChg>
        <pc:spChg chg="mod">
          <ac:chgData name="Peko Tim - s2420458029" userId="f0ce34c3-9d6a-4b3f-af77-89199931493b" providerId="ADAL" clId="{101A6511-4CB0-49B8-BFDD-DBD09BDDE9C9}" dt="2025-05-27T02:04:44.823" v="2595" actId="20577"/>
          <ac:spMkLst>
            <pc:docMk/>
            <pc:sldMk cId="0" sldId="262"/>
            <ac:spMk id="287" creationId="{00000000-0000-0000-0000-000000000000}"/>
          </ac:spMkLst>
        </pc:spChg>
        <pc:spChg chg="mod">
          <ac:chgData name="Peko Tim - s2420458029" userId="f0ce34c3-9d6a-4b3f-af77-89199931493b" providerId="ADAL" clId="{101A6511-4CB0-49B8-BFDD-DBD09BDDE9C9}" dt="2025-05-27T02:00:33.354" v="2386"/>
          <ac:spMkLst>
            <pc:docMk/>
            <pc:sldMk cId="0" sldId="262"/>
            <ac:spMk id="288" creationId="{00000000-0000-0000-0000-000000000000}"/>
          </ac:spMkLst>
        </pc:spChg>
      </pc:sldChg>
      <pc:sldChg chg="del">
        <pc:chgData name="Peko Tim - s2420458029" userId="f0ce34c3-9d6a-4b3f-af77-89199931493b" providerId="ADAL" clId="{101A6511-4CB0-49B8-BFDD-DBD09BDDE9C9}" dt="2025-05-27T02:35:18.049" v="3214" actId="47"/>
        <pc:sldMkLst>
          <pc:docMk/>
          <pc:sldMk cId="0" sldId="263"/>
        </pc:sldMkLst>
      </pc:sldChg>
      <pc:sldChg chg="addSp delSp modSp mod ord modNotesTx">
        <pc:chgData name="Peko Tim - s2420458029" userId="f0ce34c3-9d6a-4b3f-af77-89199931493b" providerId="ADAL" clId="{101A6511-4CB0-49B8-BFDD-DBD09BDDE9C9}" dt="2025-05-27T08:18:13.947" v="3616" actId="6549"/>
        <pc:sldMkLst>
          <pc:docMk/>
          <pc:sldMk cId="0" sldId="264"/>
        </pc:sldMkLst>
        <pc:spChg chg="add del mod">
          <ac:chgData name="Peko Tim - s2420458029" userId="f0ce34c3-9d6a-4b3f-af77-89199931493b" providerId="ADAL" clId="{101A6511-4CB0-49B8-BFDD-DBD09BDDE9C9}" dt="2025-05-27T00:55:37.442" v="1696" actId="478"/>
          <ac:spMkLst>
            <pc:docMk/>
            <pc:sldMk cId="0" sldId="264"/>
            <ac:spMk id="2" creationId="{0E05929C-918E-8E95-8356-089E0776A133}"/>
          </ac:spMkLst>
        </pc:spChg>
        <pc:spChg chg="add">
          <ac:chgData name="Peko Tim - s2420458029" userId="f0ce34c3-9d6a-4b3f-af77-89199931493b" providerId="ADAL" clId="{101A6511-4CB0-49B8-BFDD-DBD09BDDE9C9}" dt="2025-05-27T00:55:41.841" v="1697"/>
          <ac:spMkLst>
            <pc:docMk/>
            <pc:sldMk cId="0" sldId="264"/>
            <ac:spMk id="3" creationId="{BB7BE096-27B2-9BD0-3291-763BCCADF4C3}"/>
          </ac:spMkLst>
        </pc:spChg>
        <pc:spChg chg="add mod">
          <ac:chgData name="Peko Tim - s2420458029" userId="f0ce34c3-9d6a-4b3f-af77-89199931493b" providerId="ADAL" clId="{101A6511-4CB0-49B8-BFDD-DBD09BDDE9C9}" dt="2025-05-27T00:55:43.636" v="1699"/>
          <ac:spMkLst>
            <pc:docMk/>
            <pc:sldMk cId="0" sldId="264"/>
            <ac:spMk id="4" creationId="{5B1F3ACB-83B0-B5A8-E72E-81184612F7FB}"/>
          </ac:spMkLst>
        </pc:spChg>
        <pc:spChg chg="add">
          <ac:chgData name="Peko Tim - s2420458029" userId="f0ce34c3-9d6a-4b3f-af77-89199931493b" providerId="ADAL" clId="{101A6511-4CB0-49B8-BFDD-DBD09BDDE9C9}" dt="2025-05-27T00:55:47.810" v="1700"/>
          <ac:spMkLst>
            <pc:docMk/>
            <pc:sldMk cId="0" sldId="264"/>
            <ac:spMk id="5" creationId="{54C0D5F6-1021-4295-E30A-CB1D4043F616}"/>
          </ac:spMkLst>
        </pc:spChg>
        <pc:spChg chg="mod">
          <ac:chgData name="Peko Tim - s2420458029" userId="f0ce34c3-9d6a-4b3f-af77-89199931493b" providerId="ADAL" clId="{101A6511-4CB0-49B8-BFDD-DBD09BDDE9C9}" dt="2025-05-27T00:55:25.281" v="1692" actId="20577"/>
          <ac:spMkLst>
            <pc:docMk/>
            <pc:sldMk cId="0" sldId="264"/>
            <ac:spMk id="306" creationId="{00000000-0000-0000-0000-000000000000}"/>
          </ac:spMkLst>
        </pc:spChg>
        <pc:spChg chg="mod">
          <ac:chgData name="Peko Tim - s2420458029" userId="f0ce34c3-9d6a-4b3f-af77-89199931493b" providerId="ADAL" clId="{101A6511-4CB0-49B8-BFDD-DBD09BDDE9C9}" dt="2025-05-27T08:18:13.947" v="3616" actId="6549"/>
          <ac:spMkLst>
            <pc:docMk/>
            <pc:sldMk cId="0" sldId="264"/>
            <ac:spMk id="309" creationId="{00000000-0000-0000-0000-000000000000}"/>
          </ac:spMkLst>
        </pc:spChg>
        <pc:spChg chg="mod">
          <ac:chgData name="Peko Tim - s2420458029" userId="f0ce34c3-9d6a-4b3f-af77-89199931493b" providerId="ADAL" clId="{101A6511-4CB0-49B8-BFDD-DBD09BDDE9C9}" dt="2025-05-27T01:02:18.031" v="1981" actId="20577"/>
          <ac:spMkLst>
            <pc:docMk/>
            <pc:sldMk cId="0" sldId="264"/>
            <ac:spMk id="310" creationId="{00000000-0000-0000-0000-000000000000}"/>
          </ac:spMkLst>
        </pc:spChg>
        <pc:spChg chg="mod">
          <ac:chgData name="Peko Tim - s2420458029" userId="f0ce34c3-9d6a-4b3f-af77-89199931493b" providerId="ADAL" clId="{101A6511-4CB0-49B8-BFDD-DBD09BDDE9C9}" dt="2025-05-27T00:57:26.141" v="1733" actId="20577"/>
          <ac:spMkLst>
            <pc:docMk/>
            <pc:sldMk cId="0" sldId="264"/>
            <ac:spMk id="313" creationId="{00000000-0000-0000-0000-000000000000}"/>
          </ac:spMkLst>
        </pc:spChg>
        <pc:spChg chg="mod">
          <ac:chgData name="Peko Tim - s2420458029" userId="f0ce34c3-9d6a-4b3f-af77-89199931493b" providerId="ADAL" clId="{101A6511-4CB0-49B8-BFDD-DBD09BDDE9C9}" dt="2025-05-27T00:58:04.641" v="1816" actId="20577"/>
          <ac:spMkLst>
            <pc:docMk/>
            <pc:sldMk cId="0" sldId="264"/>
            <ac:spMk id="314" creationId="{00000000-0000-0000-0000-000000000000}"/>
          </ac:spMkLst>
        </pc:spChg>
        <pc:spChg chg="mod">
          <ac:chgData name="Peko Tim - s2420458029" userId="f0ce34c3-9d6a-4b3f-af77-89199931493b" providerId="ADAL" clId="{101A6511-4CB0-49B8-BFDD-DBD09BDDE9C9}" dt="2025-05-27T01:03:43.639" v="2094" actId="20577"/>
          <ac:spMkLst>
            <pc:docMk/>
            <pc:sldMk cId="0" sldId="264"/>
            <ac:spMk id="315" creationId="{00000000-0000-0000-0000-000000000000}"/>
          </ac:spMkLst>
        </pc:spChg>
        <pc:spChg chg="mod">
          <ac:chgData name="Peko Tim - s2420458029" userId="f0ce34c3-9d6a-4b3f-af77-89199931493b" providerId="ADAL" clId="{101A6511-4CB0-49B8-BFDD-DBD09BDDE9C9}" dt="2025-05-27T00:58:25.244" v="1821" actId="20577"/>
          <ac:spMkLst>
            <pc:docMk/>
            <pc:sldMk cId="0" sldId="264"/>
            <ac:spMk id="316" creationId="{00000000-0000-0000-0000-000000000000}"/>
          </ac:spMkLst>
        </pc:spChg>
        <pc:spChg chg="mod">
          <ac:chgData name="Peko Tim - s2420458029" userId="f0ce34c3-9d6a-4b3f-af77-89199931493b" providerId="ADAL" clId="{101A6511-4CB0-49B8-BFDD-DBD09BDDE9C9}" dt="2025-05-27T01:00:20.889" v="1863" actId="20577"/>
          <ac:spMkLst>
            <pc:docMk/>
            <pc:sldMk cId="0" sldId="264"/>
            <ac:spMk id="317" creationId="{00000000-0000-0000-0000-000000000000}"/>
          </ac:spMkLst>
        </pc:spChg>
        <pc:spChg chg="mod">
          <ac:chgData name="Peko Tim - s2420458029" userId="f0ce34c3-9d6a-4b3f-af77-89199931493b" providerId="ADAL" clId="{101A6511-4CB0-49B8-BFDD-DBD09BDDE9C9}" dt="2025-05-27T01:02:29.420" v="1993" actId="20577"/>
          <ac:spMkLst>
            <pc:docMk/>
            <pc:sldMk cId="0" sldId="264"/>
            <ac:spMk id="318" creationId="{00000000-0000-0000-0000-000000000000}"/>
          </ac:spMkLst>
        </pc:spChg>
        <pc:picChg chg="add mod">
          <ac:chgData name="Peko Tim - s2420458029" userId="f0ce34c3-9d6a-4b3f-af77-89199931493b" providerId="ADAL" clId="{101A6511-4CB0-49B8-BFDD-DBD09BDDE9C9}" dt="2025-05-27T00:57:01.016" v="1721" actId="14100"/>
          <ac:picMkLst>
            <pc:docMk/>
            <pc:sldMk cId="0" sldId="264"/>
            <ac:picMk id="7" creationId="{A224F3C9-F3CF-1E5F-9CC6-D64773A5407B}"/>
          </ac:picMkLst>
        </pc:picChg>
      </pc:sldChg>
      <pc:sldChg chg="del">
        <pc:chgData name="Peko Tim - s2420458029" userId="f0ce34c3-9d6a-4b3f-af77-89199931493b" providerId="ADAL" clId="{101A6511-4CB0-49B8-BFDD-DBD09BDDE9C9}" dt="2025-05-27T02:35:18.049" v="3214" actId="47"/>
        <pc:sldMkLst>
          <pc:docMk/>
          <pc:sldMk cId="0" sldId="265"/>
        </pc:sldMkLst>
      </pc:sldChg>
      <pc:sldChg chg="del">
        <pc:chgData name="Peko Tim - s2420458029" userId="f0ce34c3-9d6a-4b3f-af77-89199931493b" providerId="ADAL" clId="{101A6511-4CB0-49B8-BFDD-DBD09BDDE9C9}" dt="2025-05-27T02:35:18.049" v="3214" actId="47"/>
        <pc:sldMkLst>
          <pc:docMk/>
          <pc:sldMk cId="0" sldId="266"/>
        </pc:sldMkLst>
      </pc:sldChg>
      <pc:sldChg chg="del">
        <pc:chgData name="Peko Tim - s2420458029" userId="f0ce34c3-9d6a-4b3f-af77-89199931493b" providerId="ADAL" clId="{101A6511-4CB0-49B8-BFDD-DBD09BDDE9C9}" dt="2025-05-27T02:35:18.049" v="3214" actId="47"/>
        <pc:sldMkLst>
          <pc:docMk/>
          <pc:sldMk cId="0" sldId="267"/>
        </pc:sldMkLst>
      </pc:sldChg>
      <pc:sldChg chg="del">
        <pc:chgData name="Peko Tim - s2420458029" userId="f0ce34c3-9d6a-4b3f-af77-89199931493b" providerId="ADAL" clId="{101A6511-4CB0-49B8-BFDD-DBD09BDDE9C9}" dt="2025-05-27T02:35:18.049" v="3214" actId="47"/>
        <pc:sldMkLst>
          <pc:docMk/>
          <pc:sldMk cId="0" sldId="268"/>
        </pc:sldMkLst>
      </pc:sldChg>
      <pc:sldChg chg="del">
        <pc:chgData name="Peko Tim - s2420458029" userId="f0ce34c3-9d6a-4b3f-af77-89199931493b" providerId="ADAL" clId="{101A6511-4CB0-49B8-BFDD-DBD09BDDE9C9}" dt="2025-05-27T02:35:18.049" v="3214" actId="47"/>
        <pc:sldMkLst>
          <pc:docMk/>
          <pc:sldMk cId="0" sldId="269"/>
        </pc:sldMkLst>
      </pc:sldChg>
      <pc:sldChg chg="del">
        <pc:chgData name="Peko Tim - s2420458029" userId="f0ce34c3-9d6a-4b3f-af77-89199931493b" providerId="ADAL" clId="{101A6511-4CB0-49B8-BFDD-DBD09BDDE9C9}" dt="2025-05-27T02:35:18.049" v="3214" actId="47"/>
        <pc:sldMkLst>
          <pc:docMk/>
          <pc:sldMk cId="0" sldId="270"/>
        </pc:sldMkLst>
      </pc:sldChg>
      <pc:sldChg chg="del">
        <pc:chgData name="Peko Tim - s2420458029" userId="f0ce34c3-9d6a-4b3f-af77-89199931493b" providerId="ADAL" clId="{101A6511-4CB0-49B8-BFDD-DBD09BDDE9C9}" dt="2025-05-27T02:35:18.049" v="3214" actId="47"/>
        <pc:sldMkLst>
          <pc:docMk/>
          <pc:sldMk cId="0" sldId="271"/>
        </pc:sldMkLst>
      </pc:sldChg>
      <pc:sldChg chg="del">
        <pc:chgData name="Peko Tim - s2420458029" userId="f0ce34c3-9d6a-4b3f-af77-89199931493b" providerId="ADAL" clId="{101A6511-4CB0-49B8-BFDD-DBD09BDDE9C9}" dt="2025-05-27T02:35:18.049" v="3214" actId="47"/>
        <pc:sldMkLst>
          <pc:docMk/>
          <pc:sldMk cId="0" sldId="272"/>
        </pc:sldMkLst>
      </pc:sldChg>
      <pc:sldChg chg="del">
        <pc:chgData name="Peko Tim - s2420458029" userId="f0ce34c3-9d6a-4b3f-af77-89199931493b" providerId="ADAL" clId="{101A6511-4CB0-49B8-BFDD-DBD09BDDE9C9}" dt="2025-05-27T02:35:18.049" v="3214" actId="47"/>
        <pc:sldMkLst>
          <pc:docMk/>
          <pc:sldMk cId="0" sldId="273"/>
        </pc:sldMkLst>
      </pc:sldChg>
      <pc:sldChg chg="del">
        <pc:chgData name="Peko Tim - s2420458029" userId="f0ce34c3-9d6a-4b3f-af77-89199931493b" providerId="ADAL" clId="{101A6511-4CB0-49B8-BFDD-DBD09BDDE9C9}" dt="2025-05-27T02:35:18.049" v="3214" actId="47"/>
        <pc:sldMkLst>
          <pc:docMk/>
          <pc:sldMk cId="0" sldId="274"/>
        </pc:sldMkLst>
      </pc:sldChg>
      <pc:sldChg chg="addSp delSp modSp mod">
        <pc:chgData name="Peko Tim - s2420458029" userId="f0ce34c3-9d6a-4b3f-af77-89199931493b" providerId="ADAL" clId="{101A6511-4CB0-49B8-BFDD-DBD09BDDE9C9}" dt="2025-05-27T02:37:17.198" v="3233" actId="1076"/>
        <pc:sldMkLst>
          <pc:docMk/>
          <pc:sldMk cId="0" sldId="275"/>
        </pc:sldMkLst>
        <pc:spChg chg="add mod">
          <ac:chgData name="Peko Tim - s2420458029" userId="f0ce34c3-9d6a-4b3f-af77-89199931493b" providerId="ADAL" clId="{101A6511-4CB0-49B8-BFDD-DBD09BDDE9C9}" dt="2025-05-27T02:37:02.680" v="3225" actId="1076"/>
          <ac:spMkLst>
            <pc:docMk/>
            <pc:sldMk cId="0" sldId="275"/>
            <ac:spMk id="2" creationId="{BCE7A940-32E7-AC02-0355-0D5A4EB76070}"/>
          </ac:spMkLst>
        </pc:spChg>
        <pc:spChg chg="mod">
          <ac:chgData name="Peko Tim - s2420458029" userId="f0ce34c3-9d6a-4b3f-af77-89199931493b" providerId="ADAL" clId="{101A6511-4CB0-49B8-BFDD-DBD09BDDE9C9}" dt="2025-05-27T02:35:34.047" v="3215" actId="20577"/>
          <ac:spMkLst>
            <pc:docMk/>
            <pc:sldMk cId="0" sldId="275"/>
            <ac:spMk id="492" creationId="{00000000-0000-0000-0000-000000000000}"/>
          </ac:spMkLst>
        </pc:spChg>
        <pc:spChg chg="del">
          <ac:chgData name="Peko Tim - s2420458029" userId="f0ce34c3-9d6a-4b3f-af77-89199931493b" providerId="ADAL" clId="{101A6511-4CB0-49B8-BFDD-DBD09BDDE9C9}" dt="2025-05-27T02:35:38.791" v="3216" actId="478"/>
          <ac:spMkLst>
            <pc:docMk/>
            <pc:sldMk cId="0" sldId="275"/>
            <ac:spMk id="494" creationId="{00000000-0000-0000-0000-000000000000}"/>
          </ac:spMkLst>
        </pc:spChg>
        <pc:grpChg chg="del">
          <ac:chgData name="Peko Tim - s2420458029" userId="f0ce34c3-9d6a-4b3f-af77-89199931493b" providerId="ADAL" clId="{101A6511-4CB0-49B8-BFDD-DBD09BDDE9C9}" dt="2025-05-27T02:35:38.791" v="3216" actId="478"/>
          <ac:grpSpMkLst>
            <pc:docMk/>
            <pc:sldMk cId="0" sldId="275"/>
            <ac:grpSpMk id="506" creationId="{00000000-0000-0000-0000-000000000000}"/>
          </ac:grpSpMkLst>
        </pc:grpChg>
        <pc:grpChg chg="del">
          <ac:chgData name="Peko Tim - s2420458029" userId="f0ce34c3-9d6a-4b3f-af77-89199931493b" providerId="ADAL" clId="{101A6511-4CB0-49B8-BFDD-DBD09BDDE9C9}" dt="2025-05-27T02:35:38.791" v="3216" actId="478"/>
          <ac:grpSpMkLst>
            <pc:docMk/>
            <pc:sldMk cId="0" sldId="275"/>
            <ac:grpSpMk id="510" creationId="{00000000-0000-0000-0000-000000000000}"/>
          </ac:grpSpMkLst>
        </pc:grpChg>
        <pc:grpChg chg="del">
          <ac:chgData name="Peko Tim - s2420458029" userId="f0ce34c3-9d6a-4b3f-af77-89199931493b" providerId="ADAL" clId="{101A6511-4CB0-49B8-BFDD-DBD09BDDE9C9}" dt="2025-05-27T02:35:38.791" v="3216" actId="478"/>
          <ac:grpSpMkLst>
            <pc:docMk/>
            <pc:sldMk cId="0" sldId="275"/>
            <ac:grpSpMk id="515" creationId="{00000000-0000-0000-0000-000000000000}"/>
          </ac:grpSpMkLst>
        </pc:grpChg>
        <pc:picChg chg="add mod">
          <ac:chgData name="Peko Tim - s2420458029" userId="f0ce34c3-9d6a-4b3f-af77-89199931493b" providerId="ADAL" clId="{101A6511-4CB0-49B8-BFDD-DBD09BDDE9C9}" dt="2025-05-27T02:37:11.684" v="3228" actId="1076"/>
          <ac:picMkLst>
            <pc:docMk/>
            <pc:sldMk cId="0" sldId="275"/>
            <ac:picMk id="3" creationId="{93D98EA6-CB16-F6DA-E6EB-1CA89776D045}"/>
          </ac:picMkLst>
        </pc:picChg>
        <pc:picChg chg="add mod">
          <ac:chgData name="Peko Tim - s2420458029" userId="f0ce34c3-9d6a-4b3f-af77-89199931493b" providerId="ADAL" clId="{101A6511-4CB0-49B8-BFDD-DBD09BDDE9C9}" dt="2025-05-27T02:37:14.900" v="3231" actId="1076"/>
          <ac:picMkLst>
            <pc:docMk/>
            <pc:sldMk cId="0" sldId="275"/>
            <ac:picMk id="4" creationId="{74B91D82-3D48-267B-F744-2D89B5C64FE6}"/>
          </ac:picMkLst>
        </pc:picChg>
        <pc:picChg chg="add mod">
          <ac:chgData name="Peko Tim - s2420458029" userId="f0ce34c3-9d6a-4b3f-af77-89199931493b" providerId="ADAL" clId="{101A6511-4CB0-49B8-BFDD-DBD09BDDE9C9}" dt="2025-05-27T02:37:17.198" v="3233" actId="1076"/>
          <ac:picMkLst>
            <pc:docMk/>
            <pc:sldMk cId="0" sldId="275"/>
            <ac:picMk id="5" creationId="{5B8F70FE-C798-1C54-F8D6-E4DF847248BE}"/>
          </ac:picMkLst>
        </pc:picChg>
        <pc:picChg chg="mod">
          <ac:chgData name="Peko Tim - s2420458029" userId="f0ce34c3-9d6a-4b3f-af77-89199931493b" providerId="ADAL" clId="{101A6511-4CB0-49B8-BFDD-DBD09BDDE9C9}" dt="2025-05-27T02:37:09.308" v="3226" actId="1076"/>
          <ac:picMkLst>
            <pc:docMk/>
            <pc:sldMk cId="0" sldId="275"/>
            <ac:picMk id="497" creationId="{00000000-0000-0000-0000-000000000000}"/>
          </ac:picMkLst>
        </pc:picChg>
        <pc:picChg chg="add mod">
          <ac:chgData name="Peko Tim - s2420458029" userId="f0ce34c3-9d6a-4b3f-af77-89199931493b" providerId="ADAL" clId="{101A6511-4CB0-49B8-BFDD-DBD09BDDE9C9}" dt="2025-05-27T02:36:30.280" v="3221" actId="1076"/>
          <ac:picMkLst>
            <pc:docMk/>
            <pc:sldMk cId="0" sldId="275"/>
            <ac:picMk id="3074" creationId="{FC76A245-7129-102C-CC63-46BFF641E730}"/>
          </ac:picMkLst>
        </pc:picChg>
      </pc:sldChg>
      <pc:sldChg chg="del">
        <pc:chgData name="Peko Tim - s2420458029" userId="f0ce34c3-9d6a-4b3f-af77-89199931493b" providerId="ADAL" clId="{101A6511-4CB0-49B8-BFDD-DBD09BDDE9C9}" dt="2025-05-27T02:35:10.085" v="3213" actId="47"/>
        <pc:sldMkLst>
          <pc:docMk/>
          <pc:sldMk cId="0" sldId="276"/>
        </pc:sldMkLst>
      </pc:sldChg>
      <pc:sldChg chg="del">
        <pc:chgData name="Peko Tim - s2420458029" userId="f0ce34c3-9d6a-4b3f-af77-89199931493b" providerId="ADAL" clId="{101A6511-4CB0-49B8-BFDD-DBD09BDDE9C9}" dt="2025-05-27T02:35:10.085" v="3213" actId="47"/>
        <pc:sldMkLst>
          <pc:docMk/>
          <pc:sldMk cId="0" sldId="277"/>
        </pc:sldMkLst>
      </pc:sldChg>
      <pc:sldChg chg="del">
        <pc:chgData name="Peko Tim - s2420458029" userId="f0ce34c3-9d6a-4b3f-af77-89199931493b" providerId="ADAL" clId="{101A6511-4CB0-49B8-BFDD-DBD09BDDE9C9}" dt="2025-05-27T02:35:10.085" v="3213" actId="47"/>
        <pc:sldMkLst>
          <pc:docMk/>
          <pc:sldMk cId="0" sldId="278"/>
        </pc:sldMkLst>
      </pc:sldChg>
      <pc:sldChg chg="del">
        <pc:chgData name="Peko Tim - s2420458029" userId="f0ce34c3-9d6a-4b3f-af77-89199931493b" providerId="ADAL" clId="{101A6511-4CB0-49B8-BFDD-DBD09BDDE9C9}" dt="2025-05-27T02:35:10.085" v="3213" actId="47"/>
        <pc:sldMkLst>
          <pc:docMk/>
          <pc:sldMk cId="0" sldId="279"/>
        </pc:sldMkLst>
      </pc:sldChg>
      <pc:sldChg chg="del">
        <pc:chgData name="Peko Tim - s2420458029" userId="f0ce34c3-9d6a-4b3f-af77-89199931493b" providerId="ADAL" clId="{101A6511-4CB0-49B8-BFDD-DBD09BDDE9C9}" dt="2025-05-27T02:35:10.085" v="3213" actId="47"/>
        <pc:sldMkLst>
          <pc:docMk/>
          <pc:sldMk cId="0" sldId="280"/>
        </pc:sldMkLst>
      </pc:sldChg>
      <pc:sldChg chg="del">
        <pc:chgData name="Peko Tim - s2420458029" userId="f0ce34c3-9d6a-4b3f-af77-89199931493b" providerId="ADAL" clId="{101A6511-4CB0-49B8-BFDD-DBD09BDDE9C9}" dt="2025-05-27T02:35:10.085" v="3213" actId="47"/>
        <pc:sldMkLst>
          <pc:docMk/>
          <pc:sldMk cId="0" sldId="281"/>
        </pc:sldMkLst>
      </pc:sldChg>
      <pc:sldChg chg="del">
        <pc:chgData name="Peko Tim - s2420458029" userId="f0ce34c3-9d6a-4b3f-af77-89199931493b" providerId="ADAL" clId="{101A6511-4CB0-49B8-BFDD-DBD09BDDE9C9}" dt="2025-05-27T02:35:10.085" v="3213" actId="47"/>
        <pc:sldMkLst>
          <pc:docMk/>
          <pc:sldMk cId="0" sldId="282"/>
        </pc:sldMkLst>
      </pc:sldChg>
      <pc:sldChg chg="del">
        <pc:chgData name="Peko Tim - s2420458029" userId="f0ce34c3-9d6a-4b3f-af77-89199931493b" providerId="ADAL" clId="{101A6511-4CB0-49B8-BFDD-DBD09BDDE9C9}" dt="2025-05-27T02:35:10.085" v="3213" actId="47"/>
        <pc:sldMkLst>
          <pc:docMk/>
          <pc:sldMk cId="0" sldId="283"/>
        </pc:sldMkLst>
      </pc:sldChg>
      <pc:sldChg chg="del">
        <pc:chgData name="Peko Tim - s2420458029" userId="f0ce34c3-9d6a-4b3f-af77-89199931493b" providerId="ADAL" clId="{101A6511-4CB0-49B8-BFDD-DBD09BDDE9C9}" dt="2025-05-27T02:35:10.085" v="3213" actId="47"/>
        <pc:sldMkLst>
          <pc:docMk/>
          <pc:sldMk cId="0" sldId="284"/>
        </pc:sldMkLst>
      </pc:sldChg>
      <pc:sldChg chg="del">
        <pc:chgData name="Peko Tim - s2420458029" userId="f0ce34c3-9d6a-4b3f-af77-89199931493b" providerId="ADAL" clId="{101A6511-4CB0-49B8-BFDD-DBD09BDDE9C9}" dt="2025-05-27T02:35:10.085" v="3213" actId="47"/>
        <pc:sldMkLst>
          <pc:docMk/>
          <pc:sldMk cId="0" sldId="285"/>
        </pc:sldMkLst>
      </pc:sldChg>
      <pc:sldChg chg="del">
        <pc:chgData name="Peko Tim - s2420458029" userId="f0ce34c3-9d6a-4b3f-af77-89199931493b" providerId="ADAL" clId="{101A6511-4CB0-49B8-BFDD-DBD09BDDE9C9}" dt="2025-05-27T02:35:10.085" v="3213" actId="47"/>
        <pc:sldMkLst>
          <pc:docMk/>
          <pc:sldMk cId="0" sldId="286"/>
        </pc:sldMkLst>
      </pc:sldChg>
      <pc:sldChg chg="del">
        <pc:chgData name="Peko Tim - s2420458029" userId="f0ce34c3-9d6a-4b3f-af77-89199931493b" providerId="ADAL" clId="{101A6511-4CB0-49B8-BFDD-DBD09BDDE9C9}" dt="2025-05-27T02:35:10.085" v="3213" actId="47"/>
        <pc:sldMkLst>
          <pc:docMk/>
          <pc:sldMk cId="0" sldId="287"/>
        </pc:sldMkLst>
      </pc:sldChg>
      <pc:sldChg chg="del">
        <pc:chgData name="Peko Tim - s2420458029" userId="f0ce34c3-9d6a-4b3f-af77-89199931493b" providerId="ADAL" clId="{101A6511-4CB0-49B8-BFDD-DBD09BDDE9C9}" dt="2025-05-27T02:35:10.085" v="3213" actId="47"/>
        <pc:sldMkLst>
          <pc:docMk/>
          <pc:sldMk cId="0" sldId="288"/>
        </pc:sldMkLst>
      </pc:sldChg>
      <pc:sldChg chg="del">
        <pc:chgData name="Peko Tim - s2420458029" userId="f0ce34c3-9d6a-4b3f-af77-89199931493b" providerId="ADAL" clId="{101A6511-4CB0-49B8-BFDD-DBD09BDDE9C9}" dt="2025-05-27T02:35:10.085" v="3213" actId="47"/>
        <pc:sldMkLst>
          <pc:docMk/>
          <pc:sldMk cId="0" sldId="289"/>
        </pc:sldMkLst>
      </pc:sldChg>
      <pc:sldChg chg="del">
        <pc:chgData name="Peko Tim - s2420458029" userId="f0ce34c3-9d6a-4b3f-af77-89199931493b" providerId="ADAL" clId="{101A6511-4CB0-49B8-BFDD-DBD09BDDE9C9}" dt="2025-05-27T02:35:10.085" v="3213" actId="47"/>
        <pc:sldMkLst>
          <pc:docMk/>
          <pc:sldMk cId="0" sldId="290"/>
        </pc:sldMkLst>
      </pc:sldChg>
      <pc:sldChg chg="del">
        <pc:chgData name="Peko Tim - s2420458029" userId="f0ce34c3-9d6a-4b3f-af77-89199931493b" providerId="ADAL" clId="{101A6511-4CB0-49B8-BFDD-DBD09BDDE9C9}" dt="2025-05-27T02:35:10.085" v="3213" actId="47"/>
        <pc:sldMkLst>
          <pc:docMk/>
          <pc:sldMk cId="0" sldId="291"/>
        </pc:sldMkLst>
      </pc:sldChg>
      <pc:sldChg chg="del">
        <pc:chgData name="Peko Tim - s2420458029" userId="f0ce34c3-9d6a-4b3f-af77-89199931493b" providerId="ADAL" clId="{101A6511-4CB0-49B8-BFDD-DBD09BDDE9C9}" dt="2025-05-27T02:35:10.085" v="3213" actId="47"/>
        <pc:sldMkLst>
          <pc:docMk/>
          <pc:sldMk cId="0" sldId="292"/>
        </pc:sldMkLst>
      </pc:sldChg>
      <pc:sldChg chg="del">
        <pc:chgData name="Peko Tim - s2420458029" userId="f0ce34c3-9d6a-4b3f-af77-89199931493b" providerId="ADAL" clId="{101A6511-4CB0-49B8-BFDD-DBD09BDDE9C9}" dt="2025-05-27T02:35:10.085" v="3213" actId="47"/>
        <pc:sldMkLst>
          <pc:docMk/>
          <pc:sldMk cId="0" sldId="293"/>
        </pc:sldMkLst>
      </pc:sldChg>
      <pc:sldChg chg="del">
        <pc:chgData name="Peko Tim - s2420458029" userId="f0ce34c3-9d6a-4b3f-af77-89199931493b" providerId="ADAL" clId="{101A6511-4CB0-49B8-BFDD-DBD09BDDE9C9}" dt="2025-05-27T02:35:10.085" v="3213" actId="47"/>
        <pc:sldMkLst>
          <pc:docMk/>
          <pc:sldMk cId="0" sldId="294"/>
        </pc:sldMkLst>
      </pc:sldChg>
      <pc:sldChg chg="del">
        <pc:chgData name="Peko Tim - s2420458029" userId="f0ce34c3-9d6a-4b3f-af77-89199931493b" providerId="ADAL" clId="{101A6511-4CB0-49B8-BFDD-DBD09BDDE9C9}" dt="2025-05-27T02:35:10.085" v="3213" actId="47"/>
        <pc:sldMkLst>
          <pc:docMk/>
          <pc:sldMk cId="0" sldId="295"/>
        </pc:sldMkLst>
      </pc:sldChg>
      <pc:sldChg chg="addSp delSp modSp add mod modNotesTx">
        <pc:chgData name="Peko Tim - s2420458029" userId="f0ce34c3-9d6a-4b3f-af77-89199931493b" providerId="ADAL" clId="{101A6511-4CB0-49B8-BFDD-DBD09BDDE9C9}" dt="2025-05-27T08:11:05.701" v="3615" actId="20577"/>
        <pc:sldMkLst>
          <pc:docMk/>
          <pc:sldMk cId="2174059175" sldId="296"/>
        </pc:sldMkLst>
        <pc:spChg chg="add mod">
          <ac:chgData name="Peko Tim - s2420458029" userId="f0ce34c3-9d6a-4b3f-af77-89199931493b" providerId="ADAL" clId="{101A6511-4CB0-49B8-BFDD-DBD09BDDE9C9}" dt="2025-05-27T00:51:01.174" v="1651" actId="20577"/>
          <ac:spMkLst>
            <pc:docMk/>
            <pc:sldMk cId="2174059175" sldId="296"/>
            <ac:spMk id="10" creationId="{AAC695B9-37F4-0C5A-BF8B-1ED6474B4250}"/>
          </ac:spMkLst>
        </pc:spChg>
        <pc:spChg chg="mod">
          <ac:chgData name="Peko Tim - s2420458029" userId="f0ce34c3-9d6a-4b3f-af77-89199931493b" providerId="ADAL" clId="{101A6511-4CB0-49B8-BFDD-DBD09BDDE9C9}" dt="2025-05-27T00:42:12.268" v="1450" actId="20577"/>
          <ac:spMkLst>
            <pc:docMk/>
            <pc:sldMk cId="2174059175" sldId="296"/>
            <ac:spMk id="428" creationId="{31D36D58-0A17-F30C-DE35-F0F20A95ACF7}"/>
          </ac:spMkLst>
        </pc:spChg>
        <pc:spChg chg="mod">
          <ac:chgData name="Peko Tim - s2420458029" userId="f0ce34c3-9d6a-4b3f-af77-89199931493b" providerId="ADAL" clId="{101A6511-4CB0-49B8-BFDD-DBD09BDDE9C9}" dt="2025-05-27T00:43:28.882" v="1541" actId="1037"/>
          <ac:spMkLst>
            <pc:docMk/>
            <pc:sldMk cId="2174059175" sldId="296"/>
            <ac:spMk id="429" creationId="{A727DD35-5DBB-1B5E-1C79-BBDF0F6B4C01}"/>
          </ac:spMkLst>
        </pc:spChg>
        <pc:spChg chg="mod">
          <ac:chgData name="Peko Tim - s2420458029" userId="f0ce34c3-9d6a-4b3f-af77-89199931493b" providerId="ADAL" clId="{101A6511-4CB0-49B8-BFDD-DBD09BDDE9C9}" dt="2025-05-27T08:11:05.701" v="3615" actId="20577"/>
          <ac:spMkLst>
            <pc:docMk/>
            <pc:sldMk cId="2174059175" sldId="296"/>
            <ac:spMk id="430" creationId="{0B89ED46-D26B-42E5-B9E6-392BCDB307C9}"/>
          </ac:spMkLst>
        </pc:spChg>
        <pc:spChg chg="del">
          <ac:chgData name="Peko Tim - s2420458029" userId="f0ce34c3-9d6a-4b3f-af77-89199931493b" providerId="ADAL" clId="{101A6511-4CB0-49B8-BFDD-DBD09BDDE9C9}" dt="2025-05-27T00:42:25.825" v="1451" actId="478"/>
          <ac:spMkLst>
            <pc:docMk/>
            <pc:sldMk cId="2174059175" sldId="296"/>
            <ac:spMk id="431" creationId="{E827076E-7E0F-744C-4827-F0E395ED1F2B}"/>
          </ac:spMkLst>
        </pc:spChg>
        <pc:spChg chg="mod">
          <ac:chgData name="Peko Tim - s2420458029" userId="f0ce34c3-9d6a-4b3f-af77-89199931493b" providerId="ADAL" clId="{101A6511-4CB0-49B8-BFDD-DBD09BDDE9C9}" dt="2025-05-27T00:45:20.941" v="1598" actId="20577"/>
          <ac:spMkLst>
            <pc:docMk/>
            <pc:sldMk cId="2174059175" sldId="296"/>
            <ac:spMk id="432" creationId="{C821B5E8-64D5-3914-A369-3EF1A3B5C77A}"/>
          </ac:spMkLst>
        </pc:spChg>
        <pc:spChg chg="del">
          <ac:chgData name="Peko Tim - s2420458029" userId="f0ce34c3-9d6a-4b3f-af77-89199931493b" providerId="ADAL" clId="{101A6511-4CB0-49B8-BFDD-DBD09BDDE9C9}" dt="2025-05-27T00:42:25.825" v="1451" actId="478"/>
          <ac:spMkLst>
            <pc:docMk/>
            <pc:sldMk cId="2174059175" sldId="296"/>
            <ac:spMk id="433" creationId="{3CE46F8A-F993-40D7-E716-BD5F1C461EB7}"/>
          </ac:spMkLst>
        </pc:spChg>
        <pc:spChg chg="mod">
          <ac:chgData name="Peko Tim - s2420458029" userId="f0ce34c3-9d6a-4b3f-af77-89199931493b" providerId="ADAL" clId="{101A6511-4CB0-49B8-BFDD-DBD09BDDE9C9}" dt="2025-05-27T00:47:38.468" v="1609" actId="20577"/>
          <ac:spMkLst>
            <pc:docMk/>
            <pc:sldMk cId="2174059175" sldId="296"/>
            <ac:spMk id="437" creationId="{C7FD7E1A-6BC1-108D-1C2B-B5FA74090DEA}"/>
          </ac:spMkLst>
        </pc:spChg>
        <pc:spChg chg="del">
          <ac:chgData name="Peko Tim - s2420458029" userId="f0ce34c3-9d6a-4b3f-af77-89199931493b" providerId="ADAL" clId="{101A6511-4CB0-49B8-BFDD-DBD09BDDE9C9}" dt="2025-05-27T00:42:28.940" v="1452" actId="478"/>
          <ac:spMkLst>
            <pc:docMk/>
            <pc:sldMk cId="2174059175" sldId="296"/>
            <ac:spMk id="438" creationId="{0DD140D4-9068-6955-5041-10055F8A387E}"/>
          </ac:spMkLst>
        </pc:spChg>
        <pc:spChg chg="del">
          <ac:chgData name="Peko Tim - s2420458029" userId="f0ce34c3-9d6a-4b3f-af77-89199931493b" providerId="ADAL" clId="{101A6511-4CB0-49B8-BFDD-DBD09BDDE9C9}" dt="2025-05-27T00:42:28.940" v="1452" actId="478"/>
          <ac:spMkLst>
            <pc:docMk/>
            <pc:sldMk cId="2174059175" sldId="296"/>
            <ac:spMk id="440" creationId="{69512185-58D4-9279-520C-C1EED078B0AD}"/>
          </ac:spMkLst>
        </pc:spChg>
        <pc:spChg chg="mod">
          <ac:chgData name="Peko Tim - s2420458029" userId="f0ce34c3-9d6a-4b3f-af77-89199931493b" providerId="ADAL" clId="{101A6511-4CB0-49B8-BFDD-DBD09BDDE9C9}" dt="2025-05-27T00:43:28.882" v="1541" actId="1037"/>
          <ac:spMkLst>
            <pc:docMk/>
            <pc:sldMk cId="2174059175" sldId="296"/>
            <ac:spMk id="441" creationId="{7D026A17-88F6-5CB2-1114-F5507FA82B9A}"/>
          </ac:spMkLst>
        </pc:spChg>
        <pc:spChg chg="mod">
          <ac:chgData name="Peko Tim - s2420458029" userId="f0ce34c3-9d6a-4b3f-af77-89199931493b" providerId="ADAL" clId="{101A6511-4CB0-49B8-BFDD-DBD09BDDE9C9}" dt="2025-05-27T00:52:47.142" v="1662" actId="20577"/>
          <ac:spMkLst>
            <pc:docMk/>
            <pc:sldMk cId="2174059175" sldId="296"/>
            <ac:spMk id="444" creationId="{4BA7A51A-E421-A562-D387-2B0D950E73F6}"/>
          </ac:spMkLst>
        </pc:spChg>
        <pc:picChg chg="add mod">
          <ac:chgData name="Peko Tim - s2420458029" userId="f0ce34c3-9d6a-4b3f-af77-89199931493b" providerId="ADAL" clId="{101A6511-4CB0-49B8-BFDD-DBD09BDDE9C9}" dt="2025-05-27T00:44:39.193" v="1564" actId="1076"/>
          <ac:picMkLst>
            <pc:docMk/>
            <pc:sldMk cId="2174059175" sldId="296"/>
            <ac:picMk id="9" creationId="{26142903-3E88-53A9-25C7-E0201301D95A}"/>
          </ac:picMkLst>
        </pc:picChg>
        <pc:picChg chg="add mod">
          <ac:chgData name="Peko Tim - s2420458029" userId="f0ce34c3-9d6a-4b3f-af77-89199931493b" providerId="ADAL" clId="{101A6511-4CB0-49B8-BFDD-DBD09BDDE9C9}" dt="2025-05-27T00:44:02.353" v="1559" actId="1038"/>
          <ac:picMkLst>
            <pc:docMk/>
            <pc:sldMk cId="2174059175" sldId="296"/>
            <ac:picMk id="1026" creationId="{DB008201-48D3-8DFA-8783-4C42597C21D0}"/>
          </ac:picMkLst>
        </pc:picChg>
        <pc:cxnChg chg="mod">
          <ac:chgData name="Peko Tim - s2420458029" userId="f0ce34c3-9d6a-4b3f-af77-89199931493b" providerId="ADAL" clId="{101A6511-4CB0-49B8-BFDD-DBD09BDDE9C9}" dt="2025-05-27T00:43:11.035" v="1487" actId="14100"/>
          <ac:cxnSpMkLst>
            <pc:docMk/>
            <pc:sldMk cId="2174059175" sldId="296"/>
            <ac:cxnSpMk id="434" creationId="{F51B32CD-B655-4EC3-B333-3CEE010AE6F1}"/>
          </ac:cxnSpMkLst>
        </pc:cxnChg>
        <pc:cxnChg chg="del mod">
          <ac:chgData name="Peko Tim - s2420458029" userId="f0ce34c3-9d6a-4b3f-af77-89199931493b" providerId="ADAL" clId="{101A6511-4CB0-49B8-BFDD-DBD09BDDE9C9}" dt="2025-05-27T00:42:42.837" v="1457" actId="478"/>
          <ac:cxnSpMkLst>
            <pc:docMk/>
            <pc:sldMk cId="2174059175" sldId="296"/>
            <ac:cxnSpMk id="435" creationId="{DDBB1889-DDB3-9C27-B1A9-DD387C445F12}"/>
          </ac:cxnSpMkLst>
        </pc:cxnChg>
        <pc:cxnChg chg="mod">
          <ac:chgData name="Peko Tim - s2420458029" userId="f0ce34c3-9d6a-4b3f-af77-89199931493b" providerId="ADAL" clId="{101A6511-4CB0-49B8-BFDD-DBD09BDDE9C9}" dt="2025-05-27T00:43:28.882" v="1541" actId="1037"/>
          <ac:cxnSpMkLst>
            <pc:docMk/>
            <pc:sldMk cId="2174059175" sldId="296"/>
            <ac:cxnSpMk id="436" creationId="{9DABE291-4B46-2F79-952F-E1F683293110}"/>
          </ac:cxnSpMkLst>
        </pc:cxnChg>
        <pc:cxnChg chg="del mod">
          <ac:chgData name="Peko Tim - s2420458029" userId="f0ce34c3-9d6a-4b3f-af77-89199931493b" providerId="ADAL" clId="{101A6511-4CB0-49B8-BFDD-DBD09BDDE9C9}" dt="2025-05-27T00:42:32.412" v="1453" actId="478"/>
          <ac:cxnSpMkLst>
            <pc:docMk/>
            <pc:sldMk cId="2174059175" sldId="296"/>
            <ac:cxnSpMk id="439" creationId="{B8D66170-BBFA-6BAB-92BD-1F9E04082364}"/>
          </ac:cxnSpMkLst>
        </pc:cxnChg>
        <pc:cxnChg chg="mod">
          <ac:chgData name="Peko Tim - s2420458029" userId="f0ce34c3-9d6a-4b3f-af77-89199931493b" providerId="ADAL" clId="{101A6511-4CB0-49B8-BFDD-DBD09BDDE9C9}" dt="2025-05-27T00:43:28.882" v="1541" actId="1037"/>
          <ac:cxnSpMkLst>
            <pc:docMk/>
            <pc:sldMk cId="2174059175" sldId="296"/>
            <ac:cxnSpMk id="442" creationId="{AE34B5F9-FD1F-417E-D6BF-4877E336E1C7}"/>
          </ac:cxnSpMkLst>
        </pc:cxnChg>
        <pc:cxnChg chg="mod">
          <ac:chgData name="Peko Tim - s2420458029" userId="f0ce34c3-9d6a-4b3f-af77-89199931493b" providerId="ADAL" clId="{101A6511-4CB0-49B8-BFDD-DBD09BDDE9C9}" dt="2025-05-27T00:43:28.882" v="1541" actId="1037"/>
          <ac:cxnSpMkLst>
            <pc:docMk/>
            <pc:sldMk cId="2174059175" sldId="296"/>
            <ac:cxnSpMk id="443" creationId="{9FA2068F-5560-E35D-F2E1-BEEEFCEA3554}"/>
          </ac:cxnSpMkLst>
        </pc:cxnChg>
        <pc:cxnChg chg="del mod">
          <ac:chgData name="Peko Tim - s2420458029" userId="f0ce34c3-9d6a-4b3f-af77-89199931493b" providerId="ADAL" clId="{101A6511-4CB0-49B8-BFDD-DBD09BDDE9C9}" dt="2025-05-27T00:42:42.071" v="1456" actId="478"/>
          <ac:cxnSpMkLst>
            <pc:docMk/>
            <pc:sldMk cId="2174059175" sldId="296"/>
            <ac:cxnSpMk id="445" creationId="{B1D30FFD-65B4-FA49-ADD3-603778705E30}"/>
          </ac:cxnSpMkLst>
        </pc:cxnChg>
        <pc:cxnChg chg="mod">
          <ac:chgData name="Peko Tim - s2420458029" userId="f0ce34c3-9d6a-4b3f-af77-89199931493b" providerId="ADAL" clId="{101A6511-4CB0-49B8-BFDD-DBD09BDDE9C9}" dt="2025-05-27T00:43:28.882" v="1541" actId="1037"/>
          <ac:cxnSpMkLst>
            <pc:docMk/>
            <pc:sldMk cId="2174059175" sldId="296"/>
            <ac:cxnSpMk id="446" creationId="{98D4C68B-F330-921E-A828-466638D0BA53}"/>
          </ac:cxnSpMkLst>
        </pc:cxnChg>
        <pc:cxnChg chg="del mod">
          <ac:chgData name="Peko Tim - s2420458029" userId="f0ce34c3-9d6a-4b3f-af77-89199931493b" providerId="ADAL" clId="{101A6511-4CB0-49B8-BFDD-DBD09BDDE9C9}" dt="2025-05-27T00:42:40.122" v="1455" actId="478"/>
          <ac:cxnSpMkLst>
            <pc:docMk/>
            <pc:sldMk cId="2174059175" sldId="296"/>
            <ac:cxnSpMk id="447" creationId="{3B1DB15F-2CD4-7324-6FD8-188C8CC9328C}"/>
          </ac:cxnSpMkLst>
        </pc:cxnChg>
      </pc:sldChg>
      <pc:sldChg chg="addSp delSp modSp add mod modNotesTx">
        <pc:chgData name="Peko Tim - s2420458029" userId="f0ce34c3-9d6a-4b3f-af77-89199931493b" providerId="ADAL" clId="{101A6511-4CB0-49B8-BFDD-DBD09BDDE9C9}" dt="2025-05-27T07:56:51.001" v="3426"/>
        <pc:sldMkLst>
          <pc:docMk/>
          <pc:sldMk cId="2137959761" sldId="297"/>
        </pc:sldMkLst>
        <pc:spChg chg="add mod">
          <ac:chgData name="Peko Tim - s2420458029" userId="f0ce34c3-9d6a-4b3f-af77-89199931493b" providerId="ADAL" clId="{101A6511-4CB0-49B8-BFDD-DBD09BDDE9C9}" dt="2025-05-27T00:31:10.056" v="1173" actId="1035"/>
          <ac:spMkLst>
            <pc:docMk/>
            <pc:sldMk cId="2137959761" sldId="297"/>
            <ac:spMk id="2" creationId="{A22A5026-1C7C-D7A0-8B8C-5B92E716E736}"/>
          </ac:spMkLst>
        </pc:spChg>
        <pc:spChg chg="add mod">
          <ac:chgData name="Peko Tim - s2420458029" userId="f0ce34c3-9d6a-4b3f-af77-89199931493b" providerId="ADAL" clId="{101A6511-4CB0-49B8-BFDD-DBD09BDDE9C9}" dt="2025-05-27T00:31:10.056" v="1173" actId="1035"/>
          <ac:spMkLst>
            <pc:docMk/>
            <pc:sldMk cId="2137959761" sldId="297"/>
            <ac:spMk id="3" creationId="{43B797D7-EA30-E619-A4F3-961E653680F3}"/>
          </ac:spMkLst>
        </pc:spChg>
        <pc:spChg chg="add mod">
          <ac:chgData name="Peko Tim - s2420458029" userId="f0ce34c3-9d6a-4b3f-af77-89199931493b" providerId="ADAL" clId="{101A6511-4CB0-49B8-BFDD-DBD09BDDE9C9}" dt="2025-05-27T00:31:10.056" v="1173" actId="1035"/>
          <ac:spMkLst>
            <pc:docMk/>
            <pc:sldMk cId="2137959761" sldId="297"/>
            <ac:spMk id="4" creationId="{F94E5E36-CA6B-4315-2DFD-01E919B570C3}"/>
          </ac:spMkLst>
        </pc:spChg>
        <pc:spChg chg="add mod">
          <ac:chgData name="Peko Tim - s2420458029" userId="f0ce34c3-9d6a-4b3f-af77-89199931493b" providerId="ADAL" clId="{101A6511-4CB0-49B8-BFDD-DBD09BDDE9C9}" dt="2025-05-27T00:31:10.056" v="1173" actId="1035"/>
          <ac:spMkLst>
            <pc:docMk/>
            <pc:sldMk cId="2137959761" sldId="297"/>
            <ac:spMk id="5" creationId="{4C06E6DA-FD3C-8870-8D25-A378E5573BAB}"/>
          </ac:spMkLst>
        </pc:spChg>
        <pc:spChg chg="add mod">
          <ac:chgData name="Peko Tim - s2420458029" userId="f0ce34c3-9d6a-4b3f-af77-89199931493b" providerId="ADAL" clId="{101A6511-4CB0-49B8-BFDD-DBD09BDDE9C9}" dt="2025-05-27T00:31:10.056" v="1173" actId="1035"/>
          <ac:spMkLst>
            <pc:docMk/>
            <pc:sldMk cId="2137959761" sldId="297"/>
            <ac:spMk id="6" creationId="{C6243541-7A9D-8BE5-347F-3FFF4B399B51}"/>
          </ac:spMkLst>
        </pc:spChg>
        <pc:spChg chg="mod">
          <ac:chgData name="Peko Tim - s2420458029" userId="f0ce34c3-9d6a-4b3f-af77-89199931493b" providerId="ADAL" clId="{101A6511-4CB0-49B8-BFDD-DBD09BDDE9C9}" dt="2025-05-27T00:15:31.978" v="959" actId="207"/>
          <ac:spMkLst>
            <pc:docMk/>
            <pc:sldMk cId="2137959761" sldId="297"/>
            <ac:spMk id="479" creationId="{2BC25FC3-8AF1-C23A-369E-05A0CC855587}"/>
          </ac:spMkLst>
        </pc:spChg>
        <pc:spChg chg="mod">
          <ac:chgData name="Peko Tim - s2420458029" userId="f0ce34c3-9d6a-4b3f-af77-89199931493b" providerId="ADAL" clId="{101A6511-4CB0-49B8-BFDD-DBD09BDDE9C9}" dt="2025-05-27T00:31:02.720" v="1133" actId="1035"/>
          <ac:spMkLst>
            <pc:docMk/>
            <pc:sldMk cId="2137959761" sldId="297"/>
            <ac:spMk id="481" creationId="{68AD5291-8135-8F38-8369-8DB1B145D944}"/>
          </ac:spMkLst>
        </pc:spChg>
        <pc:spChg chg="mod">
          <ac:chgData name="Peko Tim - s2420458029" userId="f0ce34c3-9d6a-4b3f-af77-89199931493b" providerId="ADAL" clId="{101A6511-4CB0-49B8-BFDD-DBD09BDDE9C9}" dt="2025-05-27T00:31:02.720" v="1133" actId="1035"/>
          <ac:spMkLst>
            <pc:docMk/>
            <pc:sldMk cId="2137959761" sldId="297"/>
            <ac:spMk id="482" creationId="{EB11ADB5-23D5-29E4-3D51-559621A8A5B9}"/>
          </ac:spMkLst>
        </pc:spChg>
        <pc:spChg chg="del mod">
          <ac:chgData name="Peko Tim - s2420458029" userId="f0ce34c3-9d6a-4b3f-af77-89199931493b" providerId="ADAL" clId="{101A6511-4CB0-49B8-BFDD-DBD09BDDE9C9}" dt="2025-05-27T00:30:50.564" v="1086" actId="21"/>
          <ac:spMkLst>
            <pc:docMk/>
            <pc:sldMk cId="2137959761" sldId="297"/>
            <ac:spMk id="483" creationId="{A22A5026-1C7C-D7A0-8B8C-5B92E716E736}"/>
          </ac:spMkLst>
        </pc:spChg>
        <pc:spChg chg="del mod">
          <ac:chgData name="Peko Tim - s2420458029" userId="f0ce34c3-9d6a-4b3f-af77-89199931493b" providerId="ADAL" clId="{101A6511-4CB0-49B8-BFDD-DBD09BDDE9C9}" dt="2025-05-27T00:30:50.564" v="1086" actId="21"/>
          <ac:spMkLst>
            <pc:docMk/>
            <pc:sldMk cId="2137959761" sldId="297"/>
            <ac:spMk id="484" creationId="{43B797D7-EA30-E619-A4F3-961E653680F3}"/>
          </ac:spMkLst>
        </pc:spChg>
        <pc:spChg chg="del mod">
          <ac:chgData name="Peko Tim - s2420458029" userId="f0ce34c3-9d6a-4b3f-af77-89199931493b" providerId="ADAL" clId="{101A6511-4CB0-49B8-BFDD-DBD09BDDE9C9}" dt="2025-05-27T00:30:50.564" v="1086" actId="21"/>
          <ac:spMkLst>
            <pc:docMk/>
            <pc:sldMk cId="2137959761" sldId="297"/>
            <ac:spMk id="485" creationId="{F94E5E36-CA6B-4315-2DFD-01E919B570C3}"/>
          </ac:spMkLst>
        </pc:spChg>
        <pc:spChg chg="del mod">
          <ac:chgData name="Peko Tim - s2420458029" userId="f0ce34c3-9d6a-4b3f-af77-89199931493b" providerId="ADAL" clId="{101A6511-4CB0-49B8-BFDD-DBD09BDDE9C9}" dt="2025-05-27T00:30:50.564" v="1086" actId="21"/>
          <ac:spMkLst>
            <pc:docMk/>
            <pc:sldMk cId="2137959761" sldId="297"/>
            <ac:spMk id="486" creationId="{4C06E6DA-FD3C-8870-8D25-A378E5573BAB}"/>
          </ac:spMkLst>
        </pc:spChg>
        <pc:spChg chg="del mod">
          <ac:chgData name="Peko Tim - s2420458029" userId="f0ce34c3-9d6a-4b3f-af77-89199931493b" providerId="ADAL" clId="{101A6511-4CB0-49B8-BFDD-DBD09BDDE9C9}" dt="2025-05-27T00:30:50.564" v="1086" actId="21"/>
          <ac:spMkLst>
            <pc:docMk/>
            <pc:sldMk cId="2137959761" sldId="297"/>
            <ac:spMk id="487" creationId="{C6243541-7A9D-8BE5-347F-3FFF4B399B51}"/>
          </ac:spMkLst>
        </pc:spChg>
        <pc:graphicFrameChg chg="mod modGraphic">
          <ac:chgData name="Peko Tim - s2420458029" userId="f0ce34c3-9d6a-4b3f-af77-89199931493b" providerId="ADAL" clId="{101A6511-4CB0-49B8-BFDD-DBD09BDDE9C9}" dt="2025-05-27T07:53:48.081" v="3382" actId="242"/>
          <ac:graphicFrameMkLst>
            <pc:docMk/>
            <pc:sldMk cId="2137959761" sldId="297"/>
            <ac:graphicFrameMk id="480" creationId="{DB243D8A-9843-B79E-6EA2-3445F7E5E865}"/>
          </ac:graphicFrameMkLst>
        </pc:graphicFrameChg>
      </pc:sldChg>
      <pc:sldChg chg="modSp add mod modNotesTx">
        <pc:chgData name="Peko Tim - s2420458029" userId="f0ce34c3-9d6a-4b3f-af77-89199931493b" providerId="ADAL" clId="{101A6511-4CB0-49B8-BFDD-DBD09BDDE9C9}" dt="2025-05-27T08:00:14.351" v="3603" actId="20577"/>
        <pc:sldMkLst>
          <pc:docMk/>
          <pc:sldMk cId="205307065" sldId="298"/>
        </pc:sldMkLst>
        <pc:spChg chg="mod">
          <ac:chgData name="Peko Tim - s2420458029" userId="f0ce34c3-9d6a-4b3f-af77-89199931493b" providerId="ADAL" clId="{101A6511-4CB0-49B8-BFDD-DBD09BDDE9C9}" dt="2025-05-27T01:06:26.798" v="2124" actId="20577"/>
          <ac:spMkLst>
            <pc:docMk/>
            <pc:sldMk cId="205307065" sldId="298"/>
            <ac:spMk id="258" creationId="{300B287B-B99C-5E9B-48A9-48BF11922002}"/>
          </ac:spMkLst>
        </pc:spChg>
        <pc:spChg chg="mod">
          <ac:chgData name="Peko Tim - s2420458029" userId="f0ce34c3-9d6a-4b3f-af77-89199931493b" providerId="ADAL" clId="{101A6511-4CB0-49B8-BFDD-DBD09BDDE9C9}" dt="2025-05-27T07:51:45.745" v="3284" actId="20577"/>
          <ac:spMkLst>
            <pc:docMk/>
            <pc:sldMk cId="205307065" sldId="298"/>
            <ac:spMk id="259" creationId="{663F0247-7753-4ECB-65F8-39B2F4FE91E8}"/>
          </ac:spMkLst>
        </pc:spChg>
        <pc:picChg chg="mod modCrop">
          <ac:chgData name="Peko Tim - s2420458029" userId="f0ce34c3-9d6a-4b3f-af77-89199931493b" providerId="ADAL" clId="{101A6511-4CB0-49B8-BFDD-DBD09BDDE9C9}" dt="2025-05-27T01:07:23.701" v="2131" actId="732"/>
          <ac:picMkLst>
            <pc:docMk/>
            <pc:sldMk cId="205307065" sldId="298"/>
            <ac:picMk id="260" creationId="{EEC5B4CD-AB2E-08B9-32BB-0C9A5F541BA5}"/>
          </ac:picMkLst>
        </pc:picChg>
        <pc:picChg chg="mod">
          <ac:chgData name="Peko Tim - s2420458029" userId="f0ce34c3-9d6a-4b3f-af77-89199931493b" providerId="ADAL" clId="{101A6511-4CB0-49B8-BFDD-DBD09BDDE9C9}" dt="2025-05-27T01:07:35.779" v="2134" actId="1076"/>
          <ac:picMkLst>
            <pc:docMk/>
            <pc:sldMk cId="205307065" sldId="298"/>
            <ac:picMk id="261" creationId="{B0EDBFA6-AAB3-8A52-A8F7-84E228EDA2ED}"/>
          </ac:picMkLst>
        </pc:picChg>
      </pc:sldChg>
      <pc:sldChg chg="modSp add mod modNotesTx">
        <pc:chgData name="Peko Tim - s2420458029" userId="f0ce34c3-9d6a-4b3f-af77-89199931493b" providerId="ADAL" clId="{101A6511-4CB0-49B8-BFDD-DBD09BDDE9C9}" dt="2025-05-27T08:01:22.999" v="3608" actId="20577"/>
        <pc:sldMkLst>
          <pc:docMk/>
          <pc:sldMk cId="1733935533" sldId="299"/>
        </pc:sldMkLst>
        <pc:spChg chg="mod">
          <ac:chgData name="Peko Tim - s2420458029" userId="f0ce34c3-9d6a-4b3f-af77-89199931493b" providerId="ADAL" clId="{101A6511-4CB0-49B8-BFDD-DBD09BDDE9C9}" dt="2025-05-27T02:06:49.033" v="2625" actId="207"/>
          <ac:spMkLst>
            <pc:docMk/>
            <pc:sldMk cId="1733935533" sldId="299"/>
            <ac:spMk id="379" creationId="{483293E0-1E4C-220F-31EE-B8D9ABF372B3}"/>
          </ac:spMkLst>
        </pc:spChg>
        <pc:graphicFrameChg chg="modGraphic">
          <ac:chgData name="Peko Tim - s2420458029" userId="f0ce34c3-9d6a-4b3f-af77-89199931493b" providerId="ADAL" clId="{101A6511-4CB0-49B8-BFDD-DBD09BDDE9C9}" dt="2025-05-27T02:16:34.113" v="2787" actId="20577"/>
          <ac:graphicFrameMkLst>
            <pc:docMk/>
            <pc:sldMk cId="1733935533" sldId="299"/>
            <ac:graphicFrameMk id="378" creationId="{04CBF274-B597-A918-78D2-E350D6D68B57}"/>
          </ac:graphicFrameMkLst>
        </pc:graphicFrameChg>
      </pc:sldChg>
      <pc:sldChg chg="modSp add mod modNotesTx">
        <pc:chgData name="Peko Tim - s2420458029" userId="f0ce34c3-9d6a-4b3f-af77-89199931493b" providerId="ADAL" clId="{101A6511-4CB0-49B8-BFDD-DBD09BDDE9C9}" dt="2025-05-27T08:02:09.756" v="3610" actId="20577"/>
        <pc:sldMkLst>
          <pc:docMk/>
          <pc:sldMk cId="757849067" sldId="300"/>
        </pc:sldMkLst>
        <pc:spChg chg="mod">
          <ac:chgData name="Peko Tim - s2420458029" userId="f0ce34c3-9d6a-4b3f-af77-89199931493b" providerId="ADAL" clId="{101A6511-4CB0-49B8-BFDD-DBD09BDDE9C9}" dt="2025-05-27T02:20:15.516" v="2817" actId="20577"/>
          <ac:spMkLst>
            <pc:docMk/>
            <pc:sldMk cId="757849067" sldId="300"/>
            <ac:spMk id="479" creationId="{6A0CB3E1-38D7-269E-4F98-AC592293232C}"/>
          </ac:spMkLst>
        </pc:spChg>
        <pc:spChg chg="mod">
          <ac:chgData name="Peko Tim - s2420458029" userId="f0ce34c3-9d6a-4b3f-af77-89199931493b" providerId="ADAL" clId="{101A6511-4CB0-49B8-BFDD-DBD09BDDE9C9}" dt="2025-05-27T07:51:22.210" v="3254" actId="20577"/>
          <ac:spMkLst>
            <pc:docMk/>
            <pc:sldMk cId="757849067" sldId="300"/>
            <ac:spMk id="482" creationId="{D7AE4DBB-5B98-00F8-12CC-73ED27061B69}"/>
          </ac:spMkLst>
        </pc:spChg>
        <pc:spChg chg="mod">
          <ac:chgData name="Peko Tim - s2420458029" userId="f0ce34c3-9d6a-4b3f-af77-89199931493b" providerId="ADAL" clId="{101A6511-4CB0-49B8-BFDD-DBD09BDDE9C9}" dt="2025-05-27T02:34:56.068" v="3209" actId="1035"/>
          <ac:spMkLst>
            <pc:docMk/>
            <pc:sldMk cId="757849067" sldId="300"/>
            <ac:spMk id="483" creationId="{BE65A822-DE9B-2783-DDF9-0C42CF24E6F3}"/>
          </ac:spMkLst>
        </pc:spChg>
        <pc:spChg chg="mod">
          <ac:chgData name="Peko Tim - s2420458029" userId="f0ce34c3-9d6a-4b3f-af77-89199931493b" providerId="ADAL" clId="{101A6511-4CB0-49B8-BFDD-DBD09BDDE9C9}" dt="2025-05-27T02:38:41.442" v="3240" actId="20577"/>
          <ac:spMkLst>
            <pc:docMk/>
            <pc:sldMk cId="757849067" sldId="300"/>
            <ac:spMk id="484" creationId="{7DDC1335-2B86-CCEE-9BDF-537ED200F62A}"/>
          </ac:spMkLst>
        </pc:spChg>
        <pc:spChg chg="mod">
          <ac:chgData name="Peko Tim - s2420458029" userId="f0ce34c3-9d6a-4b3f-af77-89199931493b" providerId="ADAL" clId="{101A6511-4CB0-49B8-BFDD-DBD09BDDE9C9}" dt="2025-05-27T02:39:12.136" v="3243" actId="20577"/>
          <ac:spMkLst>
            <pc:docMk/>
            <pc:sldMk cId="757849067" sldId="300"/>
            <ac:spMk id="485" creationId="{2A7BC79A-C7C3-C637-18A3-56D276F3C525}"/>
          </ac:spMkLst>
        </pc:spChg>
        <pc:spChg chg="mod">
          <ac:chgData name="Peko Tim - s2420458029" userId="f0ce34c3-9d6a-4b3f-af77-89199931493b" providerId="ADAL" clId="{101A6511-4CB0-49B8-BFDD-DBD09BDDE9C9}" dt="2025-05-27T02:34:59.529" v="3212" actId="1035"/>
          <ac:spMkLst>
            <pc:docMk/>
            <pc:sldMk cId="757849067" sldId="300"/>
            <ac:spMk id="486" creationId="{C1C3A238-E0B8-EAF4-607C-7A3FA61CBF98}"/>
          </ac:spMkLst>
        </pc:spChg>
        <pc:graphicFrameChg chg="mod modGraphic">
          <ac:chgData name="Peko Tim - s2420458029" userId="f0ce34c3-9d6a-4b3f-af77-89199931493b" providerId="ADAL" clId="{101A6511-4CB0-49B8-BFDD-DBD09BDDE9C9}" dt="2025-05-27T02:31:59.291" v="3094" actId="20577"/>
          <ac:graphicFrameMkLst>
            <pc:docMk/>
            <pc:sldMk cId="757849067" sldId="300"/>
            <ac:graphicFrameMk id="480" creationId="{F669B771-E148-88D3-E3E9-7103BB5AE02D}"/>
          </ac:graphicFrameMkLst>
        </pc:graphicFrameChg>
      </pc:sldChg>
      <pc:sldMasterChg chg="delSldLayout">
        <pc:chgData name="Peko Tim - s2420458029" userId="f0ce34c3-9d6a-4b3f-af77-89199931493b" providerId="ADAL" clId="{101A6511-4CB0-49B8-BFDD-DBD09BDDE9C9}" dt="2025-05-27T02:37:33.261" v="3234" actId="47"/>
        <pc:sldMasterMkLst>
          <pc:docMk/>
          <pc:sldMasterMk cId="0" sldId="2147483671"/>
        </pc:sldMasterMkLst>
        <pc:sldLayoutChg chg="del">
          <pc:chgData name="Peko Tim - s2420458029" userId="f0ce34c3-9d6a-4b3f-af77-89199931493b" providerId="ADAL" clId="{101A6511-4CB0-49B8-BFDD-DBD09BDDE9C9}" dt="2025-05-27T00:15:42.222" v="960" actId="47"/>
          <pc:sldLayoutMkLst>
            <pc:docMk/>
            <pc:sldMasterMk cId="0" sldId="2147483671"/>
            <pc:sldLayoutMk cId="0" sldId="2147483649"/>
          </pc:sldLayoutMkLst>
        </pc:sldLayoutChg>
        <pc:sldLayoutChg chg="del">
          <pc:chgData name="Peko Tim - s2420458029" userId="f0ce34c3-9d6a-4b3f-af77-89199931493b" providerId="ADAL" clId="{101A6511-4CB0-49B8-BFDD-DBD09BDDE9C9}" dt="2025-05-27T02:37:33.261" v="3234" actId="47"/>
          <pc:sldLayoutMkLst>
            <pc:docMk/>
            <pc:sldMasterMk cId="0" sldId="2147483671"/>
            <pc:sldLayoutMk cId="0" sldId="2147483650"/>
          </pc:sldLayoutMkLst>
        </pc:sldLayoutChg>
        <pc:sldLayoutChg chg="del">
          <pc:chgData name="Peko Tim - s2420458029" userId="f0ce34c3-9d6a-4b3f-af77-89199931493b" providerId="ADAL" clId="{101A6511-4CB0-49B8-BFDD-DBD09BDDE9C9}" dt="2025-05-27T02:35:18.049" v="3214" actId="47"/>
          <pc:sldLayoutMkLst>
            <pc:docMk/>
            <pc:sldMasterMk cId="0" sldId="2147483671"/>
            <pc:sldLayoutMk cId="0" sldId="2147483657"/>
          </pc:sldLayoutMkLst>
        </pc:sldLayoutChg>
        <pc:sldLayoutChg chg="del">
          <pc:chgData name="Peko Tim - s2420458029" userId="f0ce34c3-9d6a-4b3f-af77-89199931493b" providerId="ADAL" clId="{101A6511-4CB0-49B8-BFDD-DBD09BDDE9C9}" dt="2025-05-27T02:35:18.049" v="3214" actId="47"/>
          <pc:sldLayoutMkLst>
            <pc:docMk/>
            <pc:sldMasterMk cId="0" sldId="2147483671"/>
            <pc:sldLayoutMk cId="0" sldId="2147483661"/>
          </pc:sldLayoutMkLst>
        </pc:sldLayoutChg>
        <pc:sldLayoutChg chg="del">
          <pc:chgData name="Peko Tim - s2420458029" userId="f0ce34c3-9d6a-4b3f-af77-89199931493b" providerId="ADAL" clId="{101A6511-4CB0-49B8-BFDD-DBD09BDDE9C9}" dt="2025-05-27T02:35:18.049" v="3214" actId="47"/>
          <pc:sldLayoutMkLst>
            <pc:docMk/>
            <pc:sldMasterMk cId="0" sldId="2147483671"/>
            <pc:sldLayoutMk cId="0" sldId="2147483662"/>
          </pc:sldLayoutMkLst>
        </pc:sldLayoutChg>
        <pc:sldLayoutChg chg="del">
          <pc:chgData name="Peko Tim - s2420458029" userId="f0ce34c3-9d6a-4b3f-af77-89199931493b" providerId="ADAL" clId="{101A6511-4CB0-49B8-BFDD-DBD09BDDE9C9}" dt="2025-05-27T02:35:18.049" v="3214" actId="47"/>
          <pc:sldLayoutMkLst>
            <pc:docMk/>
            <pc:sldMasterMk cId="0" sldId="2147483671"/>
            <pc:sldLayoutMk cId="0" sldId="2147483664"/>
          </pc:sldLayoutMkLst>
        </pc:sldLayoutChg>
      </pc:sldMasterChg>
      <pc:sldMasterChg chg="del delSldLayout">
        <pc:chgData name="Peko Tim - s2420458029" userId="f0ce34c3-9d6a-4b3f-af77-89199931493b" providerId="ADAL" clId="{101A6511-4CB0-49B8-BFDD-DBD09BDDE9C9}" dt="2025-05-27T02:35:10.085" v="3213" actId="47"/>
        <pc:sldMasterMkLst>
          <pc:docMk/>
          <pc:sldMasterMk cId="0" sldId="2147483672"/>
        </pc:sldMasterMkLst>
        <pc:sldLayoutChg chg="del">
          <pc:chgData name="Peko Tim - s2420458029" userId="f0ce34c3-9d6a-4b3f-af77-89199931493b" providerId="ADAL" clId="{101A6511-4CB0-49B8-BFDD-DBD09BDDE9C9}" dt="2025-05-27T02:35:10.085" v="3213" actId="47"/>
          <pc:sldLayoutMkLst>
            <pc:docMk/>
            <pc:sldMasterMk cId="0" sldId="2147483672"/>
            <pc:sldLayoutMk cId="0" sldId="2147483669"/>
          </pc:sldLayoutMkLst>
        </pc:sldLayoutChg>
        <pc:sldLayoutChg chg="del">
          <pc:chgData name="Peko Tim - s2420458029" userId="f0ce34c3-9d6a-4b3f-af77-89199931493b" providerId="ADAL" clId="{101A6511-4CB0-49B8-BFDD-DBD09BDDE9C9}" dt="2025-05-27T02:35:10.085" v="3213" actId="47"/>
          <pc:sldLayoutMkLst>
            <pc:docMk/>
            <pc:sldMasterMk cId="0" sldId="2147483672"/>
            <pc:sldLayoutMk cId="0" sldId="214748367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my.clevelandclinic.org/health/symptoms/17705-low-hemoglobin#:~:text=Normal%20hemoglobin%20levels%20are%20different,hemoglobin%20level%20is%2012%20gm%2Fd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2c6b6d96a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2c6b6d96a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0f9e629ec3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10f9e629ec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111e7c571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111e7c571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de-AT" dirty="0"/>
              <a:t>Hb = O₂ </a:t>
            </a:r>
            <a:r>
              <a:rPr lang="de-AT" dirty="0" err="1"/>
              <a:t>carrier</a:t>
            </a:r>
            <a:r>
              <a:rPr lang="de-AT" dirty="0"/>
              <a:t>, 4 </a:t>
            </a:r>
            <a:r>
              <a:rPr lang="de-AT" dirty="0" err="1"/>
              <a:t>subunits</a:t>
            </a:r>
            <a:r>
              <a:rPr lang="de-AT" dirty="0"/>
              <a:t>: 2</a:t>
            </a:r>
            <a:r>
              <a:rPr lang="el-GR" dirty="0"/>
              <a:t>α</a:t>
            </a:r>
            <a:r>
              <a:rPr lang="en-US" dirty="0"/>
              <a:t> (red)</a:t>
            </a:r>
            <a:r>
              <a:rPr lang="el-GR" dirty="0"/>
              <a:t>, 2β</a:t>
            </a:r>
            <a:r>
              <a:rPr lang="en-US" dirty="0"/>
              <a:t> (blue)</a:t>
            </a:r>
            <a:endParaRPr lang="el-GR" dirty="0"/>
          </a:p>
          <a:p>
            <a:pPr>
              <a:buFont typeface="Arial" panose="020B0604020202020204" pitchFamily="34" charset="0"/>
              <a:buChar char="•"/>
            </a:pPr>
            <a:r>
              <a:rPr lang="de-AT" dirty="0" err="1"/>
              <a:t>Each</a:t>
            </a:r>
            <a:r>
              <a:rPr lang="de-AT" dirty="0"/>
              <a:t> </a:t>
            </a:r>
            <a:r>
              <a:rPr lang="de-AT" dirty="0" err="1"/>
              <a:t>subunit</a:t>
            </a:r>
            <a:r>
              <a:rPr lang="de-AT" dirty="0"/>
              <a:t>: </a:t>
            </a:r>
            <a:r>
              <a:rPr lang="de-AT" dirty="0" err="1"/>
              <a:t>heme</a:t>
            </a:r>
            <a:r>
              <a:rPr lang="de-AT" dirty="0"/>
              <a:t> (</a:t>
            </a:r>
            <a:r>
              <a:rPr lang="de-AT" dirty="0" err="1"/>
              <a:t>green</a:t>
            </a:r>
            <a:r>
              <a:rPr lang="de-AT" dirty="0"/>
              <a:t>) + Fe²⁺ → </a:t>
            </a:r>
            <a:r>
              <a:rPr lang="de-AT" dirty="0" err="1"/>
              <a:t>binds</a:t>
            </a:r>
            <a:r>
              <a:rPr lang="de-AT" dirty="0"/>
              <a:t> O₂</a:t>
            </a:r>
          </a:p>
          <a:p>
            <a:pPr>
              <a:buFont typeface="Arial" panose="020B0604020202020204" pitchFamily="34" charset="0"/>
              <a:buChar char="•"/>
            </a:pPr>
            <a:r>
              <a:rPr lang="de-AT" dirty="0"/>
              <a:t>Fe³⁺ = </a:t>
            </a:r>
            <a:r>
              <a:rPr lang="de-AT" dirty="0" err="1"/>
              <a:t>MetHb</a:t>
            </a:r>
            <a:r>
              <a:rPr lang="de-AT" dirty="0"/>
              <a:t> → </a:t>
            </a:r>
            <a:r>
              <a:rPr lang="de-AT" dirty="0" err="1"/>
              <a:t>no</a:t>
            </a:r>
            <a:r>
              <a:rPr lang="de-AT" dirty="0"/>
              <a:t> O₂ </a:t>
            </a:r>
            <a:r>
              <a:rPr lang="de-AT" dirty="0" err="1"/>
              <a:t>binding</a:t>
            </a:r>
            <a:endParaRPr lang="de-AT" dirty="0"/>
          </a:p>
          <a:p>
            <a:pPr>
              <a:buNone/>
            </a:pPr>
            <a:r>
              <a:rPr lang="de-AT" b="1" dirty="0"/>
              <a:t>Speaker Notes:</a:t>
            </a:r>
            <a:endParaRPr lang="de-AT" dirty="0"/>
          </a:p>
          <a:p>
            <a:pPr>
              <a:buFont typeface="Arial" panose="020B0604020202020204" pitchFamily="34" charset="0"/>
              <a:buChar char="•"/>
            </a:pPr>
            <a:r>
              <a:rPr lang="de-AT" dirty="0"/>
              <a:t>Hb = tetramer, </a:t>
            </a:r>
            <a:r>
              <a:rPr lang="de-AT" dirty="0" err="1"/>
              <a:t>heme</a:t>
            </a:r>
            <a:r>
              <a:rPr lang="de-AT" dirty="0"/>
              <a:t> </a:t>
            </a:r>
            <a:r>
              <a:rPr lang="de-AT" dirty="0" err="1"/>
              <a:t>groups</a:t>
            </a:r>
            <a:endParaRPr lang="de-AT" dirty="0"/>
          </a:p>
          <a:p>
            <a:pPr>
              <a:buFont typeface="Arial" panose="020B0604020202020204" pitchFamily="34" charset="0"/>
              <a:buChar char="•"/>
            </a:pPr>
            <a:r>
              <a:rPr lang="de-AT" dirty="0"/>
              <a:t>Fe²⁺ </a:t>
            </a:r>
            <a:r>
              <a:rPr lang="de-AT" dirty="0" err="1"/>
              <a:t>binds</a:t>
            </a:r>
            <a:r>
              <a:rPr lang="de-AT" dirty="0"/>
              <a:t> O₂ → reversible </a:t>
            </a:r>
            <a:r>
              <a:rPr lang="de-AT" dirty="0" err="1"/>
              <a:t>transport</a:t>
            </a:r>
            <a:endParaRPr lang="de-AT" dirty="0"/>
          </a:p>
          <a:p>
            <a:pPr>
              <a:buFont typeface="Arial" panose="020B0604020202020204" pitchFamily="34" charset="0"/>
              <a:buChar char="•"/>
            </a:pPr>
            <a:r>
              <a:rPr lang="de-AT" dirty="0"/>
              <a:t>Fe³⁺ = </a:t>
            </a:r>
            <a:r>
              <a:rPr lang="de-AT" dirty="0" err="1"/>
              <a:t>oxidized</a:t>
            </a:r>
            <a:r>
              <a:rPr lang="de-AT" dirty="0"/>
              <a:t>, </a:t>
            </a:r>
            <a:r>
              <a:rPr lang="de-AT" dirty="0" err="1"/>
              <a:t>no</a:t>
            </a:r>
            <a:r>
              <a:rPr lang="de-AT" dirty="0"/>
              <a:t> O₂ </a:t>
            </a:r>
            <a:r>
              <a:rPr lang="de-AT" dirty="0" err="1"/>
              <a:t>binding</a:t>
            </a:r>
            <a:r>
              <a:rPr lang="de-AT" dirty="0"/>
              <a:t> → </a:t>
            </a:r>
            <a:r>
              <a:rPr lang="de-AT" dirty="0" err="1"/>
              <a:t>MetHb</a:t>
            </a:r>
            <a:endParaRPr lang="de-AT" dirty="0"/>
          </a:p>
          <a:p>
            <a:pPr>
              <a:buFont typeface="Arial" panose="020B0604020202020204" pitchFamily="34" charset="0"/>
              <a:buChar char="•"/>
            </a:pPr>
            <a:r>
              <a:rPr lang="de-AT" dirty="0" err="1"/>
              <a:t>Red</a:t>
            </a:r>
            <a:r>
              <a:rPr lang="de-AT" dirty="0"/>
              <a:t> </a:t>
            </a:r>
            <a:r>
              <a:rPr lang="de-AT" dirty="0" err="1"/>
              <a:t>color</a:t>
            </a:r>
            <a:r>
              <a:rPr lang="de-AT" dirty="0"/>
              <a:t> </a:t>
            </a:r>
            <a:r>
              <a:rPr lang="de-AT" dirty="0" err="1"/>
              <a:t>from</a:t>
            </a:r>
            <a:r>
              <a:rPr lang="de-AT" dirty="0"/>
              <a:t> </a:t>
            </a:r>
            <a:r>
              <a:rPr lang="de-AT" dirty="0" err="1"/>
              <a:t>heme</a:t>
            </a:r>
            <a:r>
              <a:rPr lang="de-AT" dirty="0"/>
              <a:t>/</a:t>
            </a:r>
            <a:r>
              <a:rPr lang="de-AT" dirty="0" err="1"/>
              <a:t>Fe</a:t>
            </a:r>
            <a:endParaRPr lang="de-AT" dirty="0"/>
          </a:p>
          <a:p>
            <a:pPr>
              <a:buFont typeface="Arial" panose="020B0604020202020204" pitchFamily="34" charset="0"/>
              <a:buChar char="•"/>
            </a:pPr>
            <a:r>
              <a:rPr lang="de-AT" dirty="0"/>
              <a:t>Key: </a:t>
            </a:r>
            <a:r>
              <a:rPr lang="de-AT" dirty="0" err="1"/>
              <a:t>oxidation</a:t>
            </a:r>
            <a:r>
              <a:rPr lang="de-AT" dirty="0"/>
              <a:t> </a:t>
            </a:r>
            <a:r>
              <a:rPr lang="de-AT" dirty="0" err="1"/>
              <a:t>state</a:t>
            </a:r>
            <a:r>
              <a:rPr lang="de-AT" dirty="0"/>
              <a:t> </a:t>
            </a:r>
            <a:r>
              <a:rPr lang="de-AT" dirty="0" err="1"/>
              <a:t>of</a:t>
            </a:r>
            <a:r>
              <a:rPr lang="de-AT" dirty="0"/>
              <a:t> </a:t>
            </a:r>
            <a:r>
              <a:rPr lang="de-AT" dirty="0" err="1"/>
              <a:t>Fe</a:t>
            </a:r>
            <a:r>
              <a:rPr lang="de-AT" dirty="0"/>
              <a:t> </a:t>
            </a:r>
            <a:r>
              <a:rPr lang="de-AT" dirty="0" err="1"/>
              <a:t>controls</a:t>
            </a:r>
            <a:r>
              <a:rPr lang="de-AT" dirty="0"/>
              <a:t> </a:t>
            </a:r>
            <a:r>
              <a:rPr lang="de-AT" dirty="0" err="1"/>
              <a:t>function</a:t>
            </a:r>
            <a:endParaRPr lang="de-AT" dirty="0"/>
          </a:p>
          <a:p>
            <a:pPr marL="0" lvl="0" indent="0" algn="l" rtl="0">
              <a:spcBef>
                <a:spcPts val="0"/>
              </a:spcBef>
              <a:spcAft>
                <a:spcPts val="0"/>
              </a:spcAft>
              <a:buFontTx/>
              <a:buNone/>
            </a:pPr>
            <a:endParaRPr lang="en-US" dirty="0"/>
          </a:p>
          <a:p>
            <a:pPr marL="0" lvl="0" indent="0" algn="l" rtl="0">
              <a:spcBef>
                <a:spcPts val="0"/>
              </a:spcBef>
              <a:spcAft>
                <a:spcPts val="0"/>
              </a:spcAft>
              <a:buFontTx/>
              <a:buNone/>
            </a:pPr>
            <a:endParaRPr lang="de-AT" dirty="0"/>
          </a:p>
          <a:p>
            <a:pPr>
              <a:buFont typeface="Arial" panose="020B0604020202020204" pitchFamily="34" charset="0"/>
              <a:buChar char="•"/>
            </a:pPr>
            <a:r>
              <a:rPr lang="de-AT" dirty="0" err="1"/>
              <a:t>Hemoglobin</a:t>
            </a:r>
            <a:r>
              <a:rPr lang="de-AT" dirty="0"/>
              <a:t> (Hb): </a:t>
            </a:r>
            <a:r>
              <a:rPr lang="de-AT" dirty="0" err="1"/>
              <a:t>oxygen</a:t>
            </a:r>
            <a:r>
              <a:rPr lang="de-AT" dirty="0"/>
              <a:t> </a:t>
            </a:r>
            <a:r>
              <a:rPr lang="de-AT" dirty="0" err="1"/>
              <a:t>carrier</a:t>
            </a:r>
            <a:r>
              <a:rPr lang="de-AT" dirty="0"/>
              <a:t> in </a:t>
            </a:r>
            <a:r>
              <a:rPr lang="de-AT" dirty="0" err="1"/>
              <a:t>red</a:t>
            </a:r>
            <a:r>
              <a:rPr lang="de-AT" dirty="0"/>
              <a:t> </a:t>
            </a:r>
            <a:r>
              <a:rPr lang="de-AT" dirty="0" err="1"/>
              <a:t>blood</a:t>
            </a:r>
            <a:r>
              <a:rPr lang="de-AT" dirty="0"/>
              <a:t> </a:t>
            </a:r>
            <a:r>
              <a:rPr lang="de-AT" dirty="0" err="1"/>
              <a:t>cells</a:t>
            </a:r>
            <a:endParaRPr lang="de-AT" dirty="0"/>
          </a:p>
          <a:p>
            <a:pPr>
              <a:buFont typeface="Arial" panose="020B0604020202020204" pitchFamily="34" charset="0"/>
              <a:buChar char="•"/>
            </a:pPr>
            <a:r>
              <a:rPr lang="de-AT" dirty="0"/>
              <a:t>4 </a:t>
            </a:r>
            <a:r>
              <a:rPr lang="de-AT" dirty="0" err="1"/>
              <a:t>subunits</a:t>
            </a:r>
            <a:r>
              <a:rPr lang="de-AT" dirty="0"/>
              <a:t>: 2</a:t>
            </a:r>
            <a:r>
              <a:rPr lang="el-GR" dirty="0"/>
              <a:t>α, 2β; </a:t>
            </a:r>
            <a:r>
              <a:rPr lang="de-AT" dirty="0" err="1"/>
              <a:t>each</a:t>
            </a:r>
            <a:r>
              <a:rPr lang="de-AT" dirty="0"/>
              <a:t> </a:t>
            </a:r>
            <a:r>
              <a:rPr lang="de-AT" dirty="0" err="1"/>
              <a:t>with</a:t>
            </a:r>
            <a:r>
              <a:rPr lang="de-AT" dirty="0"/>
              <a:t> </a:t>
            </a:r>
            <a:r>
              <a:rPr lang="de-AT" dirty="0" err="1"/>
              <a:t>heme</a:t>
            </a:r>
            <a:r>
              <a:rPr lang="de-AT" dirty="0"/>
              <a:t> + iron (Fe²⁺)</a:t>
            </a:r>
          </a:p>
          <a:p>
            <a:pPr>
              <a:buFont typeface="Arial" panose="020B0604020202020204" pitchFamily="34" charset="0"/>
              <a:buChar char="•"/>
            </a:pPr>
            <a:r>
              <a:rPr lang="de-AT" dirty="0"/>
              <a:t>O₂ </a:t>
            </a:r>
            <a:r>
              <a:rPr lang="de-AT" dirty="0" err="1"/>
              <a:t>binds</a:t>
            </a:r>
            <a:r>
              <a:rPr lang="de-AT" dirty="0"/>
              <a:t> </a:t>
            </a:r>
            <a:r>
              <a:rPr lang="de-AT" dirty="0" err="1"/>
              <a:t>to</a:t>
            </a:r>
            <a:r>
              <a:rPr lang="de-AT" dirty="0"/>
              <a:t> Fe²⁺; Fe³⁺ = </a:t>
            </a:r>
            <a:r>
              <a:rPr lang="de-AT" dirty="0" err="1"/>
              <a:t>methemoglobin</a:t>
            </a:r>
            <a:r>
              <a:rPr lang="de-AT" dirty="0"/>
              <a:t> (non-</a:t>
            </a:r>
            <a:r>
              <a:rPr lang="de-AT" dirty="0" err="1"/>
              <a:t>functional</a:t>
            </a:r>
            <a:r>
              <a:rPr lang="de-AT" dirty="0"/>
              <a:t>)</a:t>
            </a:r>
          </a:p>
          <a:p>
            <a:pPr>
              <a:buNone/>
            </a:pPr>
            <a:r>
              <a:rPr lang="de-AT" b="1" dirty="0"/>
              <a:t>Speaker Notes Keywords:</a:t>
            </a:r>
            <a:endParaRPr lang="de-AT" dirty="0"/>
          </a:p>
          <a:p>
            <a:pPr>
              <a:buFont typeface="Arial" panose="020B0604020202020204" pitchFamily="34" charset="0"/>
              <a:buChar char="•"/>
            </a:pPr>
            <a:r>
              <a:rPr lang="de-AT" dirty="0"/>
              <a:t>Hb </a:t>
            </a:r>
            <a:r>
              <a:rPr lang="de-AT" dirty="0" err="1"/>
              <a:t>structure</a:t>
            </a:r>
            <a:endParaRPr lang="de-AT" dirty="0"/>
          </a:p>
          <a:p>
            <a:pPr>
              <a:buFont typeface="Arial" panose="020B0604020202020204" pitchFamily="34" charset="0"/>
              <a:buChar char="•"/>
            </a:pPr>
            <a:r>
              <a:rPr lang="de-AT" dirty="0"/>
              <a:t>Fe²⁺ </a:t>
            </a:r>
            <a:r>
              <a:rPr lang="de-AT" dirty="0" err="1"/>
              <a:t>binds</a:t>
            </a:r>
            <a:r>
              <a:rPr lang="de-AT" dirty="0"/>
              <a:t> O₂</a:t>
            </a:r>
          </a:p>
          <a:p>
            <a:pPr>
              <a:buFont typeface="Arial" panose="020B0604020202020204" pitchFamily="34" charset="0"/>
              <a:buChar char="•"/>
            </a:pPr>
            <a:r>
              <a:rPr lang="de-AT" dirty="0"/>
              <a:t>Fe³⁺ = </a:t>
            </a:r>
            <a:r>
              <a:rPr lang="de-AT" dirty="0" err="1"/>
              <a:t>MetHb</a:t>
            </a:r>
            <a:endParaRPr lang="de-AT" dirty="0"/>
          </a:p>
          <a:p>
            <a:pPr>
              <a:buFont typeface="Arial" panose="020B0604020202020204" pitchFamily="34" charset="0"/>
              <a:buChar char="•"/>
            </a:pPr>
            <a:r>
              <a:rPr lang="de-AT" dirty="0"/>
              <a:t>O₂ </a:t>
            </a:r>
            <a:r>
              <a:rPr lang="de-AT" dirty="0" err="1"/>
              <a:t>transport</a:t>
            </a:r>
            <a:endParaRPr lang="de-AT" dirty="0"/>
          </a:p>
          <a:p>
            <a:pPr>
              <a:buFont typeface="Arial" panose="020B0604020202020204" pitchFamily="34" charset="0"/>
              <a:buChar char="•"/>
            </a:pPr>
            <a:r>
              <a:rPr lang="de-AT" dirty="0"/>
              <a:t>Tetramer</a:t>
            </a:r>
          </a:p>
          <a:p>
            <a:pPr marL="0" lvl="0" indent="0" algn="l" rtl="0">
              <a:spcBef>
                <a:spcPts val="0"/>
              </a:spcBef>
              <a:spcAft>
                <a:spcPts val="0"/>
              </a:spcAft>
              <a:buFontTx/>
              <a:buNone/>
            </a:pPr>
            <a:endParaRPr lang="de-AT"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1258269c9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21258269c9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de-AT" dirty="0" err="1"/>
              <a:t>MetHb</a:t>
            </a:r>
            <a:r>
              <a:rPr lang="de-AT" dirty="0"/>
              <a:t> = Fe³⁺ Hb, </a:t>
            </a:r>
            <a:r>
              <a:rPr lang="de-AT" dirty="0" err="1"/>
              <a:t>brown</a:t>
            </a:r>
            <a:r>
              <a:rPr lang="de-AT" dirty="0"/>
              <a:t>, </a:t>
            </a:r>
            <a:r>
              <a:rPr lang="de-AT" dirty="0" err="1"/>
              <a:t>inactive</a:t>
            </a:r>
            <a:endParaRPr lang="de-AT" dirty="0"/>
          </a:p>
          <a:p>
            <a:pPr>
              <a:buFont typeface="Arial" panose="020B0604020202020204" pitchFamily="34" charset="0"/>
              <a:buChar char="•"/>
            </a:pPr>
            <a:r>
              <a:rPr lang="de-AT" dirty="0"/>
              <a:t>Normal </a:t>
            </a:r>
            <a:r>
              <a:rPr lang="de-AT" dirty="0" err="1"/>
              <a:t>level</a:t>
            </a:r>
            <a:r>
              <a:rPr lang="de-AT" dirty="0"/>
              <a:t> ≤1%, </a:t>
            </a:r>
            <a:r>
              <a:rPr lang="de-AT" dirty="0" err="1"/>
              <a:t>reduced</a:t>
            </a:r>
            <a:r>
              <a:rPr lang="de-AT" dirty="0"/>
              <a:t> </a:t>
            </a:r>
            <a:r>
              <a:rPr lang="de-AT" dirty="0" err="1"/>
              <a:t>by</a:t>
            </a:r>
            <a:r>
              <a:rPr lang="de-AT" dirty="0"/>
              <a:t> </a:t>
            </a:r>
            <a:r>
              <a:rPr lang="de-AT" dirty="0" err="1"/>
              <a:t>enzymes</a:t>
            </a:r>
            <a:endParaRPr lang="de-AT" dirty="0"/>
          </a:p>
          <a:p>
            <a:pPr>
              <a:buFont typeface="Arial" panose="020B0604020202020204" pitchFamily="34" charset="0"/>
              <a:buChar char="•"/>
            </a:pPr>
            <a:r>
              <a:rPr lang="de-AT" dirty="0" err="1"/>
              <a:t>Causes</a:t>
            </a:r>
            <a:r>
              <a:rPr lang="de-AT" dirty="0"/>
              <a:t>: </a:t>
            </a:r>
            <a:r>
              <a:rPr lang="de-AT" dirty="0" err="1"/>
              <a:t>drugs</a:t>
            </a:r>
            <a:r>
              <a:rPr lang="de-AT" dirty="0"/>
              <a:t> (</a:t>
            </a:r>
            <a:r>
              <a:rPr lang="de-AT" dirty="0" err="1"/>
              <a:t>nitrites</a:t>
            </a:r>
            <a:r>
              <a:rPr lang="de-AT" dirty="0"/>
              <a:t>), </a:t>
            </a:r>
            <a:r>
              <a:rPr lang="de-AT" dirty="0" err="1"/>
              <a:t>chemicals</a:t>
            </a:r>
            <a:endParaRPr lang="de-AT" dirty="0"/>
          </a:p>
          <a:p>
            <a:pPr>
              <a:buFont typeface="Arial" panose="020B0604020202020204" pitchFamily="34" charset="0"/>
              <a:buChar char="•"/>
            </a:pPr>
            <a:r>
              <a:rPr lang="de-AT" dirty="0"/>
              <a:t>Symptoms: </a:t>
            </a:r>
            <a:r>
              <a:rPr lang="de-AT" dirty="0" err="1"/>
              <a:t>cyanosis</a:t>
            </a:r>
            <a:r>
              <a:rPr lang="de-AT" dirty="0"/>
              <a:t>, </a:t>
            </a:r>
            <a:r>
              <a:rPr lang="de-AT" dirty="0" err="1"/>
              <a:t>hypoxia</a:t>
            </a:r>
            <a:endParaRPr lang="de-AT" dirty="0"/>
          </a:p>
          <a:p>
            <a:pPr>
              <a:buNone/>
            </a:pPr>
            <a:r>
              <a:rPr lang="de-AT" b="1" dirty="0"/>
              <a:t>Speaker Notes:</a:t>
            </a:r>
            <a:endParaRPr lang="de-AT" dirty="0"/>
          </a:p>
          <a:p>
            <a:pPr>
              <a:buFont typeface="Arial" panose="020B0604020202020204" pitchFamily="34" charset="0"/>
              <a:buChar char="•"/>
            </a:pPr>
            <a:r>
              <a:rPr lang="de-AT" dirty="0" err="1"/>
              <a:t>MetHb</a:t>
            </a:r>
            <a:r>
              <a:rPr lang="de-AT" dirty="0"/>
              <a:t> = </a:t>
            </a:r>
            <a:r>
              <a:rPr lang="de-AT" dirty="0" err="1"/>
              <a:t>ferric</a:t>
            </a:r>
            <a:r>
              <a:rPr lang="de-AT" dirty="0"/>
              <a:t> Hb → </a:t>
            </a:r>
            <a:r>
              <a:rPr lang="de-AT" dirty="0" err="1"/>
              <a:t>can’t</a:t>
            </a:r>
            <a:r>
              <a:rPr lang="de-AT" dirty="0"/>
              <a:t> carry O₂</a:t>
            </a:r>
          </a:p>
          <a:p>
            <a:pPr>
              <a:buFont typeface="Arial" panose="020B0604020202020204" pitchFamily="34" charset="0"/>
              <a:buChar char="•"/>
            </a:pPr>
            <a:r>
              <a:rPr lang="de-AT" dirty="0"/>
              <a:t>Enzymes </a:t>
            </a:r>
            <a:r>
              <a:rPr lang="de-AT" dirty="0" err="1"/>
              <a:t>keep</a:t>
            </a:r>
            <a:r>
              <a:rPr lang="de-AT" dirty="0"/>
              <a:t> </a:t>
            </a:r>
            <a:r>
              <a:rPr lang="de-AT" dirty="0" err="1"/>
              <a:t>MetHb</a:t>
            </a:r>
            <a:r>
              <a:rPr lang="de-AT" dirty="0"/>
              <a:t> </a:t>
            </a:r>
            <a:r>
              <a:rPr lang="de-AT" dirty="0" err="1"/>
              <a:t>low</a:t>
            </a:r>
            <a:endParaRPr lang="de-AT" dirty="0"/>
          </a:p>
          <a:p>
            <a:pPr>
              <a:buFont typeface="Arial" panose="020B0604020202020204" pitchFamily="34" charset="0"/>
              <a:buChar char="•"/>
            </a:pPr>
            <a:r>
              <a:rPr lang="de-AT" dirty="0" err="1"/>
              <a:t>Excess</a:t>
            </a:r>
            <a:r>
              <a:rPr lang="de-AT" dirty="0"/>
              <a:t> </a:t>
            </a:r>
            <a:r>
              <a:rPr lang="de-AT" dirty="0" err="1"/>
              <a:t>MetHb</a:t>
            </a:r>
            <a:r>
              <a:rPr lang="de-AT" dirty="0"/>
              <a:t> → </a:t>
            </a:r>
            <a:r>
              <a:rPr lang="de-AT" dirty="0" err="1"/>
              <a:t>methemoglobinemia</a:t>
            </a:r>
            <a:endParaRPr lang="de-AT" dirty="0"/>
          </a:p>
          <a:p>
            <a:pPr>
              <a:buFont typeface="Arial" panose="020B0604020202020204" pitchFamily="34" charset="0"/>
              <a:buChar char="•"/>
            </a:pPr>
            <a:r>
              <a:rPr lang="de-AT" dirty="0" err="1"/>
              <a:t>Induced</a:t>
            </a:r>
            <a:r>
              <a:rPr lang="de-AT" dirty="0"/>
              <a:t> </a:t>
            </a:r>
            <a:r>
              <a:rPr lang="de-AT" dirty="0" err="1"/>
              <a:t>by</a:t>
            </a:r>
            <a:r>
              <a:rPr lang="de-AT" dirty="0"/>
              <a:t> </a:t>
            </a:r>
            <a:r>
              <a:rPr lang="de-AT" dirty="0" err="1"/>
              <a:t>oxidants</a:t>
            </a:r>
            <a:r>
              <a:rPr lang="de-AT" dirty="0"/>
              <a:t> (</a:t>
            </a:r>
            <a:r>
              <a:rPr lang="de-AT" dirty="0" err="1"/>
              <a:t>benzocaine</a:t>
            </a:r>
            <a:r>
              <a:rPr lang="de-AT" dirty="0"/>
              <a:t>, </a:t>
            </a:r>
            <a:r>
              <a:rPr lang="de-AT" dirty="0" err="1"/>
              <a:t>nitrates</a:t>
            </a:r>
            <a:r>
              <a:rPr lang="de-AT" dirty="0"/>
              <a:t>)</a:t>
            </a:r>
          </a:p>
          <a:p>
            <a:pPr>
              <a:buFont typeface="Arial" panose="020B0604020202020204" pitchFamily="34" charset="0"/>
              <a:buChar char="•"/>
            </a:pPr>
            <a:r>
              <a:rPr lang="de-AT" dirty="0" err="1"/>
              <a:t>Chocolate-brown</a:t>
            </a:r>
            <a:r>
              <a:rPr lang="de-AT" dirty="0"/>
              <a:t> </a:t>
            </a:r>
            <a:r>
              <a:rPr lang="de-AT" dirty="0" err="1"/>
              <a:t>blood</a:t>
            </a:r>
            <a:r>
              <a:rPr lang="de-AT" dirty="0"/>
              <a:t>, O₂ </a:t>
            </a:r>
            <a:r>
              <a:rPr lang="de-AT" dirty="0" err="1"/>
              <a:t>delivery</a:t>
            </a:r>
            <a:r>
              <a:rPr lang="de-AT" dirty="0"/>
              <a:t> </a:t>
            </a:r>
            <a:r>
              <a:rPr lang="de-AT" dirty="0" err="1"/>
              <a:t>impaired</a:t>
            </a:r>
            <a:endParaRPr lang="de-AT"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a:buFont typeface="Arial" panose="020B0604020202020204" pitchFamily="34" charset="0"/>
              <a:buChar char="•"/>
            </a:pPr>
            <a:r>
              <a:rPr lang="de-AT" dirty="0" err="1"/>
              <a:t>MetHb</a:t>
            </a:r>
            <a:r>
              <a:rPr lang="de-AT" dirty="0"/>
              <a:t> = Fe³⁺ form; </a:t>
            </a:r>
            <a:r>
              <a:rPr lang="de-AT" dirty="0" err="1"/>
              <a:t>cannot</a:t>
            </a:r>
            <a:r>
              <a:rPr lang="de-AT" dirty="0"/>
              <a:t> carry O₂</a:t>
            </a:r>
          </a:p>
          <a:p>
            <a:pPr>
              <a:buFont typeface="Arial" panose="020B0604020202020204" pitchFamily="34" charset="0"/>
              <a:buChar char="•"/>
            </a:pPr>
            <a:r>
              <a:rPr lang="de-AT" dirty="0" err="1"/>
              <a:t>Normally</a:t>
            </a:r>
            <a:r>
              <a:rPr lang="de-AT" dirty="0"/>
              <a:t> ≤1% </a:t>
            </a:r>
            <a:r>
              <a:rPr lang="de-AT" dirty="0" err="1"/>
              <a:t>MetHb</a:t>
            </a:r>
            <a:r>
              <a:rPr lang="de-AT" dirty="0"/>
              <a:t>; </a:t>
            </a:r>
            <a:r>
              <a:rPr lang="de-AT" dirty="0" err="1"/>
              <a:t>reduced</a:t>
            </a:r>
            <a:r>
              <a:rPr lang="de-AT" dirty="0"/>
              <a:t> </a:t>
            </a:r>
            <a:r>
              <a:rPr lang="de-AT" dirty="0" err="1"/>
              <a:t>by</a:t>
            </a:r>
            <a:r>
              <a:rPr lang="de-AT" dirty="0"/>
              <a:t> </a:t>
            </a:r>
            <a:r>
              <a:rPr lang="de-AT" dirty="0" err="1"/>
              <a:t>enzymes</a:t>
            </a:r>
            <a:endParaRPr lang="de-AT" dirty="0"/>
          </a:p>
          <a:p>
            <a:pPr>
              <a:buFont typeface="Arial" panose="020B0604020202020204" pitchFamily="34" charset="0"/>
              <a:buChar char="•"/>
            </a:pPr>
            <a:r>
              <a:rPr lang="de-AT" dirty="0"/>
              <a:t>High </a:t>
            </a:r>
            <a:r>
              <a:rPr lang="de-AT" dirty="0" err="1"/>
              <a:t>MetHb</a:t>
            </a:r>
            <a:r>
              <a:rPr lang="de-AT" dirty="0"/>
              <a:t> → </a:t>
            </a:r>
            <a:r>
              <a:rPr lang="de-AT" dirty="0" err="1"/>
              <a:t>cyanosis</a:t>
            </a:r>
            <a:r>
              <a:rPr lang="de-AT" dirty="0"/>
              <a:t>, </a:t>
            </a:r>
            <a:r>
              <a:rPr lang="de-AT" dirty="0" err="1"/>
              <a:t>hypoxia</a:t>
            </a:r>
            <a:endParaRPr lang="de-AT" dirty="0"/>
          </a:p>
          <a:p>
            <a:pPr>
              <a:buFont typeface="Arial" panose="020B0604020202020204" pitchFamily="34" charset="0"/>
              <a:buChar char="•"/>
            </a:pPr>
            <a:r>
              <a:rPr lang="de-AT" dirty="0" err="1"/>
              <a:t>Causes</a:t>
            </a:r>
            <a:r>
              <a:rPr lang="de-AT" dirty="0"/>
              <a:t>: </a:t>
            </a:r>
            <a:r>
              <a:rPr lang="de-AT" dirty="0" err="1"/>
              <a:t>drugs</a:t>
            </a:r>
            <a:r>
              <a:rPr lang="de-AT" dirty="0"/>
              <a:t> (e.g. </a:t>
            </a:r>
            <a:r>
              <a:rPr lang="de-AT" dirty="0" err="1"/>
              <a:t>nitrites</a:t>
            </a:r>
            <a:r>
              <a:rPr lang="de-AT" dirty="0"/>
              <a:t>), </a:t>
            </a:r>
            <a:r>
              <a:rPr lang="de-AT" dirty="0" err="1"/>
              <a:t>chemicals</a:t>
            </a:r>
            <a:endParaRPr lang="de-AT" dirty="0"/>
          </a:p>
          <a:p>
            <a:pPr>
              <a:buNone/>
            </a:pPr>
            <a:r>
              <a:rPr lang="de-AT" b="1" dirty="0"/>
              <a:t>Speaker Notes Keywords:</a:t>
            </a:r>
            <a:endParaRPr lang="de-AT" dirty="0"/>
          </a:p>
          <a:p>
            <a:pPr>
              <a:buFont typeface="Arial" panose="020B0604020202020204" pitchFamily="34" charset="0"/>
              <a:buChar char="•"/>
            </a:pPr>
            <a:r>
              <a:rPr lang="de-AT" dirty="0" err="1"/>
              <a:t>MetHb</a:t>
            </a:r>
            <a:r>
              <a:rPr lang="de-AT" dirty="0"/>
              <a:t> = Fe³⁺</a:t>
            </a:r>
          </a:p>
          <a:p>
            <a:pPr>
              <a:buFont typeface="Arial" panose="020B0604020202020204" pitchFamily="34" charset="0"/>
              <a:buChar char="•"/>
            </a:pPr>
            <a:r>
              <a:rPr lang="de-AT" dirty="0" err="1"/>
              <a:t>No</a:t>
            </a:r>
            <a:r>
              <a:rPr lang="de-AT" dirty="0"/>
              <a:t> O₂ </a:t>
            </a:r>
            <a:r>
              <a:rPr lang="de-AT" dirty="0" err="1"/>
              <a:t>binding</a:t>
            </a:r>
            <a:endParaRPr lang="de-AT" dirty="0"/>
          </a:p>
          <a:p>
            <a:pPr>
              <a:buFont typeface="Arial" panose="020B0604020202020204" pitchFamily="34" charset="0"/>
              <a:buChar char="•"/>
            </a:pPr>
            <a:r>
              <a:rPr lang="de-AT" dirty="0"/>
              <a:t>Enzyme </a:t>
            </a:r>
            <a:r>
              <a:rPr lang="de-AT" dirty="0" err="1"/>
              <a:t>reduction</a:t>
            </a:r>
            <a:endParaRPr lang="de-AT" dirty="0"/>
          </a:p>
          <a:p>
            <a:pPr>
              <a:buFont typeface="Arial" panose="020B0604020202020204" pitchFamily="34" charset="0"/>
              <a:buChar char="•"/>
            </a:pPr>
            <a:r>
              <a:rPr lang="de-AT" dirty="0" err="1"/>
              <a:t>Methemoglobinemia</a:t>
            </a:r>
            <a:endParaRPr lang="de-AT" dirty="0"/>
          </a:p>
          <a:p>
            <a:pPr>
              <a:buFont typeface="Arial" panose="020B0604020202020204" pitchFamily="34" charset="0"/>
              <a:buChar char="•"/>
            </a:pPr>
            <a:r>
              <a:rPr lang="de-AT" dirty="0" err="1"/>
              <a:t>Oxidizing</a:t>
            </a:r>
            <a:r>
              <a:rPr lang="de-AT" dirty="0"/>
              <a:t> </a:t>
            </a:r>
            <a:r>
              <a:rPr lang="de-AT" dirty="0" err="1"/>
              <a:t>agents</a:t>
            </a:r>
            <a:endParaRPr lang="de-AT" dirty="0"/>
          </a:p>
          <a:p>
            <a:pPr marL="0" lvl="0" indent="0" algn="l" rtl="0">
              <a:spcBef>
                <a:spcPts val="0"/>
              </a:spcBef>
              <a:spcAft>
                <a:spcPts val="0"/>
              </a:spcAft>
              <a:buNone/>
            </a:pP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EE4FAFD4-4CFA-C5D5-BA13-1E17AF7EE15B}"/>
            </a:ext>
          </a:extLst>
        </p:cNvPr>
        <p:cNvGrpSpPr/>
        <p:nvPr/>
      </p:nvGrpSpPr>
      <p:grpSpPr>
        <a:xfrm>
          <a:off x="0" y="0"/>
          <a:ext cx="0" cy="0"/>
          <a:chOff x="0" y="0"/>
          <a:chExt cx="0" cy="0"/>
        </a:xfrm>
      </p:grpSpPr>
      <p:sp>
        <p:nvSpPr>
          <p:cNvPr id="476" name="Google Shape;476;g21722c30371_0_248:notes">
            <a:extLst>
              <a:ext uri="{FF2B5EF4-FFF2-40B4-BE49-F238E27FC236}">
                <a16:creationId xmlns:a16="http://schemas.microsoft.com/office/drawing/2014/main" id="{2DE82B2E-A81E-7C15-6718-C62CC00FA0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21722c30371_0_248:notes">
            <a:extLst>
              <a:ext uri="{FF2B5EF4-FFF2-40B4-BE49-F238E27FC236}">
                <a16:creationId xmlns:a16="http://schemas.microsoft.com/office/drawing/2014/main" id="{2E6D6B4C-ABE9-1BE0-9E7B-A3E73B3FD3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de-AT" dirty="0" err="1"/>
              <a:t>Converts</a:t>
            </a:r>
            <a:r>
              <a:rPr lang="de-AT" dirty="0"/>
              <a:t> all Hb → </a:t>
            </a:r>
            <a:r>
              <a:rPr lang="de-AT" dirty="0" err="1"/>
              <a:t>stable</a:t>
            </a:r>
            <a:r>
              <a:rPr lang="de-AT" dirty="0"/>
              <a:t> </a:t>
            </a:r>
            <a:r>
              <a:rPr lang="de-AT" dirty="0" err="1"/>
              <a:t>HiCN</a:t>
            </a:r>
            <a:r>
              <a:rPr lang="de-AT" dirty="0"/>
              <a:t> </a:t>
            </a:r>
            <a:r>
              <a:rPr lang="de-AT" dirty="0" err="1"/>
              <a:t>for</a:t>
            </a:r>
            <a:r>
              <a:rPr lang="de-AT" dirty="0"/>
              <a:t> </a:t>
            </a:r>
            <a:r>
              <a:rPr lang="de-AT" dirty="0" err="1"/>
              <a:t>measurement</a:t>
            </a:r>
            <a:endParaRPr lang="de-AT" dirty="0"/>
          </a:p>
          <a:p>
            <a:pPr>
              <a:buFont typeface="Arial" panose="020B0604020202020204" pitchFamily="34" charset="0"/>
              <a:buChar char="•"/>
            </a:pPr>
            <a:r>
              <a:rPr lang="de-AT" dirty="0" err="1"/>
              <a:t>Uses</a:t>
            </a:r>
            <a:r>
              <a:rPr lang="de-AT" dirty="0"/>
              <a:t> </a:t>
            </a:r>
            <a:r>
              <a:rPr lang="de-AT" dirty="0" err="1"/>
              <a:t>Drabkin’s</a:t>
            </a:r>
            <a:r>
              <a:rPr lang="de-AT" dirty="0"/>
              <a:t> </a:t>
            </a:r>
            <a:r>
              <a:rPr lang="de-AT" dirty="0" err="1"/>
              <a:t>reagent</a:t>
            </a:r>
            <a:r>
              <a:rPr lang="de-AT" dirty="0"/>
              <a:t> (</a:t>
            </a:r>
            <a:r>
              <a:rPr lang="de-AT" dirty="0" err="1"/>
              <a:t>K₃Fe</a:t>
            </a:r>
            <a:r>
              <a:rPr lang="de-AT" dirty="0"/>
              <a:t>(CN)₆ + KCN)</a:t>
            </a:r>
          </a:p>
          <a:p>
            <a:pPr>
              <a:buFont typeface="Arial" panose="020B0604020202020204" pitchFamily="34" charset="0"/>
              <a:buChar char="•"/>
            </a:pPr>
            <a:r>
              <a:rPr lang="de-AT" dirty="0" err="1"/>
              <a:t>Ferricyanide</a:t>
            </a:r>
            <a:r>
              <a:rPr lang="de-AT" dirty="0"/>
              <a:t> </a:t>
            </a:r>
            <a:r>
              <a:rPr lang="de-AT" dirty="0" err="1"/>
              <a:t>oxidizes</a:t>
            </a:r>
            <a:r>
              <a:rPr lang="de-AT" dirty="0"/>
              <a:t> Hb → </a:t>
            </a:r>
            <a:r>
              <a:rPr lang="de-AT" dirty="0" err="1"/>
              <a:t>MetHb</a:t>
            </a:r>
            <a:endParaRPr lang="de-AT" dirty="0"/>
          </a:p>
          <a:p>
            <a:pPr>
              <a:buFont typeface="Arial" panose="020B0604020202020204" pitchFamily="34" charset="0"/>
              <a:buChar char="•"/>
            </a:pPr>
            <a:r>
              <a:rPr lang="de-AT" dirty="0"/>
              <a:t>Cyanide </a:t>
            </a:r>
            <a:r>
              <a:rPr lang="de-AT" dirty="0" err="1"/>
              <a:t>binds</a:t>
            </a:r>
            <a:r>
              <a:rPr lang="de-AT" dirty="0"/>
              <a:t> → </a:t>
            </a:r>
            <a:r>
              <a:rPr lang="de-AT" dirty="0" err="1"/>
              <a:t>forms</a:t>
            </a:r>
            <a:r>
              <a:rPr lang="de-AT" dirty="0"/>
              <a:t> </a:t>
            </a:r>
            <a:r>
              <a:rPr lang="de-AT" dirty="0" err="1"/>
              <a:t>HiCN</a:t>
            </a:r>
            <a:endParaRPr lang="de-AT" dirty="0"/>
          </a:p>
          <a:p>
            <a:pPr>
              <a:buFont typeface="Arial" panose="020B0604020202020204" pitchFamily="34" charset="0"/>
              <a:buChar char="•"/>
            </a:pPr>
            <a:r>
              <a:rPr lang="de-AT" dirty="0" err="1"/>
              <a:t>Measure</a:t>
            </a:r>
            <a:r>
              <a:rPr lang="de-AT" dirty="0"/>
              <a:t> </a:t>
            </a:r>
            <a:r>
              <a:rPr lang="de-AT" dirty="0" err="1"/>
              <a:t>absorbance</a:t>
            </a:r>
            <a:r>
              <a:rPr lang="de-AT" dirty="0"/>
              <a:t> @ 546 </a:t>
            </a:r>
            <a:r>
              <a:rPr lang="de-AT" dirty="0" err="1"/>
              <a:t>nm</a:t>
            </a:r>
            <a:endParaRPr lang="de-AT" dirty="0"/>
          </a:p>
          <a:p>
            <a:pPr>
              <a:buNone/>
            </a:pPr>
            <a:r>
              <a:rPr lang="de-AT" b="1" dirty="0"/>
              <a:t>Speaker Notes:</a:t>
            </a:r>
            <a:endParaRPr lang="de-AT" dirty="0"/>
          </a:p>
          <a:p>
            <a:pPr>
              <a:buFont typeface="Arial" panose="020B0604020202020204" pitchFamily="34" charset="0"/>
              <a:buChar char="•"/>
            </a:pPr>
            <a:r>
              <a:rPr lang="de-AT" dirty="0"/>
              <a:t>Goal: 1 </a:t>
            </a:r>
            <a:r>
              <a:rPr lang="de-AT" dirty="0" err="1"/>
              <a:t>stable</a:t>
            </a:r>
            <a:r>
              <a:rPr lang="de-AT" dirty="0"/>
              <a:t> Hb form → </a:t>
            </a:r>
            <a:r>
              <a:rPr lang="de-AT" dirty="0" err="1"/>
              <a:t>HiCN</a:t>
            </a:r>
            <a:endParaRPr lang="de-AT" dirty="0"/>
          </a:p>
          <a:p>
            <a:pPr>
              <a:buFont typeface="Arial" panose="020B0604020202020204" pitchFamily="34" charset="0"/>
              <a:buChar char="•"/>
            </a:pPr>
            <a:r>
              <a:rPr lang="de-AT" dirty="0" err="1"/>
              <a:t>Ferricyanide</a:t>
            </a:r>
            <a:r>
              <a:rPr lang="de-AT" dirty="0"/>
              <a:t>: </a:t>
            </a:r>
            <a:r>
              <a:rPr lang="de-AT" dirty="0" err="1"/>
              <a:t>oxidizes</a:t>
            </a:r>
            <a:r>
              <a:rPr lang="de-AT" dirty="0"/>
              <a:t> Fe²⁺ → Fe³⁺</a:t>
            </a:r>
          </a:p>
          <a:p>
            <a:pPr>
              <a:buFont typeface="Arial" panose="020B0604020202020204" pitchFamily="34" charset="0"/>
              <a:buChar char="•"/>
            </a:pPr>
            <a:r>
              <a:rPr lang="de-AT" dirty="0"/>
              <a:t>Cyanide: </a:t>
            </a:r>
            <a:r>
              <a:rPr lang="de-AT" dirty="0" err="1"/>
              <a:t>binds</a:t>
            </a:r>
            <a:r>
              <a:rPr lang="de-AT" dirty="0"/>
              <a:t> Fe³⁺ → </a:t>
            </a:r>
            <a:r>
              <a:rPr lang="de-AT" dirty="0" err="1"/>
              <a:t>HiCN</a:t>
            </a:r>
            <a:r>
              <a:rPr lang="de-AT" dirty="0"/>
              <a:t> </a:t>
            </a:r>
            <a:r>
              <a:rPr lang="de-AT" dirty="0" err="1"/>
              <a:t>complex</a:t>
            </a:r>
            <a:endParaRPr lang="de-AT" dirty="0"/>
          </a:p>
          <a:p>
            <a:pPr>
              <a:buFont typeface="Arial" panose="020B0604020202020204" pitchFamily="34" charset="0"/>
              <a:buChar char="•"/>
            </a:pPr>
            <a:r>
              <a:rPr lang="de-AT" dirty="0" err="1"/>
              <a:t>Stable</a:t>
            </a:r>
            <a:r>
              <a:rPr lang="de-AT" dirty="0"/>
              <a:t>, </a:t>
            </a:r>
            <a:r>
              <a:rPr lang="de-AT" dirty="0" err="1"/>
              <a:t>colored</a:t>
            </a:r>
            <a:r>
              <a:rPr lang="de-AT" dirty="0"/>
              <a:t>, </a:t>
            </a:r>
            <a:r>
              <a:rPr lang="de-AT" dirty="0" err="1"/>
              <a:t>absorbs</a:t>
            </a:r>
            <a:r>
              <a:rPr lang="de-AT" dirty="0"/>
              <a:t> at 540–546 </a:t>
            </a:r>
            <a:r>
              <a:rPr lang="de-AT" dirty="0" err="1"/>
              <a:t>nm</a:t>
            </a:r>
            <a:endParaRPr lang="de-AT" dirty="0"/>
          </a:p>
          <a:p>
            <a:pPr>
              <a:buFont typeface="Arial" panose="020B0604020202020204" pitchFamily="34" charset="0"/>
              <a:buChar char="•"/>
            </a:pPr>
            <a:r>
              <a:rPr lang="de-AT" dirty="0" err="1"/>
              <a:t>Measures</a:t>
            </a:r>
            <a:r>
              <a:rPr lang="de-AT" dirty="0"/>
              <a:t> total Hb (</a:t>
            </a:r>
            <a:r>
              <a:rPr lang="de-AT" dirty="0" err="1"/>
              <a:t>except</a:t>
            </a:r>
            <a:r>
              <a:rPr lang="de-AT" dirty="0"/>
              <a:t> </a:t>
            </a:r>
            <a:r>
              <a:rPr lang="de-AT" dirty="0" err="1"/>
              <a:t>sulfHb</a:t>
            </a:r>
            <a:r>
              <a:rPr lang="de-AT" dirty="0"/>
              <a:t>)</a:t>
            </a:r>
          </a:p>
          <a:p>
            <a:pPr>
              <a:buFont typeface="Arial" panose="020B0604020202020204" pitchFamily="34" charset="0"/>
              <a:buChar char="•"/>
            </a:pPr>
            <a:r>
              <a:rPr lang="de-AT" dirty="0"/>
              <a:t>Standard lab </a:t>
            </a:r>
            <a:r>
              <a:rPr lang="de-AT" dirty="0" err="1"/>
              <a:t>method</a:t>
            </a:r>
            <a:r>
              <a:rPr lang="de-AT" dirty="0"/>
              <a:t> (WHO </a:t>
            </a:r>
            <a:r>
              <a:rPr lang="de-AT" dirty="0" err="1"/>
              <a:t>reference</a:t>
            </a:r>
            <a:r>
              <a:rPr lang="de-AT" dirty="0"/>
              <a:t>)</a:t>
            </a:r>
          </a:p>
          <a:p>
            <a:pPr marL="158750" indent="0">
              <a:buFont typeface="Arial" panose="020B0604020202020204" pitchFamily="34" charset="0"/>
              <a:buNone/>
            </a:pPr>
            <a:endParaRPr lang="de-AT" dirty="0"/>
          </a:p>
          <a:p>
            <a:pPr marL="158750" indent="0">
              <a:buFont typeface="Arial" panose="020B0604020202020204" pitchFamily="34" charset="0"/>
              <a:buNone/>
            </a:pPr>
            <a:endParaRPr lang="de-AT" dirty="0"/>
          </a:p>
          <a:p>
            <a:pPr>
              <a:buFont typeface="Arial" panose="020B0604020202020204" pitchFamily="34" charset="0"/>
              <a:buChar char="•"/>
            </a:pPr>
            <a:endParaRPr lang="de-AT" dirty="0"/>
          </a:p>
          <a:p>
            <a:pPr>
              <a:buFont typeface="Arial" panose="020B0604020202020204" pitchFamily="34" charset="0"/>
              <a:buChar char="•"/>
            </a:pPr>
            <a:r>
              <a:rPr lang="de-AT" dirty="0" err="1"/>
              <a:t>Converts</a:t>
            </a:r>
            <a:r>
              <a:rPr lang="de-AT" dirty="0"/>
              <a:t> all Hb → </a:t>
            </a:r>
            <a:r>
              <a:rPr lang="de-AT" dirty="0" err="1"/>
              <a:t>cyanmethemoglobin</a:t>
            </a:r>
            <a:r>
              <a:rPr lang="de-AT" dirty="0"/>
              <a:t> (</a:t>
            </a:r>
            <a:r>
              <a:rPr lang="de-AT" dirty="0" err="1"/>
              <a:t>HiCN</a:t>
            </a:r>
            <a:r>
              <a:rPr lang="de-AT" dirty="0"/>
              <a:t>)</a:t>
            </a:r>
          </a:p>
          <a:p>
            <a:pPr>
              <a:buFont typeface="Arial" panose="020B0604020202020204" pitchFamily="34" charset="0"/>
              <a:buChar char="•"/>
            </a:pPr>
            <a:r>
              <a:rPr lang="de-AT" dirty="0" err="1"/>
              <a:t>Uses</a:t>
            </a:r>
            <a:r>
              <a:rPr lang="de-AT" dirty="0"/>
              <a:t> </a:t>
            </a:r>
            <a:r>
              <a:rPr lang="de-AT" dirty="0" err="1"/>
              <a:t>Drabkin’s</a:t>
            </a:r>
            <a:r>
              <a:rPr lang="de-AT" dirty="0"/>
              <a:t> </a:t>
            </a:r>
            <a:r>
              <a:rPr lang="de-AT" dirty="0" err="1"/>
              <a:t>reagent</a:t>
            </a:r>
            <a:r>
              <a:rPr lang="de-AT" dirty="0"/>
              <a:t> (</a:t>
            </a:r>
            <a:r>
              <a:rPr lang="de-AT" dirty="0" err="1"/>
              <a:t>K₃Fe</a:t>
            </a:r>
            <a:r>
              <a:rPr lang="de-AT" dirty="0"/>
              <a:t>(CN)₆ + KCN)</a:t>
            </a:r>
          </a:p>
          <a:p>
            <a:pPr>
              <a:buFont typeface="Arial" panose="020B0604020202020204" pitchFamily="34" charset="0"/>
              <a:buChar char="•"/>
            </a:pPr>
            <a:r>
              <a:rPr lang="de-AT" dirty="0"/>
              <a:t>Oxidation: Fe²⁺ → Fe³⁺ → </a:t>
            </a:r>
            <a:r>
              <a:rPr lang="de-AT" dirty="0" err="1"/>
              <a:t>binds</a:t>
            </a:r>
            <a:r>
              <a:rPr lang="de-AT" dirty="0"/>
              <a:t> CN⁻ → </a:t>
            </a:r>
            <a:r>
              <a:rPr lang="de-AT" dirty="0" err="1"/>
              <a:t>HiCN</a:t>
            </a:r>
            <a:endParaRPr lang="de-AT" dirty="0"/>
          </a:p>
          <a:p>
            <a:pPr>
              <a:buFont typeface="Arial" panose="020B0604020202020204" pitchFamily="34" charset="0"/>
              <a:buChar char="•"/>
            </a:pPr>
            <a:r>
              <a:rPr lang="de-AT" dirty="0" err="1"/>
              <a:t>Absorbance</a:t>
            </a:r>
            <a:r>
              <a:rPr lang="de-AT" dirty="0"/>
              <a:t> at 540–546 </a:t>
            </a:r>
            <a:r>
              <a:rPr lang="de-AT" dirty="0" err="1"/>
              <a:t>nm</a:t>
            </a:r>
            <a:r>
              <a:rPr lang="de-AT" dirty="0"/>
              <a:t> ∝ [Hb]</a:t>
            </a:r>
          </a:p>
          <a:p>
            <a:pPr>
              <a:buNone/>
            </a:pPr>
            <a:r>
              <a:rPr lang="de-AT" b="1" dirty="0"/>
              <a:t>Speaker Notes Keywords:</a:t>
            </a:r>
            <a:endParaRPr lang="de-AT" dirty="0"/>
          </a:p>
          <a:p>
            <a:pPr>
              <a:buFont typeface="Arial" panose="020B0604020202020204" pitchFamily="34" charset="0"/>
              <a:buChar char="•"/>
            </a:pPr>
            <a:r>
              <a:rPr lang="de-AT" dirty="0" err="1"/>
              <a:t>Drabkin’s</a:t>
            </a:r>
            <a:r>
              <a:rPr lang="de-AT" dirty="0"/>
              <a:t> </a:t>
            </a:r>
            <a:r>
              <a:rPr lang="de-AT" dirty="0" err="1"/>
              <a:t>reagent</a:t>
            </a:r>
            <a:endParaRPr lang="de-AT" dirty="0"/>
          </a:p>
          <a:p>
            <a:pPr>
              <a:buFont typeface="Arial" panose="020B0604020202020204" pitchFamily="34" charset="0"/>
              <a:buChar char="•"/>
            </a:pPr>
            <a:r>
              <a:rPr lang="de-AT" dirty="0"/>
              <a:t>Fe²⁺ → Fe³⁺</a:t>
            </a:r>
          </a:p>
          <a:p>
            <a:pPr>
              <a:buFont typeface="Arial" panose="020B0604020202020204" pitchFamily="34" charset="0"/>
              <a:buChar char="•"/>
            </a:pPr>
            <a:r>
              <a:rPr lang="de-AT" dirty="0"/>
              <a:t>CN⁻ </a:t>
            </a:r>
            <a:r>
              <a:rPr lang="de-AT" dirty="0" err="1"/>
              <a:t>binds</a:t>
            </a:r>
            <a:r>
              <a:rPr lang="de-AT" dirty="0"/>
              <a:t> → </a:t>
            </a:r>
            <a:r>
              <a:rPr lang="de-AT" dirty="0" err="1"/>
              <a:t>HiCN</a:t>
            </a:r>
            <a:endParaRPr lang="de-AT" dirty="0"/>
          </a:p>
          <a:p>
            <a:pPr>
              <a:buFont typeface="Arial" panose="020B0604020202020204" pitchFamily="34" charset="0"/>
              <a:buChar char="•"/>
            </a:pPr>
            <a:r>
              <a:rPr lang="de-AT" dirty="0" err="1"/>
              <a:t>Photometric</a:t>
            </a:r>
            <a:r>
              <a:rPr lang="de-AT" dirty="0"/>
              <a:t> </a:t>
            </a:r>
            <a:r>
              <a:rPr lang="de-AT" dirty="0" err="1"/>
              <a:t>detection</a:t>
            </a:r>
            <a:endParaRPr lang="de-AT" dirty="0"/>
          </a:p>
          <a:p>
            <a:pPr>
              <a:buFont typeface="Arial" panose="020B0604020202020204" pitchFamily="34" charset="0"/>
              <a:buChar char="•"/>
            </a:pPr>
            <a:r>
              <a:rPr lang="de-AT" dirty="0"/>
              <a:t>546 </a:t>
            </a:r>
            <a:r>
              <a:rPr lang="de-AT" dirty="0" err="1"/>
              <a:t>nm</a:t>
            </a:r>
            <a:r>
              <a:rPr lang="de-AT" dirty="0"/>
              <a:t> </a:t>
            </a:r>
            <a:r>
              <a:rPr lang="de-AT" dirty="0" err="1"/>
              <a:t>absorbance</a:t>
            </a:r>
            <a:endParaRPr lang="de-AT" dirty="0"/>
          </a:p>
          <a:p>
            <a:pPr marL="0" lvl="0" indent="0" algn="l" rtl="0">
              <a:spcBef>
                <a:spcPts val="0"/>
              </a:spcBef>
              <a:spcAft>
                <a:spcPts val="0"/>
              </a:spcAft>
              <a:buNone/>
            </a:pPr>
            <a:endParaRPr lang="de-AT" dirty="0"/>
          </a:p>
        </p:txBody>
      </p:sp>
    </p:spTree>
    <p:extLst>
      <p:ext uri="{BB962C8B-B14F-4D97-AF65-F5344CB8AC3E}">
        <p14:creationId xmlns:p14="http://schemas.microsoft.com/office/powerpoint/2010/main" val="1046090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a:extLst>
            <a:ext uri="{FF2B5EF4-FFF2-40B4-BE49-F238E27FC236}">
              <a16:creationId xmlns:a16="http://schemas.microsoft.com/office/drawing/2014/main" id="{1C750912-D809-8C73-4582-04045C440C36}"/>
            </a:ext>
          </a:extLst>
        </p:cNvPr>
        <p:cNvGrpSpPr/>
        <p:nvPr/>
      </p:nvGrpSpPr>
      <p:grpSpPr>
        <a:xfrm>
          <a:off x="0" y="0"/>
          <a:ext cx="0" cy="0"/>
          <a:chOff x="0" y="0"/>
          <a:chExt cx="0" cy="0"/>
        </a:xfrm>
      </p:grpSpPr>
      <p:sp>
        <p:nvSpPr>
          <p:cNvPr id="425" name="Google Shape;425;g21cbd33eb97_0_3:notes">
            <a:extLst>
              <a:ext uri="{FF2B5EF4-FFF2-40B4-BE49-F238E27FC236}">
                <a16:creationId xmlns:a16="http://schemas.microsoft.com/office/drawing/2014/main" id="{0E4B1830-CCDC-8529-EB48-938BC47843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21cbd33eb97_0_3:notes">
            <a:extLst>
              <a:ext uri="{FF2B5EF4-FFF2-40B4-BE49-F238E27FC236}">
                <a16:creationId xmlns:a16="http://schemas.microsoft.com/office/drawing/2014/main" id="{D9157ED1-238B-C6A2-C677-68839D149D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de-AT" dirty="0" err="1"/>
              <a:t>Visualize</a:t>
            </a:r>
            <a:r>
              <a:rPr lang="de-AT" dirty="0"/>
              <a:t> 2-step </a:t>
            </a:r>
            <a:r>
              <a:rPr lang="de-AT" dirty="0" err="1"/>
              <a:t>reaction</a:t>
            </a:r>
            <a:endParaRPr lang="de-AT" dirty="0"/>
          </a:p>
          <a:p>
            <a:pPr>
              <a:buFont typeface="Arial" panose="020B0604020202020204" pitchFamily="34" charset="0"/>
              <a:buChar char="•"/>
            </a:pPr>
            <a:r>
              <a:rPr lang="de-AT" dirty="0" err="1"/>
              <a:t>Step</a:t>
            </a:r>
            <a:r>
              <a:rPr lang="de-AT" dirty="0"/>
              <a:t> 1: </a:t>
            </a:r>
            <a:r>
              <a:rPr lang="de-AT" dirty="0" err="1"/>
              <a:t>oxidation</a:t>
            </a:r>
            <a:r>
              <a:rPr lang="de-AT" dirty="0"/>
              <a:t> → </a:t>
            </a:r>
            <a:r>
              <a:rPr lang="de-AT" dirty="0" err="1"/>
              <a:t>MetHb</a:t>
            </a:r>
            <a:endParaRPr lang="de-AT" dirty="0"/>
          </a:p>
          <a:p>
            <a:pPr>
              <a:buFont typeface="Arial" panose="020B0604020202020204" pitchFamily="34" charset="0"/>
              <a:buChar char="•"/>
            </a:pPr>
            <a:r>
              <a:rPr lang="de-AT" dirty="0" err="1"/>
              <a:t>Step</a:t>
            </a:r>
            <a:r>
              <a:rPr lang="de-AT" dirty="0"/>
              <a:t> 2: CN⁻ </a:t>
            </a:r>
            <a:r>
              <a:rPr lang="de-AT" dirty="0" err="1"/>
              <a:t>binds</a:t>
            </a:r>
            <a:r>
              <a:rPr lang="de-AT" dirty="0"/>
              <a:t> → </a:t>
            </a:r>
            <a:r>
              <a:rPr lang="de-AT" dirty="0" err="1"/>
              <a:t>HiCN</a:t>
            </a:r>
            <a:endParaRPr lang="de-AT" dirty="0"/>
          </a:p>
          <a:p>
            <a:pPr>
              <a:buFont typeface="Arial" panose="020B0604020202020204" pitchFamily="34" charset="0"/>
              <a:buChar char="•"/>
            </a:pPr>
            <a:r>
              <a:rPr lang="de-AT" dirty="0" err="1"/>
              <a:t>Ferricyanide</a:t>
            </a:r>
            <a:r>
              <a:rPr lang="de-AT" dirty="0"/>
              <a:t>: </a:t>
            </a:r>
            <a:r>
              <a:rPr lang="de-AT" dirty="0" err="1"/>
              <a:t>redox</a:t>
            </a:r>
            <a:r>
              <a:rPr lang="de-AT" dirty="0"/>
              <a:t> </a:t>
            </a:r>
            <a:r>
              <a:rPr lang="de-AT" dirty="0" err="1"/>
              <a:t>agent</a:t>
            </a:r>
            <a:endParaRPr lang="de-AT" dirty="0"/>
          </a:p>
          <a:p>
            <a:pPr>
              <a:buFont typeface="Arial" panose="020B0604020202020204" pitchFamily="34" charset="0"/>
              <a:buChar char="•"/>
            </a:pPr>
            <a:r>
              <a:rPr lang="de-AT" dirty="0"/>
              <a:t>Cyanide: </a:t>
            </a:r>
            <a:r>
              <a:rPr lang="de-AT" dirty="0" err="1"/>
              <a:t>complexing</a:t>
            </a:r>
            <a:r>
              <a:rPr lang="de-AT" dirty="0"/>
              <a:t> </a:t>
            </a:r>
            <a:r>
              <a:rPr lang="de-AT" dirty="0" err="1"/>
              <a:t>agent</a:t>
            </a:r>
            <a:endParaRPr lang="de-AT" dirty="0"/>
          </a:p>
          <a:p>
            <a:pPr>
              <a:buFont typeface="Arial" panose="020B0604020202020204" pitchFamily="34" charset="0"/>
              <a:buChar char="•"/>
            </a:pPr>
            <a:r>
              <a:rPr lang="de-AT" dirty="0" err="1"/>
              <a:t>HiCN</a:t>
            </a:r>
            <a:r>
              <a:rPr lang="de-AT" dirty="0"/>
              <a:t> = </a:t>
            </a:r>
            <a:r>
              <a:rPr lang="de-AT" dirty="0" err="1"/>
              <a:t>stable</a:t>
            </a:r>
            <a:r>
              <a:rPr lang="de-AT" dirty="0"/>
              <a:t> </a:t>
            </a:r>
            <a:r>
              <a:rPr lang="de-AT" dirty="0" err="1"/>
              <a:t>endpoint</a:t>
            </a:r>
            <a:r>
              <a:rPr lang="de-AT" dirty="0"/>
              <a:t> → </a:t>
            </a:r>
            <a:r>
              <a:rPr lang="de-AT" dirty="0" err="1"/>
              <a:t>absorbance</a:t>
            </a:r>
            <a:r>
              <a:rPr lang="de-AT" dirty="0"/>
              <a:t> </a:t>
            </a:r>
            <a:r>
              <a:rPr lang="de-AT" dirty="0" err="1"/>
              <a:t>read</a:t>
            </a:r>
            <a:endParaRPr lang="de-AT" dirty="0"/>
          </a:p>
          <a:p>
            <a:pPr marL="158750" indent="0">
              <a:buFont typeface="Arial" panose="020B0604020202020204" pitchFamily="34" charset="0"/>
              <a:buNone/>
            </a:pPr>
            <a:endParaRPr lang="de-AT" dirty="0"/>
          </a:p>
          <a:p>
            <a:pPr>
              <a:buFont typeface="Arial" panose="020B0604020202020204" pitchFamily="34" charset="0"/>
              <a:buChar char="•"/>
            </a:pPr>
            <a:endParaRPr lang="de-AT" dirty="0"/>
          </a:p>
          <a:p>
            <a:pPr>
              <a:buFont typeface="Arial" panose="020B0604020202020204" pitchFamily="34" charset="0"/>
              <a:buChar char="•"/>
            </a:pPr>
            <a:r>
              <a:rPr lang="de-AT" dirty="0" err="1"/>
              <a:t>Step</a:t>
            </a:r>
            <a:r>
              <a:rPr lang="de-AT" dirty="0"/>
              <a:t> 1: Hb (Fe²⁺) + </a:t>
            </a:r>
            <a:r>
              <a:rPr lang="de-AT" dirty="0" err="1"/>
              <a:t>ferricyanide</a:t>
            </a:r>
            <a:r>
              <a:rPr lang="de-AT" dirty="0"/>
              <a:t> → </a:t>
            </a:r>
            <a:r>
              <a:rPr lang="de-AT" dirty="0" err="1"/>
              <a:t>MetHb</a:t>
            </a:r>
            <a:r>
              <a:rPr lang="de-AT" dirty="0"/>
              <a:t> (Fe³⁺)</a:t>
            </a:r>
          </a:p>
          <a:p>
            <a:pPr>
              <a:buFont typeface="Arial" panose="020B0604020202020204" pitchFamily="34" charset="0"/>
              <a:buChar char="•"/>
            </a:pPr>
            <a:r>
              <a:rPr lang="de-AT" dirty="0" err="1"/>
              <a:t>Step</a:t>
            </a:r>
            <a:r>
              <a:rPr lang="de-AT" dirty="0"/>
              <a:t> 2: </a:t>
            </a:r>
            <a:r>
              <a:rPr lang="de-AT" dirty="0" err="1"/>
              <a:t>MetHb</a:t>
            </a:r>
            <a:r>
              <a:rPr lang="de-AT" dirty="0"/>
              <a:t> + CN⁻ → </a:t>
            </a:r>
            <a:r>
              <a:rPr lang="de-AT" dirty="0" err="1"/>
              <a:t>HiCN</a:t>
            </a:r>
            <a:endParaRPr lang="de-AT" dirty="0"/>
          </a:p>
          <a:p>
            <a:pPr>
              <a:buNone/>
            </a:pPr>
            <a:r>
              <a:rPr lang="de-AT" b="1" dirty="0"/>
              <a:t>Speaker Notes Keywords:</a:t>
            </a:r>
            <a:endParaRPr lang="de-AT" dirty="0"/>
          </a:p>
          <a:p>
            <a:pPr>
              <a:buFont typeface="Arial" panose="020B0604020202020204" pitchFamily="34" charset="0"/>
              <a:buChar char="•"/>
            </a:pPr>
            <a:r>
              <a:rPr lang="de-AT" dirty="0" err="1"/>
              <a:t>Step</a:t>
            </a:r>
            <a:r>
              <a:rPr lang="de-AT" dirty="0"/>
              <a:t> 1: </a:t>
            </a:r>
            <a:r>
              <a:rPr lang="de-AT" dirty="0" err="1"/>
              <a:t>oxidation</a:t>
            </a:r>
            <a:endParaRPr lang="de-AT" dirty="0"/>
          </a:p>
          <a:p>
            <a:pPr>
              <a:buFont typeface="Arial" panose="020B0604020202020204" pitchFamily="34" charset="0"/>
              <a:buChar char="•"/>
            </a:pPr>
            <a:r>
              <a:rPr lang="de-AT" dirty="0" err="1"/>
              <a:t>Step</a:t>
            </a:r>
            <a:r>
              <a:rPr lang="de-AT" dirty="0"/>
              <a:t> 2: </a:t>
            </a:r>
            <a:r>
              <a:rPr lang="de-AT" dirty="0" err="1"/>
              <a:t>cyanide</a:t>
            </a:r>
            <a:r>
              <a:rPr lang="de-AT" dirty="0"/>
              <a:t> </a:t>
            </a:r>
            <a:r>
              <a:rPr lang="de-AT" dirty="0" err="1"/>
              <a:t>binding</a:t>
            </a:r>
            <a:endParaRPr lang="de-AT" dirty="0"/>
          </a:p>
          <a:p>
            <a:pPr>
              <a:buFont typeface="Arial" panose="020B0604020202020204" pitchFamily="34" charset="0"/>
              <a:buChar char="•"/>
            </a:pPr>
            <a:r>
              <a:rPr lang="de-AT" dirty="0" err="1"/>
              <a:t>Reaction</a:t>
            </a:r>
            <a:r>
              <a:rPr lang="de-AT" dirty="0"/>
              <a:t> </a:t>
            </a:r>
            <a:r>
              <a:rPr lang="de-AT" dirty="0" err="1"/>
              <a:t>path</a:t>
            </a:r>
            <a:endParaRPr lang="de-AT" dirty="0"/>
          </a:p>
          <a:p>
            <a:pPr>
              <a:buFont typeface="Arial" panose="020B0604020202020204" pitchFamily="34" charset="0"/>
              <a:buChar char="•"/>
            </a:pPr>
            <a:r>
              <a:rPr lang="de-AT" dirty="0"/>
              <a:t>Visual </a:t>
            </a:r>
            <a:r>
              <a:rPr lang="de-AT" dirty="0" err="1"/>
              <a:t>chemistry</a:t>
            </a:r>
            <a:endParaRPr lang="de-AT" dirty="0"/>
          </a:p>
          <a:p>
            <a:pPr>
              <a:buFont typeface="Arial" panose="020B0604020202020204" pitchFamily="34" charset="0"/>
              <a:buChar char="•"/>
            </a:pPr>
            <a:r>
              <a:rPr lang="de-AT" dirty="0" err="1"/>
              <a:t>Stable</a:t>
            </a:r>
            <a:r>
              <a:rPr lang="de-AT" dirty="0"/>
              <a:t> </a:t>
            </a:r>
            <a:r>
              <a:rPr lang="de-AT" dirty="0" err="1"/>
              <a:t>HiCN</a:t>
            </a:r>
            <a:endParaRPr lang="de-AT"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461345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de-AT" dirty="0"/>
              <a:t>20 µL </a:t>
            </a:r>
            <a:r>
              <a:rPr lang="de-AT" dirty="0" err="1"/>
              <a:t>blood</a:t>
            </a:r>
            <a:r>
              <a:rPr lang="de-AT" dirty="0"/>
              <a:t> + 5 </a:t>
            </a:r>
            <a:r>
              <a:rPr lang="de-AT" dirty="0" err="1"/>
              <a:t>mL</a:t>
            </a:r>
            <a:r>
              <a:rPr lang="de-AT" dirty="0"/>
              <a:t> </a:t>
            </a:r>
            <a:r>
              <a:rPr lang="de-AT" dirty="0" err="1"/>
              <a:t>Drabkin’s</a:t>
            </a:r>
            <a:r>
              <a:rPr lang="de-AT" dirty="0"/>
              <a:t> → mix</a:t>
            </a:r>
          </a:p>
          <a:p>
            <a:pPr>
              <a:buFont typeface="Arial" panose="020B0604020202020204" pitchFamily="34" charset="0"/>
              <a:buChar char="•"/>
            </a:pPr>
            <a:r>
              <a:rPr lang="de-AT" dirty="0"/>
              <a:t>Wait ≥5 min in </a:t>
            </a:r>
            <a:r>
              <a:rPr lang="de-AT" dirty="0" err="1"/>
              <a:t>dark</a:t>
            </a:r>
            <a:endParaRPr lang="de-AT" dirty="0"/>
          </a:p>
          <a:p>
            <a:pPr>
              <a:buFont typeface="Arial" panose="020B0604020202020204" pitchFamily="34" charset="0"/>
              <a:buChar char="•"/>
            </a:pPr>
            <a:r>
              <a:rPr lang="de-AT" dirty="0"/>
              <a:t>Blank = </a:t>
            </a:r>
            <a:r>
              <a:rPr lang="de-AT" dirty="0" err="1"/>
              <a:t>reagent</a:t>
            </a:r>
            <a:r>
              <a:rPr lang="de-AT" dirty="0"/>
              <a:t> </a:t>
            </a:r>
            <a:r>
              <a:rPr lang="de-AT" dirty="0" err="1"/>
              <a:t>only</a:t>
            </a:r>
            <a:endParaRPr lang="de-AT" dirty="0"/>
          </a:p>
          <a:p>
            <a:pPr>
              <a:buFont typeface="Arial" panose="020B0604020202020204" pitchFamily="34" charset="0"/>
              <a:buChar char="•"/>
            </a:pPr>
            <a:r>
              <a:rPr lang="de-AT" dirty="0" err="1"/>
              <a:t>Measure</a:t>
            </a:r>
            <a:r>
              <a:rPr lang="de-AT" dirty="0"/>
              <a:t> sample @ 546 </a:t>
            </a:r>
            <a:r>
              <a:rPr lang="de-AT" dirty="0" err="1"/>
              <a:t>nm</a:t>
            </a:r>
            <a:endParaRPr lang="de-AT" dirty="0"/>
          </a:p>
          <a:p>
            <a:pPr>
              <a:buFont typeface="Arial" panose="020B0604020202020204" pitchFamily="34" charset="0"/>
              <a:buChar char="•"/>
            </a:pPr>
            <a:r>
              <a:rPr lang="de-AT" dirty="0"/>
              <a:t>Optional: </a:t>
            </a:r>
            <a:r>
              <a:rPr lang="de-AT" dirty="0" err="1"/>
              <a:t>standard</a:t>
            </a:r>
            <a:endParaRPr lang="de-AT" dirty="0"/>
          </a:p>
          <a:p>
            <a:pPr>
              <a:buNone/>
            </a:pPr>
            <a:r>
              <a:rPr lang="de-AT" b="1" dirty="0"/>
              <a:t>Speaker Notes:</a:t>
            </a:r>
            <a:endParaRPr lang="de-AT" dirty="0"/>
          </a:p>
          <a:p>
            <a:pPr>
              <a:buFont typeface="Arial" panose="020B0604020202020204" pitchFamily="34" charset="0"/>
              <a:buChar char="•"/>
            </a:pPr>
            <a:r>
              <a:rPr lang="de-AT" dirty="0"/>
              <a:t>Mix → </a:t>
            </a:r>
            <a:r>
              <a:rPr lang="de-AT" dirty="0" err="1"/>
              <a:t>lyse</a:t>
            </a:r>
            <a:r>
              <a:rPr lang="de-AT" dirty="0"/>
              <a:t> RBCs, </a:t>
            </a:r>
            <a:r>
              <a:rPr lang="de-AT" dirty="0" err="1"/>
              <a:t>convert</a:t>
            </a:r>
            <a:r>
              <a:rPr lang="de-AT" dirty="0"/>
              <a:t> Hb → </a:t>
            </a:r>
            <a:r>
              <a:rPr lang="de-AT" dirty="0" err="1"/>
              <a:t>HiCN</a:t>
            </a:r>
            <a:endParaRPr lang="de-AT" dirty="0"/>
          </a:p>
          <a:p>
            <a:pPr>
              <a:buFont typeface="Arial" panose="020B0604020202020204" pitchFamily="34" charset="0"/>
              <a:buChar char="•"/>
            </a:pPr>
            <a:r>
              <a:rPr lang="de-AT" dirty="0"/>
              <a:t>5 min </a:t>
            </a:r>
            <a:r>
              <a:rPr lang="de-AT" dirty="0" err="1"/>
              <a:t>incubation</a:t>
            </a:r>
            <a:r>
              <a:rPr lang="de-AT" dirty="0"/>
              <a:t> → </a:t>
            </a:r>
            <a:r>
              <a:rPr lang="de-AT" dirty="0" err="1"/>
              <a:t>full</a:t>
            </a:r>
            <a:r>
              <a:rPr lang="de-AT" dirty="0"/>
              <a:t> </a:t>
            </a:r>
            <a:r>
              <a:rPr lang="de-AT" dirty="0" err="1"/>
              <a:t>reaction</a:t>
            </a:r>
            <a:endParaRPr lang="de-AT" dirty="0"/>
          </a:p>
          <a:p>
            <a:pPr>
              <a:buFont typeface="Arial" panose="020B0604020202020204" pitchFamily="34" charset="0"/>
              <a:buChar char="•"/>
            </a:pPr>
            <a:r>
              <a:rPr lang="de-AT" dirty="0"/>
              <a:t>Blank = </a:t>
            </a:r>
            <a:r>
              <a:rPr lang="de-AT" dirty="0" err="1"/>
              <a:t>zero</a:t>
            </a:r>
            <a:r>
              <a:rPr lang="de-AT" dirty="0"/>
              <a:t> </a:t>
            </a:r>
            <a:r>
              <a:rPr lang="de-AT" dirty="0" err="1"/>
              <a:t>reference</a:t>
            </a:r>
            <a:endParaRPr lang="de-AT" dirty="0"/>
          </a:p>
          <a:p>
            <a:pPr>
              <a:buFont typeface="Arial" panose="020B0604020202020204" pitchFamily="34" charset="0"/>
              <a:buChar char="•"/>
            </a:pPr>
            <a:r>
              <a:rPr lang="de-AT" dirty="0" err="1"/>
              <a:t>Spectrophotometer</a:t>
            </a:r>
            <a:r>
              <a:rPr lang="de-AT" dirty="0"/>
              <a:t> </a:t>
            </a:r>
            <a:r>
              <a:rPr lang="de-AT" dirty="0" err="1"/>
              <a:t>reads</a:t>
            </a:r>
            <a:r>
              <a:rPr lang="de-AT" dirty="0"/>
              <a:t> E₅₄₆</a:t>
            </a:r>
          </a:p>
          <a:p>
            <a:pPr>
              <a:buFont typeface="Arial" panose="020B0604020202020204" pitchFamily="34" charset="0"/>
              <a:buChar char="•"/>
            </a:pPr>
            <a:r>
              <a:rPr lang="de-AT" dirty="0" err="1"/>
              <a:t>Compare</a:t>
            </a:r>
            <a:r>
              <a:rPr lang="de-AT" dirty="0"/>
              <a:t> sample </a:t>
            </a:r>
            <a:r>
              <a:rPr lang="de-AT" dirty="0" err="1"/>
              <a:t>vs</a:t>
            </a:r>
            <a:r>
              <a:rPr lang="de-AT" dirty="0"/>
              <a:t> </a:t>
            </a:r>
            <a:r>
              <a:rPr lang="de-AT" dirty="0" err="1"/>
              <a:t>standard</a:t>
            </a:r>
            <a:r>
              <a:rPr lang="de-AT" dirty="0"/>
              <a:t> (</a:t>
            </a:r>
            <a:r>
              <a:rPr lang="de-AT" dirty="0" err="1"/>
              <a:t>if</a:t>
            </a:r>
            <a:r>
              <a:rPr lang="de-AT" dirty="0"/>
              <a:t> </a:t>
            </a:r>
            <a:r>
              <a:rPr lang="de-AT" dirty="0" err="1"/>
              <a:t>used</a:t>
            </a:r>
            <a:r>
              <a:rPr lang="de-AT" dirty="0"/>
              <a:t>)</a:t>
            </a:r>
          </a:p>
          <a:p>
            <a:pPr>
              <a:buFont typeface="Arial" panose="020B0604020202020204" pitchFamily="34" charset="0"/>
              <a:buChar char="•"/>
            </a:pPr>
            <a:r>
              <a:rPr lang="de-AT" dirty="0"/>
              <a:t>Follow </a:t>
            </a:r>
            <a:r>
              <a:rPr lang="de-AT" dirty="0" err="1"/>
              <a:t>biosafety</a:t>
            </a:r>
            <a:r>
              <a:rPr lang="de-AT" dirty="0"/>
              <a:t>: </a:t>
            </a:r>
            <a:r>
              <a:rPr lang="de-AT" dirty="0" err="1"/>
              <a:t>gloves</a:t>
            </a:r>
            <a:r>
              <a:rPr lang="de-AT" dirty="0"/>
              <a:t>, </a:t>
            </a:r>
            <a:r>
              <a:rPr lang="de-AT" dirty="0" err="1"/>
              <a:t>no</a:t>
            </a:r>
            <a:r>
              <a:rPr lang="de-AT" dirty="0"/>
              <a:t> </a:t>
            </a:r>
            <a:r>
              <a:rPr lang="de-AT" dirty="0" err="1"/>
              <a:t>food</a:t>
            </a:r>
            <a:r>
              <a:rPr lang="de-AT" dirty="0"/>
              <a:t>, </a:t>
            </a:r>
            <a:r>
              <a:rPr lang="de-AT" dirty="0" err="1"/>
              <a:t>disinfect</a:t>
            </a:r>
            <a:endParaRPr lang="de-AT" dirty="0"/>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4D4F6EAC-7849-05B0-9872-1414939353C5}"/>
            </a:ext>
          </a:extLst>
        </p:cNvPr>
        <p:cNvGrpSpPr/>
        <p:nvPr/>
      </p:nvGrpSpPr>
      <p:grpSpPr>
        <a:xfrm>
          <a:off x="0" y="0"/>
          <a:ext cx="0" cy="0"/>
          <a:chOff x="0" y="0"/>
          <a:chExt cx="0" cy="0"/>
        </a:xfrm>
      </p:grpSpPr>
      <p:sp>
        <p:nvSpPr>
          <p:cNvPr id="255" name="Google Shape;255;g111e7c571f2_0_0:notes">
            <a:extLst>
              <a:ext uri="{FF2B5EF4-FFF2-40B4-BE49-F238E27FC236}">
                <a16:creationId xmlns:a16="http://schemas.microsoft.com/office/drawing/2014/main" id="{AA14D31F-E52A-0E47-261D-6F89E6A2BB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111e7c571f2_0_0:notes">
            <a:extLst>
              <a:ext uri="{FF2B5EF4-FFF2-40B4-BE49-F238E27FC236}">
                <a16:creationId xmlns:a16="http://schemas.microsoft.com/office/drawing/2014/main" id="{4D13229B-7694-E680-6A8E-4E344B5E60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Beer–Lambert law:</a:t>
            </a:r>
            <a:r>
              <a:rPr lang="en-US" dirty="0"/>
              <a:t> $A = \epsilon \</a:t>
            </a:r>
            <a:r>
              <a:rPr lang="en-US" dirty="0" err="1"/>
              <a:t>cdot</a:t>
            </a:r>
            <a:r>
              <a:rPr lang="en-US" dirty="0"/>
              <a:t> \ell \</a:t>
            </a:r>
            <a:r>
              <a:rPr lang="en-US" dirty="0" err="1"/>
              <a:t>cdot</a:t>
            </a:r>
            <a:r>
              <a:rPr lang="en-US" dirty="0"/>
              <a:t> c$. In words, absorbance = molar absorptivity × path length × concentration. For a 1 cm cuvette, $A \</a:t>
            </a:r>
            <a:r>
              <a:rPr lang="en-US" dirty="0" err="1"/>
              <a:t>propto</a:t>
            </a:r>
            <a:r>
              <a:rPr lang="en-US" dirty="0"/>
              <a:t> c$. A linear plot of absorbance vs. concentration should be a straight line through the origin</a:t>
            </a:r>
          </a:p>
          <a:p>
            <a:pPr marL="0" lvl="0" indent="0" algn="l" rtl="0">
              <a:spcBef>
                <a:spcPts val="0"/>
              </a:spcBef>
              <a:spcAft>
                <a:spcPts val="0"/>
              </a:spcAft>
              <a:buNone/>
            </a:pPr>
            <a:endParaRPr lang="en-US" dirty="0"/>
          </a:p>
          <a:p>
            <a:pPr>
              <a:buFont typeface="Arial" panose="020B0604020202020204" pitchFamily="34" charset="0"/>
              <a:buChar char="•"/>
            </a:pPr>
            <a:r>
              <a:rPr lang="de-AT" dirty="0"/>
              <a:t>A = </a:t>
            </a:r>
            <a:r>
              <a:rPr lang="el-GR" dirty="0"/>
              <a:t>ε × </a:t>
            </a:r>
            <a:r>
              <a:rPr lang="de-AT" dirty="0"/>
              <a:t>l × c (linear </a:t>
            </a:r>
            <a:r>
              <a:rPr lang="de-AT" dirty="0" err="1"/>
              <a:t>relationship</a:t>
            </a:r>
            <a:r>
              <a:rPr lang="de-AT" dirty="0"/>
              <a:t>)</a:t>
            </a:r>
          </a:p>
          <a:p>
            <a:pPr>
              <a:buFont typeface="Arial" panose="020B0604020202020204" pitchFamily="34" charset="0"/>
              <a:buChar char="•"/>
            </a:pPr>
            <a:r>
              <a:rPr lang="de-AT" dirty="0"/>
              <a:t>A … </a:t>
            </a:r>
            <a:r>
              <a:rPr lang="de-AT" dirty="0" err="1"/>
              <a:t>Absorbance</a:t>
            </a:r>
            <a:endParaRPr lang="de-AT" dirty="0"/>
          </a:p>
          <a:p>
            <a:pPr>
              <a:buFont typeface="Arial" panose="020B0604020202020204" pitchFamily="34" charset="0"/>
              <a:buChar char="•"/>
            </a:pPr>
            <a:r>
              <a:rPr lang="el-GR" dirty="0"/>
              <a:t>ε</a:t>
            </a:r>
            <a:r>
              <a:rPr lang="de-AT" dirty="0"/>
              <a:t> … molar </a:t>
            </a:r>
            <a:r>
              <a:rPr lang="de-AT" dirty="0" err="1"/>
              <a:t>absorbivity</a:t>
            </a:r>
            <a:r>
              <a:rPr lang="de-AT" dirty="0"/>
              <a:t> </a:t>
            </a:r>
            <a:r>
              <a:rPr lang="de-AT" dirty="0" err="1"/>
              <a:t>of</a:t>
            </a:r>
            <a:r>
              <a:rPr lang="de-AT" dirty="0"/>
              <a:t> </a:t>
            </a:r>
            <a:r>
              <a:rPr lang="de-AT" dirty="0" err="1"/>
              <a:t>substance</a:t>
            </a:r>
            <a:endParaRPr lang="de-AT" dirty="0"/>
          </a:p>
          <a:p>
            <a:pPr>
              <a:buFont typeface="Arial" panose="020B0604020202020204" pitchFamily="34" charset="0"/>
              <a:buChar char="•"/>
            </a:pPr>
            <a:r>
              <a:rPr lang="el-GR" dirty="0"/>
              <a:t>ℓ</a:t>
            </a:r>
            <a:r>
              <a:rPr lang="en-US" dirty="0"/>
              <a:t> … path length</a:t>
            </a:r>
          </a:p>
          <a:p>
            <a:pPr>
              <a:buFont typeface="Arial" panose="020B0604020202020204" pitchFamily="34" charset="0"/>
              <a:buChar char="•"/>
            </a:pPr>
            <a:r>
              <a:rPr lang="de-AT" dirty="0"/>
              <a:t>C … </a:t>
            </a:r>
            <a:r>
              <a:rPr lang="de-AT" dirty="0" err="1"/>
              <a:t>concentration</a:t>
            </a:r>
            <a:r>
              <a:rPr lang="de-AT" dirty="0"/>
              <a:t> </a:t>
            </a:r>
            <a:r>
              <a:rPr lang="de-AT" dirty="0" err="1"/>
              <a:t>of</a:t>
            </a:r>
            <a:r>
              <a:rPr lang="de-AT" dirty="0"/>
              <a:t> </a:t>
            </a:r>
            <a:r>
              <a:rPr lang="de-AT" dirty="0" err="1"/>
              <a:t>substance</a:t>
            </a:r>
            <a:r>
              <a:rPr lang="de-AT" dirty="0"/>
              <a:t> in sample</a:t>
            </a:r>
          </a:p>
          <a:p>
            <a:pPr>
              <a:buNone/>
            </a:pPr>
            <a:r>
              <a:rPr lang="de-AT" b="1" dirty="0"/>
              <a:t>Speaker Notes:</a:t>
            </a:r>
            <a:endParaRPr lang="de-AT" dirty="0"/>
          </a:p>
          <a:p>
            <a:pPr>
              <a:buFont typeface="Arial" panose="020B0604020202020204" pitchFamily="34" charset="0"/>
              <a:buChar char="•"/>
            </a:pPr>
            <a:r>
              <a:rPr lang="de-AT" dirty="0" err="1"/>
              <a:t>Absorbance</a:t>
            </a:r>
            <a:r>
              <a:rPr lang="de-AT" dirty="0"/>
              <a:t> ∝ </a:t>
            </a:r>
            <a:r>
              <a:rPr lang="de-AT" dirty="0" err="1"/>
              <a:t>concentration</a:t>
            </a:r>
            <a:endParaRPr lang="de-AT" dirty="0"/>
          </a:p>
          <a:p>
            <a:pPr>
              <a:buFont typeface="Arial" panose="020B0604020202020204" pitchFamily="34" charset="0"/>
              <a:buChar char="•"/>
            </a:pPr>
            <a:r>
              <a:rPr lang="de-AT" dirty="0"/>
              <a:t>1 cm </a:t>
            </a:r>
            <a:r>
              <a:rPr lang="de-AT" dirty="0" err="1"/>
              <a:t>path</a:t>
            </a:r>
            <a:r>
              <a:rPr lang="de-AT" dirty="0"/>
              <a:t> </a:t>
            </a:r>
            <a:r>
              <a:rPr lang="de-AT" dirty="0" err="1"/>
              <a:t>length</a:t>
            </a:r>
            <a:r>
              <a:rPr lang="de-AT" dirty="0"/>
              <a:t>, </a:t>
            </a:r>
            <a:r>
              <a:rPr lang="el-GR" dirty="0"/>
              <a:t>ε </a:t>
            </a:r>
            <a:r>
              <a:rPr lang="de-AT" dirty="0" err="1"/>
              <a:t>known</a:t>
            </a:r>
            <a:endParaRPr lang="de-AT" dirty="0"/>
          </a:p>
          <a:p>
            <a:pPr>
              <a:buFont typeface="Arial" panose="020B0604020202020204" pitchFamily="34" charset="0"/>
              <a:buChar char="•"/>
            </a:pPr>
            <a:r>
              <a:rPr lang="de-AT" dirty="0"/>
              <a:t>Linear </a:t>
            </a:r>
            <a:r>
              <a:rPr lang="de-AT" dirty="0" err="1"/>
              <a:t>graph</a:t>
            </a:r>
            <a:r>
              <a:rPr lang="de-AT" dirty="0"/>
              <a:t> </a:t>
            </a:r>
            <a:r>
              <a:rPr lang="de-AT" dirty="0" err="1"/>
              <a:t>confirms</a:t>
            </a:r>
            <a:r>
              <a:rPr lang="de-AT" dirty="0"/>
              <a:t> </a:t>
            </a:r>
            <a:r>
              <a:rPr lang="de-AT" dirty="0" err="1"/>
              <a:t>Beer’s</a:t>
            </a:r>
            <a:r>
              <a:rPr lang="de-AT" dirty="0"/>
              <a:t> Law</a:t>
            </a:r>
          </a:p>
          <a:p>
            <a:pPr>
              <a:buFont typeface="Arial" panose="020B0604020202020204" pitchFamily="34" charset="0"/>
              <a:buChar char="•"/>
            </a:pPr>
            <a:r>
              <a:rPr lang="de-AT" dirty="0"/>
              <a:t>Plug in </a:t>
            </a:r>
            <a:r>
              <a:rPr lang="de-AT" dirty="0" err="1"/>
              <a:t>absorbance</a:t>
            </a:r>
            <a:r>
              <a:rPr lang="de-AT" dirty="0"/>
              <a:t> → </a:t>
            </a:r>
            <a:r>
              <a:rPr lang="de-AT" dirty="0" err="1"/>
              <a:t>calculate</a:t>
            </a:r>
            <a:r>
              <a:rPr lang="de-AT" dirty="0"/>
              <a:t> Hb</a:t>
            </a:r>
          </a:p>
          <a:p>
            <a:pPr marL="0" lvl="0" indent="0" algn="l" rtl="0">
              <a:spcBef>
                <a:spcPts val="0"/>
              </a:spcBef>
              <a:spcAft>
                <a:spcPts val="0"/>
              </a:spcAft>
              <a:buNone/>
            </a:pPr>
            <a:endParaRPr lang="de-AT" dirty="0"/>
          </a:p>
        </p:txBody>
      </p:sp>
    </p:spTree>
    <p:extLst>
      <p:ext uri="{BB962C8B-B14F-4D97-AF65-F5344CB8AC3E}">
        <p14:creationId xmlns:p14="http://schemas.microsoft.com/office/powerpoint/2010/main" val="32188580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1258269c9b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21258269c9b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de-AT" dirty="0"/>
              <a:t>Portable </a:t>
            </a:r>
            <a:r>
              <a:rPr lang="de-AT" dirty="0" err="1"/>
              <a:t>device</a:t>
            </a:r>
            <a:r>
              <a:rPr lang="de-AT" dirty="0"/>
              <a:t>, </a:t>
            </a:r>
            <a:r>
              <a:rPr lang="de-AT" dirty="0" err="1"/>
              <a:t>test</a:t>
            </a:r>
            <a:r>
              <a:rPr lang="de-AT" dirty="0"/>
              <a:t> </a:t>
            </a:r>
            <a:r>
              <a:rPr lang="de-AT" dirty="0" err="1"/>
              <a:t>strips</a:t>
            </a:r>
            <a:endParaRPr lang="de-AT" dirty="0"/>
          </a:p>
          <a:p>
            <a:pPr>
              <a:buFont typeface="Arial" panose="020B0604020202020204" pitchFamily="34" charset="0"/>
              <a:buChar char="•"/>
            </a:pPr>
            <a:r>
              <a:rPr lang="de-AT" dirty="0"/>
              <a:t>Drop </a:t>
            </a:r>
            <a:r>
              <a:rPr lang="de-AT" dirty="0" err="1"/>
              <a:t>of</a:t>
            </a:r>
            <a:r>
              <a:rPr lang="de-AT" dirty="0"/>
              <a:t> </a:t>
            </a:r>
            <a:r>
              <a:rPr lang="de-AT" dirty="0" err="1"/>
              <a:t>blood</a:t>
            </a:r>
            <a:r>
              <a:rPr lang="de-AT" dirty="0"/>
              <a:t> → </a:t>
            </a:r>
            <a:r>
              <a:rPr lang="de-AT" dirty="0" err="1"/>
              <a:t>reflectance</a:t>
            </a:r>
            <a:r>
              <a:rPr lang="de-AT" dirty="0"/>
              <a:t> </a:t>
            </a:r>
            <a:r>
              <a:rPr lang="de-AT" dirty="0" err="1"/>
              <a:t>photometry</a:t>
            </a:r>
            <a:endParaRPr lang="de-AT" dirty="0"/>
          </a:p>
          <a:p>
            <a:pPr>
              <a:buFont typeface="Arial" panose="020B0604020202020204" pitchFamily="34" charset="0"/>
              <a:buChar char="•"/>
            </a:pPr>
            <a:r>
              <a:rPr lang="de-AT" dirty="0"/>
              <a:t>Fast (~2 min), </a:t>
            </a:r>
            <a:r>
              <a:rPr lang="de-AT" dirty="0" err="1"/>
              <a:t>no</a:t>
            </a:r>
            <a:r>
              <a:rPr lang="de-AT" dirty="0"/>
              <a:t> </a:t>
            </a:r>
            <a:r>
              <a:rPr lang="de-AT" dirty="0" err="1"/>
              <a:t>toxic</a:t>
            </a:r>
            <a:r>
              <a:rPr lang="de-AT" dirty="0"/>
              <a:t> </a:t>
            </a:r>
            <a:r>
              <a:rPr lang="de-AT" dirty="0" err="1"/>
              <a:t>reagents</a:t>
            </a:r>
            <a:endParaRPr lang="de-AT" dirty="0"/>
          </a:p>
          <a:p>
            <a:pPr>
              <a:buFont typeface="Arial" panose="020B0604020202020204" pitchFamily="34" charset="0"/>
              <a:buChar char="•"/>
            </a:pPr>
            <a:r>
              <a:rPr lang="de-AT" dirty="0"/>
              <a:t>Device </a:t>
            </a:r>
            <a:r>
              <a:rPr lang="de-AT" dirty="0" err="1"/>
              <a:t>unavailable</a:t>
            </a:r>
            <a:r>
              <a:rPr lang="de-AT" dirty="0"/>
              <a:t> </a:t>
            </a:r>
            <a:r>
              <a:rPr lang="de-AT" dirty="0" err="1"/>
              <a:t>during</a:t>
            </a:r>
            <a:r>
              <a:rPr lang="de-AT" dirty="0"/>
              <a:t> lab</a:t>
            </a:r>
          </a:p>
          <a:p>
            <a:pPr>
              <a:buNone/>
            </a:pPr>
            <a:r>
              <a:rPr lang="de-AT" b="1" dirty="0"/>
              <a:t>Speaker Notes:</a:t>
            </a:r>
            <a:endParaRPr lang="de-AT" dirty="0"/>
          </a:p>
          <a:p>
            <a:pPr>
              <a:buFont typeface="Arial" panose="020B0604020202020204" pitchFamily="34" charset="0"/>
              <a:buChar char="•"/>
            </a:pPr>
            <a:r>
              <a:rPr lang="de-AT" dirty="0" err="1"/>
              <a:t>Reflotron</a:t>
            </a:r>
            <a:r>
              <a:rPr lang="de-AT" dirty="0"/>
              <a:t> = </a:t>
            </a:r>
            <a:r>
              <a:rPr lang="de-AT" dirty="0" err="1"/>
              <a:t>point</a:t>
            </a:r>
            <a:r>
              <a:rPr lang="de-AT" dirty="0"/>
              <a:t>-</a:t>
            </a:r>
            <a:r>
              <a:rPr lang="de-AT" dirty="0" err="1"/>
              <a:t>of</a:t>
            </a:r>
            <a:r>
              <a:rPr lang="de-AT" dirty="0"/>
              <a:t>-care </a:t>
            </a:r>
            <a:r>
              <a:rPr lang="de-AT" dirty="0" err="1"/>
              <a:t>analyzer</a:t>
            </a:r>
            <a:endParaRPr lang="de-AT" dirty="0"/>
          </a:p>
          <a:p>
            <a:pPr>
              <a:buFont typeface="Arial" panose="020B0604020202020204" pitchFamily="34" charset="0"/>
              <a:buChar char="•"/>
            </a:pPr>
            <a:r>
              <a:rPr lang="de-AT" dirty="0" err="1"/>
              <a:t>Reflectance</a:t>
            </a:r>
            <a:r>
              <a:rPr lang="de-AT" dirty="0"/>
              <a:t>, not </a:t>
            </a:r>
            <a:r>
              <a:rPr lang="de-AT" dirty="0" err="1"/>
              <a:t>absorbance</a:t>
            </a:r>
            <a:endParaRPr lang="de-AT" dirty="0"/>
          </a:p>
          <a:p>
            <a:pPr>
              <a:buFont typeface="Arial" panose="020B0604020202020204" pitchFamily="34" charset="0"/>
              <a:buChar char="•"/>
            </a:pPr>
            <a:r>
              <a:rPr lang="de-AT" dirty="0"/>
              <a:t>Color </a:t>
            </a:r>
            <a:r>
              <a:rPr lang="de-AT" dirty="0" err="1"/>
              <a:t>change</a:t>
            </a:r>
            <a:r>
              <a:rPr lang="de-AT" dirty="0"/>
              <a:t> on </a:t>
            </a:r>
            <a:r>
              <a:rPr lang="de-AT" dirty="0" err="1"/>
              <a:t>strip</a:t>
            </a:r>
            <a:r>
              <a:rPr lang="de-AT" dirty="0"/>
              <a:t> → Hb </a:t>
            </a:r>
            <a:r>
              <a:rPr lang="de-AT" dirty="0" err="1"/>
              <a:t>value</a:t>
            </a:r>
            <a:endParaRPr lang="de-AT" dirty="0"/>
          </a:p>
          <a:p>
            <a:pPr>
              <a:buFont typeface="Arial" panose="020B0604020202020204" pitchFamily="34" charset="0"/>
              <a:buChar char="•"/>
            </a:pPr>
            <a:r>
              <a:rPr lang="de-AT" dirty="0"/>
              <a:t>Safer, </a:t>
            </a:r>
            <a:r>
              <a:rPr lang="de-AT" dirty="0" err="1"/>
              <a:t>faster</a:t>
            </a:r>
            <a:r>
              <a:rPr lang="de-AT" dirty="0"/>
              <a:t>, </a:t>
            </a:r>
            <a:r>
              <a:rPr lang="de-AT" dirty="0" err="1"/>
              <a:t>convenient</a:t>
            </a:r>
            <a:endParaRPr lang="de-AT" dirty="0"/>
          </a:p>
          <a:p>
            <a:pPr>
              <a:buFont typeface="Arial" panose="020B0604020202020204" pitchFamily="34" charset="0"/>
              <a:buChar char="•"/>
            </a:pPr>
            <a:r>
              <a:rPr lang="de-AT" dirty="0"/>
              <a:t>Not </a:t>
            </a:r>
            <a:r>
              <a:rPr lang="de-AT" dirty="0" err="1"/>
              <a:t>used</a:t>
            </a:r>
            <a:r>
              <a:rPr lang="de-AT" dirty="0"/>
              <a:t>: </a:t>
            </a:r>
            <a:r>
              <a:rPr lang="de-AT" dirty="0" err="1"/>
              <a:t>malfunctioned</a:t>
            </a:r>
            <a:r>
              <a:rPr lang="de-AT" dirty="0"/>
              <a:t> </a:t>
            </a:r>
            <a:r>
              <a:rPr lang="de-AT" dirty="0" err="1"/>
              <a:t>during</a:t>
            </a:r>
            <a:r>
              <a:rPr lang="de-AT" dirty="0"/>
              <a:t> </a:t>
            </a:r>
            <a:r>
              <a:rPr lang="de-AT" dirty="0" err="1"/>
              <a:t>session</a:t>
            </a:r>
            <a:endParaRPr lang="de-AT" dirty="0"/>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EA956087-6D66-CAB7-12D7-8E0952C0AC69}"/>
            </a:ext>
          </a:extLst>
        </p:cNvPr>
        <p:cNvGrpSpPr/>
        <p:nvPr/>
      </p:nvGrpSpPr>
      <p:grpSpPr>
        <a:xfrm>
          <a:off x="0" y="0"/>
          <a:ext cx="0" cy="0"/>
          <a:chOff x="0" y="0"/>
          <a:chExt cx="0" cy="0"/>
        </a:xfrm>
      </p:grpSpPr>
      <p:sp>
        <p:nvSpPr>
          <p:cNvPr id="375" name="Google Shape;375;g1105afc42a3_1_525:notes">
            <a:extLst>
              <a:ext uri="{FF2B5EF4-FFF2-40B4-BE49-F238E27FC236}">
                <a16:creationId xmlns:a16="http://schemas.microsoft.com/office/drawing/2014/main" id="{FCB7D9A9-604A-51C7-3F82-B5C288B6CA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1105afc42a3_1_525:notes">
            <a:extLst>
              <a:ext uri="{FF2B5EF4-FFF2-40B4-BE49-F238E27FC236}">
                <a16:creationId xmlns:a16="http://schemas.microsoft.com/office/drawing/2014/main" id="{5601E84D-68B3-1688-1969-C1AE6771D4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Each lab participant measured their blood hemoglobin. We separated the results by sex to investigate any difference between male and female students. </a:t>
            </a:r>
            <a:r>
              <a:rPr lang="en-US" i="1" dirty="0"/>
              <a:t>(Placeholders for sample data)</a:t>
            </a:r>
            <a:r>
              <a:rPr lang="en-US" dirty="0"/>
              <a:t>.</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M &gt; F expected (testosterone, RBC)</a:t>
            </a:r>
            <a:endParaRPr lang="en-US" b="1" dirty="0"/>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Observed trend:</a:t>
            </a:r>
            <a:r>
              <a:rPr lang="en-US" dirty="0"/>
              <a:t> In our class data, the males showed a higher average Hb than females (placeholder observation). This is consistent with known biological differences: normal hemoglobin reference ranges are ~14.0–17.5 g/dL for adult men and ~12.3–15.3 g/dL for adult women</a:t>
            </a:r>
            <a:r>
              <a:rPr lang="en-US" dirty="0">
                <a:hlinkClick r:id="rId3"/>
              </a:rPr>
              <a:t>my.clevelandclinic.org</a:t>
            </a:r>
            <a:r>
              <a:rPr lang="en-US" dirty="0"/>
              <a:t>. (Our sample means should fall in these ranges, barring any anomalies.)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is largely due to hormonal differences (testosterone tends to stimulate higher red blood cell production) and other factors like body iron stores. The normal reference range for adult men is roughly 14 to 17 or 18 g/dL, and for adult women it’s about 12 to 15 g/dL</a:t>
            </a:r>
            <a:r>
              <a:rPr lang="en-US" dirty="0">
                <a:hlinkClick r:id="rId3"/>
              </a:rPr>
              <a:t>my.clevelandclinic.org</a:t>
            </a:r>
            <a:r>
              <a:rPr lang="en-US" dirty="0"/>
              <a:t>. In our class data, we indeed observed that the male mean was higher than the female mean (assuming that holds true once we plug in the real data).</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However, just seeing a difference doesn’t tell us if it’s a statistically significant difference or just due to the specific individuals in our small sample. To address that, we plan to perform an </a:t>
            </a:r>
            <a:r>
              <a:rPr lang="en-US" b="1" dirty="0"/>
              <a:t>unpaired t-test</a:t>
            </a:r>
            <a:r>
              <a:rPr lang="en-US" dirty="0"/>
              <a:t> comparing the two groups. The t-test will tell us if the difference in means is likely a real difference in the populations (male vs female students) or if it could have occurred by chance. We’ll outline that analysis on the next slide.</a:t>
            </a:r>
            <a:endParaRPr dirty="0"/>
          </a:p>
        </p:txBody>
      </p:sp>
    </p:spTree>
    <p:extLst>
      <p:ext uri="{BB962C8B-B14F-4D97-AF65-F5344CB8AC3E}">
        <p14:creationId xmlns:p14="http://schemas.microsoft.com/office/powerpoint/2010/main" val="18522642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EBAA9F01-D7E2-B487-D3F7-1B18AC49BFB0}"/>
            </a:ext>
          </a:extLst>
        </p:cNvPr>
        <p:cNvGrpSpPr/>
        <p:nvPr/>
      </p:nvGrpSpPr>
      <p:grpSpPr>
        <a:xfrm>
          <a:off x="0" y="0"/>
          <a:ext cx="0" cy="0"/>
          <a:chOff x="0" y="0"/>
          <a:chExt cx="0" cy="0"/>
        </a:xfrm>
      </p:grpSpPr>
      <p:sp>
        <p:nvSpPr>
          <p:cNvPr id="476" name="Google Shape;476;g21722c30371_0_248:notes">
            <a:extLst>
              <a:ext uri="{FF2B5EF4-FFF2-40B4-BE49-F238E27FC236}">
                <a16:creationId xmlns:a16="http://schemas.microsoft.com/office/drawing/2014/main" id="{800793B2-3AAC-278C-EA0A-440F50DD27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21722c30371_0_248:notes">
            <a:extLst>
              <a:ext uri="{FF2B5EF4-FFF2-40B4-BE49-F238E27FC236}">
                <a16:creationId xmlns:a16="http://schemas.microsoft.com/office/drawing/2014/main" id="{0563D291-C1F1-27F7-8C15-208E981D33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b="1" dirty="0"/>
              <a:t>Speaker Notes:</a:t>
            </a:r>
            <a:r>
              <a:rPr lang="en-US" dirty="0"/>
              <a:t> To statistically assess the difference between male and female hemoglobin levels in our data, we performed an </a:t>
            </a:r>
            <a:r>
              <a:rPr lang="en-US" b="1" dirty="0"/>
              <a:t>independent two-sample t-test</a:t>
            </a:r>
            <a:r>
              <a:rPr lang="en-US" dirty="0"/>
              <a:t>. The null hypothesis is that the average hemoglobin is the same for males and females. The alternative hypothesis is that they differ (most likely, we suspect the male average is higher).</a:t>
            </a:r>
          </a:p>
          <a:p>
            <a:pPr>
              <a:buNone/>
            </a:pPr>
            <a:r>
              <a:rPr lang="en-US" dirty="0"/>
              <a:t>On the slide, we have the formula for the t statistic: it’s the difference between the two sample means divided by the standard error of the difference. The standard error term $\sqrt{\frac{s_M^2}{</a:t>
            </a:r>
            <a:r>
              <a:rPr lang="en-US" dirty="0" err="1"/>
              <a:t>n_M</a:t>
            </a:r>
            <a:r>
              <a:rPr lang="en-US" dirty="0"/>
              <a:t>} + \frac{s_F^2}{</a:t>
            </a:r>
            <a:r>
              <a:rPr lang="en-US" dirty="0" err="1"/>
              <a:t>n_F</a:t>
            </a:r>
            <a:r>
              <a:rPr lang="en-US" dirty="0"/>
              <a:t>}}$ combines the variance from both groups (Welch’s t-test formulation, which does not assume equal variances). If we did assume equal variance, we’d use a pooled variance in that denominator, but it’s safer with small samples to not assume that.</a:t>
            </a:r>
          </a:p>
          <a:p>
            <a:pPr>
              <a:buNone/>
            </a:pPr>
            <a:r>
              <a:rPr lang="en-US" dirty="0"/>
              <a:t>We will insert our actual mean and standard deviation values into that formula. Right now it’s shown with placeholders: for instance, if the male mean was </a:t>
            </a:r>
            <a:r>
              <a:rPr lang="en-US" b="1" dirty="0"/>
              <a:t>15.2</a:t>
            </a:r>
            <a:r>
              <a:rPr lang="en-US" dirty="0"/>
              <a:t> and female mean </a:t>
            </a:r>
            <a:r>
              <a:rPr lang="en-US" b="1" dirty="0"/>
              <a:t>13.8</a:t>
            </a:r>
            <a:r>
              <a:rPr lang="en-US" dirty="0"/>
              <a:t>, and respective SDs were </a:t>
            </a:r>
            <a:r>
              <a:rPr lang="en-US" b="1" dirty="0"/>
              <a:t>0.8</a:t>
            </a:r>
            <a:r>
              <a:rPr lang="en-US" dirty="0"/>
              <a:t> and </a:t>
            </a:r>
            <a:r>
              <a:rPr lang="en-US" b="1" dirty="0"/>
              <a:t>0.5</a:t>
            </a:r>
            <a:r>
              <a:rPr lang="en-US" dirty="0"/>
              <a:t>, and sample sizes e.g. 5 and 5, we would compute t ≈ (15.2–13.8) / sqrt((0.8²/5) + (0.5²/5)). That’s a numeric example; the actual values will be plugged in.</a:t>
            </a:r>
          </a:p>
          <a:p>
            <a:pPr>
              <a:buNone/>
            </a:pPr>
            <a:r>
              <a:rPr lang="en-US" dirty="0"/>
              <a:t>After computing t, we need the degrees of freedom to interpret it. Using Welch’s formula, the </a:t>
            </a:r>
            <a:r>
              <a:rPr lang="en-US" dirty="0" err="1"/>
              <a:t>df</a:t>
            </a:r>
            <a:r>
              <a:rPr lang="en-US" dirty="0"/>
              <a:t> will be a non-integer (we’ll likely use software or a calculator for the p-value). If we had equal sample sizes and similar variances, the </a:t>
            </a:r>
            <a:r>
              <a:rPr lang="en-US" dirty="0" err="1"/>
              <a:t>df</a:t>
            </a:r>
            <a:r>
              <a:rPr lang="en-US" dirty="0"/>
              <a:t> is roughly </a:t>
            </a:r>
            <a:r>
              <a:rPr lang="en-US" dirty="0" err="1"/>
              <a:t>n_M</a:t>
            </a:r>
            <a:r>
              <a:rPr lang="en-US" dirty="0"/>
              <a:t> + </a:t>
            </a:r>
            <a:r>
              <a:rPr lang="en-US" dirty="0" err="1"/>
              <a:t>n_F</a:t>
            </a:r>
            <a:r>
              <a:rPr lang="en-US" dirty="0"/>
              <a:t> – 2. Let’s say we ended up with around </a:t>
            </a:r>
            <a:r>
              <a:rPr lang="en-US" dirty="0" err="1"/>
              <a:t>df</a:t>
            </a:r>
            <a:r>
              <a:rPr lang="en-US" dirty="0"/>
              <a:t> ≈ 8 (for example).</a:t>
            </a:r>
          </a:p>
          <a:p>
            <a:pPr>
              <a:buNone/>
            </a:pPr>
            <a:r>
              <a:rPr lang="en-US" dirty="0"/>
              <a:t>We then determine the </a:t>
            </a:r>
            <a:r>
              <a:rPr lang="en-US" b="1" dirty="0"/>
              <a:t>p-value</a:t>
            </a:r>
            <a:r>
              <a:rPr lang="en-US" dirty="0"/>
              <a:t> associated with our calculated t. If the p-value is less than 0.05, we conclude that the difference in male vs female means is statistically significant at the 95% confidence level. That would mean it’s very likely that male and female students in our population do have different average hemoglobin. If the p-value is higher than 0.05, we conclude that our data do not show a significant difference – meaning any observed difference could just be random variation.</a:t>
            </a:r>
          </a:p>
          <a:p>
            <a:r>
              <a:rPr lang="en-US" dirty="0"/>
              <a:t>We’ll fill in the actual t value, </a:t>
            </a:r>
            <a:r>
              <a:rPr lang="en-US" dirty="0" err="1"/>
              <a:t>df</a:t>
            </a:r>
            <a:r>
              <a:rPr lang="en-US" dirty="0"/>
              <a:t>, and p-value after crunching the numbers. For example, if t (calculated) was around 2.1 and the p-value came out to 0.065, that would NOT be significant at 0.05 (we’d say trend but not significant). If t was larger, say 3.0, and p = 0.015, that </a:t>
            </a:r>
            <a:r>
              <a:rPr lang="en-US" i="1" dirty="0"/>
              <a:t>would</a:t>
            </a:r>
            <a:r>
              <a:rPr lang="en-US" dirty="0"/>
              <a:t> be significant. We’ll see what the class data yields once analyzed.</a:t>
            </a:r>
          </a:p>
          <a:p>
            <a:endParaRPr lang="en-US" dirty="0"/>
          </a:p>
          <a:p>
            <a:pPr marL="158750" indent="0">
              <a:buNone/>
            </a:pPr>
            <a:endParaRPr lang="en-US" dirty="0"/>
          </a:p>
          <a:p>
            <a:pPr>
              <a:buNone/>
            </a:pPr>
            <a:r>
              <a:rPr lang="de-AT" b="1" dirty="0"/>
              <a:t>Speaker Notes:</a:t>
            </a:r>
            <a:endParaRPr lang="de-AT" dirty="0"/>
          </a:p>
          <a:p>
            <a:pPr>
              <a:buFont typeface="Arial" panose="020B0604020202020204" pitchFamily="34" charset="0"/>
              <a:buChar char="•"/>
            </a:pPr>
            <a:r>
              <a:rPr lang="de-AT" dirty="0" err="1"/>
              <a:t>Unpaired</a:t>
            </a:r>
            <a:r>
              <a:rPr lang="de-AT" dirty="0"/>
              <a:t> t-test: M </a:t>
            </a:r>
            <a:r>
              <a:rPr lang="de-AT" dirty="0" err="1"/>
              <a:t>vs</a:t>
            </a:r>
            <a:r>
              <a:rPr lang="de-AT" dirty="0"/>
              <a:t> F</a:t>
            </a:r>
          </a:p>
          <a:p>
            <a:pPr>
              <a:buFont typeface="Arial" panose="020B0604020202020204" pitchFamily="34" charset="0"/>
              <a:buChar char="•"/>
            </a:pPr>
            <a:r>
              <a:rPr lang="de-AT" dirty="0"/>
              <a:t>H₀: </a:t>
            </a:r>
            <a:r>
              <a:rPr lang="de-AT" dirty="0" err="1"/>
              <a:t>no</a:t>
            </a:r>
            <a:r>
              <a:rPr lang="de-AT" dirty="0"/>
              <a:t> </a:t>
            </a:r>
            <a:r>
              <a:rPr lang="de-AT" dirty="0" err="1"/>
              <a:t>difference</a:t>
            </a:r>
            <a:r>
              <a:rPr lang="de-AT" dirty="0"/>
              <a:t> in </a:t>
            </a:r>
            <a:r>
              <a:rPr lang="de-AT" dirty="0" err="1"/>
              <a:t>means</a:t>
            </a:r>
            <a:endParaRPr lang="de-AT" dirty="0"/>
          </a:p>
          <a:p>
            <a:pPr>
              <a:buFont typeface="Arial" panose="020B0604020202020204" pitchFamily="34" charset="0"/>
              <a:buChar char="•"/>
            </a:pPr>
            <a:r>
              <a:rPr lang="de-AT" dirty="0"/>
              <a:t>Insert </a:t>
            </a:r>
            <a:r>
              <a:rPr lang="de-AT" dirty="0" err="1"/>
              <a:t>class</a:t>
            </a:r>
            <a:r>
              <a:rPr lang="de-AT" dirty="0"/>
              <a:t> </a:t>
            </a:r>
            <a:r>
              <a:rPr lang="de-AT" dirty="0" err="1"/>
              <a:t>data</a:t>
            </a:r>
            <a:r>
              <a:rPr lang="de-AT" dirty="0"/>
              <a:t> → </a:t>
            </a:r>
            <a:r>
              <a:rPr lang="de-AT" dirty="0" err="1"/>
              <a:t>calc</a:t>
            </a:r>
            <a:r>
              <a:rPr lang="de-AT" dirty="0"/>
              <a:t> t, </a:t>
            </a:r>
            <a:r>
              <a:rPr lang="de-AT" dirty="0" err="1"/>
              <a:t>df</a:t>
            </a:r>
            <a:endParaRPr lang="de-AT" dirty="0"/>
          </a:p>
          <a:p>
            <a:pPr>
              <a:buFont typeface="Arial" panose="020B0604020202020204" pitchFamily="34" charset="0"/>
              <a:buChar char="•"/>
            </a:pPr>
            <a:r>
              <a:rPr lang="de-AT" dirty="0" err="1"/>
              <a:t>Get</a:t>
            </a:r>
            <a:r>
              <a:rPr lang="de-AT" dirty="0"/>
              <a:t> p-</a:t>
            </a:r>
            <a:r>
              <a:rPr lang="de-AT" dirty="0" err="1"/>
              <a:t>value</a:t>
            </a:r>
            <a:r>
              <a:rPr lang="de-AT" dirty="0"/>
              <a:t> → </a:t>
            </a:r>
            <a:r>
              <a:rPr lang="de-AT" dirty="0" err="1"/>
              <a:t>interpret</a:t>
            </a:r>
            <a:endParaRPr lang="de-AT" dirty="0"/>
          </a:p>
          <a:p>
            <a:pPr>
              <a:buFont typeface="Arial" panose="020B0604020202020204" pitchFamily="34" charset="0"/>
              <a:buChar char="•"/>
            </a:pPr>
            <a:r>
              <a:rPr lang="de-AT" dirty="0"/>
              <a:t>p &lt; 0.05 = </a:t>
            </a:r>
            <a:r>
              <a:rPr lang="de-AT" dirty="0" err="1"/>
              <a:t>significant</a:t>
            </a:r>
            <a:r>
              <a:rPr lang="de-AT" dirty="0"/>
              <a:t> </a:t>
            </a:r>
            <a:r>
              <a:rPr lang="de-AT" dirty="0" err="1"/>
              <a:t>difference</a:t>
            </a:r>
            <a:endParaRPr lang="en-US" dirty="0"/>
          </a:p>
          <a:p>
            <a:pPr marL="158750" indent="0">
              <a:buNone/>
            </a:pPr>
            <a:endParaRPr lang="en-US" dirty="0"/>
          </a:p>
          <a:p>
            <a:pPr marL="158750" indent="0">
              <a:buNone/>
            </a:pPr>
            <a:endParaRPr lang="en-US" dirty="0"/>
          </a:p>
          <a:p>
            <a:pPr>
              <a:buFont typeface="Arial" panose="020B0604020202020204" pitchFamily="34" charset="0"/>
              <a:buChar char="•"/>
            </a:pPr>
            <a:r>
              <a:rPr lang="de-AT" dirty="0" err="1"/>
              <a:t>HiCN</a:t>
            </a:r>
            <a:r>
              <a:rPr lang="de-AT" dirty="0"/>
              <a:t> = </a:t>
            </a:r>
            <a:r>
              <a:rPr lang="de-AT" dirty="0" err="1"/>
              <a:t>accurate</a:t>
            </a:r>
            <a:r>
              <a:rPr lang="de-AT" dirty="0"/>
              <a:t>, </a:t>
            </a:r>
            <a:r>
              <a:rPr lang="de-AT" dirty="0" err="1"/>
              <a:t>reproducible</a:t>
            </a:r>
            <a:endParaRPr lang="de-AT" dirty="0"/>
          </a:p>
          <a:p>
            <a:pPr>
              <a:buFont typeface="Arial" panose="020B0604020202020204" pitchFamily="34" charset="0"/>
              <a:buChar char="•"/>
            </a:pPr>
            <a:r>
              <a:rPr lang="de-AT" dirty="0" err="1"/>
              <a:t>Photometry</a:t>
            </a:r>
            <a:r>
              <a:rPr lang="de-AT" dirty="0"/>
              <a:t>: reliable lab </a:t>
            </a:r>
            <a:r>
              <a:rPr lang="de-AT" dirty="0" err="1"/>
              <a:t>method</a:t>
            </a:r>
            <a:endParaRPr lang="de-AT" dirty="0"/>
          </a:p>
          <a:p>
            <a:pPr>
              <a:buFont typeface="Arial" panose="020B0604020202020204" pitchFamily="34" charset="0"/>
              <a:buChar char="•"/>
            </a:pPr>
            <a:r>
              <a:rPr lang="de-AT" dirty="0" err="1"/>
              <a:t>Reflotron</a:t>
            </a:r>
            <a:r>
              <a:rPr lang="de-AT" dirty="0"/>
              <a:t> = fast, easy, </a:t>
            </a:r>
            <a:r>
              <a:rPr lang="de-AT" dirty="0" err="1"/>
              <a:t>less</a:t>
            </a:r>
            <a:r>
              <a:rPr lang="de-AT" dirty="0"/>
              <a:t> </a:t>
            </a:r>
            <a:r>
              <a:rPr lang="de-AT" dirty="0" err="1"/>
              <a:t>precise</a:t>
            </a:r>
            <a:endParaRPr lang="de-AT" dirty="0"/>
          </a:p>
          <a:p>
            <a:pPr>
              <a:buFont typeface="Arial" panose="020B0604020202020204" pitchFamily="34" charset="0"/>
              <a:buChar char="•"/>
            </a:pPr>
            <a:r>
              <a:rPr lang="de-AT" dirty="0"/>
              <a:t>Male &gt; </a:t>
            </a:r>
            <a:r>
              <a:rPr lang="de-AT" dirty="0" err="1"/>
              <a:t>female</a:t>
            </a:r>
            <a:r>
              <a:rPr lang="de-AT" dirty="0"/>
              <a:t> Hb </a:t>
            </a:r>
            <a:r>
              <a:rPr lang="de-AT" dirty="0" err="1"/>
              <a:t>confirmed</a:t>
            </a:r>
            <a:r>
              <a:rPr lang="de-AT" dirty="0"/>
              <a:t> (</a:t>
            </a:r>
            <a:r>
              <a:rPr lang="de-AT" dirty="0" err="1"/>
              <a:t>likely</a:t>
            </a:r>
            <a:r>
              <a:rPr lang="de-AT" dirty="0"/>
              <a:t>)</a:t>
            </a:r>
          </a:p>
          <a:p>
            <a:pPr>
              <a:buFont typeface="Arial" panose="020B0604020202020204" pitchFamily="34" charset="0"/>
              <a:buChar char="•"/>
            </a:pPr>
            <a:r>
              <a:rPr lang="de-AT" dirty="0" err="1"/>
              <a:t>Safety</a:t>
            </a:r>
            <a:r>
              <a:rPr lang="de-AT" dirty="0"/>
              <a:t>: </a:t>
            </a:r>
            <a:r>
              <a:rPr lang="de-AT" dirty="0" err="1"/>
              <a:t>cyanide</a:t>
            </a:r>
            <a:r>
              <a:rPr lang="de-AT" dirty="0"/>
              <a:t> </a:t>
            </a:r>
            <a:r>
              <a:rPr lang="de-AT" dirty="0" err="1"/>
              <a:t>handling</a:t>
            </a:r>
            <a:r>
              <a:rPr lang="de-AT" dirty="0"/>
              <a:t>, </a:t>
            </a:r>
            <a:r>
              <a:rPr lang="de-AT" dirty="0" err="1"/>
              <a:t>blood</a:t>
            </a:r>
            <a:r>
              <a:rPr lang="de-AT" dirty="0"/>
              <a:t> </a:t>
            </a:r>
            <a:r>
              <a:rPr lang="de-AT" dirty="0" err="1"/>
              <a:t>hygiene</a:t>
            </a:r>
            <a:endParaRPr lang="de-AT" dirty="0"/>
          </a:p>
          <a:p>
            <a:pPr>
              <a:buNone/>
            </a:pPr>
            <a:r>
              <a:rPr lang="de-AT" b="1" dirty="0"/>
              <a:t>Speaker Notes Keywords:</a:t>
            </a:r>
            <a:endParaRPr lang="de-AT" dirty="0"/>
          </a:p>
          <a:p>
            <a:pPr>
              <a:buFont typeface="Arial" panose="020B0604020202020204" pitchFamily="34" charset="0"/>
              <a:buChar char="•"/>
            </a:pPr>
            <a:r>
              <a:rPr lang="de-AT" dirty="0" err="1"/>
              <a:t>HiCN</a:t>
            </a:r>
            <a:r>
              <a:rPr lang="de-AT" dirty="0"/>
              <a:t> </a:t>
            </a:r>
            <a:r>
              <a:rPr lang="de-AT" dirty="0" err="1"/>
              <a:t>method</a:t>
            </a:r>
            <a:r>
              <a:rPr lang="de-AT" dirty="0"/>
              <a:t> = </a:t>
            </a:r>
            <a:r>
              <a:rPr lang="de-AT" dirty="0" err="1"/>
              <a:t>reference</a:t>
            </a:r>
            <a:endParaRPr lang="de-AT" dirty="0"/>
          </a:p>
          <a:p>
            <a:pPr>
              <a:buFont typeface="Arial" panose="020B0604020202020204" pitchFamily="34" charset="0"/>
              <a:buChar char="•"/>
            </a:pPr>
            <a:r>
              <a:rPr lang="de-AT" dirty="0" err="1"/>
              <a:t>Accurate</a:t>
            </a:r>
            <a:r>
              <a:rPr lang="de-AT" dirty="0"/>
              <a:t>, </a:t>
            </a:r>
            <a:r>
              <a:rPr lang="de-AT" dirty="0" err="1"/>
              <a:t>stable</a:t>
            </a:r>
            <a:r>
              <a:rPr lang="de-AT" dirty="0"/>
              <a:t>, </a:t>
            </a:r>
            <a:r>
              <a:rPr lang="de-AT" dirty="0" err="1"/>
              <a:t>standard</a:t>
            </a:r>
            <a:endParaRPr lang="de-AT" dirty="0"/>
          </a:p>
          <a:p>
            <a:pPr>
              <a:buFont typeface="Arial" panose="020B0604020202020204" pitchFamily="34" charset="0"/>
              <a:buChar char="•"/>
            </a:pPr>
            <a:r>
              <a:rPr lang="de-AT" dirty="0" err="1"/>
              <a:t>Reflotron</a:t>
            </a:r>
            <a:r>
              <a:rPr lang="de-AT" dirty="0"/>
              <a:t> = fast but fragile</a:t>
            </a:r>
          </a:p>
          <a:p>
            <a:pPr>
              <a:buFont typeface="Arial" panose="020B0604020202020204" pitchFamily="34" charset="0"/>
              <a:buChar char="•"/>
            </a:pPr>
            <a:r>
              <a:rPr lang="de-AT" dirty="0" err="1"/>
              <a:t>Results</a:t>
            </a:r>
            <a:r>
              <a:rPr lang="de-AT" dirty="0"/>
              <a:t> </a:t>
            </a:r>
            <a:r>
              <a:rPr lang="de-AT" dirty="0" err="1"/>
              <a:t>reflect</a:t>
            </a:r>
            <a:r>
              <a:rPr lang="de-AT" dirty="0"/>
              <a:t> </a:t>
            </a:r>
            <a:r>
              <a:rPr lang="de-AT" dirty="0" err="1"/>
              <a:t>biology</a:t>
            </a:r>
            <a:r>
              <a:rPr lang="de-AT" dirty="0"/>
              <a:t> (M &gt; F)</a:t>
            </a:r>
          </a:p>
          <a:p>
            <a:pPr>
              <a:buFont typeface="Arial" panose="020B0604020202020204" pitchFamily="34" charset="0"/>
              <a:buChar char="•"/>
            </a:pPr>
            <a:r>
              <a:rPr lang="de-AT" dirty="0"/>
              <a:t>Safe lab </a:t>
            </a:r>
            <a:r>
              <a:rPr lang="de-AT" dirty="0" err="1"/>
              <a:t>practices</a:t>
            </a:r>
            <a:endParaRPr lang="de-AT" dirty="0"/>
          </a:p>
          <a:p>
            <a:pPr>
              <a:buFont typeface="Arial" panose="020B0604020202020204" pitchFamily="34" charset="0"/>
              <a:buChar char="•"/>
            </a:pPr>
            <a:r>
              <a:rPr lang="de-AT" dirty="0" err="1"/>
              <a:t>Spectrophotometry</a:t>
            </a:r>
            <a:r>
              <a:rPr lang="de-AT" dirty="0"/>
              <a:t> = </a:t>
            </a:r>
            <a:r>
              <a:rPr lang="de-AT" dirty="0" err="1"/>
              <a:t>hands</a:t>
            </a:r>
            <a:r>
              <a:rPr lang="de-AT" dirty="0"/>
              <a:t>-on </a:t>
            </a:r>
            <a:r>
              <a:rPr lang="de-AT" dirty="0" err="1"/>
              <a:t>insight</a:t>
            </a:r>
            <a:endParaRPr lang="de-AT" dirty="0"/>
          </a:p>
          <a:p>
            <a:pPr marL="158750" indent="0">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21497485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1105afc42a3_1_7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1105afc42a3_1_7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120500" y="1281463"/>
            <a:ext cx="6903000" cy="21228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Clr>
                <a:srgbClr val="191919"/>
              </a:buClr>
              <a:buSzPts val="5200"/>
              <a:buNone/>
              <a:defRPr sz="6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392500" y="3452538"/>
            <a:ext cx="4359000" cy="409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200"/>
              <a:buNone/>
              <a:defRPr sz="1600">
                <a:solidFill>
                  <a:srgbClr val="191919"/>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 name="Google Shape;25;p5"/>
          <p:cNvSpPr txBox="1">
            <a:spLocks noGrp="1"/>
          </p:cNvSpPr>
          <p:nvPr>
            <p:ph type="subTitle" idx="1"/>
          </p:nvPr>
        </p:nvSpPr>
        <p:spPr>
          <a:xfrm>
            <a:off x="4923249" y="2269350"/>
            <a:ext cx="2505600" cy="199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6" name="Google Shape;26;p5"/>
          <p:cNvSpPr txBox="1">
            <a:spLocks noGrp="1"/>
          </p:cNvSpPr>
          <p:nvPr>
            <p:ph type="subTitle" idx="2"/>
          </p:nvPr>
        </p:nvSpPr>
        <p:spPr>
          <a:xfrm>
            <a:off x="1715375" y="2269350"/>
            <a:ext cx="2505600" cy="199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 name="Google Shape;27;p5"/>
          <p:cNvSpPr txBox="1">
            <a:spLocks noGrp="1"/>
          </p:cNvSpPr>
          <p:nvPr>
            <p:ph type="subTitle" idx="3"/>
          </p:nvPr>
        </p:nvSpPr>
        <p:spPr>
          <a:xfrm>
            <a:off x="1715375" y="1508452"/>
            <a:ext cx="2505600" cy="669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lt2"/>
                </a:solidFill>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 name="Google Shape;28;p5"/>
          <p:cNvSpPr txBox="1">
            <a:spLocks noGrp="1"/>
          </p:cNvSpPr>
          <p:nvPr>
            <p:ph type="subTitle" idx="4"/>
          </p:nvPr>
        </p:nvSpPr>
        <p:spPr>
          <a:xfrm>
            <a:off x="4923250" y="1508452"/>
            <a:ext cx="2505600" cy="669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lt2"/>
                </a:solidFill>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9" name="Google Shape;29;p5"/>
          <p:cNvSpPr/>
          <p:nvPr/>
        </p:nvSpPr>
        <p:spPr>
          <a:xfrm rot="-3600274">
            <a:off x="7988387" y="-1450347"/>
            <a:ext cx="2295052" cy="2520318"/>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5"/>
          <p:cNvSpPr/>
          <p:nvPr/>
        </p:nvSpPr>
        <p:spPr>
          <a:xfrm rot="-3600274">
            <a:off x="7634965" y="-1395381"/>
            <a:ext cx="2295052" cy="2520318"/>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 name="Google Shape;31;p5"/>
          <p:cNvPicPr preferRelativeResize="0"/>
          <p:nvPr/>
        </p:nvPicPr>
        <p:blipFill>
          <a:blip r:embed="rId2">
            <a:alphaModFix/>
          </a:blip>
          <a:stretch>
            <a:fillRect/>
          </a:stretch>
        </p:blipFill>
        <p:spPr>
          <a:xfrm>
            <a:off x="7349169" y="-242072"/>
            <a:ext cx="1111322" cy="94690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4" name="Google Shape;34;p6"/>
          <p:cNvSpPr/>
          <p:nvPr/>
        </p:nvSpPr>
        <p:spPr>
          <a:xfrm>
            <a:off x="-1384502" y="4045406"/>
            <a:ext cx="2199256" cy="2415120"/>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1482750" y="3913701"/>
            <a:ext cx="2199256" cy="2415120"/>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 name="Google Shape;36;p6"/>
          <p:cNvPicPr preferRelativeResize="0"/>
          <p:nvPr/>
        </p:nvPicPr>
        <p:blipFill>
          <a:blip r:embed="rId2">
            <a:alphaModFix/>
          </a:blip>
          <a:stretch>
            <a:fillRect/>
          </a:stretch>
        </p:blipFill>
        <p:spPr>
          <a:xfrm>
            <a:off x="93480" y="4339348"/>
            <a:ext cx="980127" cy="835126"/>
          </a:xfrm>
          <a:prstGeom prst="rect">
            <a:avLst/>
          </a:prstGeom>
          <a:noFill/>
          <a:ln>
            <a:noFill/>
          </a:ln>
        </p:spPr>
      </p:pic>
      <p:sp>
        <p:nvSpPr>
          <p:cNvPr id="37" name="Google Shape;37;p6"/>
          <p:cNvSpPr/>
          <p:nvPr/>
        </p:nvSpPr>
        <p:spPr>
          <a:xfrm rot="-3600036">
            <a:off x="8333651" y="-1141717"/>
            <a:ext cx="2304487" cy="2530679"/>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6"/>
          <p:cNvSpPr/>
          <p:nvPr/>
        </p:nvSpPr>
        <p:spPr>
          <a:xfrm rot="-3600036">
            <a:off x="7978741" y="-1086520"/>
            <a:ext cx="2304487" cy="2530679"/>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 name="Google Shape;39;p6"/>
          <p:cNvPicPr preferRelativeResize="0"/>
          <p:nvPr/>
        </p:nvPicPr>
        <p:blipFill>
          <a:blip r:embed="rId3">
            <a:alphaModFix/>
          </a:blip>
          <a:stretch>
            <a:fillRect/>
          </a:stretch>
        </p:blipFill>
        <p:spPr>
          <a:xfrm>
            <a:off x="7691768" y="71369"/>
            <a:ext cx="1115996" cy="95089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2" name="Google Shape;42;p7"/>
          <p:cNvSpPr txBox="1">
            <a:spLocks noGrp="1"/>
          </p:cNvSpPr>
          <p:nvPr>
            <p:ph type="body" idx="1"/>
          </p:nvPr>
        </p:nvSpPr>
        <p:spPr>
          <a:xfrm>
            <a:off x="720000" y="1611800"/>
            <a:ext cx="3566400" cy="2301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solidFill>
                  <a:srgbClr val="434343"/>
                </a:solidFill>
              </a:defRPr>
            </a:lvl1pPr>
            <a:lvl2pPr marL="914400" lvl="1" indent="-304800" rtl="0">
              <a:lnSpc>
                <a:spcPct val="115000"/>
              </a:lnSpc>
              <a:spcBef>
                <a:spcPts val="0"/>
              </a:spcBef>
              <a:spcAft>
                <a:spcPts val="0"/>
              </a:spcAft>
              <a:buSzPts val="1200"/>
              <a:buChar char="○"/>
              <a:defRPr>
                <a:solidFill>
                  <a:srgbClr val="434343"/>
                </a:solidFill>
              </a:defRPr>
            </a:lvl2pPr>
            <a:lvl3pPr marL="1371600" lvl="2" indent="-304800" rtl="0">
              <a:lnSpc>
                <a:spcPct val="115000"/>
              </a:lnSpc>
              <a:spcBef>
                <a:spcPts val="0"/>
              </a:spcBef>
              <a:spcAft>
                <a:spcPts val="0"/>
              </a:spcAft>
              <a:buSzPts val="1200"/>
              <a:buChar char="■"/>
              <a:defRPr>
                <a:solidFill>
                  <a:srgbClr val="434343"/>
                </a:solidFill>
              </a:defRPr>
            </a:lvl3pPr>
            <a:lvl4pPr marL="1828800" lvl="3" indent="-304800" rtl="0">
              <a:lnSpc>
                <a:spcPct val="115000"/>
              </a:lnSpc>
              <a:spcBef>
                <a:spcPts val="0"/>
              </a:spcBef>
              <a:spcAft>
                <a:spcPts val="0"/>
              </a:spcAft>
              <a:buSzPts val="1200"/>
              <a:buChar char="●"/>
              <a:defRPr>
                <a:solidFill>
                  <a:srgbClr val="434343"/>
                </a:solidFill>
              </a:defRPr>
            </a:lvl4pPr>
            <a:lvl5pPr marL="2286000" lvl="4" indent="-304800" rtl="0">
              <a:lnSpc>
                <a:spcPct val="115000"/>
              </a:lnSpc>
              <a:spcBef>
                <a:spcPts val="0"/>
              </a:spcBef>
              <a:spcAft>
                <a:spcPts val="0"/>
              </a:spcAft>
              <a:buSzPts val="1200"/>
              <a:buChar char="○"/>
              <a:defRPr>
                <a:solidFill>
                  <a:srgbClr val="434343"/>
                </a:solidFill>
              </a:defRPr>
            </a:lvl5pPr>
            <a:lvl6pPr marL="2743200" lvl="5" indent="-304800" rtl="0">
              <a:lnSpc>
                <a:spcPct val="115000"/>
              </a:lnSpc>
              <a:spcBef>
                <a:spcPts val="0"/>
              </a:spcBef>
              <a:spcAft>
                <a:spcPts val="0"/>
              </a:spcAft>
              <a:buSzPts val="1200"/>
              <a:buChar char="■"/>
              <a:defRPr>
                <a:solidFill>
                  <a:srgbClr val="434343"/>
                </a:solidFill>
              </a:defRPr>
            </a:lvl6pPr>
            <a:lvl7pPr marL="3200400" lvl="6" indent="-304800" rtl="0">
              <a:lnSpc>
                <a:spcPct val="115000"/>
              </a:lnSpc>
              <a:spcBef>
                <a:spcPts val="0"/>
              </a:spcBef>
              <a:spcAft>
                <a:spcPts val="0"/>
              </a:spcAft>
              <a:buSzPts val="1200"/>
              <a:buChar char="●"/>
              <a:defRPr>
                <a:solidFill>
                  <a:srgbClr val="434343"/>
                </a:solidFill>
              </a:defRPr>
            </a:lvl7pPr>
            <a:lvl8pPr marL="3657600" lvl="7" indent="-304800" rtl="0">
              <a:lnSpc>
                <a:spcPct val="115000"/>
              </a:lnSpc>
              <a:spcBef>
                <a:spcPts val="0"/>
              </a:spcBef>
              <a:spcAft>
                <a:spcPts val="0"/>
              </a:spcAft>
              <a:buSzPts val="1200"/>
              <a:buChar char="○"/>
              <a:defRPr>
                <a:solidFill>
                  <a:srgbClr val="434343"/>
                </a:solidFill>
              </a:defRPr>
            </a:lvl8pPr>
            <a:lvl9pPr marL="4114800" lvl="8" indent="-304800" rtl="0">
              <a:lnSpc>
                <a:spcPct val="115000"/>
              </a:lnSpc>
              <a:spcBef>
                <a:spcPts val="0"/>
              </a:spcBef>
              <a:spcAft>
                <a:spcPts val="0"/>
              </a:spcAft>
              <a:buSzPts val="1200"/>
              <a:buChar char="■"/>
              <a:defRPr>
                <a:solidFill>
                  <a:srgbClr val="434343"/>
                </a:solidFill>
              </a:defRPr>
            </a:lvl9pPr>
          </a:lstStyle>
          <a:p>
            <a:endParaRPr/>
          </a:p>
        </p:txBody>
      </p:sp>
      <p:sp>
        <p:nvSpPr>
          <p:cNvPr id="43" name="Google Shape;43;p7"/>
          <p:cNvSpPr>
            <a:spLocks noGrp="1"/>
          </p:cNvSpPr>
          <p:nvPr>
            <p:ph type="pic" idx="2"/>
          </p:nvPr>
        </p:nvSpPr>
        <p:spPr>
          <a:xfrm>
            <a:off x="5238825" y="1133300"/>
            <a:ext cx="2980500" cy="3419400"/>
          </a:xfrm>
          <a:prstGeom prst="rect">
            <a:avLst/>
          </a:prstGeom>
          <a:noFill/>
          <a:ln>
            <a:noFill/>
          </a:ln>
        </p:spPr>
      </p:sp>
      <p:sp>
        <p:nvSpPr>
          <p:cNvPr id="44" name="Google Shape;44;p7"/>
          <p:cNvSpPr/>
          <p:nvPr/>
        </p:nvSpPr>
        <p:spPr>
          <a:xfrm rot="-3600036">
            <a:off x="8213776" y="-1125742"/>
            <a:ext cx="2304487" cy="2530679"/>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7"/>
          <p:cNvSpPr/>
          <p:nvPr/>
        </p:nvSpPr>
        <p:spPr>
          <a:xfrm rot="-3600036">
            <a:off x="7858866" y="-1070545"/>
            <a:ext cx="2304487" cy="2530679"/>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 name="Google Shape;46;p7"/>
          <p:cNvPicPr preferRelativeResize="0"/>
          <p:nvPr/>
        </p:nvPicPr>
        <p:blipFill>
          <a:blip r:embed="rId2">
            <a:alphaModFix/>
          </a:blip>
          <a:stretch>
            <a:fillRect/>
          </a:stretch>
        </p:blipFill>
        <p:spPr>
          <a:xfrm>
            <a:off x="7571893" y="87344"/>
            <a:ext cx="1115996" cy="950890"/>
          </a:xfrm>
          <a:prstGeom prst="rect">
            <a:avLst/>
          </a:prstGeom>
          <a:noFill/>
          <a:ln>
            <a:noFill/>
          </a:ln>
        </p:spPr>
      </p:pic>
      <p:sp>
        <p:nvSpPr>
          <p:cNvPr id="47" name="Google Shape;47;p7"/>
          <p:cNvSpPr/>
          <p:nvPr/>
        </p:nvSpPr>
        <p:spPr>
          <a:xfrm>
            <a:off x="-1293202" y="4045406"/>
            <a:ext cx="2199256" cy="2415120"/>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7"/>
          <p:cNvSpPr/>
          <p:nvPr/>
        </p:nvSpPr>
        <p:spPr>
          <a:xfrm>
            <a:off x="-1391450" y="3913701"/>
            <a:ext cx="2199256" cy="2415120"/>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 name="Google Shape;49;p7"/>
          <p:cNvPicPr preferRelativeResize="0"/>
          <p:nvPr/>
        </p:nvPicPr>
        <p:blipFill>
          <a:blip r:embed="rId3">
            <a:alphaModFix/>
          </a:blip>
          <a:stretch>
            <a:fillRect/>
          </a:stretch>
        </p:blipFill>
        <p:spPr>
          <a:xfrm>
            <a:off x="184780" y="4339348"/>
            <a:ext cx="980127" cy="83512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2724150" y="1307100"/>
            <a:ext cx="36957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2201850" y="1584874"/>
            <a:ext cx="47403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4" name="Google Shape;54;p9"/>
          <p:cNvSpPr txBox="1">
            <a:spLocks noGrp="1"/>
          </p:cNvSpPr>
          <p:nvPr>
            <p:ph type="subTitle" idx="1"/>
          </p:nvPr>
        </p:nvSpPr>
        <p:spPr>
          <a:xfrm>
            <a:off x="2201925" y="2427926"/>
            <a:ext cx="4740300" cy="113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10"/>
          <p:cNvSpPr>
            <a:spLocks noGrp="1"/>
          </p:cNvSpPr>
          <p:nvPr>
            <p:ph type="pic" idx="2"/>
          </p:nvPr>
        </p:nvSpPr>
        <p:spPr>
          <a:xfrm>
            <a:off x="-6875" y="0"/>
            <a:ext cx="9144000" cy="5157300"/>
          </a:xfrm>
          <a:prstGeom prst="rect">
            <a:avLst/>
          </a:prstGeom>
          <a:noFill/>
          <a:ln>
            <a:noFill/>
          </a:ln>
        </p:spPr>
      </p:sp>
      <p:sp>
        <p:nvSpPr>
          <p:cNvPr id="57" name="Google Shape;57;p10"/>
          <p:cNvSpPr txBox="1">
            <a:spLocks noGrp="1"/>
          </p:cNvSpPr>
          <p:nvPr>
            <p:ph type="title"/>
          </p:nvPr>
        </p:nvSpPr>
        <p:spPr>
          <a:xfrm>
            <a:off x="720000" y="4038000"/>
            <a:ext cx="7704000" cy="5727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64"/>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7" name="Google Shape;67;p13"/>
          <p:cNvSpPr/>
          <p:nvPr/>
        </p:nvSpPr>
        <p:spPr>
          <a:xfrm rot="-3870207">
            <a:off x="8492949" y="3039474"/>
            <a:ext cx="3211529" cy="3208364"/>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3"/>
          <p:cNvSpPr/>
          <p:nvPr/>
        </p:nvSpPr>
        <p:spPr>
          <a:xfrm rot="-3870207">
            <a:off x="8222576" y="3191952"/>
            <a:ext cx="3211529" cy="3208364"/>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3"/>
          <p:cNvSpPr/>
          <p:nvPr/>
        </p:nvSpPr>
        <p:spPr>
          <a:xfrm rot="-3600274">
            <a:off x="8458312" y="-893747"/>
            <a:ext cx="2295052" cy="2520318"/>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3"/>
          <p:cNvSpPr/>
          <p:nvPr/>
        </p:nvSpPr>
        <p:spPr>
          <a:xfrm rot="-3600274">
            <a:off x="8339815" y="-893756"/>
            <a:ext cx="2295052" cy="2520318"/>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1" name="Google Shape;71;p13"/>
          <p:cNvPicPr preferRelativeResize="0"/>
          <p:nvPr/>
        </p:nvPicPr>
        <p:blipFill>
          <a:blip r:embed="rId2">
            <a:alphaModFix/>
          </a:blip>
          <a:stretch>
            <a:fillRect/>
          </a:stretch>
        </p:blipFill>
        <p:spPr>
          <a:xfrm>
            <a:off x="8054019" y="259553"/>
            <a:ext cx="1111322" cy="946907"/>
          </a:xfrm>
          <a:prstGeom prst="rect">
            <a:avLst/>
          </a:prstGeom>
          <a:noFill/>
          <a:ln>
            <a:noFill/>
          </a:ln>
        </p:spPr>
      </p:pic>
      <p:sp>
        <p:nvSpPr>
          <p:cNvPr id="72" name="Google Shape;72;p13"/>
          <p:cNvSpPr/>
          <p:nvPr/>
        </p:nvSpPr>
        <p:spPr>
          <a:xfrm rot="2700000">
            <a:off x="-1871957" y="1798997"/>
            <a:ext cx="2313782" cy="2540887"/>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3"/>
          <p:cNvSpPr/>
          <p:nvPr/>
        </p:nvSpPr>
        <p:spPr>
          <a:xfrm rot="2700000">
            <a:off x="-1847063" y="1627894"/>
            <a:ext cx="2313782" cy="2540887"/>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4" name="Google Shape;74;p13"/>
          <p:cNvPicPr preferRelativeResize="0"/>
          <p:nvPr/>
        </p:nvPicPr>
        <p:blipFill>
          <a:blip r:embed="rId3">
            <a:alphaModFix/>
          </a:blip>
          <a:stretch>
            <a:fillRect/>
          </a:stretch>
        </p:blipFill>
        <p:spPr>
          <a:xfrm rot="899989">
            <a:off x="-329933" y="2420719"/>
            <a:ext cx="984175" cy="83856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75"/>
        <p:cNvGrpSpPr/>
        <p:nvPr/>
      </p:nvGrpSpPr>
      <p:grpSpPr>
        <a:xfrm>
          <a:off x="0" y="0"/>
          <a:ext cx="0" cy="0"/>
          <a:chOff x="0" y="0"/>
          <a:chExt cx="0" cy="0"/>
        </a:xfrm>
      </p:grpSpPr>
      <p:sp>
        <p:nvSpPr>
          <p:cNvPr id="76" name="Google Shape;76;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7" name="Google Shape;77;p14"/>
          <p:cNvSpPr txBox="1">
            <a:spLocks noGrp="1"/>
          </p:cNvSpPr>
          <p:nvPr>
            <p:ph type="title" idx="2" hasCustomPrompt="1"/>
          </p:nvPr>
        </p:nvSpPr>
        <p:spPr>
          <a:xfrm>
            <a:off x="1681150" y="1480883"/>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8" name="Google Shape;78;p14"/>
          <p:cNvSpPr txBox="1">
            <a:spLocks noGrp="1"/>
          </p:cNvSpPr>
          <p:nvPr>
            <p:ph type="title" idx="3" hasCustomPrompt="1"/>
          </p:nvPr>
        </p:nvSpPr>
        <p:spPr>
          <a:xfrm>
            <a:off x="1681150" y="2914291"/>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4"/>
          <p:cNvSpPr txBox="1">
            <a:spLocks noGrp="1"/>
          </p:cNvSpPr>
          <p:nvPr>
            <p:ph type="title" idx="4" hasCustomPrompt="1"/>
          </p:nvPr>
        </p:nvSpPr>
        <p:spPr>
          <a:xfrm>
            <a:off x="4204650" y="1480883"/>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4"/>
          <p:cNvSpPr txBox="1">
            <a:spLocks noGrp="1"/>
          </p:cNvSpPr>
          <p:nvPr>
            <p:ph type="title" idx="5" hasCustomPrompt="1"/>
          </p:nvPr>
        </p:nvSpPr>
        <p:spPr>
          <a:xfrm>
            <a:off x="4204650" y="2914291"/>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4"/>
          <p:cNvSpPr txBox="1">
            <a:spLocks noGrp="1"/>
          </p:cNvSpPr>
          <p:nvPr>
            <p:ph type="title" idx="6" hasCustomPrompt="1"/>
          </p:nvPr>
        </p:nvSpPr>
        <p:spPr>
          <a:xfrm>
            <a:off x="6728150" y="1480883"/>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 name="Google Shape;82;p14"/>
          <p:cNvSpPr txBox="1">
            <a:spLocks noGrp="1"/>
          </p:cNvSpPr>
          <p:nvPr>
            <p:ph type="title" idx="7" hasCustomPrompt="1"/>
          </p:nvPr>
        </p:nvSpPr>
        <p:spPr>
          <a:xfrm>
            <a:off x="6728150" y="2914291"/>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 name="Google Shape;83;p14"/>
          <p:cNvSpPr txBox="1">
            <a:spLocks noGrp="1"/>
          </p:cNvSpPr>
          <p:nvPr>
            <p:ph type="subTitle" idx="1"/>
          </p:nvPr>
        </p:nvSpPr>
        <p:spPr>
          <a:xfrm>
            <a:off x="836950" y="2056575"/>
            <a:ext cx="2423100" cy="63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dk1"/>
                </a:solidFill>
                <a:latin typeface="Poppins SemiBold"/>
                <a:ea typeface="Poppins SemiBold"/>
                <a:cs typeface="Poppins SemiBold"/>
                <a:sym typeface="Poppins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4" name="Google Shape;84;p14"/>
          <p:cNvSpPr txBox="1">
            <a:spLocks noGrp="1"/>
          </p:cNvSpPr>
          <p:nvPr>
            <p:ph type="subTitle" idx="8"/>
          </p:nvPr>
        </p:nvSpPr>
        <p:spPr>
          <a:xfrm>
            <a:off x="3360450" y="2056575"/>
            <a:ext cx="2423100" cy="63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dk1"/>
                </a:solidFill>
                <a:latin typeface="Poppins SemiBold"/>
                <a:ea typeface="Poppins SemiBold"/>
                <a:cs typeface="Poppins SemiBold"/>
                <a:sym typeface="Poppins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5" name="Google Shape;85;p14"/>
          <p:cNvSpPr txBox="1">
            <a:spLocks noGrp="1"/>
          </p:cNvSpPr>
          <p:nvPr>
            <p:ph type="subTitle" idx="9"/>
          </p:nvPr>
        </p:nvSpPr>
        <p:spPr>
          <a:xfrm>
            <a:off x="5883950" y="2056575"/>
            <a:ext cx="2423100" cy="63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dk1"/>
                </a:solidFill>
                <a:latin typeface="Poppins SemiBold"/>
                <a:ea typeface="Poppins SemiBold"/>
                <a:cs typeface="Poppins SemiBold"/>
                <a:sym typeface="Poppins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6" name="Google Shape;86;p14"/>
          <p:cNvSpPr txBox="1">
            <a:spLocks noGrp="1"/>
          </p:cNvSpPr>
          <p:nvPr>
            <p:ph type="subTitle" idx="13"/>
          </p:nvPr>
        </p:nvSpPr>
        <p:spPr>
          <a:xfrm>
            <a:off x="836950" y="3490050"/>
            <a:ext cx="2423100" cy="63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lt2"/>
                </a:solidFill>
                <a:latin typeface="Poppins SemiBold"/>
                <a:ea typeface="Poppins SemiBold"/>
                <a:cs typeface="Poppins SemiBold"/>
                <a:sym typeface="Poppins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7" name="Google Shape;87;p14"/>
          <p:cNvSpPr txBox="1">
            <a:spLocks noGrp="1"/>
          </p:cNvSpPr>
          <p:nvPr>
            <p:ph type="subTitle" idx="14"/>
          </p:nvPr>
        </p:nvSpPr>
        <p:spPr>
          <a:xfrm>
            <a:off x="3360750" y="3490050"/>
            <a:ext cx="2422500" cy="63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lt2"/>
                </a:solidFill>
                <a:latin typeface="Poppins SemiBold"/>
                <a:ea typeface="Poppins SemiBold"/>
                <a:cs typeface="Poppins SemiBold"/>
                <a:sym typeface="Poppins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8" name="Google Shape;88;p14"/>
          <p:cNvSpPr txBox="1">
            <a:spLocks noGrp="1"/>
          </p:cNvSpPr>
          <p:nvPr>
            <p:ph type="subTitle" idx="15"/>
          </p:nvPr>
        </p:nvSpPr>
        <p:spPr>
          <a:xfrm>
            <a:off x="5883950" y="3490050"/>
            <a:ext cx="2423100" cy="63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lt2"/>
                </a:solidFill>
                <a:latin typeface="Poppins SemiBold"/>
                <a:ea typeface="Poppins SemiBold"/>
                <a:cs typeface="Poppins SemiBold"/>
                <a:sym typeface="Poppins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9" name="Google Shape;89;p14"/>
          <p:cNvSpPr/>
          <p:nvPr/>
        </p:nvSpPr>
        <p:spPr>
          <a:xfrm rot="-5547880" flipH="1">
            <a:off x="8443958" y="1296666"/>
            <a:ext cx="2954089" cy="3244042"/>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4"/>
          <p:cNvSpPr/>
          <p:nvPr/>
        </p:nvSpPr>
        <p:spPr>
          <a:xfrm rot="-5547880" flipH="1">
            <a:off x="8249888" y="872057"/>
            <a:ext cx="2954089" cy="3244042"/>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1" name="Google Shape;91;p14"/>
          <p:cNvPicPr preferRelativeResize="0"/>
          <p:nvPr/>
        </p:nvPicPr>
        <p:blipFill>
          <a:blip r:embed="rId2">
            <a:alphaModFix/>
          </a:blip>
          <a:stretch>
            <a:fillRect/>
          </a:stretch>
        </p:blipFill>
        <p:spPr>
          <a:xfrm rot="2551747" flipH="1">
            <a:off x="7971172" y="1189359"/>
            <a:ext cx="1256298" cy="1070442"/>
          </a:xfrm>
          <a:prstGeom prst="rect">
            <a:avLst/>
          </a:prstGeom>
          <a:noFill/>
          <a:ln>
            <a:noFill/>
          </a:ln>
        </p:spPr>
      </p:pic>
      <p:pic>
        <p:nvPicPr>
          <p:cNvPr id="92" name="Google Shape;92;p14"/>
          <p:cNvPicPr preferRelativeResize="0"/>
          <p:nvPr/>
        </p:nvPicPr>
        <p:blipFill>
          <a:blip r:embed="rId3">
            <a:alphaModFix/>
          </a:blip>
          <a:stretch>
            <a:fillRect/>
          </a:stretch>
        </p:blipFill>
        <p:spPr>
          <a:xfrm rot="-7389925" flipH="1">
            <a:off x="8243583" y="2404445"/>
            <a:ext cx="1430453" cy="1218826"/>
          </a:xfrm>
          <a:prstGeom prst="rect">
            <a:avLst/>
          </a:prstGeom>
          <a:noFill/>
          <a:ln>
            <a:noFill/>
          </a:ln>
        </p:spPr>
      </p:pic>
      <p:sp>
        <p:nvSpPr>
          <p:cNvPr id="93" name="Google Shape;93;p14"/>
          <p:cNvSpPr/>
          <p:nvPr/>
        </p:nvSpPr>
        <p:spPr>
          <a:xfrm rot="8100000" flipH="1">
            <a:off x="-2826725" y="2779392"/>
            <a:ext cx="3487266" cy="3829552"/>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4"/>
          <p:cNvSpPr/>
          <p:nvPr/>
        </p:nvSpPr>
        <p:spPr>
          <a:xfrm rot="8100000" flipH="1">
            <a:off x="-2789208" y="3037254"/>
            <a:ext cx="3487266" cy="3829552"/>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5" name="Google Shape;95;p14"/>
          <p:cNvPicPr preferRelativeResize="0"/>
          <p:nvPr/>
        </p:nvPicPr>
        <p:blipFill>
          <a:blip r:embed="rId2">
            <a:alphaModFix/>
          </a:blip>
          <a:stretch>
            <a:fillRect/>
          </a:stretch>
        </p:blipFill>
        <p:spPr>
          <a:xfrm flipH="1">
            <a:off x="-373222" y="4062282"/>
            <a:ext cx="1483192" cy="126376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14"/>
        <p:cNvGrpSpPr/>
        <p:nvPr/>
      </p:nvGrpSpPr>
      <p:grpSpPr>
        <a:xfrm>
          <a:off x="0" y="0"/>
          <a:ext cx="0" cy="0"/>
          <a:chOff x="0" y="0"/>
          <a:chExt cx="0" cy="0"/>
        </a:xfrm>
      </p:grpSpPr>
      <p:sp>
        <p:nvSpPr>
          <p:cNvPr id="115" name="Google Shape;115;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6" name="Google Shape;116;p17"/>
          <p:cNvSpPr txBox="1">
            <a:spLocks noGrp="1"/>
          </p:cNvSpPr>
          <p:nvPr>
            <p:ph type="subTitle" idx="1"/>
          </p:nvPr>
        </p:nvSpPr>
        <p:spPr>
          <a:xfrm>
            <a:off x="937625" y="2426874"/>
            <a:ext cx="2345100" cy="150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7" name="Google Shape;117;p17"/>
          <p:cNvSpPr txBox="1">
            <a:spLocks noGrp="1"/>
          </p:cNvSpPr>
          <p:nvPr>
            <p:ph type="subTitle" idx="2"/>
          </p:nvPr>
        </p:nvSpPr>
        <p:spPr>
          <a:xfrm>
            <a:off x="3484347" y="2426873"/>
            <a:ext cx="2340900" cy="150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8" name="Google Shape;118;p17"/>
          <p:cNvSpPr txBox="1">
            <a:spLocks noGrp="1"/>
          </p:cNvSpPr>
          <p:nvPr>
            <p:ph type="subTitle" idx="3"/>
          </p:nvPr>
        </p:nvSpPr>
        <p:spPr>
          <a:xfrm>
            <a:off x="6031075" y="2426873"/>
            <a:ext cx="2340900" cy="150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9" name="Google Shape;119;p17"/>
          <p:cNvSpPr txBox="1">
            <a:spLocks noGrp="1"/>
          </p:cNvSpPr>
          <p:nvPr>
            <p:ph type="subTitle" idx="4"/>
          </p:nvPr>
        </p:nvSpPr>
        <p:spPr>
          <a:xfrm>
            <a:off x="937625" y="1806675"/>
            <a:ext cx="23451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0" name="Google Shape;120;p17"/>
          <p:cNvSpPr txBox="1">
            <a:spLocks noGrp="1"/>
          </p:cNvSpPr>
          <p:nvPr>
            <p:ph type="subTitle" idx="5"/>
          </p:nvPr>
        </p:nvSpPr>
        <p:spPr>
          <a:xfrm>
            <a:off x="3484350" y="1806676"/>
            <a:ext cx="23409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1" name="Google Shape;121;p17"/>
          <p:cNvSpPr txBox="1">
            <a:spLocks noGrp="1"/>
          </p:cNvSpPr>
          <p:nvPr>
            <p:ph type="subTitle" idx="6"/>
          </p:nvPr>
        </p:nvSpPr>
        <p:spPr>
          <a:xfrm>
            <a:off x="6031075" y="1806676"/>
            <a:ext cx="23409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2" name="Google Shape;122;p17"/>
          <p:cNvSpPr/>
          <p:nvPr/>
        </p:nvSpPr>
        <p:spPr>
          <a:xfrm rot="-3600036">
            <a:off x="8357651" y="-1144392"/>
            <a:ext cx="2304487" cy="2530679"/>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p:nvPr/>
        </p:nvSpPr>
        <p:spPr>
          <a:xfrm rot="-3600036">
            <a:off x="8002741" y="-1089195"/>
            <a:ext cx="2304487" cy="2530679"/>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4" name="Google Shape;124;p17"/>
          <p:cNvPicPr preferRelativeResize="0"/>
          <p:nvPr/>
        </p:nvPicPr>
        <p:blipFill>
          <a:blip r:embed="rId2">
            <a:alphaModFix/>
          </a:blip>
          <a:stretch>
            <a:fillRect/>
          </a:stretch>
        </p:blipFill>
        <p:spPr>
          <a:xfrm>
            <a:off x="7715768" y="68694"/>
            <a:ext cx="1115996" cy="950890"/>
          </a:xfrm>
          <a:prstGeom prst="rect">
            <a:avLst/>
          </a:prstGeom>
          <a:noFill/>
          <a:ln>
            <a:noFill/>
          </a:ln>
        </p:spPr>
      </p:pic>
      <p:sp>
        <p:nvSpPr>
          <p:cNvPr id="125" name="Google Shape;125;p17"/>
          <p:cNvSpPr/>
          <p:nvPr/>
        </p:nvSpPr>
        <p:spPr>
          <a:xfrm>
            <a:off x="-1293202" y="4045406"/>
            <a:ext cx="2199256" cy="2415120"/>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7"/>
          <p:cNvSpPr/>
          <p:nvPr/>
        </p:nvSpPr>
        <p:spPr>
          <a:xfrm>
            <a:off x="-1391450" y="3913701"/>
            <a:ext cx="2199256" cy="2415120"/>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7" name="Google Shape;127;p17"/>
          <p:cNvPicPr preferRelativeResize="0"/>
          <p:nvPr/>
        </p:nvPicPr>
        <p:blipFill>
          <a:blip r:embed="rId3">
            <a:alphaModFix/>
          </a:blip>
          <a:stretch>
            <a:fillRect/>
          </a:stretch>
        </p:blipFill>
        <p:spPr>
          <a:xfrm>
            <a:off x="184780" y="4339348"/>
            <a:ext cx="980127" cy="83512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46"/>
        <p:cNvGrpSpPr/>
        <p:nvPr/>
      </p:nvGrpSpPr>
      <p:grpSpPr>
        <a:xfrm>
          <a:off x="0" y="0"/>
          <a:ext cx="0" cy="0"/>
          <a:chOff x="0" y="0"/>
          <a:chExt cx="0" cy="0"/>
        </a:xfrm>
      </p:grpSpPr>
      <p:sp>
        <p:nvSpPr>
          <p:cNvPr id="147" name="Google Shape;147;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8" name="Google Shape;148;p19"/>
          <p:cNvSpPr txBox="1">
            <a:spLocks noGrp="1"/>
          </p:cNvSpPr>
          <p:nvPr>
            <p:ph type="subTitle" idx="1"/>
          </p:nvPr>
        </p:nvSpPr>
        <p:spPr>
          <a:xfrm>
            <a:off x="756000" y="1770135"/>
            <a:ext cx="2296800" cy="118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9" name="Google Shape;149;p19"/>
          <p:cNvSpPr txBox="1">
            <a:spLocks noGrp="1"/>
          </p:cNvSpPr>
          <p:nvPr>
            <p:ph type="subTitle" idx="2"/>
          </p:nvPr>
        </p:nvSpPr>
        <p:spPr>
          <a:xfrm>
            <a:off x="3425400" y="1770125"/>
            <a:ext cx="2295000" cy="118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0" name="Google Shape;150;p19"/>
          <p:cNvSpPr txBox="1">
            <a:spLocks noGrp="1"/>
          </p:cNvSpPr>
          <p:nvPr>
            <p:ph type="subTitle" idx="3"/>
          </p:nvPr>
        </p:nvSpPr>
        <p:spPr>
          <a:xfrm>
            <a:off x="756000" y="3487976"/>
            <a:ext cx="2296800" cy="118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1" name="Google Shape;151;p19"/>
          <p:cNvSpPr txBox="1">
            <a:spLocks noGrp="1"/>
          </p:cNvSpPr>
          <p:nvPr>
            <p:ph type="subTitle" idx="4"/>
          </p:nvPr>
        </p:nvSpPr>
        <p:spPr>
          <a:xfrm>
            <a:off x="3425400" y="3487975"/>
            <a:ext cx="2295000" cy="118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2" name="Google Shape;152;p19"/>
          <p:cNvSpPr txBox="1">
            <a:spLocks noGrp="1"/>
          </p:cNvSpPr>
          <p:nvPr>
            <p:ph type="subTitle" idx="5"/>
          </p:nvPr>
        </p:nvSpPr>
        <p:spPr>
          <a:xfrm>
            <a:off x="6093000" y="1770125"/>
            <a:ext cx="2295000" cy="118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3" name="Google Shape;153;p19"/>
          <p:cNvSpPr txBox="1">
            <a:spLocks noGrp="1"/>
          </p:cNvSpPr>
          <p:nvPr>
            <p:ph type="subTitle" idx="6"/>
          </p:nvPr>
        </p:nvSpPr>
        <p:spPr>
          <a:xfrm>
            <a:off x="6093000" y="3487975"/>
            <a:ext cx="2295000" cy="118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4" name="Google Shape;154;p19"/>
          <p:cNvSpPr txBox="1">
            <a:spLocks noGrp="1"/>
          </p:cNvSpPr>
          <p:nvPr>
            <p:ph type="subTitle" idx="7"/>
          </p:nvPr>
        </p:nvSpPr>
        <p:spPr>
          <a:xfrm>
            <a:off x="760517" y="1336275"/>
            <a:ext cx="22878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lt2"/>
                </a:solidFill>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5" name="Google Shape;155;p19"/>
          <p:cNvSpPr txBox="1">
            <a:spLocks noGrp="1"/>
          </p:cNvSpPr>
          <p:nvPr>
            <p:ph type="subTitle" idx="8"/>
          </p:nvPr>
        </p:nvSpPr>
        <p:spPr>
          <a:xfrm>
            <a:off x="3429909" y="1336263"/>
            <a:ext cx="22860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lt2"/>
                </a:solidFill>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6" name="Google Shape;156;p19"/>
          <p:cNvSpPr txBox="1">
            <a:spLocks noGrp="1"/>
          </p:cNvSpPr>
          <p:nvPr>
            <p:ph type="subTitle" idx="9"/>
          </p:nvPr>
        </p:nvSpPr>
        <p:spPr>
          <a:xfrm>
            <a:off x="6097501" y="1336263"/>
            <a:ext cx="22860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lt2"/>
                </a:solidFill>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7" name="Google Shape;157;p19"/>
          <p:cNvSpPr txBox="1">
            <a:spLocks noGrp="1"/>
          </p:cNvSpPr>
          <p:nvPr>
            <p:ph type="subTitle" idx="13"/>
          </p:nvPr>
        </p:nvSpPr>
        <p:spPr>
          <a:xfrm>
            <a:off x="760517" y="3050903"/>
            <a:ext cx="22878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lt2"/>
                </a:solidFill>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8" name="Google Shape;158;p19"/>
          <p:cNvSpPr txBox="1">
            <a:spLocks noGrp="1"/>
          </p:cNvSpPr>
          <p:nvPr>
            <p:ph type="subTitle" idx="14"/>
          </p:nvPr>
        </p:nvSpPr>
        <p:spPr>
          <a:xfrm>
            <a:off x="3429909" y="3050900"/>
            <a:ext cx="22860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lt2"/>
                </a:solidFill>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9" name="Google Shape;159;p19"/>
          <p:cNvSpPr txBox="1">
            <a:spLocks noGrp="1"/>
          </p:cNvSpPr>
          <p:nvPr>
            <p:ph type="subTitle" idx="15"/>
          </p:nvPr>
        </p:nvSpPr>
        <p:spPr>
          <a:xfrm>
            <a:off x="6097501" y="3050900"/>
            <a:ext cx="22860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a:solidFill>
                  <a:schemeClr val="lt2"/>
                </a:solidFill>
                <a:latin typeface="Poppins SemiBold"/>
                <a:ea typeface="Poppins SemiBold"/>
                <a:cs typeface="Poppins SemiBold"/>
                <a:sym typeface="Poppins Semi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0" name="Google Shape;160;p19"/>
          <p:cNvSpPr/>
          <p:nvPr/>
        </p:nvSpPr>
        <p:spPr>
          <a:xfrm rot="-3600036">
            <a:off x="8325676" y="-1133742"/>
            <a:ext cx="2304487" cy="2530679"/>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9"/>
          <p:cNvSpPr/>
          <p:nvPr/>
        </p:nvSpPr>
        <p:spPr>
          <a:xfrm rot="-3600036">
            <a:off x="7970766" y="-1078545"/>
            <a:ext cx="2304487" cy="2530679"/>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2" name="Google Shape;162;p19"/>
          <p:cNvPicPr preferRelativeResize="0"/>
          <p:nvPr/>
        </p:nvPicPr>
        <p:blipFill>
          <a:blip r:embed="rId2">
            <a:alphaModFix/>
          </a:blip>
          <a:stretch>
            <a:fillRect/>
          </a:stretch>
        </p:blipFill>
        <p:spPr>
          <a:xfrm>
            <a:off x="7683793" y="79344"/>
            <a:ext cx="1115996" cy="950890"/>
          </a:xfrm>
          <a:prstGeom prst="rect">
            <a:avLst/>
          </a:prstGeom>
          <a:noFill/>
          <a:ln>
            <a:noFill/>
          </a:ln>
        </p:spPr>
      </p:pic>
      <p:sp>
        <p:nvSpPr>
          <p:cNvPr id="163" name="Google Shape;163;p19"/>
          <p:cNvSpPr/>
          <p:nvPr/>
        </p:nvSpPr>
        <p:spPr>
          <a:xfrm rot="541021">
            <a:off x="-1743574" y="2020464"/>
            <a:ext cx="2199329" cy="2415200"/>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9"/>
          <p:cNvSpPr/>
          <p:nvPr/>
        </p:nvSpPr>
        <p:spPr>
          <a:xfrm rot="541021">
            <a:off x="-1819970" y="1874992"/>
            <a:ext cx="2199329" cy="2415200"/>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5" name="Google Shape;165;p19"/>
          <p:cNvPicPr preferRelativeResize="0"/>
          <p:nvPr/>
        </p:nvPicPr>
        <p:blipFill>
          <a:blip r:embed="rId3">
            <a:alphaModFix/>
          </a:blip>
          <a:stretch>
            <a:fillRect/>
          </a:stretch>
        </p:blipFill>
        <p:spPr>
          <a:xfrm rot="-900018">
            <a:off x="-198543" y="2456583"/>
            <a:ext cx="980127" cy="83512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66"/>
        <p:cNvGrpSpPr/>
        <p:nvPr/>
      </p:nvGrpSpPr>
      <p:grpSpPr>
        <a:xfrm>
          <a:off x="0" y="0"/>
          <a:ext cx="0" cy="0"/>
          <a:chOff x="0" y="0"/>
          <a:chExt cx="0" cy="0"/>
        </a:xfrm>
      </p:grpSpPr>
      <p:sp>
        <p:nvSpPr>
          <p:cNvPr id="167" name="Google Shape;167;p20"/>
          <p:cNvSpPr txBox="1">
            <a:spLocks noGrp="1"/>
          </p:cNvSpPr>
          <p:nvPr>
            <p:ph type="ctrTitle"/>
          </p:nvPr>
        </p:nvSpPr>
        <p:spPr>
          <a:xfrm>
            <a:off x="2725200" y="669825"/>
            <a:ext cx="3693600" cy="99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65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68" name="Google Shape;168;p20"/>
          <p:cNvSpPr txBox="1">
            <a:spLocks noGrp="1"/>
          </p:cNvSpPr>
          <p:nvPr>
            <p:ph type="subTitle" idx="1"/>
          </p:nvPr>
        </p:nvSpPr>
        <p:spPr>
          <a:xfrm>
            <a:off x="2725200" y="1780750"/>
            <a:ext cx="3693600" cy="99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69" name="Google Shape;169;p20"/>
          <p:cNvSpPr txBox="1"/>
          <p:nvPr/>
        </p:nvSpPr>
        <p:spPr>
          <a:xfrm>
            <a:off x="2279550" y="3496925"/>
            <a:ext cx="4584900" cy="615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000" b="1">
                <a:solidFill>
                  <a:schemeClr val="accent1"/>
                </a:solidFill>
                <a:latin typeface="Comfortaa"/>
                <a:ea typeface="Comfortaa"/>
                <a:cs typeface="Comfortaa"/>
                <a:sym typeface="Comfortaa"/>
              </a:rPr>
              <a:t>CREDITS:</a:t>
            </a:r>
            <a:r>
              <a:rPr lang="en" sz="1000">
                <a:solidFill>
                  <a:schemeClr val="accent1"/>
                </a:solidFill>
                <a:latin typeface="Comfortaa"/>
                <a:ea typeface="Comfortaa"/>
                <a:cs typeface="Comfortaa"/>
                <a:sym typeface="Comfortaa"/>
              </a:rPr>
              <a:t> This presentation template was created by </a:t>
            </a:r>
            <a:r>
              <a:rPr lang="en" sz="1000" b="1" u="sng">
                <a:solidFill>
                  <a:schemeClr val="accent1"/>
                </a:solidFill>
                <a:latin typeface="Comfortaa"/>
                <a:ea typeface="Comfortaa"/>
                <a:cs typeface="Comfortaa"/>
                <a:sym typeface="Comfortaa"/>
                <a:hlinkClick r:id="rId2">
                  <a:extLst>
                    <a:ext uri="{A12FA001-AC4F-418D-AE19-62706E023703}">
                      <ahyp:hlinkClr xmlns:ahyp="http://schemas.microsoft.com/office/drawing/2018/hyperlinkcolor" val="tx"/>
                    </a:ext>
                  </a:extLst>
                </a:hlinkClick>
              </a:rPr>
              <a:t>Slidesgo</a:t>
            </a:r>
            <a:r>
              <a:rPr lang="en" sz="1000" b="1" u="sng">
                <a:solidFill>
                  <a:schemeClr val="accent1"/>
                </a:solidFill>
                <a:latin typeface="Comfortaa"/>
                <a:ea typeface="Comfortaa"/>
                <a:cs typeface="Comfortaa"/>
                <a:sym typeface="Comfortaa"/>
              </a:rPr>
              <a:t>,</a:t>
            </a:r>
            <a:r>
              <a:rPr lang="en" sz="1000" b="1">
                <a:solidFill>
                  <a:schemeClr val="accent1"/>
                </a:solidFill>
                <a:latin typeface="Comfortaa"/>
                <a:ea typeface="Comfortaa"/>
                <a:cs typeface="Comfortaa"/>
                <a:sym typeface="Comfortaa"/>
              </a:rPr>
              <a:t> </a:t>
            </a:r>
            <a:r>
              <a:rPr lang="en" sz="1000">
                <a:solidFill>
                  <a:schemeClr val="accent1"/>
                </a:solidFill>
                <a:latin typeface="Comfortaa"/>
                <a:ea typeface="Comfortaa"/>
                <a:cs typeface="Comfortaa"/>
                <a:sym typeface="Comfortaa"/>
              </a:rPr>
              <a:t>including icons by </a:t>
            </a:r>
            <a:r>
              <a:rPr lang="en" sz="1000" b="1" u="sng">
                <a:solidFill>
                  <a:schemeClr val="accent1"/>
                </a:solidFill>
                <a:latin typeface="Comfortaa"/>
                <a:ea typeface="Comfortaa"/>
                <a:cs typeface="Comfortaa"/>
                <a:sym typeface="Comfortaa"/>
                <a:hlinkClick r:id="rId3">
                  <a:extLst>
                    <a:ext uri="{A12FA001-AC4F-418D-AE19-62706E023703}">
                      <ahyp:hlinkClr xmlns:ahyp="http://schemas.microsoft.com/office/drawing/2018/hyperlinkcolor" val="tx"/>
                    </a:ext>
                  </a:extLst>
                </a:hlinkClick>
              </a:rPr>
              <a:t>Flaticon</a:t>
            </a:r>
            <a:r>
              <a:rPr lang="en" sz="1000" b="1">
                <a:solidFill>
                  <a:schemeClr val="accent1"/>
                </a:solidFill>
                <a:latin typeface="Comfortaa"/>
                <a:ea typeface="Comfortaa"/>
                <a:cs typeface="Comfortaa"/>
                <a:sym typeface="Comfortaa"/>
              </a:rPr>
              <a:t> </a:t>
            </a:r>
            <a:r>
              <a:rPr lang="en" sz="1000">
                <a:solidFill>
                  <a:schemeClr val="accent1"/>
                </a:solidFill>
                <a:latin typeface="Comfortaa"/>
                <a:ea typeface="Comfortaa"/>
                <a:cs typeface="Comfortaa"/>
                <a:sym typeface="Comfortaa"/>
              </a:rPr>
              <a:t>and infographics &amp; images by </a:t>
            </a:r>
            <a:r>
              <a:rPr lang="en" sz="1000" b="1" u="sng">
                <a:solidFill>
                  <a:schemeClr val="accent1"/>
                </a:solidFill>
                <a:latin typeface="Comfortaa"/>
                <a:ea typeface="Comfortaa"/>
                <a:cs typeface="Comfortaa"/>
                <a:sym typeface="Comfortaa"/>
                <a:hlinkClick r:id="rId4">
                  <a:extLst>
                    <a:ext uri="{A12FA001-AC4F-418D-AE19-62706E023703}">
                      <ahyp:hlinkClr xmlns:ahyp="http://schemas.microsoft.com/office/drawing/2018/hyperlinkcolor" val="tx"/>
                    </a:ext>
                  </a:extLst>
                </a:hlinkClick>
              </a:rPr>
              <a:t>Freepik</a:t>
            </a:r>
            <a:endParaRPr sz="1000" b="1" u="sng">
              <a:solidFill>
                <a:schemeClr val="accent1"/>
              </a:solidFill>
              <a:highlight>
                <a:srgbClr val="DFDEFC"/>
              </a:highlight>
              <a:latin typeface="Comfortaa"/>
              <a:ea typeface="Comfortaa"/>
              <a:cs typeface="Comfortaa"/>
              <a:sym typeface="Comfortaa"/>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70"/>
        <p:cNvGrpSpPr/>
        <p:nvPr/>
      </p:nvGrpSpPr>
      <p:grpSpPr>
        <a:xfrm>
          <a:off x="0" y="0"/>
          <a:ext cx="0" cy="0"/>
          <a:chOff x="0" y="0"/>
          <a:chExt cx="0" cy="0"/>
        </a:xfrm>
      </p:grpSpPr>
      <p:sp>
        <p:nvSpPr>
          <p:cNvPr id="171" name="Google Shape;171;p21"/>
          <p:cNvSpPr/>
          <p:nvPr/>
        </p:nvSpPr>
        <p:spPr>
          <a:xfrm rot="-3600274">
            <a:off x="8195137" y="-1319447"/>
            <a:ext cx="2295052" cy="2520318"/>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1"/>
          <p:cNvSpPr/>
          <p:nvPr/>
        </p:nvSpPr>
        <p:spPr>
          <a:xfrm rot="-3600274">
            <a:off x="7841715" y="-1264481"/>
            <a:ext cx="2295052" cy="2520318"/>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3" name="Google Shape;173;p21"/>
          <p:cNvPicPr preferRelativeResize="0"/>
          <p:nvPr/>
        </p:nvPicPr>
        <p:blipFill>
          <a:blip r:embed="rId2">
            <a:alphaModFix/>
          </a:blip>
          <a:stretch>
            <a:fillRect/>
          </a:stretch>
        </p:blipFill>
        <p:spPr>
          <a:xfrm>
            <a:off x="7555919" y="-111172"/>
            <a:ext cx="1111322" cy="946907"/>
          </a:xfrm>
          <a:prstGeom prst="rect">
            <a:avLst/>
          </a:prstGeom>
          <a:noFill/>
          <a:ln>
            <a:noFill/>
          </a:ln>
        </p:spPr>
      </p:pic>
      <p:sp>
        <p:nvSpPr>
          <p:cNvPr id="174" name="Google Shape;174;p21"/>
          <p:cNvSpPr/>
          <p:nvPr/>
        </p:nvSpPr>
        <p:spPr>
          <a:xfrm rot="-3870207">
            <a:off x="8641574" y="1844649"/>
            <a:ext cx="3211529" cy="3208364"/>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1"/>
          <p:cNvSpPr/>
          <p:nvPr/>
        </p:nvSpPr>
        <p:spPr>
          <a:xfrm rot="-3870207">
            <a:off x="8371201" y="1997127"/>
            <a:ext cx="3211529" cy="3208364"/>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1"/>
          <p:cNvSpPr/>
          <p:nvPr/>
        </p:nvSpPr>
        <p:spPr>
          <a:xfrm rot="2700000">
            <a:off x="-2174823" y="1533424"/>
            <a:ext cx="2978623" cy="3270984"/>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1"/>
          <p:cNvSpPr/>
          <p:nvPr/>
        </p:nvSpPr>
        <p:spPr>
          <a:xfrm rot="2700000">
            <a:off x="-2142779" y="1313177"/>
            <a:ext cx="2978623" cy="3270984"/>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8" name="Google Shape;178;p21"/>
          <p:cNvPicPr preferRelativeResize="0"/>
          <p:nvPr/>
        </p:nvPicPr>
        <p:blipFill>
          <a:blip r:embed="rId3">
            <a:alphaModFix/>
          </a:blip>
          <a:stretch>
            <a:fillRect/>
          </a:stretch>
        </p:blipFill>
        <p:spPr>
          <a:xfrm rot="899992">
            <a:off x="-189753" y="2333661"/>
            <a:ext cx="1266841" cy="107941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79"/>
        <p:cNvGrpSpPr/>
        <p:nvPr/>
      </p:nvGrpSpPr>
      <p:grpSpPr>
        <a:xfrm>
          <a:off x="0" y="0"/>
          <a:ext cx="0" cy="0"/>
          <a:chOff x="0" y="0"/>
          <a:chExt cx="0" cy="0"/>
        </a:xfrm>
      </p:grpSpPr>
      <p:sp>
        <p:nvSpPr>
          <p:cNvPr id="180" name="Google Shape;180;p22"/>
          <p:cNvSpPr/>
          <p:nvPr/>
        </p:nvSpPr>
        <p:spPr>
          <a:xfrm rot="-3600036">
            <a:off x="8357651" y="-1144392"/>
            <a:ext cx="2304487" cy="2530679"/>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2"/>
          <p:cNvSpPr/>
          <p:nvPr/>
        </p:nvSpPr>
        <p:spPr>
          <a:xfrm rot="-3600036">
            <a:off x="8002741" y="-1089195"/>
            <a:ext cx="2304487" cy="2530679"/>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2" name="Google Shape;182;p22"/>
          <p:cNvPicPr preferRelativeResize="0"/>
          <p:nvPr/>
        </p:nvPicPr>
        <p:blipFill>
          <a:blip r:embed="rId2">
            <a:alphaModFix/>
          </a:blip>
          <a:stretch>
            <a:fillRect/>
          </a:stretch>
        </p:blipFill>
        <p:spPr>
          <a:xfrm>
            <a:off x="7715768" y="68694"/>
            <a:ext cx="1115996" cy="950890"/>
          </a:xfrm>
          <a:prstGeom prst="rect">
            <a:avLst/>
          </a:prstGeom>
          <a:noFill/>
          <a:ln>
            <a:noFill/>
          </a:ln>
        </p:spPr>
      </p:pic>
      <p:sp>
        <p:nvSpPr>
          <p:cNvPr id="183" name="Google Shape;183;p22"/>
          <p:cNvSpPr/>
          <p:nvPr/>
        </p:nvSpPr>
        <p:spPr>
          <a:xfrm>
            <a:off x="-1293202" y="4045406"/>
            <a:ext cx="2199256" cy="2415120"/>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2"/>
          <p:cNvSpPr/>
          <p:nvPr/>
        </p:nvSpPr>
        <p:spPr>
          <a:xfrm>
            <a:off x="-1391450" y="3913701"/>
            <a:ext cx="2199256" cy="2415120"/>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5" name="Google Shape;185;p22"/>
          <p:cNvPicPr preferRelativeResize="0"/>
          <p:nvPr/>
        </p:nvPicPr>
        <p:blipFill>
          <a:blip r:embed="rId3">
            <a:alphaModFix/>
          </a:blip>
          <a:stretch>
            <a:fillRect/>
          </a:stretch>
        </p:blipFill>
        <p:spPr>
          <a:xfrm>
            <a:off x="184780" y="4339348"/>
            <a:ext cx="980127" cy="83512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accent1"/>
              </a:buClr>
              <a:buSzPts val="1200"/>
              <a:buFont typeface="Comfortaa"/>
              <a:buChar char="●"/>
              <a:defRPr sz="1200">
                <a:solidFill>
                  <a:schemeClr val="accent1"/>
                </a:solidFill>
                <a:latin typeface="Comfortaa"/>
                <a:ea typeface="Comfortaa"/>
                <a:cs typeface="Comfortaa"/>
                <a:sym typeface="Comfortaa"/>
              </a:defRPr>
            </a:lvl1pPr>
            <a:lvl2pPr marL="914400" lvl="1" indent="-304800">
              <a:lnSpc>
                <a:spcPct val="100000"/>
              </a:lnSpc>
              <a:spcBef>
                <a:spcPts val="0"/>
              </a:spcBef>
              <a:spcAft>
                <a:spcPts val="0"/>
              </a:spcAft>
              <a:buClr>
                <a:schemeClr val="accent1"/>
              </a:buClr>
              <a:buSzPts val="1200"/>
              <a:buFont typeface="Comfortaa"/>
              <a:buChar char="○"/>
              <a:defRPr sz="1200">
                <a:solidFill>
                  <a:schemeClr val="accent1"/>
                </a:solidFill>
                <a:latin typeface="Comfortaa"/>
                <a:ea typeface="Comfortaa"/>
                <a:cs typeface="Comfortaa"/>
                <a:sym typeface="Comfortaa"/>
              </a:defRPr>
            </a:lvl2pPr>
            <a:lvl3pPr marL="1371600" lvl="2" indent="-304800">
              <a:lnSpc>
                <a:spcPct val="100000"/>
              </a:lnSpc>
              <a:spcBef>
                <a:spcPts val="0"/>
              </a:spcBef>
              <a:spcAft>
                <a:spcPts val="0"/>
              </a:spcAft>
              <a:buClr>
                <a:schemeClr val="accent1"/>
              </a:buClr>
              <a:buSzPts val="1200"/>
              <a:buFont typeface="Comfortaa"/>
              <a:buChar char="■"/>
              <a:defRPr sz="1200">
                <a:solidFill>
                  <a:schemeClr val="accent1"/>
                </a:solidFill>
                <a:latin typeface="Comfortaa"/>
                <a:ea typeface="Comfortaa"/>
                <a:cs typeface="Comfortaa"/>
                <a:sym typeface="Comfortaa"/>
              </a:defRPr>
            </a:lvl3pPr>
            <a:lvl4pPr marL="1828800" lvl="3" indent="-304800">
              <a:lnSpc>
                <a:spcPct val="100000"/>
              </a:lnSpc>
              <a:spcBef>
                <a:spcPts val="0"/>
              </a:spcBef>
              <a:spcAft>
                <a:spcPts val="0"/>
              </a:spcAft>
              <a:buClr>
                <a:schemeClr val="accent1"/>
              </a:buClr>
              <a:buSzPts val="1200"/>
              <a:buFont typeface="Comfortaa"/>
              <a:buChar char="●"/>
              <a:defRPr sz="1200">
                <a:solidFill>
                  <a:schemeClr val="accent1"/>
                </a:solidFill>
                <a:latin typeface="Comfortaa"/>
                <a:ea typeface="Comfortaa"/>
                <a:cs typeface="Comfortaa"/>
                <a:sym typeface="Comfortaa"/>
              </a:defRPr>
            </a:lvl4pPr>
            <a:lvl5pPr marL="2286000" lvl="4" indent="-304800">
              <a:lnSpc>
                <a:spcPct val="100000"/>
              </a:lnSpc>
              <a:spcBef>
                <a:spcPts val="0"/>
              </a:spcBef>
              <a:spcAft>
                <a:spcPts val="0"/>
              </a:spcAft>
              <a:buClr>
                <a:schemeClr val="accent1"/>
              </a:buClr>
              <a:buSzPts val="1200"/>
              <a:buFont typeface="Comfortaa"/>
              <a:buChar char="○"/>
              <a:defRPr sz="1200">
                <a:solidFill>
                  <a:schemeClr val="accent1"/>
                </a:solidFill>
                <a:latin typeface="Comfortaa"/>
                <a:ea typeface="Comfortaa"/>
                <a:cs typeface="Comfortaa"/>
                <a:sym typeface="Comfortaa"/>
              </a:defRPr>
            </a:lvl5pPr>
            <a:lvl6pPr marL="2743200" lvl="5" indent="-304800">
              <a:lnSpc>
                <a:spcPct val="100000"/>
              </a:lnSpc>
              <a:spcBef>
                <a:spcPts val="0"/>
              </a:spcBef>
              <a:spcAft>
                <a:spcPts val="0"/>
              </a:spcAft>
              <a:buClr>
                <a:schemeClr val="accent1"/>
              </a:buClr>
              <a:buSzPts val="1200"/>
              <a:buFont typeface="Comfortaa"/>
              <a:buChar char="■"/>
              <a:defRPr sz="1200">
                <a:solidFill>
                  <a:schemeClr val="accent1"/>
                </a:solidFill>
                <a:latin typeface="Comfortaa"/>
                <a:ea typeface="Comfortaa"/>
                <a:cs typeface="Comfortaa"/>
                <a:sym typeface="Comfortaa"/>
              </a:defRPr>
            </a:lvl6pPr>
            <a:lvl7pPr marL="3200400" lvl="6" indent="-304800">
              <a:lnSpc>
                <a:spcPct val="100000"/>
              </a:lnSpc>
              <a:spcBef>
                <a:spcPts val="0"/>
              </a:spcBef>
              <a:spcAft>
                <a:spcPts val="0"/>
              </a:spcAft>
              <a:buClr>
                <a:schemeClr val="accent1"/>
              </a:buClr>
              <a:buSzPts val="1200"/>
              <a:buFont typeface="Comfortaa"/>
              <a:buChar char="●"/>
              <a:defRPr sz="1200">
                <a:solidFill>
                  <a:schemeClr val="accent1"/>
                </a:solidFill>
                <a:latin typeface="Comfortaa"/>
                <a:ea typeface="Comfortaa"/>
                <a:cs typeface="Comfortaa"/>
                <a:sym typeface="Comfortaa"/>
              </a:defRPr>
            </a:lvl7pPr>
            <a:lvl8pPr marL="3657600" lvl="7" indent="-304800">
              <a:lnSpc>
                <a:spcPct val="100000"/>
              </a:lnSpc>
              <a:spcBef>
                <a:spcPts val="0"/>
              </a:spcBef>
              <a:spcAft>
                <a:spcPts val="0"/>
              </a:spcAft>
              <a:buClr>
                <a:schemeClr val="accent1"/>
              </a:buClr>
              <a:buSzPts val="1200"/>
              <a:buFont typeface="Comfortaa"/>
              <a:buChar char="○"/>
              <a:defRPr sz="1200">
                <a:solidFill>
                  <a:schemeClr val="accent1"/>
                </a:solidFill>
                <a:latin typeface="Comfortaa"/>
                <a:ea typeface="Comfortaa"/>
                <a:cs typeface="Comfortaa"/>
                <a:sym typeface="Comfortaa"/>
              </a:defRPr>
            </a:lvl8pPr>
            <a:lvl9pPr marL="4114800" lvl="8" indent="-304800">
              <a:lnSpc>
                <a:spcPct val="100000"/>
              </a:lnSpc>
              <a:spcBef>
                <a:spcPts val="0"/>
              </a:spcBef>
              <a:spcAft>
                <a:spcPts val="0"/>
              </a:spcAft>
              <a:buClr>
                <a:schemeClr val="accent1"/>
              </a:buClr>
              <a:buSzPts val="1200"/>
              <a:buFont typeface="Comfortaa"/>
              <a:buChar char="■"/>
              <a:defRPr sz="1200">
                <a:solidFill>
                  <a:schemeClr val="accent1"/>
                </a:solidFill>
                <a:latin typeface="Comfortaa"/>
                <a:ea typeface="Comfortaa"/>
                <a:cs typeface="Comfortaa"/>
                <a:sym typeface="Comforta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8" r:id="rId8"/>
    <p:sldLayoutId id="2147483659" r:id="rId9"/>
    <p:sldLayoutId id="2147483660" r:id="rId10"/>
    <p:sldLayoutId id="2147483663" r:id="rId11"/>
    <p:sldLayoutId id="2147483665" r:id="rId12"/>
    <p:sldLayoutId id="2147483666" r:id="rId13"/>
    <p:sldLayoutId id="2147483667" r:id="rId14"/>
    <p:sldLayoutId id="2147483668"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6"/>
          <p:cNvSpPr txBox="1">
            <a:spLocks noGrp="1"/>
          </p:cNvSpPr>
          <p:nvPr>
            <p:ph type="ctrTitle"/>
          </p:nvPr>
        </p:nvSpPr>
        <p:spPr>
          <a:xfrm>
            <a:off x="1120500" y="1281463"/>
            <a:ext cx="6903000" cy="2122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3600" dirty="0">
                <a:solidFill>
                  <a:schemeClr val="tx2"/>
                </a:solidFill>
                <a:latin typeface="Poppins Medium" panose="00000600000000000000" pitchFamily="2" charset="0"/>
                <a:cs typeface="Poppins Medium" panose="00000600000000000000" pitchFamily="2" charset="0"/>
              </a:rPr>
              <a:t>Determination of Methemoglobin in Blood</a:t>
            </a:r>
            <a:br>
              <a:rPr lang="en-US" sz="3600" dirty="0">
                <a:solidFill>
                  <a:schemeClr val="tx2"/>
                </a:solidFill>
                <a:latin typeface="Poppins Medium" panose="00000600000000000000" pitchFamily="2" charset="0"/>
                <a:cs typeface="Poppins Medium" panose="00000600000000000000" pitchFamily="2" charset="0"/>
              </a:rPr>
            </a:br>
            <a:r>
              <a:rPr lang="en-US" sz="3600" dirty="0" err="1">
                <a:latin typeface="Poppins Medium" panose="00000600000000000000" pitchFamily="2" charset="0"/>
                <a:cs typeface="Poppins Medium" panose="00000600000000000000" pitchFamily="2" charset="0"/>
              </a:rPr>
              <a:t>Hemiglobincyanide</a:t>
            </a:r>
            <a:r>
              <a:rPr lang="en-US" sz="3600" dirty="0">
                <a:latin typeface="Poppins Medium" panose="00000600000000000000" pitchFamily="2" charset="0"/>
                <a:cs typeface="Poppins Medium" panose="00000600000000000000" pitchFamily="2" charset="0"/>
              </a:rPr>
              <a:t> Method</a:t>
            </a:r>
            <a:endParaRPr sz="3600" dirty="0">
              <a:solidFill>
                <a:schemeClr val="lt2"/>
              </a:solidFill>
              <a:latin typeface="Poppins Medium" panose="00000600000000000000" pitchFamily="2" charset="0"/>
              <a:cs typeface="Poppins Medium" panose="00000600000000000000" pitchFamily="2" charset="0"/>
            </a:endParaRPr>
          </a:p>
        </p:txBody>
      </p:sp>
      <p:sp>
        <p:nvSpPr>
          <p:cNvPr id="197" name="Google Shape;197;p26"/>
          <p:cNvSpPr txBox="1">
            <a:spLocks noGrp="1"/>
          </p:cNvSpPr>
          <p:nvPr>
            <p:ph type="subTitle" idx="1"/>
          </p:nvPr>
        </p:nvSpPr>
        <p:spPr>
          <a:xfrm>
            <a:off x="2392500" y="3452538"/>
            <a:ext cx="4359000" cy="40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Tim Peko</a:t>
            </a:r>
            <a:endParaRPr dirty="0"/>
          </a:p>
        </p:txBody>
      </p:sp>
      <p:sp>
        <p:nvSpPr>
          <p:cNvPr id="198" name="Google Shape;198;p26"/>
          <p:cNvSpPr/>
          <p:nvPr/>
        </p:nvSpPr>
        <p:spPr>
          <a:xfrm>
            <a:off x="-1472454" y="3152505"/>
            <a:ext cx="3224847" cy="3541376"/>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6"/>
          <p:cNvSpPr/>
          <p:nvPr/>
        </p:nvSpPr>
        <p:spPr>
          <a:xfrm rot="-3600072">
            <a:off x="7584171" y="2739970"/>
            <a:ext cx="3600826" cy="3954258"/>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6"/>
          <p:cNvSpPr/>
          <p:nvPr/>
        </p:nvSpPr>
        <p:spPr>
          <a:xfrm rot="-3599888">
            <a:off x="3344936" y="-1870195"/>
            <a:ext cx="3054350" cy="3354144"/>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p:nvPr/>
        </p:nvSpPr>
        <p:spPr>
          <a:xfrm rot="-3599888">
            <a:off x="2874566" y="-1797040"/>
            <a:ext cx="3054350" cy="3354144"/>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6"/>
          <p:cNvSpPr/>
          <p:nvPr/>
        </p:nvSpPr>
        <p:spPr>
          <a:xfrm>
            <a:off x="-1616525" y="2959375"/>
            <a:ext cx="3224847" cy="3541376"/>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6"/>
          <p:cNvSpPr/>
          <p:nvPr/>
        </p:nvSpPr>
        <p:spPr>
          <a:xfrm rot="-3600072">
            <a:off x="7232076" y="2903991"/>
            <a:ext cx="3600826" cy="3954258"/>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4" name="Google Shape;204;p26"/>
          <p:cNvPicPr preferRelativeResize="0"/>
          <p:nvPr/>
        </p:nvPicPr>
        <p:blipFill>
          <a:blip r:embed="rId3">
            <a:alphaModFix/>
          </a:blip>
          <a:stretch>
            <a:fillRect/>
          </a:stretch>
        </p:blipFill>
        <p:spPr>
          <a:xfrm>
            <a:off x="1074463" y="4338844"/>
            <a:ext cx="1371464" cy="1168565"/>
          </a:xfrm>
          <a:prstGeom prst="rect">
            <a:avLst/>
          </a:prstGeom>
          <a:noFill/>
          <a:ln>
            <a:noFill/>
          </a:ln>
        </p:spPr>
      </p:pic>
      <p:pic>
        <p:nvPicPr>
          <p:cNvPr id="205" name="Google Shape;205;p26"/>
          <p:cNvPicPr preferRelativeResize="0"/>
          <p:nvPr/>
        </p:nvPicPr>
        <p:blipFill>
          <a:blip r:embed="rId3">
            <a:alphaModFix/>
          </a:blip>
          <a:stretch>
            <a:fillRect/>
          </a:stretch>
        </p:blipFill>
        <p:spPr>
          <a:xfrm rot="2003970">
            <a:off x="-282226" y="2783176"/>
            <a:ext cx="1371464" cy="1168563"/>
          </a:xfrm>
          <a:prstGeom prst="rect">
            <a:avLst/>
          </a:prstGeom>
          <a:noFill/>
          <a:ln>
            <a:noFill/>
          </a:ln>
        </p:spPr>
      </p:pic>
      <p:pic>
        <p:nvPicPr>
          <p:cNvPr id="206" name="Google Shape;206;p26"/>
          <p:cNvPicPr preferRelativeResize="0"/>
          <p:nvPr/>
        </p:nvPicPr>
        <p:blipFill rotWithShape="1">
          <a:blip r:embed="rId3">
            <a:alphaModFix/>
          </a:blip>
          <a:srcRect b="11785"/>
          <a:stretch/>
        </p:blipFill>
        <p:spPr>
          <a:xfrm>
            <a:off x="5710600" y="-87500"/>
            <a:ext cx="1476352" cy="1109698"/>
          </a:xfrm>
          <a:prstGeom prst="rect">
            <a:avLst/>
          </a:prstGeom>
          <a:noFill/>
          <a:ln>
            <a:noFill/>
          </a:ln>
        </p:spPr>
      </p:pic>
      <p:pic>
        <p:nvPicPr>
          <p:cNvPr id="207" name="Google Shape;207;p26"/>
          <p:cNvPicPr preferRelativeResize="0"/>
          <p:nvPr/>
        </p:nvPicPr>
        <p:blipFill>
          <a:blip r:embed="rId3">
            <a:alphaModFix/>
          </a:blip>
          <a:stretch>
            <a:fillRect/>
          </a:stretch>
        </p:blipFill>
        <p:spPr>
          <a:xfrm>
            <a:off x="8415136" y="2502201"/>
            <a:ext cx="1234698" cy="1052026"/>
          </a:xfrm>
          <a:prstGeom prst="rect">
            <a:avLst/>
          </a:prstGeom>
          <a:noFill/>
          <a:ln>
            <a:noFill/>
          </a:ln>
        </p:spPr>
      </p:pic>
      <p:pic>
        <p:nvPicPr>
          <p:cNvPr id="208" name="Google Shape;208;p26"/>
          <p:cNvPicPr preferRelativeResize="0"/>
          <p:nvPr/>
        </p:nvPicPr>
        <p:blipFill>
          <a:blip r:embed="rId4">
            <a:alphaModFix/>
          </a:blip>
          <a:stretch>
            <a:fillRect/>
          </a:stretch>
        </p:blipFill>
        <p:spPr>
          <a:xfrm>
            <a:off x="7644235" y="3685146"/>
            <a:ext cx="1743708" cy="1485737"/>
          </a:xfrm>
          <a:prstGeom prst="rect">
            <a:avLst/>
          </a:prstGeom>
          <a:noFill/>
          <a:ln>
            <a:noFill/>
          </a:ln>
        </p:spPr>
      </p:pic>
      <p:pic>
        <p:nvPicPr>
          <p:cNvPr id="209" name="Google Shape;209;p26"/>
          <p:cNvPicPr preferRelativeResize="0"/>
          <p:nvPr/>
        </p:nvPicPr>
        <p:blipFill rotWithShape="1">
          <a:blip r:embed="rId4">
            <a:alphaModFix/>
          </a:blip>
          <a:srcRect l="14241" t="10350" r="9886" b="12171"/>
          <a:stretch/>
        </p:blipFill>
        <p:spPr>
          <a:xfrm>
            <a:off x="1826100" y="-19862"/>
            <a:ext cx="1275448" cy="1109724"/>
          </a:xfrm>
          <a:prstGeom prst="rect">
            <a:avLst/>
          </a:prstGeom>
          <a:noFill/>
          <a:ln>
            <a:noFill/>
          </a:ln>
        </p:spPr>
      </p:pic>
      <p:pic>
        <p:nvPicPr>
          <p:cNvPr id="210" name="Google Shape;210;p26"/>
          <p:cNvPicPr preferRelativeResize="0"/>
          <p:nvPr/>
        </p:nvPicPr>
        <p:blipFill>
          <a:blip r:embed="rId4">
            <a:alphaModFix/>
          </a:blip>
          <a:stretch>
            <a:fillRect/>
          </a:stretch>
        </p:blipFill>
        <p:spPr>
          <a:xfrm>
            <a:off x="-784953" y="4257852"/>
            <a:ext cx="1561585" cy="13305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 </a:t>
            </a:r>
            <a:r>
              <a:rPr lang="en" dirty="0">
                <a:solidFill>
                  <a:schemeClr val="lt2"/>
                </a:solidFill>
              </a:rPr>
              <a:t>of contents</a:t>
            </a:r>
            <a:endParaRPr dirty="0">
              <a:solidFill>
                <a:schemeClr val="lt2"/>
              </a:solidFill>
            </a:endParaRPr>
          </a:p>
        </p:txBody>
      </p:sp>
      <p:sp>
        <p:nvSpPr>
          <p:cNvPr id="225" name="Google Shape;225;p28"/>
          <p:cNvSpPr txBox="1">
            <a:spLocks noGrp="1"/>
          </p:cNvSpPr>
          <p:nvPr>
            <p:ph type="title" idx="2"/>
          </p:nvPr>
        </p:nvSpPr>
        <p:spPr>
          <a:xfrm>
            <a:off x="1681150" y="1480883"/>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26" name="Google Shape;226;p28"/>
          <p:cNvSpPr txBox="1">
            <a:spLocks noGrp="1"/>
          </p:cNvSpPr>
          <p:nvPr>
            <p:ph type="title" idx="3"/>
          </p:nvPr>
        </p:nvSpPr>
        <p:spPr>
          <a:xfrm>
            <a:off x="1681150" y="2914291"/>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27" name="Google Shape;227;p28"/>
          <p:cNvSpPr txBox="1">
            <a:spLocks noGrp="1"/>
          </p:cNvSpPr>
          <p:nvPr>
            <p:ph type="title" idx="4"/>
          </p:nvPr>
        </p:nvSpPr>
        <p:spPr>
          <a:xfrm>
            <a:off x="4204650" y="1480883"/>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28" name="Google Shape;228;p28"/>
          <p:cNvSpPr txBox="1">
            <a:spLocks noGrp="1"/>
          </p:cNvSpPr>
          <p:nvPr>
            <p:ph type="title" idx="5"/>
          </p:nvPr>
        </p:nvSpPr>
        <p:spPr>
          <a:xfrm>
            <a:off x="4204650" y="2914291"/>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229" name="Google Shape;229;p28"/>
          <p:cNvSpPr txBox="1">
            <a:spLocks noGrp="1"/>
          </p:cNvSpPr>
          <p:nvPr>
            <p:ph type="title" idx="6"/>
          </p:nvPr>
        </p:nvSpPr>
        <p:spPr>
          <a:xfrm>
            <a:off x="6728150" y="1480883"/>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30" name="Google Shape;230;p28"/>
          <p:cNvSpPr txBox="1">
            <a:spLocks noGrp="1"/>
          </p:cNvSpPr>
          <p:nvPr>
            <p:ph type="title" idx="7"/>
          </p:nvPr>
        </p:nvSpPr>
        <p:spPr>
          <a:xfrm>
            <a:off x="6728150" y="2914291"/>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231" name="Google Shape;231;p28"/>
          <p:cNvSpPr txBox="1">
            <a:spLocks noGrp="1"/>
          </p:cNvSpPr>
          <p:nvPr>
            <p:ph type="subTitle" idx="1"/>
          </p:nvPr>
        </p:nvSpPr>
        <p:spPr>
          <a:xfrm>
            <a:off x="836950" y="2056575"/>
            <a:ext cx="2423100" cy="63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solidFill>
                  <a:schemeClr val="lt2"/>
                </a:solidFill>
              </a:rPr>
              <a:t>Hemoglobin Structure</a:t>
            </a:r>
            <a:endParaRPr dirty="0">
              <a:solidFill>
                <a:schemeClr val="lt2"/>
              </a:solidFill>
            </a:endParaRPr>
          </a:p>
        </p:txBody>
      </p:sp>
      <p:sp>
        <p:nvSpPr>
          <p:cNvPr id="232" name="Google Shape;232;p28"/>
          <p:cNvSpPr txBox="1">
            <a:spLocks noGrp="1"/>
          </p:cNvSpPr>
          <p:nvPr>
            <p:ph type="subTitle" idx="8"/>
          </p:nvPr>
        </p:nvSpPr>
        <p:spPr>
          <a:xfrm>
            <a:off x="3360450" y="2056575"/>
            <a:ext cx="2423100" cy="63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lt2"/>
                </a:solidFill>
              </a:rPr>
              <a:t>Methemoglobin</a:t>
            </a:r>
            <a:endParaRPr dirty="0">
              <a:solidFill>
                <a:schemeClr val="lt2"/>
              </a:solidFill>
            </a:endParaRPr>
          </a:p>
        </p:txBody>
      </p:sp>
      <p:sp>
        <p:nvSpPr>
          <p:cNvPr id="233" name="Google Shape;233;p28"/>
          <p:cNvSpPr txBox="1">
            <a:spLocks noGrp="1"/>
          </p:cNvSpPr>
          <p:nvPr>
            <p:ph type="subTitle" idx="9"/>
          </p:nvPr>
        </p:nvSpPr>
        <p:spPr>
          <a:xfrm>
            <a:off x="5783250" y="2056575"/>
            <a:ext cx="2624500" cy="63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de-AT" dirty="0" err="1">
                <a:solidFill>
                  <a:schemeClr val="lt2"/>
                </a:solidFill>
              </a:rPr>
              <a:t>Hemiglobincyanide</a:t>
            </a:r>
            <a:r>
              <a:rPr lang="de-AT" dirty="0">
                <a:solidFill>
                  <a:schemeClr val="lt2"/>
                </a:solidFill>
              </a:rPr>
              <a:t> Method</a:t>
            </a:r>
          </a:p>
        </p:txBody>
      </p:sp>
      <p:sp>
        <p:nvSpPr>
          <p:cNvPr id="234" name="Google Shape;234;p28"/>
          <p:cNvSpPr txBox="1">
            <a:spLocks noGrp="1"/>
          </p:cNvSpPr>
          <p:nvPr>
            <p:ph type="subTitle" idx="13"/>
          </p:nvPr>
        </p:nvSpPr>
        <p:spPr>
          <a:xfrm>
            <a:off x="836950" y="3490050"/>
            <a:ext cx="2423100" cy="63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Reflotron Method</a:t>
            </a:r>
          </a:p>
        </p:txBody>
      </p:sp>
      <p:sp>
        <p:nvSpPr>
          <p:cNvPr id="235" name="Google Shape;235;p28"/>
          <p:cNvSpPr txBox="1">
            <a:spLocks noGrp="1"/>
          </p:cNvSpPr>
          <p:nvPr>
            <p:ph type="subTitle" idx="14"/>
          </p:nvPr>
        </p:nvSpPr>
        <p:spPr>
          <a:xfrm>
            <a:off x="3360750" y="3490050"/>
            <a:ext cx="2422500" cy="63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Results</a:t>
            </a:r>
          </a:p>
        </p:txBody>
      </p:sp>
      <p:sp>
        <p:nvSpPr>
          <p:cNvPr id="236" name="Google Shape;236;p28"/>
          <p:cNvSpPr txBox="1">
            <a:spLocks noGrp="1"/>
          </p:cNvSpPr>
          <p:nvPr>
            <p:ph type="subTitle" idx="15"/>
          </p:nvPr>
        </p:nvSpPr>
        <p:spPr>
          <a:xfrm>
            <a:off x="5883950" y="3490050"/>
            <a:ext cx="2423100" cy="63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Conclusion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Hemoglobin </a:t>
            </a:r>
            <a:r>
              <a:rPr lang="en" dirty="0">
                <a:solidFill>
                  <a:schemeClr val="lt2"/>
                </a:solidFill>
              </a:rPr>
              <a:t>molecule</a:t>
            </a:r>
            <a:endParaRPr dirty="0">
              <a:solidFill>
                <a:schemeClr val="lt2"/>
              </a:solidFill>
            </a:endParaRPr>
          </a:p>
        </p:txBody>
      </p:sp>
      <p:sp>
        <p:nvSpPr>
          <p:cNvPr id="259" name="Google Shape;259;p30"/>
          <p:cNvSpPr txBox="1">
            <a:spLocks noGrp="1"/>
          </p:cNvSpPr>
          <p:nvPr>
            <p:ph type="body" idx="1"/>
          </p:nvPr>
        </p:nvSpPr>
        <p:spPr>
          <a:xfrm>
            <a:off x="720000" y="1611800"/>
            <a:ext cx="3566400" cy="230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1"/>
                </a:solidFill>
              </a:rPr>
              <a:t>Hemoglobin (Hb) </a:t>
            </a:r>
            <a:r>
              <a:rPr lang="en-US" dirty="0"/>
              <a:t>is an iron-containing protein in red blood cells that transports oxygen from the lungs to tissues</a:t>
            </a:r>
            <a:r>
              <a:rPr lang="en" dirty="0">
                <a:solidFill>
                  <a:schemeClr val="accent1"/>
                </a:solidFill>
              </a:rPr>
              <a:t>: </a:t>
            </a:r>
            <a:endParaRPr dirty="0">
              <a:solidFill>
                <a:schemeClr val="accent1"/>
              </a:solidFill>
            </a:endParaRPr>
          </a:p>
          <a:p>
            <a:pPr marL="457200" lvl="0" indent="-317500" algn="l" rtl="0">
              <a:spcBef>
                <a:spcPts val="1000"/>
              </a:spcBef>
              <a:spcAft>
                <a:spcPts val="0"/>
              </a:spcAft>
              <a:buSzPts val="1400"/>
              <a:buChar char="●"/>
            </a:pPr>
            <a:r>
              <a:rPr lang="en-US" dirty="0">
                <a:solidFill>
                  <a:schemeClr val="accent1"/>
                </a:solidFill>
              </a:rPr>
              <a:t>2 </a:t>
            </a:r>
            <a:r>
              <a:rPr lang="en-US" dirty="0"/>
              <a:t>α-, 2 β- globin chains</a:t>
            </a:r>
            <a:endParaRPr lang="en-US" dirty="0">
              <a:solidFill>
                <a:schemeClr val="accent1"/>
              </a:solidFill>
            </a:endParaRPr>
          </a:p>
          <a:p>
            <a:pPr marL="457200" lvl="0" indent="-317500" algn="l" rtl="0">
              <a:spcBef>
                <a:spcPts val="1000"/>
              </a:spcBef>
              <a:spcAft>
                <a:spcPts val="0"/>
              </a:spcAft>
              <a:buSzPts val="1400"/>
              <a:buChar char="●"/>
            </a:pPr>
            <a:r>
              <a:rPr lang="en-US" dirty="0">
                <a:solidFill>
                  <a:schemeClr val="accent1"/>
                </a:solidFill>
              </a:rPr>
              <a:t>one O</a:t>
            </a:r>
            <a:r>
              <a:rPr lang="en-US" baseline="-25000" dirty="0">
                <a:solidFill>
                  <a:schemeClr val="accent1"/>
                </a:solidFill>
              </a:rPr>
              <a:t>2</a:t>
            </a:r>
            <a:r>
              <a:rPr lang="en-US" dirty="0">
                <a:solidFill>
                  <a:schemeClr val="accent1"/>
                </a:solidFill>
              </a:rPr>
              <a:t> molecule per chain</a:t>
            </a:r>
          </a:p>
          <a:p>
            <a:pPr marL="457200" lvl="0" indent="-317500" algn="l" rtl="0">
              <a:spcBef>
                <a:spcPts val="1000"/>
              </a:spcBef>
              <a:spcAft>
                <a:spcPts val="0"/>
              </a:spcAft>
              <a:buSzPts val="1400"/>
              <a:buChar char="●"/>
            </a:pPr>
            <a:r>
              <a:rPr lang="en-US" dirty="0">
                <a:solidFill>
                  <a:schemeClr val="accent1"/>
                </a:solidFill>
              </a:rPr>
              <a:t>one heme group per chain</a:t>
            </a:r>
          </a:p>
          <a:p>
            <a:pPr marL="457200" lvl="0" indent="-317500" algn="l" rtl="0">
              <a:spcBef>
                <a:spcPts val="1000"/>
              </a:spcBef>
              <a:spcAft>
                <a:spcPts val="0"/>
              </a:spcAft>
              <a:buSzPts val="1400"/>
              <a:buChar char="●"/>
            </a:pPr>
            <a:r>
              <a:rPr lang="en-US" dirty="0">
                <a:solidFill>
                  <a:schemeClr val="accent1"/>
                </a:solidFill>
              </a:rPr>
              <a:t>ferrous iron (Fe</a:t>
            </a:r>
            <a:r>
              <a:rPr lang="en-US" baseline="30000" dirty="0">
                <a:solidFill>
                  <a:schemeClr val="accent1"/>
                </a:solidFill>
              </a:rPr>
              <a:t>2+</a:t>
            </a:r>
            <a:r>
              <a:rPr lang="en-US" dirty="0">
                <a:solidFill>
                  <a:schemeClr val="accent1"/>
                </a:solidFill>
              </a:rPr>
              <a:t>) per heme</a:t>
            </a:r>
          </a:p>
          <a:p>
            <a:pPr lvl="1" indent="-317500">
              <a:spcBef>
                <a:spcPts val="1000"/>
              </a:spcBef>
              <a:buSzPts val="1400"/>
              <a:buChar char="●"/>
            </a:pPr>
            <a:r>
              <a:rPr lang="en-US" dirty="0">
                <a:solidFill>
                  <a:schemeClr val="accent1"/>
                </a:solidFill>
              </a:rPr>
              <a:t>ferric iron (Fe</a:t>
            </a:r>
            <a:r>
              <a:rPr lang="en-US" baseline="30000" dirty="0">
                <a:solidFill>
                  <a:schemeClr val="accent1"/>
                </a:solidFill>
              </a:rPr>
              <a:t>3+</a:t>
            </a:r>
            <a:r>
              <a:rPr lang="en-US" dirty="0">
                <a:solidFill>
                  <a:schemeClr val="accent1"/>
                </a:solidFill>
              </a:rPr>
              <a:t>) does not work</a:t>
            </a:r>
          </a:p>
          <a:p>
            <a:pPr marL="457200" lvl="0" indent="-317500" algn="l" rtl="0">
              <a:spcBef>
                <a:spcPts val="1000"/>
              </a:spcBef>
              <a:spcAft>
                <a:spcPts val="0"/>
              </a:spcAft>
              <a:buSzPts val="1400"/>
              <a:buChar char="●"/>
            </a:pPr>
            <a:endParaRPr lang="en-US" dirty="0">
              <a:solidFill>
                <a:schemeClr val="accent1"/>
              </a:solidFill>
            </a:endParaRPr>
          </a:p>
          <a:p>
            <a:pPr marL="457200" lvl="0" indent="-317500" algn="l" rtl="0">
              <a:spcBef>
                <a:spcPts val="1000"/>
              </a:spcBef>
              <a:spcAft>
                <a:spcPts val="0"/>
              </a:spcAft>
              <a:buSzPts val="1400"/>
              <a:buChar char="●"/>
            </a:pPr>
            <a:endParaRPr lang="en-US" dirty="0">
              <a:solidFill>
                <a:schemeClr val="accent1"/>
              </a:solidFill>
            </a:endParaRPr>
          </a:p>
          <a:p>
            <a:pPr marL="457200" lvl="0" indent="-317500" algn="l" rtl="0">
              <a:spcBef>
                <a:spcPts val="1000"/>
              </a:spcBef>
              <a:spcAft>
                <a:spcPts val="0"/>
              </a:spcAft>
              <a:buSzPts val="1400"/>
              <a:buChar char="●"/>
            </a:pPr>
            <a:endParaRPr dirty="0">
              <a:solidFill>
                <a:schemeClr val="accent1"/>
              </a:solidFill>
            </a:endParaRPr>
          </a:p>
        </p:txBody>
      </p:sp>
      <p:pic>
        <p:nvPicPr>
          <p:cNvPr id="260" name="Google Shape;260;p30"/>
          <p:cNvPicPr preferRelativeResize="0">
            <a:picLocks noGrp="1"/>
          </p:cNvPicPr>
          <p:nvPr>
            <p:ph type="pic" idx="2"/>
          </p:nvPr>
        </p:nvPicPr>
        <p:blipFill rotWithShape="1">
          <a:blip r:embed="rId3"/>
          <a:srcRect l="3179" r="3179"/>
          <a:stretch/>
        </p:blipFill>
        <p:spPr>
          <a:xfrm>
            <a:off x="5128066" y="1133300"/>
            <a:ext cx="3202018" cy="3419400"/>
          </a:xfrm>
          <a:prstGeom prst="rect">
            <a:avLst/>
          </a:prstGeom>
        </p:spPr>
      </p:pic>
      <p:pic>
        <p:nvPicPr>
          <p:cNvPr id="261" name="Google Shape;261;p30"/>
          <p:cNvPicPr preferRelativeResize="0"/>
          <p:nvPr/>
        </p:nvPicPr>
        <p:blipFill>
          <a:blip r:embed="rId4">
            <a:alphaModFix/>
          </a:blip>
          <a:stretch>
            <a:fillRect/>
          </a:stretch>
        </p:blipFill>
        <p:spPr>
          <a:xfrm>
            <a:off x="4743587" y="3702020"/>
            <a:ext cx="1175967" cy="121301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1"/>
          <p:cNvSpPr txBox="1">
            <a:spLocks noGrp="1"/>
          </p:cNvSpPr>
          <p:nvPr>
            <p:ph type="subTitle" idx="4"/>
          </p:nvPr>
        </p:nvSpPr>
        <p:spPr>
          <a:xfrm>
            <a:off x="4923250" y="1508452"/>
            <a:ext cx="2505600" cy="669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Formation</a:t>
            </a:r>
            <a:endParaRPr dirty="0"/>
          </a:p>
        </p:txBody>
      </p:sp>
      <p:sp>
        <p:nvSpPr>
          <p:cNvPr id="267" name="Google Shape;267;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AT" dirty="0" err="1">
                <a:solidFill>
                  <a:schemeClr val="tx1"/>
                </a:solidFill>
              </a:rPr>
              <a:t>Methemoglobin</a:t>
            </a:r>
            <a:endParaRPr dirty="0">
              <a:solidFill>
                <a:schemeClr val="lt2"/>
              </a:solidFill>
            </a:endParaRPr>
          </a:p>
        </p:txBody>
      </p:sp>
      <p:sp>
        <p:nvSpPr>
          <p:cNvPr id="268" name="Google Shape;268;p31"/>
          <p:cNvSpPr txBox="1">
            <a:spLocks noGrp="1"/>
          </p:cNvSpPr>
          <p:nvPr>
            <p:ph type="subTitle" idx="1"/>
          </p:nvPr>
        </p:nvSpPr>
        <p:spPr>
          <a:xfrm>
            <a:off x="4923249" y="2269350"/>
            <a:ext cx="2505600" cy="199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Hb oxidizes over time, small </a:t>
            </a:r>
            <a:r>
              <a:rPr lang="en-US" dirty="0" err="1"/>
              <a:t>MetHb</a:t>
            </a:r>
            <a:r>
              <a:rPr lang="en-US" dirty="0"/>
              <a:t> amounts in humans</a:t>
            </a:r>
          </a:p>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enzymes reduce </a:t>
            </a:r>
            <a:r>
              <a:rPr lang="de-AT" dirty="0"/>
              <a:t>Fe³⁺ back </a:t>
            </a:r>
            <a:r>
              <a:rPr lang="de-AT" dirty="0" err="1"/>
              <a:t>to</a:t>
            </a:r>
            <a:r>
              <a:rPr lang="de-AT" dirty="0"/>
              <a:t> Fe²⁺</a:t>
            </a:r>
          </a:p>
          <a:p>
            <a:pPr marL="0" lvl="0" indent="0" algn="ctr" rtl="0">
              <a:spcBef>
                <a:spcPts val="0"/>
              </a:spcBef>
              <a:spcAft>
                <a:spcPts val="0"/>
              </a:spcAft>
              <a:buNone/>
            </a:pPr>
            <a:endParaRPr lang="de-AT" dirty="0"/>
          </a:p>
          <a:p>
            <a:pPr marL="0" lvl="0" indent="0" algn="ctr" rtl="0">
              <a:spcBef>
                <a:spcPts val="0"/>
              </a:spcBef>
              <a:spcAft>
                <a:spcPts val="0"/>
              </a:spcAft>
              <a:buNone/>
            </a:pPr>
            <a:r>
              <a:rPr lang="en-US" dirty="0"/>
              <a:t>high </a:t>
            </a:r>
            <a:r>
              <a:rPr lang="en-US" dirty="0" err="1"/>
              <a:t>MetHb</a:t>
            </a:r>
            <a:r>
              <a:rPr lang="en-US" dirty="0"/>
              <a:t> </a:t>
            </a:r>
            <a:r>
              <a:rPr lang="en-US" dirty="0">
                <a:latin typeface="Aptos" panose="020B0004020202020204" pitchFamily="34" charset="0"/>
              </a:rPr>
              <a:t>➡️ </a:t>
            </a:r>
            <a:r>
              <a:rPr lang="en-US" dirty="0"/>
              <a:t>cyanosis, oxygen deprivation symptoms</a:t>
            </a:r>
            <a:endParaRPr dirty="0"/>
          </a:p>
        </p:txBody>
      </p:sp>
      <p:sp>
        <p:nvSpPr>
          <p:cNvPr id="269" name="Google Shape;269;p31"/>
          <p:cNvSpPr txBox="1">
            <a:spLocks noGrp="1"/>
          </p:cNvSpPr>
          <p:nvPr>
            <p:ph type="subTitle" idx="2"/>
          </p:nvPr>
        </p:nvSpPr>
        <p:spPr>
          <a:xfrm>
            <a:off x="1715375" y="2269350"/>
            <a:ext cx="2505600" cy="1996200"/>
          </a:xfrm>
          <a:prstGeom prst="rect">
            <a:avLst/>
          </a:prstGeom>
        </p:spPr>
        <p:txBody>
          <a:bodyPr spcFirstLastPara="1" wrap="square" lIns="91425" tIns="91425" rIns="91425" bIns="91425" anchor="t" anchorCtr="0">
            <a:noAutofit/>
          </a:bodyPr>
          <a:lstStyle/>
          <a:p>
            <a:pPr marL="0" indent="0"/>
            <a:r>
              <a:rPr lang="en-US" dirty="0"/>
              <a:t>iron is oxidized to Fe³⁺ instead of Fe²⁺ = </a:t>
            </a:r>
            <a:r>
              <a:rPr lang="en-US" dirty="0" err="1"/>
              <a:t>ferrihemoglobin</a:t>
            </a:r>
            <a:endParaRPr lang="en-US" dirty="0"/>
          </a:p>
          <a:p>
            <a:pPr marL="0" indent="0"/>
            <a:endParaRPr lang="en-US" dirty="0"/>
          </a:p>
          <a:p>
            <a:pPr marL="0" indent="0">
              <a:spcAft>
                <a:spcPts val="600"/>
              </a:spcAft>
            </a:pPr>
            <a:r>
              <a:rPr lang="en-US" dirty="0"/>
              <a:t>brownish in color and cannot reversibly bind oxygen</a:t>
            </a:r>
          </a:p>
          <a:p>
            <a:pPr marL="0" lvl="0" indent="0" algn="ctr" rtl="0">
              <a:spcBef>
                <a:spcPts val="0"/>
              </a:spcBef>
              <a:spcAft>
                <a:spcPts val="0"/>
              </a:spcAft>
            </a:pPr>
            <a:endParaRPr lang="en-US" dirty="0"/>
          </a:p>
        </p:txBody>
      </p:sp>
      <p:sp>
        <p:nvSpPr>
          <p:cNvPr id="270" name="Google Shape;270;p31"/>
          <p:cNvSpPr txBox="1">
            <a:spLocks noGrp="1"/>
          </p:cNvSpPr>
          <p:nvPr>
            <p:ph type="subTitle" idx="3"/>
          </p:nvPr>
        </p:nvSpPr>
        <p:spPr>
          <a:xfrm>
            <a:off x="1715375" y="1508452"/>
            <a:ext cx="2505600" cy="669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err="1"/>
              <a:t>MetHb</a:t>
            </a:r>
            <a:endParaRPr dirty="0"/>
          </a:p>
        </p:txBody>
      </p:sp>
      <p:sp>
        <p:nvSpPr>
          <p:cNvPr id="271" name="Google Shape;271;p31"/>
          <p:cNvSpPr/>
          <p:nvPr/>
        </p:nvSpPr>
        <p:spPr>
          <a:xfrm rot="-3870207">
            <a:off x="8260574" y="1844649"/>
            <a:ext cx="3211529" cy="3208364"/>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1"/>
          <p:cNvSpPr/>
          <p:nvPr/>
        </p:nvSpPr>
        <p:spPr>
          <a:xfrm rot="-3870207">
            <a:off x="7990201" y="1997127"/>
            <a:ext cx="3211529" cy="3208364"/>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3" name="Google Shape;273;p31"/>
          <p:cNvPicPr preferRelativeResize="0"/>
          <p:nvPr/>
        </p:nvPicPr>
        <p:blipFill>
          <a:blip r:embed="rId3">
            <a:alphaModFix/>
          </a:blip>
          <a:stretch>
            <a:fillRect/>
          </a:stretch>
        </p:blipFill>
        <p:spPr>
          <a:xfrm>
            <a:off x="7777362" y="3499445"/>
            <a:ext cx="1175967" cy="1213019"/>
          </a:xfrm>
          <a:prstGeom prst="rect">
            <a:avLst/>
          </a:prstGeom>
          <a:noFill/>
          <a:ln>
            <a:noFill/>
          </a:ln>
        </p:spPr>
      </p:pic>
      <p:pic>
        <p:nvPicPr>
          <p:cNvPr id="274" name="Google Shape;274;p31"/>
          <p:cNvPicPr preferRelativeResize="0"/>
          <p:nvPr/>
        </p:nvPicPr>
        <p:blipFill>
          <a:blip r:embed="rId4">
            <a:alphaModFix/>
          </a:blip>
          <a:stretch>
            <a:fillRect/>
          </a:stretch>
        </p:blipFill>
        <p:spPr>
          <a:xfrm>
            <a:off x="8529946" y="2489363"/>
            <a:ext cx="1338988" cy="1381168"/>
          </a:xfrm>
          <a:prstGeom prst="rect">
            <a:avLst/>
          </a:prstGeom>
          <a:noFill/>
          <a:ln>
            <a:noFill/>
          </a:ln>
        </p:spPr>
      </p:pic>
      <p:sp>
        <p:nvSpPr>
          <p:cNvPr id="275" name="Google Shape;275;p31"/>
          <p:cNvSpPr/>
          <p:nvPr/>
        </p:nvSpPr>
        <p:spPr>
          <a:xfrm rot="2700000">
            <a:off x="-2174823" y="1533424"/>
            <a:ext cx="2978623" cy="3270984"/>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1"/>
          <p:cNvSpPr/>
          <p:nvPr/>
        </p:nvSpPr>
        <p:spPr>
          <a:xfrm rot="2700000">
            <a:off x="-2142779" y="1313177"/>
            <a:ext cx="2978623" cy="3270984"/>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7" name="Google Shape;277;p31"/>
          <p:cNvPicPr preferRelativeResize="0"/>
          <p:nvPr/>
        </p:nvPicPr>
        <p:blipFill>
          <a:blip r:embed="rId3">
            <a:alphaModFix/>
          </a:blip>
          <a:stretch>
            <a:fillRect/>
          </a:stretch>
        </p:blipFill>
        <p:spPr>
          <a:xfrm rot="899992">
            <a:off x="-189753" y="2333661"/>
            <a:ext cx="1266841" cy="107941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C39229F2-0FDA-20CD-1171-C8626830B611}"/>
            </a:ext>
          </a:extLst>
        </p:cNvPr>
        <p:cNvGrpSpPr/>
        <p:nvPr/>
      </p:nvGrpSpPr>
      <p:grpSpPr>
        <a:xfrm>
          <a:off x="0" y="0"/>
          <a:ext cx="0" cy="0"/>
          <a:chOff x="0" y="0"/>
          <a:chExt cx="0" cy="0"/>
        </a:xfrm>
      </p:grpSpPr>
      <p:sp>
        <p:nvSpPr>
          <p:cNvPr id="479" name="Google Shape;479;p44">
            <a:extLst>
              <a:ext uri="{FF2B5EF4-FFF2-40B4-BE49-F238E27FC236}">
                <a16:creationId xmlns:a16="http://schemas.microsoft.com/office/drawing/2014/main" id="{2BC25FC3-8AF1-C23A-369E-05A0CC85558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AT" dirty="0" err="1"/>
              <a:t>Hemiglobincyanide</a:t>
            </a:r>
            <a:r>
              <a:rPr lang="de-AT" dirty="0"/>
              <a:t> </a:t>
            </a:r>
            <a:r>
              <a:rPr lang="de-AT" dirty="0">
                <a:solidFill>
                  <a:schemeClr val="tx2"/>
                </a:solidFill>
              </a:rPr>
              <a:t>Method</a:t>
            </a:r>
            <a:endParaRPr dirty="0">
              <a:solidFill>
                <a:schemeClr val="tx2"/>
              </a:solidFill>
            </a:endParaRPr>
          </a:p>
        </p:txBody>
      </p:sp>
      <p:graphicFrame>
        <p:nvGraphicFramePr>
          <p:cNvPr id="480" name="Google Shape;480;p44">
            <a:extLst>
              <a:ext uri="{FF2B5EF4-FFF2-40B4-BE49-F238E27FC236}">
                <a16:creationId xmlns:a16="http://schemas.microsoft.com/office/drawing/2014/main" id="{DB243D8A-9843-B79E-6EA2-3445F7E5E865}"/>
              </a:ext>
            </a:extLst>
          </p:cNvPr>
          <p:cNvGraphicFramePr/>
          <p:nvPr>
            <p:extLst>
              <p:ext uri="{D42A27DB-BD31-4B8C-83A1-F6EECF244321}">
                <p14:modId xmlns:p14="http://schemas.microsoft.com/office/powerpoint/2010/main" val="2155750287"/>
              </p:ext>
            </p:extLst>
          </p:nvPr>
        </p:nvGraphicFramePr>
        <p:xfrm>
          <a:off x="720000" y="1153576"/>
          <a:ext cx="3711950" cy="3414747"/>
        </p:xfrm>
        <a:graphic>
          <a:graphicData uri="http://schemas.openxmlformats.org/drawingml/2006/table">
            <a:tbl>
              <a:tblPr>
                <a:noFill/>
                <a:tableStyleId>{B25CB304-C0FD-46AB-B551-F50E89CAD5CD}</a:tableStyleId>
              </a:tblPr>
              <a:tblGrid>
                <a:gridCol w="1143000">
                  <a:extLst>
                    <a:ext uri="{9D8B030D-6E8A-4147-A177-3AD203B41FA5}">
                      <a16:colId xmlns:a16="http://schemas.microsoft.com/office/drawing/2014/main" val="20000"/>
                    </a:ext>
                  </a:extLst>
                </a:gridCol>
                <a:gridCol w="2568950">
                  <a:extLst>
                    <a:ext uri="{9D8B030D-6E8A-4147-A177-3AD203B41FA5}">
                      <a16:colId xmlns:a16="http://schemas.microsoft.com/office/drawing/2014/main" val="20001"/>
                    </a:ext>
                  </a:extLst>
                </a:gridCol>
              </a:tblGrid>
              <a:tr h="359773">
                <a:tc gridSpan="2">
                  <a:txBody>
                    <a:bodyPr/>
                    <a:lstStyle/>
                    <a:p>
                      <a:pPr marL="0" lvl="0" indent="0" algn="ctr" rtl="0">
                        <a:spcBef>
                          <a:spcPts val="0"/>
                        </a:spcBef>
                        <a:spcAft>
                          <a:spcPts val="0"/>
                        </a:spcAft>
                        <a:buNone/>
                      </a:pPr>
                      <a:r>
                        <a:rPr lang="en" sz="1800" dirty="0">
                          <a:solidFill>
                            <a:schemeClr val="lt1"/>
                          </a:solidFill>
                          <a:latin typeface="Poppins SemiBold"/>
                          <a:ea typeface="Poppins SemiBold"/>
                          <a:cs typeface="Poppins SemiBold"/>
                          <a:sym typeface="Poppins SemiBold"/>
                        </a:rPr>
                        <a:t>Components</a:t>
                      </a:r>
                      <a:endParaRPr dirty="0">
                        <a:solidFill>
                          <a:schemeClr val="lt1"/>
                        </a:solidFill>
                        <a:latin typeface="Poppins SemiBold"/>
                        <a:ea typeface="Poppins SemiBold"/>
                        <a:cs typeface="Poppins SemiBold"/>
                        <a:sym typeface="Poppins SemiBold"/>
                      </a:endParaRPr>
                    </a:p>
                  </a:txBody>
                  <a:tcPr marL="45700" marR="45700" marT="45700" marB="45700" anchor="b">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dk2"/>
                    </a:solidFill>
                  </a:tcPr>
                </a:tc>
                <a:tc hMerge="1">
                  <a:txBody>
                    <a:bodyPr/>
                    <a:lstStyle/>
                    <a:p>
                      <a:endParaRPr lang="de-DE"/>
                    </a:p>
                  </a:txBody>
                  <a:tcPr/>
                </a:tc>
                <a:extLst>
                  <a:ext uri="{0D108BD9-81ED-4DB2-BD59-A6C34878D82A}">
                    <a16:rowId xmlns:a16="http://schemas.microsoft.com/office/drawing/2014/main" val="10000"/>
                  </a:ext>
                </a:extLst>
              </a:tr>
              <a:tr h="608418">
                <a:tc>
                  <a:txBody>
                    <a:bodyPr/>
                    <a:lstStyle/>
                    <a:p>
                      <a:pPr marL="0" lvl="0" indent="0" algn="ctr" rtl="0">
                        <a:spcBef>
                          <a:spcPts val="0"/>
                        </a:spcBef>
                        <a:spcAft>
                          <a:spcPts val="0"/>
                        </a:spcAft>
                        <a:buNone/>
                      </a:pPr>
                      <a:r>
                        <a:rPr lang="en" sz="1200" dirty="0">
                          <a:solidFill>
                            <a:schemeClr val="lt1"/>
                          </a:solidFill>
                          <a:latin typeface="Poppins SemiBold"/>
                          <a:ea typeface="Poppins SemiBold"/>
                          <a:cs typeface="Poppins SemiBold"/>
                          <a:sym typeface="Poppins SemiBold"/>
                        </a:rPr>
                        <a:t>Drabkin’s reagent</a:t>
                      </a:r>
                      <a:endParaRPr sz="1200" dirty="0">
                        <a:solidFill>
                          <a:schemeClr val="lt1"/>
                        </a:solidFill>
                        <a:latin typeface="Poppins SemiBold"/>
                        <a:ea typeface="Poppins SemiBold"/>
                        <a:cs typeface="Poppins SemiBold"/>
                        <a:sym typeface="Poppins SemiBold"/>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de-AT" sz="1200" b="1" dirty="0" err="1">
                          <a:latin typeface="Comfortaa"/>
                          <a:ea typeface="Comfortaa"/>
                          <a:cs typeface="Comfortaa"/>
                          <a:sym typeface="Comfortaa"/>
                        </a:rPr>
                        <a:t>potassium</a:t>
                      </a:r>
                      <a:r>
                        <a:rPr lang="de-AT" sz="1200" b="1" dirty="0">
                          <a:latin typeface="Comfortaa"/>
                          <a:ea typeface="Comfortaa"/>
                          <a:cs typeface="Comfortaa"/>
                          <a:sym typeface="Comfortaa"/>
                        </a:rPr>
                        <a:t> </a:t>
                      </a:r>
                      <a:r>
                        <a:rPr lang="de-AT" sz="1200" b="1" dirty="0" err="1">
                          <a:latin typeface="Comfortaa"/>
                          <a:ea typeface="Comfortaa"/>
                          <a:cs typeface="Comfortaa"/>
                          <a:sym typeface="Comfortaa"/>
                        </a:rPr>
                        <a:t>ferricyanide</a:t>
                      </a:r>
                      <a:r>
                        <a:rPr lang="de-AT" sz="1200" b="1" dirty="0">
                          <a:latin typeface="Comfortaa"/>
                          <a:ea typeface="Comfortaa"/>
                          <a:cs typeface="Comfortaa"/>
                          <a:sym typeface="Comfortaa"/>
                        </a:rPr>
                        <a:t> KHC(III) </a:t>
                      </a:r>
                      <a:r>
                        <a:rPr lang="de-AT" sz="1200" dirty="0">
                          <a:latin typeface="Comfortaa"/>
                          <a:ea typeface="Comfortaa"/>
                          <a:cs typeface="Comfortaa"/>
                          <a:sym typeface="Comfortaa"/>
                        </a:rPr>
                        <a:t>and </a:t>
                      </a:r>
                      <a:r>
                        <a:rPr lang="de-AT" sz="1200" b="1" dirty="0" err="1">
                          <a:latin typeface="Comfortaa"/>
                          <a:ea typeface="Comfortaa"/>
                          <a:cs typeface="Comfortaa"/>
                          <a:sym typeface="Comfortaa"/>
                        </a:rPr>
                        <a:t>potassium</a:t>
                      </a:r>
                      <a:r>
                        <a:rPr lang="de-AT" sz="1200" b="1" dirty="0">
                          <a:latin typeface="Comfortaa"/>
                          <a:ea typeface="Comfortaa"/>
                          <a:cs typeface="Comfortaa"/>
                          <a:sym typeface="Comfortaa"/>
                        </a:rPr>
                        <a:t> </a:t>
                      </a:r>
                      <a:r>
                        <a:rPr lang="de-AT" sz="1200" b="1" dirty="0" err="1">
                          <a:latin typeface="Comfortaa"/>
                          <a:ea typeface="Comfortaa"/>
                          <a:cs typeface="Comfortaa"/>
                          <a:sym typeface="Comfortaa"/>
                        </a:rPr>
                        <a:t>cyanide</a:t>
                      </a:r>
                      <a:r>
                        <a:rPr lang="de-AT" sz="1200" b="1" dirty="0">
                          <a:latin typeface="Comfortaa"/>
                          <a:ea typeface="Comfortaa"/>
                          <a:cs typeface="Comfortaa"/>
                          <a:sym typeface="Comfortaa"/>
                        </a:rPr>
                        <a:t> KCN </a:t>
                      </a:r>
                      <a:endParaRPr sz="1200" b="1" dirty="0">
                        <a:latin typeface="Comfortaa"/>
                        <a:ea typeface="Comfortaa"/>
                        <a:cs typeface="Comfortaa"/>
                        <a:sym typeface="Comfortaa"/>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615355">
                <a:tc>
                  <a:txBody>
                    <a:bodyPr/>
                    <a:lstStyle/>
                    <a:p>
                      <a:pPr marL="0" lvl="0" indent="0" algn="ctr" rtl="0">
                        <a:spcBef>
                          <a:spcPts val="0"/>
                        </a:spcBef>
                        <a:spcAft>
                          <a:spcPts val="0"/>
                        </a:spcAft>
                        <a:buNone/>
                      </a:pPr>
                      <a:r>
                        <a:rPr lang="en-US" sz="1200" dirty="0">
                          <a:solidFill>
                            <a:schemeClr val="lt1"/>
                          </a:solidFill>
                          <a:latin typeface="Poppins SemiBold"/>
                          <a:ea typeface="Poppins SemiBold"/>
                          <a:cs typeface="Poppins SemiBold"/>
                          <a:sym typeface="Poppins SemiBold"/>
                        </a:rPr>
                        <a:t>Dilution</a:t>
                      </a:r>
                      <a:endParaRPr sz="1200" dirty="0">
                        <a:solidFill>
                          <a:schemeClr val="lt1"/>
                        </a:solidFill>
                        <a:latin typeface="Poppins SemiBold"/>
                        <a:ea typeface="Poppins SemiBold"/>
                        <a:cs typeface="Poppins SemiBold"/>
                        <a:sym typeface="Poppins SemiBold"/>
                      </a:endParaRPr>
                    </a:p>
                  </a:txBody>
                  <a:tcPr marL="45700" marR="45700" marT="45700" marB="45700" anchor="ctr">
                    <a:lnL w="9525" cap="flat" cmpd="sng">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US" sz="1200" dirty="0">
                          <a:latin typeface="Comfortaa"/>
                          <a:ea typeface="Comfortaa"/>
                          <a:cs typeface="Comfortaa"/>
                          <a:sym typeface="Comfortaa"/>
                        </a:rPr>
                        <a:t>blood sample in Drabkin’s solution diluted 1:250</a:t>
                      </a:r>
                      <a:endParaRPr sz="1200" dirty="0">
                        <a:latin typeface="Comfortaa"/>
                        <a:ea typeface="Comfortaa"/>
                        <a:cs typeface="Comfortaa"/>
                        <a:sym typeface="Comfortaa"/>
                      </a:endParaRPr>
                    </a:p>
                  </a:txBody>
                  <a:tcPr marL="45700" marR="45700" marT="45700" marB="45700" anchor="ctr">
                    <a:lnL w="9525" cap="flat" cmpd="sng" algn="ctr">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3734128757"/>
                  </a:ext>
                </a:extLst>
              </a:tr>
              <a:tr h="608418">
                <a:tc>
                  <a:txBody>
                    <a:bodyPr/>
                    <a:lstStyle/>
                    <a:p>
                      <a:pPr marL="0" lvl="0" indent="0" algn="ctr" rtl="0">
                        <a:spcBef>
                          <a:spcPts val="0"/>
                        </a:spcBef>
                        <a:spcAft>
                          <a:spcPts val="0"/>
                        </a:spcAft>
                        <a:buNone/>
                      </a:pPr>
                      <a:r>
                        <a:rPr lang="en" sz="1200" dirty="0">
                          <a:solidFill>
                            <a:schemeClr val="lt1"/>
                          </a:solidFill>
                          <a:latin typeface="Poppins SemiBold"/>
                          <a:ea typeface="Poppins SemiBold"/>
                          <a:cs typeface="Poppins SemiBold"/>
                          <a:sym typeface="Poppins SemiBold"/>
                        </a:rPr>
                        <a:t>Chemical reaction</a:t>
                      </a:r>
                      <a:endParaRPr sz="1200" dirty="0">
                        <a:solidFill>
                          <a:schemeClr val="lt1"/>
                        </a:solidFill>
                        <a:latin typeface="Poppins SemiBold"/>
                        <a:ea typeface="Poppins SemiBold"/>
                        <a:cs typeface="Poppins SemiBold"/>
                        <a:sym typeface="Poppins SemiBold"/>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dirty="0">
                          <a:latin typeface="Comfortaa"/>
                          <a:ea typeface="Comfortaa"/>
                          <a:cs typeface="Comfortaa"/>
                          <a:sym typeface="Comfortaa"/>
                        </a:rPr>
                        <a:t>hemoglobin and derivatives form </a:t>
                      </a:r>
                      <a:r>
                        <a:rPr lang="de-AT" sz="1200" b="1" dirty="0" err="1">
                          <a:latin typeface="Comfortaa"/>
                          <a:ea typeface="Comfortaa"/>
                          <a:cs typeface="Comfortaa"/>
                          <a:sym typeface="Comfortaa"/>
                        </a:rPr>
                        <a:t>cyanmethemoglobin</a:t>
                      </a:r>
                      <a:endParaRPr sz="1200" b="1" dirty="0">
                        <a:latin typeface="Comfortaa"/>
                        <a:ea typeface="Comfortaa"/>
                        <a:cs typeface="Comfortaa"/>
                        <a:sym typeface="Comfortaa"/>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608418">
                <a:tc>
                  <a:txBody>
                    <a:bodyPr/>
                    <a:lstStyle/>
                    <a:p>
                      <a:pPr marL="0" lvl="0" indent="0" algn="ctr" rtl="0">
                        <a:spcBef>
                          <a:spcPts val="0"/>
                        </a:spcBef>
                        <a:spcAft>
                          <a:spcPts val="0"/>
                        </a:spcAft>
                        <a:buNone/>
                      </a:pPr>
                      <a:r>
                        <a:rPr lang="en" sz="1200" dirty="0">
                          <a:solidFill>
                            <a:schemeClr val="lt1"/>
                          </a:solidFill>
                          <a:latin typeface="Poppins SemiBold"/>
                          <a:ea typeface="Poppins SemiBold"/>
                          <a:cs typeface="Poppins SemiBold"/>
                          <a:sym typeface="Poppins SemiBold"/>
                        </a:rPr>
                        <a:t>Wavelength measuring</a:t>
                      </a:r>
                      <a:endParaRPr sz="1200" dirty="0">
                        <a:solidFill>
                          <a:schemeClr val="lt1"/>
                        </a:solidFill>
                        <a:latin typeface="Poppins SemiBold"/>
                        <a:ea typeface="Poppins SemiBold"/>
                        <a:cs typeface="Poppins SemiBold"/>
                        <a:sym typeface="Poppins SemiBold"/>
                      </a:endParaRPr>
                    </a:p>
                  </a:txBody>
                  <a:tcPr marL="45700" marR="45700" marT="45700" marB="45700" anchor="ctr">
                    <a:lnL w="9525" cap="flat" cmpd="sng">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dirty="0">
                          <a:latin typeface="Comfortaa"/>
                          <a:ea typeface="Comfortaa"/>
                          <a:cs typeface="Comfortaa"/>
                          <a:sym typeface="Comfortaa"/>
                        </a:rPr>
                        <a:t>absorption measurement at </a:t>
                      </a:r>
                      <a:r>
                        <a:rPr lang="en" sz="1200" b="1" dirty="0">
                          <a:latin typeface="Comfortaa"/>
                          <a:ea typeface="Comfortaa"/>
                          <a:cs typeface="Comfortaa"/>
                          <a:sym typeface="Comfortaa"/>
                        </a:rPr>
                        <a:t>546nm</a:t>
                      </a:r>
                      <a:endParaRPr sz="1200" dirty="0">
                        <a:latin typeface="Comfortaa"/>
                        <a:ea typeface="Comfortaa"/>
                        <a:cs typeface="Comfortaa"/>
                        <a:sym typeface="Comfortaa"/>
                      </a:endParaRPr>
                    </a:p>
                  </a:txBody>
                  <a:tcPr marL="45700" marR="45700" marT="45700" marB="45700" anchor="ctr">
                    <a:lnL w="9525" cap="flat" cmpd="sng" algn="ctr">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608418">
                <a:tc>
                  <a:txBody>
                    <a:bodyPr/>
                    <a:lstStyle/>
                    <a:p>
                      <a:pPr marL="0" lvl="0" indent="0" algn="ctr" rtl="0">
                        <a:spcBef>
                          <a:spcPts val="0"/>
                        </a:spcBef>
                        <a:spcAft>
                          <a:spcPts val="0"/>
                        </a:spcAft>
                        <a:buNone/>
                      </a:pPr>
                      <a:r>
                        <a:rPr lang="en-US" sz="1200" dirty="0">
                          <a:solidFill>
                            <a:schemeClr val="lt1"/>
                          </a:solidFill>
                          <a:latin typeface="Poppins SemiBold"/>
                          <a:ea typeface="Poppins SemiBold"/>
                          <a:cs typeface="Poppins SemiBold"/>
                          <a:sym typeface="Poppins SemiBold"/>
                        </a:rPr>
                        <a:t>Beer-Lambert</a:t>
                      </a:r>
                      <a:endParaRPr sz="1200" dirty="0">
                        <a:solidFill>
                          <a:schemeClr val="lt1"/>
                        </a:solidFill>
                        <a:latin typeface="Poppins SemiBold"/>
                        <a:ea typeface="Poppins SemiBold"/>
                        <a:cs typeface="Poppins SemiBold"/>
                        <a:sym typeface="Poppins SemiBold"/>
                      </a:endParaRPr>
                    </a:p>
                  </a:txBody>
                  <a:tcPr marL="45700" marR="45700" marT="45700" marB="45700" anchor="ctr">
                    <a:lnL w="9525" cap="flat" cmpd="sng">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US" sz="1200" dirty="0">
                          <a:latin typeface="Comfortaa"/>
                          <a:ea typeface="Comfortaa"/>
                          <a:cs typeface="Comfortaa"/>
                          <a:sym typeface="Comfortaa"/>
                        </a:rPr>
                        <a:t>convert absorption value to Hb concentration</a:t>
                      </a:r>
                      <a:endParaRPr sz="1200" dirty="0">
                        <a:latin typeface="Comfortaa"/>
                        <a:ea typeface="Comfortaa"/>
                        <a:cs typeface="Comfortaa"/>
                        <a:sym typeface="Comfortaa"/>
                      </a:endParaRPr>
                    </a:p>
                  </a:txBody>
                  <a:tcPr marL="45700" marR="45700" marT="45700" marB="45700" anchor="ctr">
                    <a:lnL w="9525" cap="flat" cmpd="sng" algn="ctr">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396802922"/>
                  </a:ext>
                </a:extLst>
              </a:tr>
            </a:tbl>
          </a:graphicData>
        </a:graphic>
      </p:graphicFrame>
      <p:sp>
        <p:nvSpPr>
          <p:cNvPr id="481" name="Google Shape;481;p44">
            <a:extLst>
              <a:ext uri="{FF2B5EF4-FFF2-40B4-BE49-F238E27FC236}">
                <a16:creationId xmlns:a16="http://schemas.microsoft.com/office/drawing/2014/main" id="{68AD5291-8135-8F38-8369-8DB1B145D944}"/>
              </a:ext>
            </a:extLst>
          </p:cNvPr>
          <p:cNvSpPr txBox="1">
            <a:spLocks noGrp="1"/>
          </p:cNvSpPr>
          <p:nvPr>
            <p:ph type="subTitle" idx="4294967295"/>
          </p:nvPr>
        </p:nvSpPr>
        <p:spPr>
          <a:xfrm>
            <a:off x="4581425" y="3012522"/>
            <a:ext cx="3842700" cy="32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lt2"/>
                </a:solidFill>
                <a:latin typeface="Poppins SemiBold"/>
                <a:ea typeface="Poppins SemiBold"/>
                <a:cs typeface="Poppins SemiBold"/>
                <a:sym typeface="Poppins SemiBold"/>
              </a:rPr>
              <a:t>Goal</a:t>
            </a:r>
            <a:endParaRPr sz="1800" dirty="0">
              <a:solidFill>
                <a:schemeClr val="lt2"/>
              </a:solidFill>
              <a:latin typeface="Poppins SemiBold"/>
              <a:ea typeface="Poppins SemiBold"/>
              <a:cs typeface="Poppins SemiBold"/>
              <a:sym typeface="Poppins SemiBold"/>
            </a:endParaRPr>
          </a:p>
        </p:txBody>
      </p:sp>
      <p:sp>
        <p:nvSpPr>
          <p:cNvPr id="482" name="Google Shape;482;p44">
            <a:extLst>
              <a:ext uri="{FF2B5EF4-FFF2-40B4-BE49-F238E27FC236}">
                <a16:creationId xmlns:a16="http://schemas.microsoft.com/office/drawing/2014/main" id="{EB11ADB5-23D5-29E4-3D51-559621A8A5B9}"/>
              </a:ext>
            </a:extLst>
          </p:cNvPr>
          <p:cNvSpPr txBox="1">
            <a:spLocks noGrp="1"/>
          </p:cNvSpPr>
          <p:nvPr>
            <p:ph type="subTitle" idx="4294967295"/>
          </p:nvPr>
        </p:nvSpPr>
        <p:spPr>
          <a:xfrm>
            <a:off x="4581425" y="3333347"/>
            <a:ext cx="3842700" cy="1281900"/>
          </a:xfrm>
          <a:prstGeom prst="rect">
            <a:avLst/>
          </a:prstGeom>
        </p:spPr>
        <p:txBody>
          <a:bodyPr spcFirstLastPara="1" wrap="square" lIns="91425" tIns="91425" rIns="91425" bIns="91425" anchor="t" anchorCtr="0">
            <a:noAutofit/>
          </a:bodyPr>
          <a:lstStyle/>
          <a:p>
            <a:pPr marL="342900" lvl="0" indent="-304800" algn="l" rtl="0">
              <a:spcBef>
                <a:spcPts val="1000"/>
              </a:spcBef>
              <a:spcAft>
                <a:spcPts val="0"/>
              </a:spcAft>
              <a:buSzPts val="1200"/>
              <a:buChar char="●"/>
            </a:pPr>
            <a:r>
              <a:rPr lang="en-US" dirty="0"/>
              <a:t>hemoglobin in sample ➡️ single stable form </a:t>
            </a:r>
            <a:r>
              <a:rPr lang="en-US" b="1" dirty="0"/>
              <a:t>cyanmethemoglobin</a:t>
            </a:r>
          </a:p>
          <a:p>
            <a:pPr marL="342900" lvl="0" indent="-304800" algn="l" rtl="0">
              <a:spcBef>
                <a:spcPts val="1000"/>
              </a:spcBef>
              <a:spcAft>
                <a:spcPts val="0"/>
              </a:spcAft>
              <a:buSzPts val="1200"/>
              <a:buChar char="●"/>
            </a:pPr>
            <a:r>
              <a:rPr lang="de-AT" dirty="0" err="1"/>
              <a:t>photometric</a:t>
            </a:r>
            <a:r>
              <a:rPr lang="de-AT" dirty="0"/>
              <a:t> </a:t>
            </a:r>
            <a:r>
              <a:rPr lang="de-AT" dirty="0" err="1"/>
              <a:t>quantification</a:t>
            </a:r>
            <a:endParaRPr lang="en-US" dirty="0"/>
          </a:p>
        </p:txBody>
      </p:sp>
      <p:sp>
        <p:nvSpPr>
          <p:cNvPr id="2" name="Google Shape;483;p44">
            <a:extLst>
              <a:ext uri="{FF2B5EF4-FFF2-40B4-BE49-F238E27FC236}">
                <a16:creationId xmlns:a16="http://schemas.microsoft.com/office/drawing/2014/main" id="{A22A5026-1C7C-D7A0-8B8C-5B92E716E736}"/>
              </a:ext>
            </a:extLst>
          </p:cNvPr>
          <p:cNvSpPr txBox="1">
            <a:spLocks/>
          </p:cNvSpPr>
          <p:nvPr/>
        </p:nvSpPr>
        <p:spPr>
          <a:xfrm>
            <a:off x="4581422" y="1162691"/>
            <a:ext cx="3711900" cy="362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1pPr>
            <a:lvl2pPr marL="914400" marR="0" lvl="1"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2pPr>
            <a:lvl3pPr marL="1371600" marR="0" lvl="2"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3pPr>
            <a:lvl4pPr marL="1828800" marR="0" lvl="3"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4pPr>
            <a:lvl5pPr marL="2286000" marR="0" lvl="4"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5pPr>
            <a:lvl6pPr marL="2743200" marR="0" lvl="5"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6pPr>
            <a:lvl7pPr marL="3200400" marR="0" lvl="6"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7pPr>
            <a:lvl8pPr marL="3657600" marR="0" lvl="7"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8pPr>
            <a:lvl9pPr marL="4114800" marR="0" lvl="8"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9pPr>
          </a:lstStyle>
          <a:p>
            <a:pPr marL="0" indent="0">
              <a:buFont typeface="Comfortaa"/>
              <a:buNone/>
            </a:pPr>
            <a:r>
              <a:rPr lang="en-US" sz="1800">
                <a:solidFill>
                  <a:schemeClr val="lt2"/>
                </a:solidFill>
                <a:latin typeface="Poppins SemiBold"/>
                <a:ea typeface="Poppins SemiBold"/>
                <a:cs typeface="Poppins SemiBold"/>
                <a:sym typeface="Poppins SemiBold"/>
              </a:rPr>
              <a:t>General</a:t>
            </a:r>
            <a:endParaRPr lang="en-US" sz="1800" dirty="0">
              <a:solidFill>
                <a:schemeClr val="lt2"/>
              </a:solidFill>
              <a:latin typeface="Poppins SemiBold"/>
              <a:ea typeface="Poppins SemiBold"/>
              <a:cs typeface="Poppins SemiBold"/>
              <a:sym typeface="Poppins SemiBold"/>
            </a:endParaRPr>
          </a:p>
        </p:txBody>
      </p:sp>
      <p:sp>
        <p:nvSpPr>
          <p:cNvPr id="3" name="Google Shape;484;p44">
            <a:extLst>
              <a:ext uri="{FF2B5EF4-FFF2-40B4-BE49-F238E27FC236}">
                <a16:creationId xmlns:a16="http://schemas.microsoft.com/office/drawing/2014/main" id="{43B797D7-EA30-E619-A4F3-961E653680F3}"/>
              </a:ext>
            </a:extLst>
          </p:cNvPr>
          <p:cNvSpPr txBox="1">
            <a:spLocks/>
          </p:cNvSpPr>
          <p:nvPr/>
        </p:nvSpPr>
        <p:spPr>
          <a:xfrm>
            <a:off x="5136450" y="1588591"/>
            <a:ext cx="3292500" cy="581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1pPr>
            <a:lvl2pPr marL="914400" marR="0" lvl="1"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2pPr>
            <a:lvl3pPr marL="1371600" marR="0" lvl="2"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3pPr>
            <a:lvl4pPr marL="1828800" marR="0" lvl="3"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4pPr>
            <a:lvl5pPr marL="2286000" marR="0" lvl="4"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5pPr>
            <a:lvl6pPr marL="2743200" marR="0" lvl="5"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6pPr>
            <a:lvl7pPr marL="3200400" marR="0" lvl="6"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7pPr>
            <a:lvl8pPr marL="3657600" marR="0" lvl="7"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8pPr>
            <a:lvl9pPr marL="4114800" marR="0" lvl="8"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9pPr>
          </a:lstStyle>
          <a:p>
            <a:pPr marL="0" indent="0">
              <a:buFont typeface="Comfortaa"/>
              <a:buNone/>
            </a:pPr>
            <a:r>
              <a:rPr lang="en-US"/>
              <a:t>cyanmethemoglobin</a:t>
            </a:r>
            <a:r>
              <a:rPr lang="en-US" b="1"/>
              <a:t> </a:t>
            </a:r>
            <a:r>
              <a:rPr lang="en-US"/>
              <a:t>or </a:t>
            </a:r>
            <a:r>
              <a:rPr lang="en-US" b="1"/>
              <a:t>hemiglobincyanide</a:t>
            </a:r>
            <a:r>
              <a:rPr lang="en-US"/>
              <a:t> (HiCN) method</a:t>
            </a:r>
            <a:endParaRPr lang="en-US" dirty="0"/>
          </a:p>
        </p:txBody>
      </p:sp>
      <p:sp>
        <p:nvSpPr>
          <p:cNvPr id="4" name="Google Shape;485;p44">
            <a:extLst>
              <a:ext uri="{FF2B5EF4-FFF2-40B4-BE49-F238E27FC236}">
                <a16:creationId xmlns:a16="http://schemas.microsoft.com/office/drawing/2014/main" id="{F94E5E36-CA6B-4315-2DFD-01E919B570C3}"/>
              </a:ext>
            </a:extLst>
          </p:cNvPr>
          <p:cNvSpPr txBox="1">
            <a:spLocks/>
          </p:cNvSpPr>
          <p:nvPr/>
        </p:nvSpPr>
        <p:spPr>
          <a:xfrm>
            <a:off x="5136450" y="2274389"/>
            <a:ext cx="3292500" cy="581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1pPr>
            <a:lvl2pPr marL="914400" marR="0" lvl="1"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2pPr>
            <a:lvl3pPr marL="1371600" marR="0" lvl="2"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3pPr>
            <a:lvl4pPr marL="1828800" marR="0" lvl="3"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4pPr>
            <a:lvl5pPr marL="2286000" marR="0" lvl="4"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5pPr>
            <a:lvl6pPr marL="2743200" marR="0" lvl="5"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6pPr>
            <a:lvl7pPr marL="3200400" marR="0" lvl="6"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7pPr>
            <a:lvl8pPr marL="3657600" marR="0" lvl="7"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8pPr>
            <a:lvl9pPr marL="4114800" marR="0" lvl="8" indent="-304800" algn="l" rtl="0">
              <a:lnSpc>
                <a:spcPct val="100000"/>
              </a:lnSpc>
              <a:spcBef>
                <a:spcPts val="0"/>
              </a:spcBef>
              <a:spcAft>
                <a:spcPts val="0"/>
              </a:spcAft>
              <a:buClr>
                <a:schemeClr val="accent1"/>
              </a:buClr>
              <a:buSzPts val="1200"/>
              <a:buFont typeface="Comfortaa"/>
              <a:buChar char="■"/>
              <a:defRPr sz="1200" b="0" i="0" u="none" strike="noStrike" cap="none">
                <a:solidFill>
                  <a:schemeClr val="accent1"/>
                </a:solidFill>
                <a:latin typeface="Comfortaa"/>
                <a:ea typeface="Comfortaa"/>
                <a:cs typeface="Comfortaa"/>
                <a:sym typeface="Comfortaa"/>
              </a:defRPr>
            </a:lvl9pPr>
          </a:lstStyle>
          <a:p>
            <a:pPr marL="0" indent="0">
              <a:buFont typeface="Comfortaa"/>
              <a:buNone/>
            </a:pPr>
            <a:r>
              <a:rPr lang="en-US"/>
              <a:t>reference method recommended internationally for hemoglobin measurement</a:t>
            </a:r>
            <a:endParaRPr lang="en-US" dirty="0"/>
          </a:p>
        </p:txBody>
      </p:sp>
      <p:sp>
        <p:nvSpPr>
          <p:cNvPr id="5" name="Google Shape;486;p44">
            <a:extLst>
              <a:ext uri="{FF2B5EF4-FFF2-40B4-BE49-F238E27FC236}">
                <a16:creationId xmlns:a16="http://schemas.microsoft.com/office/drawing/2014/main" id="{4C06E6DA-FD3C-8870-8D25-A378E5573BAB}"/>
              </a:ext>
            </a:extLst>
          </p:cNvPr>
          <p:cNvSpPr/>
          <p:nvPr/>
        </p:nvSpPr>
        <p:spPr>
          <a:xfrm>
            <a:off x="4677825" y="1664791"/>
            <a:ext cx="362400" cy="36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chemeClr val="dk1"/>
                </a:solidFill>
                <a:latin typeface="Poppins"/>
                <a:ea typeface="Poppins"/>
                <a:cs typeface="Poppins"/>
                <a:sym typeface="Poppins"/>
              </a:rPr>
              <a:t>1</a:t>
            </a:r>
            <a:endParaRPr sz="2000" b="1" dirty="0">
              <a:solidFill>
                <a:schemeClr val="dk1"/>
              </a:solidFill>
              <a:latin typeface="Poppins"/>
              <a:ea typeface="Poppins"/>
              <a:cs typeface="Poppins"/>
              <a:sym typeface="Poppins"/>
            </a:endParaRPr>
          </a:p>
        </p:txBody>
      </p:sp>
      <p:sp>
        <p:nvSpPr>
          <p:cNvPr id="6" name="Google Shape;487;p44">
            <a:extLst>
              <a:ext uri="{FF2B5EF4-FFF2-40B4-BE49-F238E27FC236}">
                <a16:creationId xmlns:a16="http://schemas.microsoft.com/office/drawing/2014/main" id="{C6243541-7A9D-8BE5-347F-3FFF4B399B51}"/>
              </a:ext>
            </a:extLst>
          </p:cNvPr>
          <p:cNvSpPr/>
          <p:nvPr/>
        </p:nvSpPr>
        <p:spPr>
          <a:xfrm>
            <a:off x="4677825" y="2350591"/>
            <a:ext cx="362400" cy="36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dk1"/>
                </a:solidFill>
                <a:latin typeface="Poppins"/>
                <a:ea typeface="Poppins"/>
                <a:cs typeface="Poppins"/>
                <a:sym typeface="Poppins"/>
              </a:rPr>
              <a:t>2</a:t>
            </a:r>
            <a:endParaRPr sz="2000" b="1">
              <a:solidFill>
                <a:schemeClr val="dk1"/>
              </a:solidFill>
              <a:latin typeface="Poppins"/>
              <a:ea typeface="Poppins"/>
              <a:cs typeface="Poppins"/>
              <a:sym typeface="Poppins"/>
            </a:endParaRPr>
          </a:p>
        </p:txBody>
      </p:sp>
    </p:spTree>
    <p:extLst>
      <p:ext uri="{BB962C8B-B14F-4D97-AF65-F5344CB8AC3E}">
        <p14:creationId xmlns:p14="http://schemas.microsoft.com/office/powerpoint/2010/main" val="2137959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7">
          <a:extLst>
            <a:ext uri="{FF2B5EF4-FFF2-40B4-BE49-F238E27FC236}">
              <a16:creationId xmlns:a16="http://schemas.microsoft.com/office/drawing/2014/main" id="{2466530B-A596-1E9C-05A5-E0BCE31D5A90}"/>
            </a:ext>
          </a:extLst>
        </p:cNvPr>
        <p:cNvGrpSpPr/>
        <p:nvPr/>
      </p:nvGrpSpPr>
      <p:grpSpPr>
        <a:xfrm>
          <a:off x="0" y="0"/>
          <a:ext cx="0" cy="0"/>
          <a:chOff x="0" y="0"/>
          <a:chExt cx="0" cy="0"/>
        </a:xfrm>
      </p:grpSpPr>
      <p:sp>
        <p:nvSpPr>
          <p:cNvPr id="428" name="Google Shape;428;p41">
            <a:extLst>
              <a:ext uri="{FF2B5EF4-FFF2-40B4-BE49-F238E27FC236}">
                <a16:creationId xmlns:a16="http://schemas.microsoft.com/office/drawing/2014/main" id="{31D36D58-0A17-F30C-DE35-F0F20A95ACF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Reaction </a:t>
            </a:r>
            <a:r>
              <a:rPr lang="en" dirty="0">
                <a:solidFill>
                  <a:schemeClr val="lt2"/>
                </a:solidFill>
              </a:rPr>
              <a:t>pathway diagram</a:t>
            </a:r>
            <a:endParaRPr dirty="0">
              <a:solidFill>
                <a:schemeClr val="lt2"/>
              </a:solidFill>
            </a:endParaRPr>
          </a:p>
        </p:txBody>
      </p:sp>
      <p:sp>
        <p:nvSpPr>
          <p:cNvPr id="429" name="Google Shape;429;p41">
            <a:extLst>
              <a:ext uri="{FF2B5EF4-FFF2-40B4-BE49-F238E27FC236}">
                <a16:creationId xmlns:a16="http://schemas.microsoft.com/office/drawing/2014/main" id="{A727DD35-5DBB-1B5E-1C79-BBDF0F6B4C01}"/>
              </a:ext>
            </a:extLst>
          </p:cNvPr>
          <p:cNvSpPr/>
          <p:nvPr/>
        </p:nvSpPr>
        <p:spPr>
          <a:xfrm>
            <a:off x="837120" y="1150138"/>
            <a:ext cx="3748486" cy="459000"/>
          </a:xfrm>
          <a:prstGeom prst="rect">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lt1"/>
                </a:solidFill>
                <a:latin typeface="Poppins Medium"/>
                <a:ea typeface="Poppins Medium"/>
                <a:cs typeface="Poppins Medium"/>
                <a:sym typeface="Poppins Medium"/>
              </a:rPr>
              <a:t>Start</a:t>
            </a:r>
            <a:endParaRPr sz="1800" dirty="0">
              <a:solidFill>
                <a:schemeClr val="lt1"/>
              </a:solidFill>
              <a:latin typeface="Poppins Medium"/>
              <a:ea typeface="Poppins Medium"/>
              <a:cs typeface="Poppins Medium"/>
              <a:sym typeface="Poppins Medium"/>
            </a:endParaRPr>
          </a:p>
        </p:txBody>
      </p:sp>
      <p:sp>
        <p:nvSpPr>
          <p:cNvPr id="430" name="Google Shape;430;p41">
            <a:extLst>
              <a:ext uri="{FF2B5EF4-FFF2-40B4-BE49-F238E27FC236}">
                <a16:creationId xmlns:a16="http://schemas.microsoft.com/office/drawing/2014/main" id="{0B89ED46-D26B-42E5-B9E6-392BCDB307C9}"/>
              </a:ext>
            </a:extLst>
          </p:cNvPr>
          <p:cNvSpPr/>
          <p:nvPr/>
        </p:nvSpPr>
        <p:spPr>
          <a:xfrm>
            <a:off x="837122" y="1923975"/>
            <a:ext cx="1829400" cy="517800"/>
          </a:xfrm>
          <a:prstGeom prst="rect">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Poppins Medium"/>
                <a:ea typeface="Poppins Medium"/>
                <a:cs typeface="Poppins Medium"/>
                <a:sym typeface="Poppins Medium"/>
              </a:rPr>
              <a:t>Oxidization</a:t>
            </a:r>
            <a:endParaRPr dirty="0">
              <a:solidFill>
                <a:schemeClr val="lt1"/>
              </a:solidFill>
              <a:latin typeface="Poppins Medium"/>
              <a:ea typeface="Poppins Medium"/>
              <a:cs typeface="Poppins Medium"/>
              <a:sym typeface="Poppins Medium"/>
            </a:endParaRPr>
          </a:p>
        </p:txBody>
      </p:sp>
      <p:sp>
        <p:nvSpPr>
          <p:cNvPr id="432" name="Google Shape;432;p41">
            <a:extLst>
              <a:ext uri="{FF2B5EF4-FFF2-40B4-BE49-F238E27FC236}">
                <a16:creationId xmlns:a16="http://schemas.microsoft.com/office/drawing/2014/main" id="{C821B5E8-64D5-3914-A369-3EF1A3B5C77A}"/>
              </a:ext>
            </a:extLst>
          </p:cNvPr>
          <p:cNvSpPr/>
          <p:nvPr/>
        </p:nvSpPr>
        <p:spPr>
          <a:xfrm>
            <a:off x="2756210" y="1923975"/>
            <a:ext cx="1829400" cy="517800"/>
          </a:xfrm>
          <a:prstGeom prst="rect">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latin typeface="Poppins Medium"/>
                <a:ea typeface="Poppins Medium"/>
                <a:cs typeface="Poppins Medium"/>
                <a:sym typeface="Poppins Medium"/>
              </a:rPr>
              <a:t>Stabilization</a:t>
            </a:r>
            <a:endParaRPr dirty="0">
              <a:solidFill>
                <a:schemeClr val="lt1"/>
              </a:solidFill>
              <a:latin typeface="Poppins Medium"/>
              <a:ea typeface="Poppins Medium"/>
              <a:cs typeface="Poppins Medium"/>
              <a:sym typeface="Poppins Medium"/>
            </a:endParaRPr>
          </a:p>
        </p:txBody>
      </p:sp>
      <p:cxnSp>
        <p:nvCxnSpPr>
          <p:cNvPr id="434" name="Google Shape;434;p41">
            <a:extLst>
              <a:ext uri="{FF2B5EF4-FFF2-40B4-BE49-F238E27FC236}">
                <a16:creationId xmlns:a16="http://schemas.microsoft.com/office/drawing/2014/main" id="{F51B32CD-B655-4EC3-B333-3CEE010AE6F1}"/>
              </a:ext>
            </a:extLst>
          </p:cNvPr>
          <p:cNvCxnSpPr>
            <a:cxnSpLocks/>
            <a:stCxn id="429" idx="2"/>
            <a:endCxn id="430" idx="0"/>
          </p:cNvCxnSpPr>
          <p:nvPr/>
        </p:nvCxnSpPr>
        <p:spPr>
          <a:xfrm rot="5400000">
            <a:off x="2074175" y="1286786"/>
            <a:ext cx="314837" cy="959541"/>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436" name="Google Shape;436;p41">
            <a:extLst>
              <a:ext uri="{FF2B5EF4-FFF2-40B4-BE49-F238E27FC236}">
                <a16:creationId xmlns:a16="http://schemas.microsoft.com/office/drawing/2014/main" id="{9DABE291-4B46-2F79-952F-E1F683293110}"/>
              </a:ext>
            </a:extLst>
          </p:cNvPr>
          <p:cNvCxnSpPr>
            <a:stCxn id="430" idx="2"/>
            <a:endCxn id="437" idx="0"/>
          </p:cNvCxnSpPr>
          <p:nvPr/>
        </p:nvCxnSpPr>
        <p:spPr>
          <a:xfrm rot="-5400000" flipH="1">
            <a:off x="1689122" y="2504475"/>
            <a:ext cx="126000" cy="600"/>
          </a:xfrm>
          <a:prstGeom prst="bentConnector3">
            <a:avLst>
              <a:gd name="adj1" fmla="val 49990"/>
            </a:avLst>
          </a:prstGeom>
          <a:noFill/>
          <a:ln w="9525" cap="flat" cmpd="sng">
            <a:solidFill>
              <a:schemeClr val="dk2"/>
            </a:solidFill>
            <a:prstDash val="solid"/>
            <a:round/>
            <a:headEnd type="none" w="med" len="med"/>
            <a:tailEnd type="none" w="med" len="med"/>
          </a:ln>
        </p:spPr>
      </p:cxnSp>
      <p:sp>
        <p:nvSpPr>
          <p:cNvPr id="437" name="Google Shape;437;p41">
            <a:extLst>
              <a:ext uri="{FF2B5EF4-FFF2-40B4-BE49-F238E27FC236}">
                <a16:creationId xmlns:a16="http://schemas.microsoft.com/office/drawing/2014/main" id="{C7FD7E1A-6BC1-108D-1C2B-B5FA74090DEA}"/>
              </a:ext>
            </a:extLst>
          </p:cNvPr>
          <p:cNvSpPr/>
          <p:nvPr/>
        </p:nvSpPr>
        <p:spPr>
          <a:xfrm>
            <a:off x="837120" y="2567750"/>
            <a:ext cx="1829400" cy="1480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dirty="0">
              <a:latin typeface="Comfortaa"/>
              <a:ea typeface="Comfortaa"/>
              <a:cs typeface="Comfortaa"/>
              <a:sym typeface="Comfortaa"/>
            </a:endParaRPr>
          </a:p>
        </p:txBody>
      </p:sp>
      <p:sp>
        <p:nvSpPr>
          <p:cNvPr id="441" name="Google Shape;441;p41">
            <a:extLst>
              <a:ext uri="{FF2B5EF4-FFF2-40B4-BE49-F238E27FC236}">
                <a16:creationId xmlns:a16="http://schemas.microsoft.com/office/drawing/2014/main" id="{7D026A17-88F6-5CB2-1114-F5507FA82B9A}"/>
              </a:ext>
            </a:extLst>
          </p:cNvPr>
          <p:cNvSpPr/>
          <p:nvPr/>
        </p:nvSpPr>
        <p:spPr>
          <a:xfrm>
            <a:off x="837120" y="4256600"/>
            <a:ext cx="3748486" cy="351900"/>
          </a:xfrm>
          <a:prstGeom prst="rect">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lt1"/>
                </a:solidFill>
                <a:latin typeface="Poppins Medium"/>
                <a:ea typeface="Poppins Medium"/>
                <a:cs typeface="Poppins Medium"/>
                <a:sym typeface="Poppins Medium"/>
              </a:rPr>
              <a:t>End</a:t>
            </a:r>
            <a:endParaRPr sz="1800">
              <a:solidFill>
                <a:schemeClr val="lt1"/>
              </a:solidFill>
              <a:latin typeface="Poppins Medium"/>
              <a:ea typeface="Poppins Medium"/>
              <a:cs typeface="Poppins Medium"/>
              <a:sym typeface="Poppins Medium"/>
            </a:endParaRPr>
          </a:p>
        </p:txBody>
      </p:sp>
      <p:cxnSp>
        <p:nvCxnSpPr>
          <p:cNvPr id="442" name="Google Shape;442;p41">
            <a:extLst>
              <a:ext uri="{FF2B5EF4-FFF2-40B4-BE49-F238E27FC236}">
                <a16:creationId xmlns:a16="http://schemas.microsoft.com/office/drawing/2014/main" id="{AE34B5F9-FD1F-417E-D6BF-4877E336E1C7}"/>
              </a:ext>
            </a:extLst>
          </p:cNvPr>
          <p:cNvCxnSpPr>
            <a:cxnSpLocks/>
            <a:stCxn id="444" idx="2"/>
            <a:endCxn id="441" idx="0"/>
          </p:cNvCxnSpPr>
          <p:nvPr/>
        </p:nvCxnSpPr>
        <p:spPr>
          <a:xfrm rot="5400000">
            <a:off x="3086960" y="3672654"/>
            <a:ext cx="208350" cy="959543"/>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443" name="Google Shape;443;p41">
            <a:extLst>
              <a:ext uri="{FF2B5EF4-FFF2-40B4-BE49-F238E27FC236}">
                <a16:creationId xmlns:a16="http://schemas.microsoft.com/office/drawing/2014/main" id="{9FA2068F-5560-E35D-F2E1-BEEEFCEA3554}"/>
              </a:ext>
            </a:extLst>
          </p:cNvPr>
          <p:cNvCxnSpPr>
            <a:stCxn id="432" idx="2"/>
            <a:endCxn id="444" idx="0"/>
          </p:cNvCxnSpPr>
          <p:nvPr/>
        </p:nvCxnSpPr>
        <p:spPr>
          <a:xfrm rot="-5400000" flipH="1">
            <a:off x="3608210" y="2504475"/>
            <a:ext cx="126000" cy="600"/>
          </a:xfrm>
          <a:prstGeom prst="bentConnector3">
            <a:avLst>
              <a:gd name="adj1" fmla="val 49990"/>
            </a:avLst>
          </a:prstGeom>
          <a:noFill/>
          <a:ln w="9525" cap="flat" cmpd="sng">
            <a:solidFill>
              <a:schemeClr val="dk2"/>
            </a:solidFill>
            <a:prstDash val="solid"/>
            <a:round/>
            <a:headEnd type="none" w="med" len="med"/>
            <a:tailEnd type="none" w="med" len="med"/>
          </a:ln>
        </p:spPr>
      </p:cxnSp>
      <p:sp>
        <p:nvSpPr>
          <p:cNvPr id="444" name="Google Shape;444;p41">
            <a:extLst>
              <a:ext uri="{FF2B5EF4-FFF2-40B4-BE49-F238E27FC236}">
                <a16:creationId xmlns:a16="http://schemas.microsoft.com/office/drawing/2014/main" id="{4BA7A51A-E421-A562-D387-2B0D950E73F6}"/>
              </a:ext>
            </a:extLst>
          </p:cNvPr>
          <p:cNvSpPr/>
          <p:nvPr/>
        </p:nvSpPr>
        <p:spPr>
          <a:xfrm>
            <a:off x="2756206" y="2567750"/>
            <a:ext cx="1829400" cy="1480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1000" dirty="0">
                <a:latin typeface="Comfortaa"/>
                <a:ea typeface="Comfortaa"/>
                <a:cs typeface="Comfortaa"/>
                <a:sym typeface="Comfortaa"/>
              </a:rPr>
              <a:t> </a:t>
            </a:r>
            <a:r>
              <a:rPr lang="en-US" sz="1000" dirty="0" err="1">
                <a:latin typeface="Comfortaa"/>
                <a:ea typeface="Comfortaa"/>
                <a:cs typeface="Comfortaa"/>
                <a:sym typeface="Comfortaa"/>
              </a:rPr>
              <a:t>MetHb</a:t>
            </a:r>
            <a:r>
              <a:rPr lang="en-US" sz="1000" dirty="0">
                <a:latin typeface="Comfortaa"/>
                <a:ea typeface="Comfortaa"/>
                <a:cs typeface="Comfortaa"/>
                <a:sym typeface="Comfortaa"/>
              </a:rPr>
              <a:t> + CN⁻ ➡️ </a:t>
            </a:r>
            <a:r>
              <a:rPr lang="en-US" sz="1000" dirty="0" err="1">
                <a:latin typeface="Comfortaa"/>
                <a:ea typeface="Comfortaa"/>
                <a:cs typeface="Comfortaa"/>
                <a:sym typeface="Comfortaa"/>
              </a:rPr>
              <a:t>HiCN</a:t>
            </a:r>
            <a:r>
              <a:rPr lang="en-US" sz="1000" dirty="0">
                <a:latin typeface="Comfortaa"/>
                <a:ea typeface="Comfortaa"/>
                <a:cs typeface="Comfortaa"/>
                <a:sym typeface="Comfortaa"/>
              </a:rPr>
              <a:t> (Cyanmethemoglobin)</a:t>
            </a:r>
          </a:p>
        </p:txBody>
      </p:sp>
      <p:cxnSp>
        <p:nvCxnSpPr>
          <p:cNvPr id="446" name="Google Shape;446;p41">
            <a:extLst>
              <a:ext uri="{FF2B5EF4-FFF2-40B4-BE49-F238E27FC236}">
                <a16:creationId xmlns:a16="http://schemas.microsoft.com/office/drawing/2014/main" id="{98D4C68B-F330-921E-A828-466638D0BA53}"/>
              </a:ext>
            </a:extLst>
          </p:cNvPr>
          <p:cNvCxnSpPr>
            <a:stCxn id="430" idx="3"/>
            <a:endCxn id="432" idx="1"/>
          </p:cNvCxnSpPr>
          <p:nvPr/>
        </p:nvCxnSpPr>
        <p:spPr>
          <a:xfrm>
            <a:off x="2666522" y="2182875"/>
            <a:ext cx="89700" cy="600"/>
          </a:xfrm>
          <a:prstGeom prst="bentConnector3">
            <a:avLst>
              <a:gd name="adj1" fmla="val 49993"/>
            </a:avLst>
          </a:prstGeom>
          <a:noFill/>
          <a:ln w="9525" cap="flat" cmpd="sng">
            <a:solidFill>
              <a:schemeClr val="dk2"/>
            </a:solidFill>
            <a:prstDash val="solid"/>
            <a:round/>
            <a:headEnd type="none" w="med" len="med"/>
            <a:tailEnd type="none" w="med" len="med"/>
          </a:ln>
        </p:spPr>
      </p:cxnSp>
      <p:pic>
        <p:nvPicPr>
          <p:cNvPr id="1026" name="Picture 2">
            <a:extLst>
              <a:ext uri="{FF2B5EF4-FFF2-40B4-BE49-F238E27FC236}">
                <a16:creationId xmlns:a16="http://schemas.microsoft.com/office/drawing/2014/main" id="{DB008201-48D3-8DFA-8783-4C42597C21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5384" y="1150138"/>
            <a:ext cx="4123761" cy="2115576"/>
          </a:xfrm>
          <a:prstGeom prst="rect">
            <a:avLst/>
          </a:prstGeom>
          <a:noFill/>
          <a:extLst>
            <a:ext uri="{909E8E84-426E-40DD-AFC4-6F175D3DCCD1}">
              <a14:hiddenFill xmlns:a14="http://schemas.microsoft.com/office/drawing/2010/main">
                <a:solidFill>
                  <a:srgbClr val="FFFFFF"/>
                </a:solidFill>
              </a14:hiddenFill>
            </a:ext>
          </a:extLst>
        </p:spPr>
      </p:pic>
      <p:pic>
        <p:nvPicPr>
          <p:cNvPr id="9" name="Google Shape;261;p30">
            <a:extLst>
              <a:ext uri="{FF2B5EF4-FFF2-40B4-BE49-F238E27FC236}">
                <a16:creationId xmlns:a16="http://schemas.microsoft.com/office/drawing/2014/main" id="{26142903-3E88-53A9-25C7-E0201301D95A}"/>
              </a:ext>
            </a:extLst>
          </p:cNvPr>
          <p:cNvPicPr preferRelativeResize="0"/>
          <p:nvPr/>
        </p:nvPicPr>
        <p:blipFill>
          <a:blip r:embed="rId4">
            <a:alphaModFix/>
          </a:blip>
          <a:stretch>
            <a:fillRect/>
          </a:stretch>
        </p:blipFill>
        <p:spPr>
          <a:xfrm rot="16200000">
            <a:off x="8325406" y="2791617"/>
            <a:ext cx="1175967" cy="1213019"/>
          </a:xfrm>
          <a:prstGeom prst="rect">
            <a:avLst/>
          </a:prstGeom>
          <a:noFill/>
          <a:ln>
            <a:noFill/>
          </a:ln>
        </p:spPr>
      </p:pic>
      <p:sp>
        <p:nvSpPr>
          <p:cNvPr id="10" name="Google Shape;444;p41">
            <a:extLst>
              <a:ext uri="{FF2B5EF4-FFF2-40B4-BE49-F238E27FC236}">
                <a16:creationId xmlns:a16="http://schemas.microsoft.com/office/drawing/2014/main" id="{AAC695B9-37F4-0C5A-BF8B-1ED6474B4250}"/>
              </a:ext>
            </a:extLst>
          </p:cNvPr>
          <p:cNvSpPr/>
          <p:nvPr/>
        </p:nvSpPr>
        <p:spPr>
          <a:xfrm>
            <a:off x="837120" y="2575726"/>
            <a:ext cx="1829400" cy="1480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1000" dirty="0">
                <a:latin typeface="Comfortaa"/>
                <a:ea typeface="Comfortaa"/>
                <a:cs typeface="Comfortaa"/>
                <a:sym typeface="Comfortaa"/>
              </a:rPr>
              <a:t> Hb (Fe²⁺) + ferricyanide ➡️ </a:t>
            </a:r>
            <a:r>
              <a:rPr lang="en-US" sz="1000" dirty="0" err="1">
                <a:latin typeface="Comfortaa"/>
                <a:ea typeface="Comfortaa"/>
                <a:cs typeface="Comfortaa"/>
                <a:sym typeface="Comfortaa"/>
              </a:rPr>
              <a:t>MetHb</a:t>
            </a:r>
            <a:r>
              <a:rPr lang="en-US" sz="1000" dirty="0">
                <a:latin typeface="Comfortaa"/>
                <a:ea typeface="Comfortaa"/>
                <a:cs typeface="Comfortaa"/>
                <a:sym typeface="Comfortaa"/>
              </a:rPr>
              <a:t> (Fe³⁺)</a:t>
            </a:r>
          </a:p>
        </p:txBody>
      </p:sp>
    </p:spTree>
    <p:extLst>
      <p:ext uri="{BB962C8B-B14F-4D97-AF65-F5344CB8AC3E}">
        <p14:creationId xmlns:p14="http://schemas.microsoft.com/office/powerpoint/2010/main" val="2174059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Photometric </a:t>
            </a:r>
            <a:r>
              <a:rPr lang="en" dirty="0">
                <a:solidFill>
                  <a:schemeClr val="lt2"/>
                </a:solidFill>
              </a:rPr>
              <a:t>measurement</a:t>
            </a:r>
            <a:endParaRPr dirty="0">
              <a:solidFill>
                <a:schemeClr val="lt2"/>
              </a:solidFill>
            </a:endParaRPr>
          </a:p>
        </p:txBody>
      </p:sp>
      <p:sp>
        <p:nvSpPr>
          <p:cNvPr id="307" name="Google Shape;307;p34"/>
          <p:cNvSpPr txBox="1">
            <a:spLocks noGrp="1"/>
          </p:cNvSpPr>
          <p:nvPr>
            <p:ph type="subTitle" idx="1"/>
          </p:nvPr>
        </p:nvSpPr>
        <p:spPr>
          <a:xfrm>
            <a:off x="756000" y="1770135"/>
            <a:ext cx="2296800" cy="118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Many diseases occur more frequently in certain age brackets</a:t>
            </a:r>
            <a:endParaRPr/>
          </a:p>
        </p:txBody>
      </p:sp>
      <p:sp>
        <p:nvSpPr>
          <p:cNvPr id="308" name="Google Shape;308;p34"/>
          <p:cNvSpPr txBox="1">
            <a:spLocks noGrp="1"/>
          </p:cNvSpPr>
          <p:nvPr>
            <p:ph type="subTitle" idx="2"/>
          </p:nvPr>
        </p:nvSpPr>
        <p:spPr>
          <a:xfrm>
            <a:off x="3425400" y="1770125"/>
            <a:ext cx="2295000" cy="118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Some diseases have a hereditary component and can be passed down through families</a:t>
            </a:r>
            <a:endParaRPr/>
          </a:p>
        </p:txBody>
      </p:sp>
      <p:sp>
        <p:nvSpPr>
          <p:cNvPr id="309" name="Google Shape;309;p34"/>
          <p:cNvSpPr txBox="1">
            <a:spLocks noGrp="1"/>
          </p:cNvSpPr>
          <p:nvPr>
            <p:ph type="subTitle" idx="3"/>
          </p:nvPr>
        </p:nvSpPr>
        <p:spPr>
          <a:xfrm>
            <a:off x="756000" y="3487976"/>
            <a:ext cx="2296800" cy="118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l-GR" dirty="0"/>
              <a:t>λ = 546</a:t>
            </a:r>
            <a:r>
              <a:rPr lang="de-AT" dirty="0" err="1"/>
              <a:t>nm</a:t>
            </a:r>
            <a:r>
              <a:rPr lang="de-AT" dirty="0"/>
              <a:t> ≈ 540nm </a:t>
            </a:r>
            <a:r>
              <a:rPr lang="de-AT" dirty="0" err="1"/>
              <a:t>peak</a:t>
            </a: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zero using a </a:t>
            </a:r>
            <a:r>
              <a:rPr lang="en-US" b="1" dirty="0"/>
              <a:t>blank</a:t>
            </a:r>
            <a:r>
              <a:rPr lang="en-US" dirty="0"/>
              <a:t> cuvette containing only Drabkin’s solution</a:t>
            </a:r>
            <a:endParaRPr dirty="0"/>
          </a:p>
        </p:txBody>
      </p:sp>
      <p:sp>
        <p:nvSpPr>
          <p:cNvPr id="310" name="Google Shape;310;p34"/>
          <p:cNvSpPr txBox="1">
            <a:spLocks noGrp="1"/>
          </p:cNvSpPr>
          <p:nvPr>
            <p:ph type="subTitle" idx="4"/>
          </p:nvPr>
        </p:nvSpPr>
        <p:spPr>
          <a:xfrm>
            <a:off x="3425400" y="3487975"/>
            <a:ext cx="2295000" cy="118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AT" dirty="0" err="1"/>
              <a:t>absorbance</a:t>
            </a:r>
            <a:r>
              <a:rPr lang="de-AT" dirty="0"/>
              <a:t> </a:t>
            </a:r>
            <a:r>
              <a:rPr lang="de-AT" dirty="0" err="1"/>
              <a:t>proportianal</a:t>
            </a:r>
            <a:r>
              <a:rPr lang="de-AT" dirty="0"/>
              <a:t> </a:t>
            </a:r>
            <a:r>
              <a:rPr lang="de-AT" dirty="0" err="1"/>
              <a:t>to</a:t>
            </a:r>
            <a:r>
              <a:rPr lang="de-AT" dirty="0"/>
              <a:t> </a:t>
            </a:r>
            <a:r>
              <a:rPr lang="de-AT" dirty="0" err="1"/>
              <a:t>the</a:t>
            </a:r>
            <a:r>
              <a:rPr lang="de-AT" dirty="0"/>
              <a:t> Hb </a:t>
            </a:r>
            <a:r>
              <a:rPr lang="de-AT" dirty="0" err="1"/>
              <a:t>concentration</a:t>
            </a:r>
            <a:endParaRPr lang="de-AT" dirty="0"/>
          </a:p>
          <a:p>
            <a:pPr marL="0" lvl="0" indent="0" algn="ctr" rtl="0">
              <a:spcBef>
                <a:spcPts val="0"/>
              </a:spcBef>
              <a:spcAft>
                <a:spcPts val="0"/>
              </a:spcAft>
              <a:buNone/>
            </a:pPr>
            <a:endParaRPr lang="de-AT" dirty="0"/>
          </a:p>
          <a:p>
            <a:pPr marL="0" lvl="0" indent="0" algn="ctr" rtl="0">
              <a:spcBef>
                <a:spcPts val="0"/>
              </a:spcBef>
              <a:spcAft>
                <a:spcPts val="0"/>
              </a:spcAft>
              <a:buNone/>
            </a:pPr>
            <a:r>
              <a:rPr lang="de-AT" dirty="0"/>
              <a:t>Beer-Lambert </a:t>
            </a:r>
            <a:r>
              <a:rPr lang="de-AT" dirty="0" err="1"/>
              <a:t>equation</a:t>
            </a:r>
            <a:r>
              <a:rPr lang="de-AT" dirty="0"/>
              <a:t> E₅₄₆ </a:t>
            </a:r>
            <a:r>
              <a:rPr lang="de-AT" dirty="0" err="1"/>
              <a:t>to</a:t>
            </a:r>
            <a:r>
              <a:rPr lang="de-AT" dirty="0"/>
              <a:t> Hb </a:t>
            </a:r>
            <a:r>
              <a:rPr lang="de-AT" dirty="0" err="1"/>
              <a:t>concentration</a:t>
            </a:r>
            <a:endParaRPr dirty="0"/>
          </a:p>
        </p:txBody>
      </p:sp>
      <p:sp>
        <p:nvSpPr>
          <p:cNvPr id="311" name="Google Shape;311;p34"/>
          <p:cNvSpPr txBox="1">
            <a:spLocks noGrp="1"/>
          </p:cNvSpPr>
          <p:nvPr>
            <p:ph type="subTitle" idx="7"/>
          </p:nvPr>
        </p:nvSpPr>
        <p:spPr>
          <a:xfrm>
            <a:off x="760517" y="1336275"/>
            <a:ext cx="22878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Age</a:t>
            </a:r>
            <a:endParaRPr dirty="0"/>
          </a:p>
        </p:txBody>
      </p:sp>
      <p:sp>
        <p:nvSpPr>
          <p:cNvPr id="312" name="Google Shape;312;p34"/>
          <p:cNvSpPr txBox="1">
            <a:spLocks noGrp="1"/>
          </p:cNvSpPr>
          <p:nvPr>
            <p:ph type="subTitle" idx="8"/>
          </p:nvPr>
        </p:nvSpPr>
        <p:spPr>
          <a:xfrm>
            <a:off x="3429909" y="1336263"/>
            <a:ext cx="22860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Genetics</a:t>
            </a:r>
            <a:endParaRPr/>
          </a:p>
        </p:txBody>
      </p:sp>
      <p:sp>
        <p:nvSpPr>
          <p:cNvPr id="313" name="Google Shape;313;p34"/>
          <p:cNvSpPr txBox="1">
            <a:spLocks noGrp="1"/>
          </p:cNvSpPr>
          <p:nvPr>
            <p:ph type="subTitle" idx="9"/>
          </p:nvPr>
        </p:nvSpPr>
        <p:spPr>
          <a:xfrm>
            <a:off x="6097501" y="1336263"/>
            <a:ext cx="22860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Waiting time</a:t>
            </a:r>
            <a:endParaRPr dirty="0"/>
          </a:p>
        </p:txBody>
      </p:sp>
      <p:sp>
        <p:nvSpPr>
          <p:cNvPr id="314" name="Google Shape;314;p34"/>
          <p:cNvSpPr txBox="1">
            <a:spLocks noGrp="1"/>
          </p:cNvSpPr>
          <p:nvPr>
            <p:ph type="subTitle" idx="5"/>
          </p:nvPr>
        </p:nvSpPr>
        <p:spPr>
          <a:xfrm>
            <a:off x="6093000" y="1770125"/>
            <a:ext cx="2295000" cy="118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sample reaction time: 3-5 minutes</a:t>
            </a:r>
          </a:p>
          <a:p>
            <a:pPr marL="0" lvl="0" indent="0" algn="ctr" rtl="0">
              <a:spcBef>
                <a:spcPts val="0"/>
              </a:spcBef>
              <a:spcAft>
                <a:spcPts val="0"/>
              </a:spcAft>
              <a:buNone/>
            </a:pPr>
            <a:endParaRPr lang="en" dirty="0"/>
          </a:p>
          <a:p>
            <a:pPr marL="0" lvl="0" indent="0" algn="ctr" rtl="0">
              <a:spcBef>
                <a:spcPts val="0"/>
              </a:spcBef>
              <a:spcAft>
                <a:spcPts val="0"/>
              </a:spcAft>
              <a:buNone/>
            </a:pPr>
            <a:r>
              <a:rPr lang="en" dirty="0"/>
              <a:t>HiCN contained in solution</a:t>
            </a:r>
            <a:endParaRPr dirty="0"/>
          </a:p>
        </p:txBody>
      </p:sp>
      <p:sp>
        <p:nvSpPr>
          <p:cNvPr id="315" name="Google Shape;315;p34"/>
          <p:cNvSpPr txBox="1">
            <a:spLocks noGrp="1"/>
          </p:cNvSpPr>
          <p:nvPr>
            <p:ph type="subTitle" idx="6"/>
          </p:nvPr>
        </p:nvSpPr>
        <p:spPr>
          <a:xfrm>
            <a:off x="6093000" y="3487975"/>
            <a:ext cx="2295000" cy="118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AT" dirty="0" err="1"/>
              <a:t>Drabkin’s</a:t>
            </a:r>
            <a:r>
              <a:rPr lang="de-AT" dirty="0"/>
              <a:t> </a:t>
            </a:r>
            <a:r>
              <a:rPr lang="de-AT" dirty="0" err="1"/>
              <a:t>reagent</a:t>
            </a:r>
            <a:r>
              <a:rPr lang="de-AT" dirty="0"/>
              <a:t> </a:t>
            </a:r>
            <a:r>
              <a:rPr lang="de-AT" dirty="0" err="1"/>
              <a:t>contains</a:t>
            </a:r>
            <a:r>
              <a:rPr lang="de-AT" dirty="0"/>
              <a:t> </a:t>
            </a:r>
            <a:r>
              <a:rPr lang="de-AT" dirty="0" err="1"/>
              <a:t>cyanide</a:t>
            </a:r>
            <a:endParaRPr lang="de-AT" dirty="0"/>
          </a:p>
          <a:p>
            <a:pPr marL="0" lvl="0" indent="0" algn="ctr" rtl="0">
              <a:spcBef>
                <a:spcPts val="0"/>
              </a:spcBef>
              <a:spcAft>
                <a:spcPts val="0"/>
              </a:spcAft>
              <a:buNone/>
            </a:pPr>
            <a:endParaRPr lang="de-AT" dirty="0"/>
          </a:p>
          <a:p>
            <a:pPr marL="0" lvl="0" indent="0" algn="ctr" rtl="0">
              <a:spcBef>
                <a:spcPts val="0"/>
              </a:spcBef>
              <a:spcAft>
                <a:spcPts val="0"/>
              </a:spcAft>
              <a:buNone/>
            </a:pPr>
            <a:r>
              <a:rPr lang="de-AT" dirty="0"/>
              <a:t>handle </a:t>
            </a:r>
            <a:r>
              <a:rPr lang="de-AT" dirty="0" err="1"/>
              <a:t>with</a:t>
            </a:r>
            <a:r>
              <a:rPr lang="de-AT" dirty="0"/>
              <a:t> care, </a:t>
            </a:r>
            <a:r>
              <a:rPr lang="de-AT" dirty="0" err="1"/>
              <a:t>prevent</a:t>
            </a:r>
            <a:r>
              <a:rPr lang="de-AT" dirty="0"/>
              <a:t> </a:t>
            </a:r>
            <a:r>
              <a:rPr lang="de-AT" dirty="0" err="1"/>
              <a:t>excessive</a:t>
            </a:r>
            <a:r>
              <a:rPr lang="de-AT" dirty="0"/>
              <a:t> </a:t>
            </a:r>
            <a:r>
              <a:rPr lang="de-AT" dirty="0" err="1"/>
              <a:t>breathing</a:t>
            </a:r>
            <a:r>
              <a:rPr lang="de-AT" dirty="0"/>
              <a:t> in</a:t>
            </a:r>
            <a:endParaRPr dirty="0"/>
          </a:p>
        </p:txBody>
      </p:sp>
      <p:sp>
        <p:nvSpPr>
          <p:cNvPr id="316" name="Google Shape;316;p34"/>
          <p:cNvSpPr txBox="1">
            <a:spLocks noGrp="1"/>
          </p:cNvSpPr>
          <p:nvPr>
            <p:ph type="subTitle" idx="13"/>
          </p:nvPr>
        </p:nvSpPr>
        <p:spPr>
          <a:xfrm>
            <a:off x="760517" y="3050903"/>
            <a:ext cx="22878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Setup</a:t>
            </a:r>
            <a:endParaRPr dirty="0"/>
          </a:p>
        </p:txBody>
      </p:sp>
      <p:sp>
        <p:nvSpPr>
          <p:cNvPr id="317" name="Google Shape;317;p34"/>
          <p:cNvSpPr txBox="1">
            <a:spLocks noGrp="1"/>
          </p:cNvSpPr>
          <p:nvPr>
            <p:ph type="subTitle" idx="14"/>
          </p:nvPr>
        </p:nvSpPr>
        <p:spPr>
          <a:xfrm>
            <a:off x="3429909" y="3050900"/>
            <a:ext cx="22860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Measurement</a:t>
            </a:r>
            <a:endParaRPr dirty="0"/>
          </a:p>
        </p:txBody>
      </p:sp>
      <p:sp>
        <p:nvSpPr>
          <p:cNvPr id="318" name="Google Shape;318;p34"/>
          <p:cNvSpPr txBox="1">
            <a:spLocks noGrp="1"/>
          </p:cNvSpPr>
          <p:nvPr>
            <p:ph type="subTitle" idx="15"/>
          </p:nvPr>
        </p:nvSpPr>
        <p:spPr>
          <a:xfrm>
            <a:off x="6097501" y="3050900"/>
            <a:ext cx="22860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Safety</a:t>
            </a:r>
            <a:endParaRPr dirty="0"/>
          </a:p>
        </p:txBody>
      </p:sp>
      <p:pic>
        <p:nvPicPr>
          <p:cNvPr id="7" name="Grafik 6" descr="Ein Bild, das Screenshot, Design enthält.">
            <a:extLst>
              <a:ext uri="{FF2B5EF4-FFF2-40B4-BE49-F238E27FC236}">
                <a16:creationId xmlns:a16="http://schemas.microsoft.com/office/drawing/2014/main" id="{A224F3C9-F3CF-1E5F-9CC6-D64773A5407B}"/>
              </a:ext>
            </a:extLst>
          </p:cNvPr>
          <p:cNvPicPr>
            <a:picLocks noChangeAspect="1"/>
          </p:cNvPicPr>
          <p:nvPr/>
        </p:nvPicPr>
        <p:blipFill>
          <a:blip r:embed="rId3"/>
          <a:stretch>
            <a:fillRect/>
          </a:stretch>
        </p:blipFill>
        <p:spPr>
          <a:xfrm>
            <a:off x="834012" y="1081533"/>
            <a:ext cx="5258987" cy="18301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18FB2E4E-2042-2EB7-BD83-6972B0E006EC}"/>
            </a:ext>
          </a:extLst>
        </p:cNvPr>
        <p:cNvGrpSpPr/>
        <p:nvPr/>
      </p:nvGrpSpPr>
      <p:grpSpPr>
        <a:xfrm>
          <a:off x="0" y="0"/>
          <a:ext cx="0" cy="0"/>
          <a:chOff x="0" y="0"/>
          <a:chExt cx="0" cy="0"/>
        </a:xfrm>
      </p:grpSpPr>
      <p:sp>
        <p:nvSpPr>
          <p:cNvPr id="258" name="Google Shape;258;p30">
            <a:extLst>
              <a:ext uri="{FF2B5EF4-FFF2-40B4-BE49-F238E27FC236}">
                <a16:creationId xmlns:a16="http://schemas.microsoft.com/office/drawing/2014/main" id="{300B287B-B99C-5E9B-48A9-48BF1192200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Beer-Lambert </a:t>
            </a:r>
            <a:r>
              <a:rPr lang="en" dirty="0">
                <a:solidFill>
                  <a:schemeClr val="lt2"/>
                </a:solidFill>
              </a:rPr>
              <a:t>law</a:t>
            </a:r>
            <a:endParaRPr dirty="0">
              <a:solidFill>
                <a:schemeClr val="lt2"/>
              </a:solidFill>
            </a:endParaRPr>
          </a:p>
        </p:txBody>
      </p:sp>
      <mc:AlternateContent xmlns:mc="http://schemas.openxmlformats.org/markup-compatibility/2006">
        <mc:Choice xmlns:a14="http://schemas.microsoft.com/office/drawing/2010/main" Requires="a14">
          <p:sp>
            <p:nvSpPr>
              <p:cNvPr id="259" name="Google Shape;259;p30">
                <a:extLst>
                  <a:ext uri="{FF2B5EF4-FFF2-40B4-BE49-F238E27FC236}">
                    <a16:creationId xmlns:a16="http://schemas.microsoft.com/office/drawing/2014/main" id="{663F0247-7753-4ECB-65F8-39B2F4FE91E8}"/>
                  </a:ext>
                </a:extLst>
              </p:cNvPr>
              <p:cNvSpPr txBox="1">
                <a:spLocks noGrp="1"/>
              </p:cNvSpPr>
              <p:nvPr>
                <p:ph type="body" idx="1"/>
              </p:nvPr>
            </p:nvSpPr>
            <p:spPr>
              <a:xfrm>
                <a:off x="720000" y="1611800"/>
                <a:ext cx="3566400" cy="2301900"/>
              </a:xfrm>
              <a:prstGeom prst="rect">
                <a:avLst/>
              </a:prstGeom>
            </p:spPr>
            <p:txBody>
              <a:bodyPr spcFirstLastPara="1" wrap="square" lIns="91425" tIns="91425" rIns="91425" bIns="91425" anchor="t" anchorCtr="0">
                <a:noAutofit/>
              </a:bodyPr>
              <a:lstStyle/>
              <a:p>
                <a:pPr marL="457200" lvl="0" indent="-317500" algn="l" rtl="0">
                  <a:spcBef>
                    <a:spcPts val="1000"/>
                  </a:spcBef>
                  <a:spcAft>
                    <a:spcPts val="0"/>
                  </a:spcAft>
                  <a:buSzPts val="1400"/>
                  <a:buChar char="●"/>
                </a:pPr>
                <a:r>
                  <a:rPr lang="de-AT" dirty="0"/>
                  <a:t>A = </a:t>
                </a:r>
                <a:r>
                  <a:rPr lang="el-GR" dirty="0"/>
                  <a:t>ε·ℓ·</a:t>
                </a:r>
                <a:r>
                  <a:rPr lang="de-AT" dirty="0"/>
                  <a:t>c</a:t>
                </a:r>
              </a:p>
              <a:p>
                <a:pPr lvl="0">
                  <a:spcBef>
                    <a:spcPts val="1000"/>
                  </a:spcBef>
                </a:pP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𝐴</m:t>
                        </m:r>
                      </m:num>
                      <m:den>
                        <m:r>
                          <m:rPr>
                            <m:nor/>
                          </m:rPr>
                          <a:rPr lang="el-GR" dirty="0"/>
                          <m:t>ε</m:t>
                        </m:r>
                      </m:den>
                    </m:f>
                    <m:r>
                      <a:rPr lang="en-US" i="1">
                        <a:latin typeface="Cambria Math" panose="02040503050406030204" pitchFamily="18" charset="0"/>
                        <a:ea typeface="Cambria Math" panose="02040503050406030204" pitchFamily="18" charset="0"/>
                      </a:rPr>
                      <m:t>×</m:t>
                    </m:r>
                    <m:r>
                      <m:rPr>
                        <m:nor/>
                      </m:rPr>
                      <a:rPr lang="el-GR" dirty="0"/>
                      <m:t>ℓ</m:t>
                    </m:r>
                  </m:oMath>
                </a14:m>
                <a:endParaRPr lang="en-US" dirty="0">
                  <a:solidFill>
                    <a:schemeClr val="accent1"/>
                  </a:solidFill>
                </a:endParaRPr>
              </a:p>
              <a:p>
                <a:pPr marL="457200" lvl="0" indent="-317500" algn="l" rtl="0">
                  <a:spcBef>
                    <a:spcPts val="1000"/>
                  </a:spcBef>
                  <a:spcAft>
                    <a:spcPts val="0"/>
                  </a:spcAft>
                  <a:buSzPts val="1400"/>
                  <a:buChar char="●"/>
                </a:pPr>
                <a14:m>
                  <m:oMath xmlns:m="http://schemas.openxmlformats.org/officeDocument/2006/math">
                    <m:r>
                      <m:rPr>
                        <m:nor/>
                      </m:rPr>
                      <a:rPr lang="el-GR" dirty="0" smtClean="0"/>
                      <m:t>ε</m:t>
                    </m:r>
                    <m:r>
                      <m:rPr>
                        <m:nor/>
                      </m:rPr>
                      <a:rPr lang="en-US" b="0" i="0" dirty="0" smtClean="0"/>
                      <m:t> </m:t>
                    </m:r>
                    <m:r>
                      <m:rPr>
                        <m:nor/>
                      </m:rPr>
                      <a:rPr lang="en-US" b="0" i="0" dirty="0" smtClean="0"/>
                      <m:t>= </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1</m:t>
                        </m:r>
                        <m:r>
                          <a:rPr lang="en-US" b="0" i="1" dirty="0" smtClean="0">
                            <a:latin typeface="Cambria Math" panose="02040503050406030204" pitchFamily="18" charset="0"/>
                          </a:rPr>
                          <m:t> </m:t>
                        </m:r>
                        <m:r>
                          <a:rPr lang="en-US" b="0" i="1" dirty="0" smtClean="0">
                            <a:latin typeface="Cambria Math" panose="02040503050406030204" pitchFamily="18" charset="0"/>
                          </a:rPr>
                          <m:t>474</m:t>
                        </m:r>
                        <m:r>
                          <a:rPr lang="en-US" b="0" i="1" dirty="0" smtClean="0">
                            <a:latin typeface="Cambria Math" panose="02040503050406030204" pitchFamily="18" charset="0"/>
                          </a:rPr>
                          <m:t> </m:t>
                        </m:r>
                        <m:r>
                          <a:rPr lang="en-US" b="0" i="1" dirty="0" smtClean="0">
                            <a:latin typeface="Cambria Math" panose="02040503050406030204" pitchFamily="18" charset="0"/>
                          </a:rPr>
                          <m:t>600</m:t>
                        </m:r>
                        <m:r>
                          <a:rPr lang="en-US" b="0" i="1" dirty="0" smtClean="0">
                            <a:latin typeface="Cambria Math" panose="02040503050406030204" pitchFamily="18" charset="0"/>
                          </a:rPr>
                          <m:t> </m:t>
                        </m:r>
                        <m:r>
                          <a:rPr lang="en-US" b="0" i="1" dirty="0" smtClean="0">
                            <a:latin typeface="Cambria Math" panose="02040503050406030204" pitchFamily="18" charset="0"/>
                          </a:rPr>
                          <m:t>000</m:t>
                        </m:r>
                      </m:den>
                    </m:f>
                  </m:oMath>
                </a14:m>
                <a:endParaRPr lang="en-US" dirty="0">
                  <a:solidFill>
                    <a:schemeClr val="accent1"/>
                  </a:solidFill>
                </a:endParaRPr>
              </a:p>
              <a:p>
                <a:pPr lvl="0">
                  <a:spcBef>
                    <a:spcPts val="1000"/>
                  </a:spcBef>
                </a:pPr>
                <a14:m>
                  <m:oMath xmlns:m="http://schemas.openxmlformats.org/officeDocument/2006/math">
                    <m:r>
                      <m:rPr>
                        <m:nor/>
                      </m:rPr>
                      <a:rPr lang="el-GR" dirty="0"/>
                      <m:t>ℓ</m:t>
                    </m:r>
                  </m:oMath>
                </a14:m>
                <a:r>
                  <a:rPr lang="en-US" dirty="0">
                    <a:solidFill>
                      <a:schemeClr val="accent1"/>
                    </a:solidFill>
                  </a:rPr>
                  <a:t> = 0.01m Cuvette Thickness</a:t>
                </a:r>
              </a:p>
              <a:p>
                <a:pPr>
                  <a:spcBef>
                    <a:spcPts val="1000"/>
                  </a:spcBef>
                </a:pP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𝑔</m:t>
                            </m:r>
                          </m:num>
                          <m:den>
                            <m:r>
                              <a:rPr lang="en-US" b="0" i="1" smtClean="0">
                                <a:latin typeface="Cambria Math" panose="02040503050406030204" pitchFamily="18" charset="0"/>
                              </a:rPr>
                              <m:t>𝑑𝑙</m:t>
                            </m:r>
                          </m:den>
                        </m:f>
                      </m:e>
                    </m:d>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14</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746</m:t>
                    </m:r>
                  </m:oMath>
                </a14:m>
                <a:endParaRPr lang="en-US" dirty="0">
                  <a:solidFill>
                    <a:schemeClr val="accent1"/>
                  </a:solidFill>
                </a:endParaRPr>
              </a:p>
            </p:txBody>
          </p:sp>
        </mc:Choice>
        <mc:Fallback>
          <p:sp>
            <p:nvSpPr>
              <p:cNvPr id="259" name="Google Shape;259;p30">
                <a:extLst>
                  <a:ext uri="{FF2B5EF4-FFF2-40B4-BE49-F238E27FC236}">
                    <a16:creationId xmlns:a16="http://schemas.microsoft.com/office/drawing/2014/main" id="{663F0247-7753-4ECB-65F8-39B2F4FE91E8}"/>
                  </a:ext>
                </a:extLst>
              </p:cNvPr>
              <p:cNvSpPr txBox="1">
                <a:spLocks noGrp="1" noRot="1" noChangeAspect="1" noMove="1" noResize="1" noEditPoints="1" noAdjustHandles="1" noChangeArrowheads="1" noChangeShapeType="1" noTextEdit="1"/>
              </p:cNvSpPr>
              <p:nvPr>
                <p:ph type="body" idx="1"/>
              </p:nvPr>
            </p:nvSpPr>
            <p:spPr>
              <a:xfrm>
                <a:off x="720000" y="1611800"/>
                <a:ext cx="3566400" cy="2301900"/>
              </a:xfrm>
              <a:prstGeom prst="rect">
                <a:avLst/>
              </a:prstGeom>
              <a:blipFill>
                <a:blip r:embed="rId3"/>
                <a:stretch>
                  <a:fillRect/>
                </a:stretch>
              </a:blipFill>
            </p:spPr>
            <p:txBody>
              <a:bodyPr/>
              <a:lstStyle/>
              <a:p>
                <a:r>
                  <a:rPr lang="de-AT">
                    <a:noFill/>
                  </a:rPr>
                  <a:t> </a:t>
                </a:r>
              </a:p>
            </p:txBody>
          </p:sp>
        </mc:Fallback>
      </mc:AlternateContent>
      <p:pic>
        <p:nvPicPr>
          <p:cNvPr id="260" name="Google Shape;260;p30">
            <a:extLst>
              <a:ext uri="{FF2B5EF4-FFF2-40B4-BE49-F238E27FC236}">
                <a16:creationId xmlns:a16="http://schemas.microsoft.com/office/drawing/2014/main" id="{EEC5B4CD-AB2E-08B9-32BB-0C9A5F541BA5}"/>
              </a:ext>
            </a:extLst>
          </p:cNvPr>
          <p:cNvPicPr preferRelativeResize="0">
            <a:picLocks noGrp="1"/>
          </p:cNvPicPr>
          <p:nvPr>
            <p:ph type="pic" idx="2"/>
          </p:nvPr>
        </p:nvPicPr>
        <p:blipFill rotWithShape="1">
          <a:blip r:embed="rId4"/>
          <a:srcRect l="17400" t="8719" r="18818" b="6195"/>
          <a:stretch/>
        </p:blipFill>
        <p:spPr>
          <a:xfrm>
            <a:off x="5014127" y="1441480"/>
            <a:ext cx="3315957" cy="2909455"/>
          </a:xfrm>
          <a:prstGeom prst="rect">
            <a:avLst/>
          </a:prstGeom>
        </p:spPr>
      </p:pic>
      <p:pic>
        <p:nvPicPr>
          <p:cNvPr id="261" name="Google Shape;261;p30">
            <a:extLst>
              <a:ext uri="{FF2B5EF4-FFF2-40B4-BE49-F238E27FC236}">
                <a16:creationId xmlns:a16="http://schemas.microsoft.com/office/drawing/2014/main" id="{B0EDBFA6-AAB3-8A52-A8F7-84E228EDA2ED}"/>
              </a:ext>
            </a:extLst>
          </p:cNvPr>
          <p:cNvPicPr preferRelativeResize="0"/>
          <p:nvPr/>
        </p:nvPicPr>
        <p:blipFill>
          <a:blip r:embed="rId5">
            <a:alphaModFix/>
          </a:blip>
          <a:stretch>
            <a:fillRect/>
          </a:stretch>
        </p:blipFill>
        <p:spPr>
          <a:xfrm rot="16678880">
            <a:off x="4567754" y="607564"/>
            <a:ext cx="1175967" cy="1213019"/>
          </a:xfrm>
          <a:prstGeom prst="rect">
            <a:avLst/>
          </a:prstGeom>
          <a:noFill/>
          <a:ln>
            <a:noFill/>
          </a:ln>
        </p:spPr>
      </p:pic>
    </p:spTree>
    <p:extLst>
      <p:ext uri="{BB962C8B-B14F-4D97-AF65-F5344CB8AC3E}">
        <p14:creationId xmlns:p14="http://schemas.microsoft.com/office/powerpoint/2010/main" val="205307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Reflotron </a:t>
            </a:r>
            <a:r>
              <a:rPr lang="en" dirty="0">
                <a:solidFill>
                  <a:schemeClr val="lt2"/>
                </a:solidFill>
              </a:rPr>
              <a:t>as alternative</a:t>
            </a:r>
            <a:endParaRPr dirty="0">
              <a:solidFill>
                <a:schemeClr val="lt2"/>
              </a:solidFill>
            </a:endParaRPr>
          </a:p>
        </p:txBody>
      </p:sp>
      <p:sp>
        <p:nvSpPr>
          <p:cNvPr id="283" name="Google Shape;283;p32"/>
          <p:cNvSpPr txBox="1">
            <a:spLocks noGrp="1"/>
          </p:cNvSpPr>
          <p:nvPr>
            <p:ph type="subTitle" idx="4"/>
          </p:nvPr>
        </p:nvSpPr>
        <p:spPr>
          <a:xfrm>
            <a:off x="937625" y="1806675"/>
            <a:ext cx="23451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de-AT" dirty="0">
                <a:solidFill>
                  <a:schemeClr val="lt2"/>
                </a:solidFill>
              </a:rPr>
              <a:t>System</a:t>
            </a:r>
            <a:r>
              <a:rPr lang="en" dirty="0">
                <a:solidFill>
                  <a:schemeClr val="lt2"/>
                </a:solidFill>
              </a:rPr>
              <a:t> </a:t>
            </a:r>
            <a:endParaRPr dirty="0">
              <a:solidFill>
                <a:schemeClr val="lt2"/>
              </a:solidFill>
            </a:endParaRPr>
          </a:p>
        </p:txBody>
      </p:sp>
      <p:sp>
        <p:nvSpPr>
          <p:cNvPr id="284" name="Google Shape;284;p32"/>
          <p:cNvSpPr txBox="1">
            <a:spLocks noGrp="1"/>
          </p:cNvSpPr>
          <p:nvPr>
            <p:ph type="subTitle" idx="5"/>
          </p:nvPr>
        </p:nvSpPr>
        <p:spPr>
          <a:xfrm>
            <a:off x="3484350" y="1806676"/>
            <a:ext cx="23409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de-AT" dirty="0" err="1">
                <a:solidFill>
                  <a:schemeClr val="lt2"/>
                </a:solidFill>
              </a:rPr>
              <a:t>How</a:t>
            </a:r>
            <a:r>
              <a:rPr lang="de-AT" dirty="0">
                <a:solidFill>
                  <a:schemeClr val="lt2"/>
                </a:solidFill>
              </a:rPr>
              <a:t> </a:t>
            </a:r>
            <a:r>
              <a:rPr lang="de-AT" dirty="0" err="1">
                <a:solidFill>
                  <a:schemeClr val="lt2"/>
                </a:solidFill>
              </a:rPr>
              <a:t>it</a:t>
            </a:r>
            <a:r>
              <a:rPr lang="de-AT" dirty="0">
                <a:solidFill>
                  <a:schemeClr val="lt2"/>
                </a:solidFill>
              </a:rPr>
              <a:t> </a:t>
            </a:r>
            <a:r>
              <a:rPr lang="de-AT" dirty="0" err="1">
                <a:solidFill>
                  <a:schemeClr val="lt2"/>
                </a:solidFill>
              </a:rPr>
              <a:t>works</a:t>
            </a:r>
            <a:endParaRPr dirty="0">
              <a:solidFill>
                <a:schemeClr val="lt2"/>
              </a:solidFill>
            </a:endParaRPr>
          </a:p>
        </p:txBody>
      </p:sp>
      <p:sp>
        <p:nvSpPr>
          <p:cNvPr id="285" name="Google Shape;285;p32"/>
          <p:cNvSpPr txBox="1">
            <a:spLocks noGrp="1"/>
          </p:cNvSpPr>
          <p:nvPr>
            <p:ph type="subTitle" idx="1"/>
          </p:nvPr>
        </p:nvSpPr>
        <p:spPr>
          <a:xfrm>
            <a:off x="937625" y="2426874"/>
            <a:ext cx="2345100" cy="150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AT" b="1" dirty="0" err="1"/>
              <a:t>reflectance</a:t>
            </a:r>
            <a:r>
              <a:rPr lang="de-AT" b="1" dirty="0"/>
              <a:t> </a:t>
            </a:r>
            <a:r>
              <a:rPr lang="de-AT" b="1" dirty="0" err="1"/>
              <a:t>photometer</a:t>
            </a:r>
            <a:endParaRPr lang="de-AT" b="1" dirty="0"/>
          </a:p>
          <a:p>
            <a:pPr marL="0" lvl="0" indent="0" algn="ctr" rtl="0">
              <a:spcBef>
                <a:spcPts val="0"/>
              </a:spcBef>
              <a:spcAft>
                <a:spcPts val="0"/>
              </a:spcAft>
              <a:buNone/>
            </a:pPr>
            <a:endParaRPr lang="de-AT" b="1" dirty="0"/>
          </a:p>
          <a:p>
            <a:pPr marL="0" lvl="0" indent="0" algn="ctr" rtl="0">
              <a:spcBef>
                <a:spcPts val="0"/>
              </a:spcBef>
              <a:spcAft>
                <a:spcPts val="0"/>
              </a:spcAft>
              <a:buNone/>
            </a:pPr>
            <a:r>
              <a:rPr lang="de-AT" dirty="0"/>
              <a:t>dry </a:t>
            </a:r>
            <a:r>
              <a:rPr lang="de-AT" dirty="0" err="1"/>
              <a:t>reagent</a:t>
            </a:r>
            <a:r>
              <a:rPr lang="de-AT" dirty="0"/>
              <a:t> </a:t>
            </a:r>
            <a:r>
              <a:rPr lang="de-AT" b="1" dirty="0" err="1"/>
              <a:t>test</a:t>
            </a:r>
            <a:r>
              <a:rPr lang="de-AT" b="1" dirty="0"/>
              <a:t> </a:t>
            </a:r>
            <a:r>
              <a:rPr lang="de-AT" b="1" dirty="0" err="1"/>
              <a:t>strips</a:t>
            </a:r>
            <a:endParaRPr lang="de-AT" b="1" dirty="0"/>
          </a:p>
          <a:p>
            <a:pPr marL="0" lvl="0" indent="0" algn="ctr" rtl="0">
              <a:spcBef>
                <a:spcPts val="0"/>
              </a:spcBef>
              <a:spcAft>
                <a:spcPts val="0"/>
              </a:spcAft>
              <a:buNone/>
            </a:pPr>
            <a:endParaRPr lang="de-AT" b="1" dirty="0"/>
          </a:p>
          <a:p>
            <a:pPr marL="0" lvl="0" indent="0" algn="ctr" rtl="0">
              <a:spcBef>
                <a:spcPts val="0"/>
              </a:spcBef>
              <a:spcAft>
                <a:spcPts val="0"/>
              </a:spcAft>
              <a:buNone/>
            </a:pPr>
            <a:r>
              <a:rPr lang="en-US" dirty="0"/>
              <a:t>drop of blood on test strip, system handles the rest</a:t>
            </a:r>
            <a:endParaRPr b="1" dirty="0"/>
          </a:p>
        </p:txBody>
      </p:sp>
      <p:sp>
        <p:nvSpPr>
          <p:cNvPr id="286" name="Google Shape;286;p32"/>
          <p:cNvSpPr txBox="1">
            <a:spLocks noGrp="1"/>
          </p:cNvSpPr>
          <p:nvPr>
            <p:ph type="subTitle" idx="2"/>
          </p:nvPr>
        </p:nvSpPr>
        <p:spPr>
          <a:xfrm>
            <a:off x="3484347" y="2426873"/>
            <a:ext cx="2340900" cy="150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strip has reagents ➡️ color change proportional to hemoglobin concentration</a:t>
            </a:r>
          </a:p>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measures the intensity of light reflected</a:t>
            </a:r>
          </a:p>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calculates Hb concentration; on-board calibration for each test</a:t>
            </a:r>
            <a:endParaRPr dirty="0"/>
          </a:p>
        </p:txBody>
      </p:sp>
      <p:sp>
        <p:nvSpPr>
          <p:cNvPr id="287" name="Google Shape;287;p32"/>
          <p:cNvSpPr txBox="1">
            <a:spLocks noGrp="1"/>
          </p:cNvSpPr>
          <p:nvPr>
            <p:ph type="subTitle" idx="3"/>
          </p:nvPr>
        </p:nvSpPr>
        <p:spPr>
          <a:xfrm>
            <a:off x="6031075" y="2426873"/>
            <a:ext cx="2340900" cy="150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Rapid results (~2–3 minutes per test)</a:t>
            </a:r>
          </a:p>
          <a:p>
            <a:pPr marL="0" lvl="0" indent="0" algn="ctr" rtl="0">
              <a:spcBef>
                <a:spcPts val="0"/>
              </a:spcBef>
              <a:spcAft>
                <a:spcPts val="0"/>
              </a:spcAft>
              <a:buNone/>
            </a:pPr>
            <a:endParaRPr lang="en-US" dirty="0"/>
          </a:p>
          <a:p>
            <a:pPr marL="0" lvl="0" indent="0" algn="ctr" rtl="0">
              <a:spcBef>
                <a:spcPts val="0"/>
              </a:spcBef>
              <a:spcAft>
                <a:spcPts val="0"/>
              </a:spcAft>
              <a:buNone/>
            </a:pPr>
            <a:r>
              <a:rPr lang="de-AT" dirty="0" err="1"/>
              <a:t>small</a:t>
            </a:r>
            <a:r>
              <a:rPr lang="de-AT" dirty="0"/>
              <a:t> sample </a:t>
            </a:r>
            <a:r>
              <a:rPr lang="de-AT" dirty="0" err="1"/>
              <a:t>volume</a:t>
            </a: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r>
              <a:rPr lang="de-AT" dirty="0" err="1"/>
              <a:t>no</a:t>
            </a:r>
            <a:r>
              <a:rPr lang="de-AT" dirty="0"/>
              <a:t> </a:t>
            </a:r>
            <a:r>
              <a:rPr lang="de-AT" dirty="0" err="1"/>
              <a:t>toxic</a:t>
            </a:r>
            <a:r>
              <a:rPr lang="de-AT" dirty="0"/>
              <a:t> </a:t>
            </a:r>
            <a:r>
              <a:rPr lang="de-AT" dirty="0" err="1"/>
              <a:t>chemicals</a:t>
            </a: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user-friendly</a:t>
            </a:r>
            <a:endParaRPr dirty="0"/>
          </a:p>
        </p:txBody>
      </p:sp>
      <p:sp>
        <p:nvSpPr>
          <p:cNvPr id="288" name="Google Shape;288;p32"/>
          <p:cNvSpPr txBox="1">
            <a:spLocks noGrp="1"/>
          </p:cNvSpPr>
          <p:nvPr>
            <p:ph type="subTitle" idx="6"/>
          </p:nvPr>
        </p:nvSpPr>
        <p:spPr>
          <a:xfrm>
            <a:off x="6031075" y="1806676"/>
            <a:ext cx="23409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de-AT" dirty="0">
                <a:solidFill>
                  <a:schemeClr val="lt2"/>
                </a:solidFill>
              </a:rPr>
              <a:t>Advantages</a:t>
            </a:r>
            <a:endParaRPr dirty="0">
              <a:solidFill>
                <a:schemeClr val="l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7">
          <a:extLst>
            <a:ext uri="{FF2B5EF4-FFF2-40B4-BE49-F238E27FC236}">
              <a16:creationId xmlns:a16="http://schemas.microsoft.com/office/drawing/2014/main" id="{E0BBFA0F-6D22-2BB1-6877-2165CBC6022D}"/>
            </a:ext>
          </a:extLst>
        </p:cNvPr>
        <p:cNvGrpSpPr/>
        <p:nvPr/>
      </p:nvGrpSpPr>
      <p:grpSpPr>
        <a:xfrm>
          <a:off x="0" y="0"/>
          <a:ext cx="0" cy="0"/>
          <a:chOff x="0" y="0"/>
          <a:chExt cx="0" cy="0"/>
        </a:xfrm>
      </p:grpSpPr>
      <p:graphicFrame>
        <p:nvGraphicFramePr>
          <p:cNvPr id="378" name="Google Shape;378;p39">
            <a:extLst>
              <a:ext uri="{FF2B5EF4-FFF2-40B4-BE49-F238E27FC236}">
                <a16:creationId xmlns:a16="http://schemas.microsoft.com/office/drawing/2014/main" id="{04CBF274-B597-A918-78D2-E350D6D68B57}"/>
              </a:ext>
            </a:extLst>
          </p:cNvPr>
          <p:cNvGraphicFramePr/>
          <p:nvPr>
            <p:extLst>
              <p:ext uri="{D42A27DB-BD31-4B8C-83A1-F6EECF244321}">
                <p14:modId xmlns:p14="http://schemas.microsoft.com/office/powerpoint/2010/main" val="1576337424"/>
              </p:ext>
            </p:extLst>
          </p:nvPr>
        </p:nvGraphicFramePr>
        <p:xfrm>
          <a:off x="715075" y="1374575"/>
          <a:ext cx="7713750" cy="1703825"/>
        </p:xfrm>
        <a:graphic>
          <a:graphicData uri="http://schemas.openxmlformats.org/drawingml/2006/table">
            <a:tbl>
              <a:tblPr>
                <a:noFill/>
                <a:tableStyleId>{9124C68A-3E77-4A8F-8EA0-15565A1C2D81}</a:tableStyleId>
              </a:tblPr>
              <a:tblGrid>
                <a:gridCol w="993800">
                  <a:extLst>
                    <a:ext uri="{9D8B030D-6E8A-4147-A177-3AD203B41FA5}">
                      <a16:colId xmlns:a16="http://schemas.microsoft.com/office/drawing/2014/main" val="20000"/>
                    </a:ext>
                  </a:extLst>
                </a:gridCol>
                <a:gridCol w="1478875">
                  <a:extLst>
                    <a:ext uri="{9D8B030D-6E8A-4147-A177-3AD203B41FA5}">
                      <a16:colId xmlns:a16="http://schemas.microsoft.com/office/drawing/2014/main" val="20001"/>
                    </a:ext>
                  </a:extLst>
                </a:gridCol>
                <a:gridCol w="1135775">
                  <a:extLst>
                    <a:ext uri="{9D8B030D-6E8A-4147-A177-3AD203B41FA5}">
                      <a16:colId xmlns:a16="http://schemas.microsoft.com/office/drawing/2014/main" val="20002"/>
                    </a:ext>
                  </a:extLst>
                </a:gridCol>
                <a:gridCol w="1419700">
                  <a:extLst>
                    <a:ext uri="{9D8B030D-6E8A-4147-A177-3AD203B41FA5}">
                      <a16:colId xmlns:a16="http://schemas.microsoft.com/office/drawing/2014/main" val="20003"/>
                    </a:ext>
                  </a:extLst>
                </a:gridCol>
                <a:gridCol w="1668150">
                  <a:extLst>
                    <a:ext uri="{9D8B030D-6E8A-4147-A177-3AD203B41FA5}">
                      <a16:colId xmlns:a16="http://schemas.microsoft.com/office/drawing/2014/main" val="20004"/>
                    </a:ext>
                  </a:extLst>
                </a:gridCol>
                <a:gridCol w="1017450">
                  <a:extLst>
                    <a:ext uri="{9D8B030D-6E8A-4147-A177-3AD203B41FA5}">
                      <a16:colId xmlns:a16="http://schemas.microsoft.com/office/drawing/2014/main" val="20005"/>
                    </a:ext>
                  </a:extLst>
                </a:gridCol>
              </a:tblGrid>
              <a:tr h="352925">
                <a:tc>
                  <a:txBody>
                    <a:bodyPr/>
                    <a:lstStyle/>
                    <a:p>
                      <a:pPr marL="0" lvl="0" indent="0" algn="ctr" rtl="0">
                        <a:lnSpc>
                          <a:spcPct val="100000"/>
                        </a:lnSpc>
                        <a:spcBef>
                          <a:spcPts val="0"/>
                        </a:spcBef>
                        <a:spcAft>
                          <a:spcPts val="0"/>
                        </a:spcAft>
                        <a:buNone/>
                      </a:pPr>
                      <a:r>
                        <a:rPr lang="en" sz="1200" dirty="0">
                          <a:solidFill>
                            <a:schemeClr val="lt1"/>
                          </a:solidFill>
                          <a:latin typeface="Poppins SemiBold"/>
                          <a:ea typeface="Poppins SemiBold"/>
                          <a:cs typeface="Poppins SemiBold"/>
                          <a:sym typeface="Poppins SemiBold"/>
                        </a:rPr>
                        <a:t>Group</a:t>
                      </a:r>
                      <a:endParaRPr sz="1200" dirty="0">
                        <a:solidFill>
                          <a:schemeClr val="lt1"/>
                        </a:solidFill>
                        <a:latin typeface="Poppins SemiBold"/>
                        <a:ea typeface="Poppins SemiBold"/>
                        <a:cs typeface="Poppins SemiBold"/>
                        <a:sym typeface="Poppins SemiBold"/>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dk2"/>
                    </a:solidFill>
                  </a:tcPr>
                </a:tc>
                <a:tc>
                  <a:txBody>
                    <a:bodyPr/>
                    <a:lstStyle/>
                    <a:p>
                      <a:pPr marL="0" lvl="0" indent="0" algn="ctr" rtl="0">
                        <a:lnSpc>
                          <a:spcPct val="100000"/>
                        </a:lnSpc>
                        <a:spcBef>
                          <a:spcPts val="0"/>
                        </a:spcBef>
                        <a:spcAft>
                          <a:spcPts val="0"/>
                        </a:spcAft>
                        <a:buNone/>
                      </a:pPr>
                      <a:r>
                        <a:rPr lang="en" sz="1200" dirty="0">
                          <a:solidFill>
                            <a:schemeClr val="lt1"/>
                          </a:solidFill>
                          <a:latin typeface="Poppins SemiBold"/>
                          <a:ea typeface="Poppins SemiBold"/>
                          <a:cs typeface="Poppins SemiBold"/>
                          <a:sym typeface="Poppins SemiBold"/>
                        </a:rPr>
                        <a:t># Participants</a:t>
                      </a:r>
                      <a:endParaRPr sz="1200" dirty="0">
                        <a:solidFill>
                          <a:schemeClr val="lt1"/>
                        </a:solidFill>
                        <a:latin typeface="Poppins SemiBold"/>
                        <a:ea typeface="Poppins SemiBold"/>
                        <a:cs typeface="Poppins SemiBold"/>
                        <a:sym typeface="Poppins SemiBold"/>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dk2"/>
                    </a:solidFill>
                  </a:tcPr>
                </a:tc>
                <a:tc>
                  <a:txBody>
                    <a:bodyPr/>
                    <a:lstStyle/>
                    <a:p>
                      <a:pPr marL="0" lvl="0" indent="0" algn="ctr" rtl="0">
                        <a:lnSpc>
                          <a:spcPct val="100000"/>
                        </a:lnSpc>
                        <a:spcBef>
                          <a:spcPts val="0"/>
                        </a:spcBef>
                        <a:spcAft>
                          <a:spcPts val="0"/>
                        </a:spcAft>
                        <a:buNone/>
                      </a:pPr>
                      <a:r>
                        <a:rPr lang="en" sz="1200" dirty="0">
                          <a:solidFill>
                            <a:schemeClr val="lt1"/>
                          </a:solidFill>
                          <a:latin typeface="Poppins SemiBold"/>
                          <a:ea typeface="Poppins SemiBold"/>
                          <a:cs typeface="Poppins SemiBold"/>
                          <a:sym typeface="Poppins SemiBold"/>
                        </a:rPr>
                        <a:t>Range</a:t>
                      </a:r>
                      <a:endParaRPr sz="1200" dirty="0">
                        <a:solidFill>
                          <a:schemeClr val="lt1"/>
                        </a:solidFill>
                        <a:latin typeface="Poppins SemiBold"/>
                        <a:ea typeface="Poppins SemiBold"/>
                        <a:cs typeface="Poppins SemiBold"/>
                        <a:sym typeface="Poppins SemiBold"/>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dk2"/>
                    </a:solidFill>
                  </a:tcPr>
                </a:tc>
                <a:tc>
                  <a:txBody>
                    <a:bodyPr/>
                    <a:lstStyle/>
                    <a:p>
                      <a:pPr marL="0" lvl="0" indent="0" algn="ctr" rtl="0">
                        <a:lnSpc>
                          <a:spcPct val="100000"/>
                        </a:lnSpc>
                        <a:spcBef>
                          <a:spcPts val="0"/>
                        </a:spcBef>
                        <a:spcAft>
                          <a:spcPts val="0"/>
                        </a:spcAft>
                        <a:buNone/>
                      </a:pPr>
                      <a:r>
                        <a:rPr lang="en" sz="1200" dirty="0">
                          <a:solidFill>
                            <a:schemeClr val="lt1"/>
                          </a:solidFill>
                          <a:latin typeface="Poppins SemiBold"/>
                          <a:ea typeface="Poppins SemiBold"/>
                          <a:cs typeface="Poppins SemiBold"/>
                          <a:sym typeface="Poppins SemiBold"/>
                        </a:rPr>
                        <a:t>Mean</a:t>
                      </a:r>
                      <a:endParaRPr sz="1200" dirty="0">
                        <a:solidFill>
                          <a:schemeClr val="lt1"/>
                        </a:solidFill>
                        <a:latin typeface="Poppins SemiBold"/>
                        <a:ea typeface="Poppins SemiBold"/>
                        <a:cs typeface="Poppins SemiBold"/>
                        <a:sym typeface="Poppins SemiBold"/>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dk2"/>
                    </a:solidFill>
                  </a:tcPr>
                </a:tc>
                <a:tc>
                  <a:txBody>
                    <a:bodyPr/>
                    <a:lstStyle/>
                    <a:p>
                      <a:pPr marL="0" lvl="0" indent="0" algn="ctr" rtl="0">
                        <a:lnSpc>
                          <a:spcPct val="100000"/>
                        </a:lnSpc>
                        <a:spcBef>
                          <a:spcPts val="0"/>
                        </a:spcBef>
                        <a:spcAft>
                          <a:spcPts val="0"/>
                        </a:spcAft>
                        <a:buNone/>
                      </a:pPr>
                      <a:r>
                        <a:rPr lang="en" sz="1200" dirty="0">
                          <a:solidFill>
                            <a:schemeClr val="lt1"/>
                          </a:solidFill>
                          <a:latin typeface="Poppins SemiBold"/>
                          <a:ea typeface="Poppins SemiBold"/>
                          <a:cs typeface="Poppins SemiBold"/>
                          <a:sym typeface="Poppins SemiBold"/>
                        </a:rPr>
                        <a:t>SD</a:t>
                      </a:r>
                      <a:endParaRPr sz="1200" dirty="0">
                        <a:solidFill>
                          <a:schemeClr val="lt1"/>
                        </a:solidFill>
                        <a:latin typeface="Poppins SemiBold"/>
                        <a:ea typeface="Poppins SemiBold"/>
                        <a:cs typeface="Poppins SemiBold"/>
                        <a:sym typeface="Poppins SemiBold"/>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dk2"/>
                    </a:solidFill>
                  </a:tcPr>
                </a:tc>
                <a:tc>
                  <a:txBody>
                    <a:bodyPr/>
                    <a:lstStyle/>
                    <a:p>
                      <a:pPr marL="0" lvl="0" indent="0" algn="ctr" rtl="0">
                        <a:lnSpc>
                          <a:spcPct val="100000"/>
                        </a:lnSpc>
                        <a:spcBef>
                          <a:spcPts val="0"/>
                        </a:spcBef>
                        <a:spcAft>
                          <a:spcPts val="0"/>
                        </a:spcAft>
                        <a:buNone/>
                      </a:pPr>
                      <a:r>
                        <a:rPr lang="en" sz="1200" dirty="0">
                          <a:solidFill>
                            <a:schemeClr val="lt1"/>
                          </a:solidFill>
                          <a:latin typeface="Poppins SemiBold"/>
                          <a:ea typeface="Poppins SemiBold"/>
                          <a:cs typeface="Poppins SemiBold"/>
                          <a:sym typeface="Poppins SemiBold"/>
                        </a:rPr>
                        <a:t>Variance</a:t>
                      </a:r>
                      <a:endParaRPr sz="1200" dirty="0">
                        <a:solidFill>
                          <a:schemeClr val="lt1"/>
                        </a:solidFill>
                        <a:latin typeface="Poppins SemiBold"/>
                        <a:ea typeface="Poppins SemiBold"/>
                        <a:cs typeface="Poppins SemiBold"/>
                        <a:sym typeface="Poppins SemiBold"/>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675450">
                <a:tc>
                  <a:txBody>
                    <a:bodyPr/>
                    <a:lstStyle/>
                    <a:p>
                      <a:pPr marL="0" lvl="0" indent="0" algn="ctr" rtl="0">
                        <a:lnSpc>
                          <a:spcPct val="100000"/>
                        </a:lnSpc>
                        <a:spcBef>
                          <a:spcPts val="0"/>
                        </a:spcBef>
                        <a:spcAft>
                          <a:spcPts val="0"/>
                        </a:spcAft>
                        <a:buNone/>
                      </a:pPr>
                      <a:r>
                        <a:rPr lang="en" sz="1000" dirty="0">
                          <a:solidFill>
                            <a:schemeClr val="accent1"/>
                          </a:solidFill>
                          <a:latin typeface="Comfortaa"/>
                          <a:ea typeface="Comfortaa"/>
                          <a:cs typeface="Comfortaa"/>
                          <a:sym typeface="Comfortaa"/>
                        </a:rPr>
                        <a:t>Female</a:t>
                      </a:r>
                      <a:endParaRPr sz="1000" dirty="0">
                        <a:solidFill>
                          <a:schemeClr val="accent1"/>
                        </a:solidFill>
                        <a:latin typeface="Comfortaa"/>
                        <a:ea typeface="Comfortaa"/>
                        <a:cs typeface="Comfortaa"/>
                        <a:sym typeface="Comfortaa"/>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lnSpc>
                          <a:spcPct val="100000"/>
                        </a:lnSpc>
                        <a:spcBef>
                          <a:spcPts val="0"/>
                        </a:spcBef>
                        <a:spcAft>
                          <a:spcPts val="0"/>
                        </a:spcAft>
                        <a:buNone/>
                      </a:pPr>
                      <a:r>
                        <a:rPr lang="en-US" sz="1000" dirty="0">
                          <a:solidFill>
                            <a:schemeClr val="accent1"/>
                          </a:solidFill>
                          <a:latin typeface="Comfortaa"/>
                          <a:ea typeface="Comfortaa"/>
                          <a:cs typeface="Comfortaa"/>
                          <a:sym typeface="Comfortaa"/>
                        </a:rPr>
                        <a:t>12</a:t>
                      </a:r>
                      <a:endParaRPr sz="1000" dirty="0">
                        <a:solidFill>
                          <a:schemeClr val="accent1"/>
                        </a:solidFill>
                        <a:latin typeface="Comfortaa"/>
                        <a:ea typeface="Comfortaa"/>
                        <a:cs typeface="Comfortaa"/>
                        <a:sym typeface="Comfortaa"/>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lnSpc>
                          <a:spcPct val="100000"/>
                        </a:lnSpc>
                        <a:spcBef>
                          <a:spcPts val="0"/>
                        </a:spcBef>
                        <a:spcAft>
                          <a:spcPts val="0"/>
                        </a:spcAft>
                        <a:buNone/>
                      </a:pPr>
                      <a:r>
                        <a:rPr lang="en" sz="1000" dirty="0">
                          <a:solidFill>
                            <a:schemeClr val="accent1"/>
                          </a:solidFill>
                          <a:latin typeface="Comfortaa"/>
                          <a:ea typeface="Comfortaa"/>
                          <a:cs typeface="Comfortaa"/>
                          <a:sym typeface="Comfortaa"/>
                        </a:rPr>
                        <a:t>10.1 – 17.3 g/dl</a:t>
                      </a:r>
                      <a:endParaRPr sz="1000" dirty="0">
                        <a:solidFill>
                          <a:schemeClr val="accent1"/>
                        </a:solidFill>
                        <a:latin typeface="Comfortaa"/>
                        <a:ea typeface="Comfortaa"/>
                        <a:cs typeface="Comfortaa"/>
                        <a:sym typeface="Comfortaa"/>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lnSpc>
                          <a:spcPct val="100000"/>
                        </a:lnSpc>
                        <a:spcBef>
                          <a:spcPts val="0"/>
                        </a:spcBef>
                        <a:spcAft>
                          <a:spcPts val="0"/>
                        </a:spcAft>
                        <a:buNone/>
                      </a:pPr>
                      <a:r>
                        <a:rPr lang="en" sz="1000" dirty="0">
                          <a:solidFill>
                            <a:schemeClr val="accent1"/>
                          </a:solidFill>
                          <a:latin typeface="Comfortaa"/>
                          <a:ea typeface="Comfortaa"/>
                          <a:cs typeface="Comfortaa"/>
                          <a:sym typeface="Comfortaa"/>
                        </a:rPr>
                        <a:t>12.1</a:t>
                      </a:r>
                      <a:endParaRPr sz="1000" dirty="0">
                        <a:solidFill>
                          <a:schemeClr val="accent1"/>
                        </a:solidFill>
                        <a:latin typeface="Comfortaa"/>
                        <a:ea typeface="Comfortaa"/>
                        <a:cs typeface="Comfortaa"/>
                        <a:sym typeface="Comfortaa"/>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lnSpc>
                          <a:spcPct val="100000"/>
                        </a:lnSpc>
                        <a:spcBef>
                          <a:spcPts val="0"/>
                        </a:spcBef>
                        <a:spcAft>
                          <a:spcPts val="0"/>
                        </a:spcAft>
                        <a:buNone/>
                      </a:pPr>
                      <a:r>
                        <a:rPr lang="en" sz="1000" dirty="0">
                          <a:solidFill>
                            <a:schemeClr val="accent1"/>
                          </a:solidFill>
                          <a:latin typeface="Comfortaa"/>
                          <a:ea typeface="Comfortaa"/>
                          <a:cs typeface="Comfortaa"/>
                          <a:sym typeface="Comfortaa"/>
                        </a:rPr>
                        <a:t>4.3</a:t>
                      </a:r>
                      <a:endParaRPr sz="1000" dirty="0">
                        <a:solidFill>
                          <a:schemeClr val="accent1"/>
                        </a:solidFill>
                        <a:latin typeface="Comfortaa"/>
                        <a:ea typeface="Comfortaa"/>
                        <a:cs typeface="Comfortaa"/>
                        <a:sym typeface="Comfortaa"/>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lnSpc>
                          <a:spcPct val="100000"/>
                        </a:lnSpc>
                        <a:spcBef>
                          <a:spcPts val="0"/>
                        </a:spcBef>
                        <a:spcAft>
                          <a:spcPts val="0"/>
                        </a:spcAft>
                        <a:buNone/>
                      </a:pPr>
                      <a:r>
                        <a:rPr lang="en" sz="1000" dirty="0">
                          <a:solidFill>
                            <a:schemeClr val="accent1"/>
                          </a:solidFill>
                          <a:latin typeface="Comfortaa"/>
                          <a:ea typeface="Comfortaa"/>
                          <a:cs typeface="Comfortaa"/>
                          <a:sym typeface="Comfortaa"/>
                        </a:rPr>
                        <a:t>19.9</a:t>
                      </a: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75450">
                <a:tc>
                  <a:txBody>
                    <a:bodyPr/>
                    <a:lstStyle/>
                    <a:p>
                      <a:pPr marL="0" lvl="0" indent="0" algn="ctr" rtl="0">
                        <a:lnSpc>
                          <a:spcPct val="100000"/>
                        </a:lnSpc>
                        <a:spcBef>
                          <a:spcPts val="0"/>
                        </a:spcBef>
                        <a:spcAft>
                          <a:spcPts val="0"/>
                        </a:spcAft>
                        <a:buNone/>
                      </a:pPr>
                      <a:r>
                        <a:rPr lang="en" sz="1000" dirty="0">
                          <a:solidFill>
                            <a:schemeClr val="accent1"/>
                          </a:solidFill>
                          <a:latin typeface="Comfortaa"/>
                          <a:ea typeface="Comfortaa"/>
                          <a:cs typeface="Comfortaa"/>
                          <a:sym typeface="Comfortaa"/>
                        </a:rPr>
                        <a:t>Male</a:t>
                      </a:r>
                      <a:endParaRPr sz="1000" dirty="0">
                        <a:solidFill>
                          <a:schemeClr val="accent1"/>
                        </a:solidFill>
                        <a:latin typeface="Comfortaa"/>
                        <a:ea typeface="Comfortaa"/>
                        <a:cs typeface="Comfortaa"/>
                        <a:sym typeface="Comfortaa"/>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lnSpc>
                          <a:spcPct val="100000"/>
                        </a:lnSpc>
                        <a:spcBef>
                          <a:spcPts val="0"/>
                        </a:spcBef>
                        <a:spcAft>
                          <a:spcPts val="0"/>
                        </a:spcAft>
                        <a:buNone/>
                      </a:pPr>
                      <a:r>
                        <a:rPr lang="en" sz="1000" dirty="0">
                          <a:solidFill>
                            <a:schemeClr val="accent1"/>
                          </a:solidFill>
                          <a:latin typeface="Comfortaa"/>
                          <a:ea typeface="Comfortaa"/>
                          <a:cs typeface="Comfortaa"/>
                          <a:sym typeface="Comfortaa"/>
                        </a:rPr>
                        <a:t>10</a:t>
                      </a:r>
                      <a:endParaRPr sz="1000" dirty="0">
                        <a:solidFill>
                          <a:schemeClr val="accent1"/>
                        </a:solidFill>
                        <a:latin typeface="Comfortaa"/>
                        <a:ea typeface="Comfortaa"/>
                        <a:cs typeface="Comfortaa"/>
                        <a:sym typeface="Comfortaa"/>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lnSpc>
                          <a:spcPct val="100000"/>
                        </a:lnSpc>
                        <a:spcBef>
                          <a:spcPts val="0"/>
                        </a:spcBef>
                        <a:spcAft>
                          <a:spcPts val="0"/>
                        </a:spcAft>
                        <a:buNone/>
                      </a:pPr>
                      <a:r>
                        <a:rPr lang="en" sz="1000" dirty="0">
                          <a:solidFill>
                            <a:schemeClr val="accent1"/>
                          </a:solidFill>
                          <a:latin typeface="Comfortaa"/>
                          <a:ea typeface="Comfortaa"/>
                          <a:cs typeface="Comfortaa"/>
                          <a:sym typeface="Comfortaa"/>
                        </a:rPr>
                        <a:t>10.9 – 23.0 g/dl</a:t>
                      </a:r>
                      <a:endParaRPr sz="1000" dirty="0">
                        <a:solidFill>
                          <a:schemeClr val="accent1"/>
                        </a:solidFill>
                        <a:latin typeface="Comfortaa"/>
                        <a:ea typeface="Comfortaa"/>
                        <a:cs typeface="Comfortaa"/>
                        <a:sym typeface="Comfortaa"/>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lnSpc>
                          <a:spcPct val="100000"/>
                        </a:lnSpc>
                        <a:spcBef>
                          <a:spcPts val="0"/>
                        </a:spcBef>
                        <a:spcAft>
                          <a:spcPts val="0"/>
                        </a:spcAft>
                        <a:buNone/>
                      </a:pPr>
                      <a:r>
                        <a:rPr lang="en-US" sz="1000" dirty="0">
                          <a:solidFill>
                            <a:schemeClr val="accent1"/>
                          </a:solidFill>
                          <a:latin typeface="Comfortaa"/>
                          <a:ea typeface="Comfortaa"/>
                          <a:cs typeface="Comfortaa"/>
                          <a:sym typeface="Comfortaa"/>
                        </a:rPr>
                        <a:t>16.7</a:t>
                      </a:r>
                      <a:endParaRPr sz="1000" dirty="0">
                        <a:solidFill>
                          <a:schemeClr val="accent1"/>
                        </a:solidFill>
                        <a:latin typeface="Comfortaa"/>
                        <a:ea typeface="Comfortaa"/>
                        <a:cs typeface="Comfortaa"/>
                        <a:sym typeface="Comfortaa"/>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lnSpc>
                          <a:spcPct val="100000"/>
                        </a:lnSpc>
                        <a:spcBef>
                          <a:spcPts val="0"/>
                        </a:spcBef>
                        <a:spcAft>
                          <a:spcPts val="0"/>
                        </a:spcAft>
                        <a:buNone/>
                      </a:pPr>
                      <a:r>
                        <a:rPr lang="en-US" sz="1000" dirty="0">
                          <a:solidFill>
                            <a:schemeClr val="accent1"/>
                          </a:solidFill>
                          <a:latin typeface="Comfortaa"/>
                          <a:ea typeface="Comfortaa"/>
                          <a:cs typeface="Comfortaa"/>
                          <a:sym typeface="Comfortaa"/>
                        </a:rPr>
                        <a:t>3.5</a:t>
                      </a:r>
                      <a:endParaRPr sz="1000" dirty="0">
                        <a:solidFill>
                          <a:schemeClr val="accent1"/>
                        </a:solidFill>
                        <a:latin typeface="Comfortaa"/>
                        <a:ea typeface="Comfortaa"/>
                        <a:cs typeface="Comfortaa"/>
                        <a:sym typeface="Comfortaa"/>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lnSpc>
                          <a:spcPct val="100000"/>
                        </a:lnSpc>
                        <a:spcBef>
                          <a:spcPts val="0"/>
                        </a:spcBef>
                        <a:spcAft>
                          <a:spcPts val="0"/>
                        </a:spcAft>
                        <a:buNone/>
                      </a:pPr>
                      <a:r>
                        <a:rPr lang="en" sz="1000" dirty="0">
                          <a:solidFill>
                            <a:schemeClr val="accent1"/>
                          </a:solidFill>
                          <a:latin typeface="Comfortaa"/>
                          <a:ea typeface="Comfortaa"/>
                          <a:cs typeface="Comfortaa"/>
                          <a:sym typeface="Comfortaa"/>
                        </a:rPr>
                        <a:t>13.5</a:t>
                      </a: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
        <p:nvSpPr>
          <p:cNvPr id="379" name="Google Shape;379;p39">
            <a:extLst>
              <a:ext uri="{FF2B5EF4-FFF2-40B4-BE49-F238E27FC236}">
                <a16:creationId xmlns:a16="http://schemas.microsoft.com/office/drawing/2014/main" id="{483293E0-1E4C-220F-31EE-B8D9ABF372B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Results </a:t>
            </a:r>
            <a:r>
              <a:rPr lang="en" dirty="0">
                <a:solidFill>
                  <a:schemeClr val="tx2"/>
                </a:solidFill>
              </a:rPr>
              <a:t>male vs female</a:t>
            </a:r>
            <a:endParaRPr dirty="0">
              <a:solidFill>
                <a:schemeClr val="tx2"/>
              </a:solidFill>
            </a:endParaRPr>
          </a:p>
        </p:txBody>
      </p:sp>
    </p:spTree>
    <p:extLst>
      <p:ext uri="{BB962C8B-B14F-4D97-AF65-F5344CB8AC3E}">
        <p14:creationId xmlns:p14="http://schemas.microsoft.com/office/powerpoint/2010/main" val="1733935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C8234B0E-00CC-1172-B3BA-B326338916F1}"/>
            </a:ext>
          </a:extLst>
        </p:cNvPr>
        <p:cNvGrpSpPr/>
        <p:nvPr/>
      </p:nvGrpSpPr>
      <p:grpSpPr>
        <a:xfrm>
          <a:off x="0" y="0"/>
          <a:ext cx="0" cy="0"/>
          <a:chOff x="0" y="0"/>
          <a:chExt cx="0" cy="0"/>
        </a:xfrm>
      </p:grpSpPr>
      <p:sp>
        <p:nvSpPr>
          <p:cNvPr id="479" name="Google Shape;479;p44">
            <a:extLst>
              <a:ext uri="{FF2B5EF4-FFF2-40B4-BE49-F238E27FC236}">
                <a16:creationId xmlns:a16="http://schemas.microsoft.com/office/drawing/2014/main" id="{6A0CB3E1-38D7-269E-4F98-AC592293232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t-Test </a:t>
            </a:r>
            <a:r>
              <a:rPr lang="en" dirty="0">
                <a:solidFill>
                  <a:schemeClr val="lt2"/>
                </a:solidFill>
              </a:rPr>
              <a:t>comparison</a:t>
            </a:r>
            <a:endParaRPr dirty="0">
              <a:solidFill>
                <a:schemeClr val="lt2"/>
              </a:solidFill>
            </a:endParaRPr>
          </a:p>
        </p:txBody>
      </p:sp>
      <p:graphicFrame>
        <p:nvGraphicFramePr>
          <p:cNvPr id="480" name="Google Shape;480;p44">
            <a:extLst>
              <a:ext uri="{FF2B5EF4-FFF2-40B4-BE49-F238E27FC236}">
                <a16:creationId xmlns:a16="http://schemas.microsoft.com/office/drawing/2014/main" id="{F669B771-E148-88D3-E3E9-7103BB5AE02D}"/>
              </a:ext>
            </a:extLst>
          </p:cNvPr>
          <p:cNvGraphicFramePr/>
          <p:nvPr>
            <p:extLst>
              <p:ext uri="{D42A27DB-BD31-4B8C-83A1-F6EECF244321}">
                <p14:modId xmlns:p14="http://schemas.microsoft.com/office/powerpoint/2010/main" val="538172310"/>
              </p:ext>
            </p:extLst>
          </p:nvPr>
        </p:nvGraphicFramePr>
        <p:xfrm>
          <a:off x="720000" y="1153575"/>
          <a:ext cx="3711950" cy="2839620"/>
        </p:xfrm>
        <a:graphic>
          <a:graphicData uri="http://schemas.openxmlformats.org/drawingml/2006/table">
            <a:tbl>
              <a:tblPr>
                <a:noFill/>
                <a:tableStyleId>{B25CB304-C0FD-46AB-B551-F50E89CAD5CD}</a:tableStyleId>
              </a:tblPr>
              <a:tblGrid>
                <a:gridCol w="1420299">
                  <a:extLst>
                    <a:ext uri="{9D8B030D-6E8A-4147-A177-3AD203B41FA5}">
                      <a16:colId xmlns:a16="http://schemas.microsoft.com/office/drawing/2014/main" val="20000"/>
                    </a:ext>
                  </a:extLst>
                </a:gridCol>
                <a:gridCol w="2291651">
                  <a:extLst>
                    <a:ext uri="{9D8B030D-6E8A-4147-A177-3AD203B41FA5}">
                      <a16:colId xmlns:a16="http://schemas.microsoft.com/office/drawing/2014/main" val="20001"/>
                    </a:ext>
                  </a:extLst>
                </a:gridCol>
              </a:tblGrid>
              <a:tr h="362600">
                <a:tc gridSpan="2">
                  <a:txBody>
                    <a:bodyPr/>
                    <a:lstStyle/>
                    <a:p>
                      <a:pPr marL="0" lvl="0" indent="0" algn="ctr" rtl="0">
                        <a:spcBef>
                          <a:spcPts val="0"/>
                        </a:spcBef>
                        <a:spcAft>
                          <a:spcPts val="0"/>
                        </a:spcAft>
                        <a:buNone/>
                      </a:pPr>
                      <a:r>
                        <a:rPr lang="en" sz="1800" dirty="0">
                          <a:solidFill>
                            <a:schemeClr val="lt1"/>
                          </a:solidFill>
                          <a:latin typeface="Poppins SemiBold"/>
                          <a:ea typeface="Poppins SemiBold"/>
                          <a:cs typeface="Poppins SemiBold"/>
                          <a:sym typeface="Poppins SemiBold"/>
                        </a:rPr>
                        <a:t>Key Values</a:t>
                      </a:r>
                      <a:endParaRPr dirty="0">
                        <a:solidFill>
                          <a:schemeClr val="lt1"/>
                        </a:solidFill>
                        <a:latin typeface="Poppins SemiBold"/>
                        <a:ea typeface="Poppins SemiBold"/>
                        <a:cs typeface="Poppins SemiBold"/>
                        <a:sym typeface="Poppins SemiBold"/>
                      </a:endParaRPr>
                    </a:p>
                  </a:txBody>
                  <a:tcPr marL="45700" marR="45700" marT="45700" marB="45700" anchor="b">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dk2"/>
                    </a:solidFill>
                  </a:tcPr>
                </a:tc>
                <a:tc hMerge="1">
                  <a:txBody>
                    <a:bodyPr/>
                    <a:lstStyle/>
                    <a:p>
                      <a:endParaRPr lang="de-DE"/>
                    </a:p>
                  </a:txBody>
                  <a:tcPr/>
                </a:tc>
                <a:extLst>
                  <a:ext uri="{0D108BD9-81ED-4DB2-BD59-A6C34878D82A}">
                    <a16:rowId xmlns:a16="http://schemas.microsoft.com/office/drawing/2014/main" val="10000"/>
                  </a:ext>
                </a:extLst>
              </a:tr>
              <a:tr h="618475">
                <a:tc>
                  <a:txBody>
                    <a:bodyPr/>
                    <a:lstStyle/>
                    <a:p>
                      <a:pPr marL="0" lvl="0" indent="0" algn="ctr" rtl="0">
                        <a:spcBef>
                          <a:spcPts val="0"/>
                        </a:spcBef>
                        <a:spcAft>
                          <a:spcPts val="0"/>
                        </a:spcAft>
                        <a:buNone/>
                      </a:pPr>
                      <a:r>
                        <a:rPr lang="en" sz="1200" dirty="0">
                          <a:solidFill>
                            <a:schemeClr val="lt1"/>
                          </a:solidFill>
                          <a:latin typeface="Poppins SemiBold"/>
                          <a:ea typeface="Poppins SemiBold"/>
                          <a:cs typeface="Poppins SemiBold"/>
                          <a:sym typeface="Poppins SemiBold"/>
                        </a:rPr>
                        <a:t>t-Statistic</a:t>
                      </a:r>
                      <a:endParaRPr sz="1200" dirty="0">
                        <a:solidFill>
                          <a:schemeClr val="lt1"/>
                        </a:solidFill>
                        <a:latin typeface="Poppins SemiBold"/>
                        <a:ea typeface="Poppins SemiBold"/>
                        <a:cs typeface="Poppins SemiBold"/>
                        <a:sym typeface="Poppins SemiBold"/>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0" i="0" u="none" strike="noStrike" cap="none" dirty="0">
                          <a:solidFill>
                            <a:schemeClr val="accent1"/>
                          </a:solidFill>
                          <a:latin typeface="Comfortaa"/>
                          <a:ea typeface="Comfortaa"/>
                          <a:cs typeface="Comfortaa"/>
                          <a:sym typeface="Comfortaa"/>
                        </a:rPr>
                        <a:t>2.63</a:t>
                      </a: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618475">
                <a:tc>
                  <a:txBody>
                    <a:bodyPr/>
                    <a:lstStyle/>
                    <a:p>
                      <a:pPr marL="0" lvl="0" indent="0" algn="ctr" rtl="0">
                        <a:spcBef>
                          <a:spcPts val="0"/>
                        </a:spcBef>
                        <a:spcAft>
                          <a:spcPts val="0"/>
                        </a:spcAft>
                        <a:buNone/>
                      </a:pPr>
                      <a:r>
                        <a:rPr lang="en-US" sz="1200" dirty="0">
                          <a:solidFill>
                            <a:schemeClr val="lt1"/>
                          </a:solidFill>
                          <a:latin typeface="Poppins SemiBold"/>
                          <a:ea typeface="Poppins SemiBold"/>
                          <a:cs typeface="Poppins SemiBold"/>
                          <a:sym typeface="Poppins SemiBold"/>
                        </a:rPr>
                        <a:t>critical t-Value</a:t>
                      </a:r>
                      <a:endParaRPr sz="1200" dirty="0">
                        <a:solidFill>
                          <a:schemeClr val="lt1"/>
                        </a:solidFill>
                        <a:latin typeface="Poppins SemiBold"/>
                        <a:ea typeface="Poppins SemiBold"/>
                        <a:cs typeface="Poppins SemiBold"/>
                        <a:sym typeface="Poppins SemiBold"/>
                      </a:endParaRPr>
                    </a:p>
                  </a:txBody>
                  <a:tcPr marL="45700" marR="45700" marT="45700" marB="45700" anchor="ctr">
                    <a:lnL w="9525" cap="flat" cmpd="sng">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US" sz="1200" dirty="0">
                          <a:latin typeface="Comfortaa"/>
                          <a:ea typeface="Comfortaa"/>
                          <a:cs typeface="Comfortaa"/>
                          <a:sym typeface="Comfortaa"/>
                        </a:rPr>
                        <a:t>1.72</a:t>
                      </a:r>
                      <a:endParaRPr sz="1200" dirty="0">
                        <a:latin typeface="Comfortaa"/>
                        <a:ea typeface="Comfortaa"/>
                        <a:cs typeface="Comfortaa"/>
                        <a:sym typeface="Comfortaa"/>
                      </a:endParaRPr>
                    </a:p>
                  </a:txBody>
                  <a:tcPr marL="45700" marR="45700" marT="45700" marB="45700" anchor="ctr">
                    <a:lnL w="9525" cap="flat" cmpd="sng" algn="ctr">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2377146940"/>
                  </a:ext>
                </a:extLst>
              </a:tr>
              <a:tr h="618475">
                <a:tc>
                  <a:txBody>
                    <a:bodyPr/>
                    <a:lstStyle/>
                    <a:p>
                      <a:pPr marL="0" lvl="0" indent="0" algn="ctr" rtl="0">
                        <a:spcBef>
                          <a:spcPts val="0"/>
                        </a:spcBef>
                        <a:spcAft>
                          <a:spcPts val="0"/>
                        </a:spcAft>
                        <a:buNone/>
                      </a:pPr>
                      <a:r>
                        <a:rPr lang="en" sz="1200" dirty="0">
                          <a:solidFill>
                            <a:schemeClr val="lt1"/>
                          </a:solidFill>
                          <a:latin typeface="Poppins SemiBold"/>
                          <a:ea typeface="Poppins SemiBold"/>
                          <a:cs typeface="Poppins SemiBold"/>
                          <a:sym typeface="Poppins SemiBold"/>
                        </a:rPr>
                        <a:t>p-Value</a:t>
                      </a:r>
                      <a:endParaRPr sz="1200" dirty="0">
                        <a:solidFill>
                          <a:schemeClr val="lt1"/>
                        </a:solidFill>
                        <a:latin typeface="Poppins SemiBold"/>
                        <a:ea typeface="Poppins SemiBold"/>
                        <a:cs typeface="Poppins SemiBold"/>
                        <a:sym typeface="Poppins SemiBold"/>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de-AT" sz="1200" dirty="0">
                          <a:latin typeface="Comfortaa"/>
                          <a:ea typeface="Comfortaa"/>
                          <a:cs typeface="Comfortaa"/>
                          <a:sym typeface="Comfortaa"/>
                        </a:rPr>
                        <a:t>0.81%</a:t>
                      </a:r>
                      <a:endParaRPr sz="1200" dirty="0">
                        <a:latin typeface="Comfortaa"/>
                        <a:ea typeface="Comfortaa"/>
                        <a:cs typeface="Comfortaa"/>
                        <a:sym typeface="Comfortaa"/>
                      </a:endParaRPr>
                    </a:p>
                  </a:txBody>
                  <a:tcPr marL="45700" marR="45700" marT="45700" marB="4570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618475">
                <a:tc>
                  <a:txBody>
                    <a:bodyPr/>
                    <a:lstStyle/>
                    <a:p>
                      <a:pPr marL="0" lvl="0" indent="0" algn="ctr" rtl="0">
                        <a:spcBef>
                          <a:spcPts val="0"/>
                        </a:spcBef>
                        <a:spcAft>
                          <a:spcPts val="0"/>
                        </a:spcAft>
                        <a:buNone/>
                      </a:pPr>
                      <a:r>
                        <a:rPr lang="en" sz="1200" dirty="0">
                          <a:solidFill>
                            <a:schemeClr val="lt1"/>
                          </a:solidFill>
                          <a:latin typeface="Poppins SemiBold"/>
                          <a:ea typeface="Poppins SemiBold"/>
                          <a:cs typeface="Poppins SemiBold"/>
                          <a:sym typeface="Poppins SemiBold"/>
                        </a:rPr>
                        <a:t>Cohen’s d</a:t>
                      </a:r>
                      <a:endParaRPr sz="1200" dirty="0">
                        <a:solidFill>
                          <a:schemeClr val="lt1"/>
                        </a:solidFill>
                        <a:latin typeface="Poppins SemiBold"/>
                        <a:ea typeface="Poppins SemiBold"/>
                        <a:cs typeface="Poppins SemiBold"/>
                        <a:sym typeface="Poppins SemiBold"/>
                      </a:endParaRPr>
                    </a:p>
                  </a:txBody>
                  <a:tcPr marL="45700" marR="45700" marT="45700" marB="45700" anchor="ctr">
                    <a:lnL w="9525" cap="flat" cmpd="sng">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de-AT" sz="1200" dirty="0">
                          <a:latin typeface="Comfortaa"/>
                          <a:ea typeface="Comfortaa"/>
                          <a:cs typeface="Comfortaa"/>
                          <a:sym typeface="Comfortaa"/>
                        </a:rPr>
                        <a:t>0.32</a:t>
                      </a:r>
                    </a:p>
                  </a:txBody>
                  <a:tcPr marL="45700" marR="45700" marT="45700" marB="45700" anchor="ctr">
                    <a:lnL w="9525" cap="flat" cmpd="sng" algn="ctr">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81" name="Google Shape;481;p44">
            <a:extLst>
              <a:ext uri="{FF2B5EF4-FFF2-40B4-BE49-F238E27FC236}">
                <a16:creationId xmlns:a16="http://schemas.microsoft.com/office/drawing/2014/main" id="{82B7B873-C339-CF40-FD80-8782CC077000}"/>
              </a:ext>
            </a:extLst>
          </p:cNvPr>
          <p:cNvSpPr txBox="1">
            <a:spLocks noGrp="1"/>
          </p:cNvSpPr>
          <p:nvPr>
            <p:ph type="subTitle" idx="4294967295"/>
          </p:nvPr>
        </p:nvSpPr>
        <p:spPr>
          <a:xfrm>
            <a:off x="4581425" y="1153575"/>
            <a:ext cx="3842700" cy="32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lt2"/>
                </a:solidFill>
                <a:latin typeface="Poppins SemiBold"/>
                <a:ea typeface="Poppins SemiBold"/>
                <a:cs typeface="Poppins SemiBold"/>
                <a:sym typeface="Poppins SemiBold"/>
              </a:rPr>
              <a:t>Key findings</a:t>
            </a:r>
            <a:endParaRPr sz="1800" dirty="0">
              <a:solidFill>
                <a:schemeClr val="lt2"/>
              </a:solidFill>
              <a:latin typeface="Poppins SemiBold"/>
              <a:ea typeface="Poppins SemiBold"/>
              <a:cs typeface="Poppins SemiBold"/>
              <a:sym typeface="Poppins SemiBold"/>
            </a:endParaRPr>
          </a:p>
        </p:txBody>
      </p:sp>
      <p:sp>
        <p:nvSpPr>
          <p:cNvPr id="482" name="Google Shape;482;p44">
            <a:extLst>
              <a:ext uri="{FF2B5EF4-FFF2-40B4-BE49-F238E27FC236}">
                <a16:creationId xmlns:a16="http://schemas.microsoft.com/office/drawing/2014/main" id="{D7AE4DBB-5B98-00F8-12CC-73ED27061B69}"/>
              </a:ext>
            </a:extLst>
          </p:cNvPr>
          <p:cNvSpPr txBox="1">
            <a:spLocks noGrp="1"/>
          </p:cNvSpPr>
          <p:nvPr>
            <p:ph type="subTitle" idx="4294967295"/>
          </p:nvPr>
        </p:nvSpPr>
        <p:spPr>
          <a:xfrm>
            <a:off x="4581425" y="1474400"/>
            <a:ext cx="3842700" cy="1479536"/>
          </a:xfrm>
          <a:prstGeom prst="rect">
            <a:avLst/>
          </a:prstGeom>
        </p:spPr>
        <p:txBody>
          <a:bodyPr spcFirstLastPara="1" wrap="square" lIns="91425" tIns="91425" rIns="91425" bIns="91425" anchor="t" anchorCtr="0">
            <a:noAutofit/>
          </a:bodyPr>
          <a:lstStyle/>
          <a:p>
            <a:pPr marL="342900" lvl="0" indent="-304800" algn="l" rtl="0">
              <a:spcBef>
                <a:spcPts val="1000"/>
              </a:spcBef>
              <a:spcAft>
                <a:spcPts val="0"/>
              </a:spcAft>
              <a:buSzPts val="1200"/>
              <a:buChar char="●"/>
            </a:pPr>
            <a:r>
              <a:rPr lang="en" dirty="0"/>
              <a:t>significant differences between m. vs f.</a:t>
            </a:r>
          </a:p>
          <a:p>
            <a:pPr marL="800100" lvl="1">
              <a:spcBef>
                <a:spcPts val="1000"/>
              </a:spcBef>
              <a:buChar char="●"/>
            </a:pPr>
            <a:r>
              <a:rPr lang="de-AT" dirty="0"/>
              <a:t>p-Value: 0.81% &lt; 5% (</a:t>
            </a:r>
            <a:r>
              <a:rPr lang="de-AT" dirty="0" err="1"/>
              <a:t>chosen</a:t>
            </a:r>
            <a:r>
              <a:rPr lang="de-AT" dirty="0"/>
              <a:t> </a:t>
            </a:r>
            <a:r>
              <a:rPr lang="el-GR" dirty="0"/>
              <a:t>α</a:t>
            </a:r>
            <a:r>
              <a:rPr lang="en-US" dirty="0"/>
              <a:t>)</a:t>
            </a:r>
            <a:endParaRPr lang="de-AT" dirty="0"/>
          </a:p>
          <a:p>
            <a:pPr marL="800100" lvl="1">
              <a:spcBef>
                <a:spcPts val="1000"/>
              </a:spcBef>
              <a:buChar char="●"/>
            </a:pPr>
            <a:r>
              <a:rPr lang="de-AT" dirty="0"/>
              <a:t>t-Value: 2.63 &gt; 1.72</a:t>
            </a:r>
            <a:endParaRPr lang="en" dirty="0"/>
          </a:p>
          <a:p>
            <a:pPr marL="342900" lvl="0" indent="-304800" algn="l" rtl="0">
              <a:spcBef>
                <a:spcPts val="1000"/>
              </a:spcBef>
              <a:spcAft>
                <a:spcPts val="0"/>
              </a:spcAft>
              <a:buSzPts val="1200"/>
              <a:buChar char="●"/>
            </a:pPr>
            <a:r>
              <a:rPr lang="en" dirty="0"/>
              <a:t>small difference </a:t>
            </a:r>
            <a:r>
              <a:rPr lang="en-US" dirty="0"/>
              <a:t>⬅️ 0.2 ≤ d &lt; 0.5 </a:t>
            </a:r>
            <a:endParaRPr dirty="0"/>
          </a:p>
        </p:txBody>
      </p:sp>
      <p:sp>
        <p:nvSpPr>
          <p:cNvPr id="483" name="Google Shape;483;p44">
            <a:extLst>
              <a:ext uri="{FF2B5EF4-FFF2-40B4-BE49-F238E27FC236}">
                <a16:creationId xmlns:a16="http://schemas.microsoft.com/office/drawing/2014/main" id="{BE65A822-DE9B-2783-DDF9-0C42CF24E6F3}"/>
              </a:ext>
            </a:extLst>
          </p:cNvPr>
          <p:cNvSpPr txBox="1">
            <a:spLocks noGrp="1"/>
          </p:cNvSpPr>
          <p:nvPr>
            <p:ph type="subTitle" idx="4294967295"/>
          </p:nvPr>
        </p:nvSpPr>
        <p:spPr>
          <a:xfrm>
            <a:off x="4581422" y="2951294"/>
            <a:ext cx="3711900" cy="36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lt2"/>
                </a:solidFill>
                <a:latin typeface="Poppins SemiBold"/>
                <a:ea typeface="Poppins SemiBold"/>
                <a:cs typeface="Poppins SemiBold"/>
                <a:sym typeface="Poppins SemiBold"/>
              </a:rPr>
              <a:t>Conclusions</a:t>
            </a:r>
            <a:endParaRPr sz="1800" dirty="0">
              <a:solidFill>
                <a:schemeClr val="lt2"/>
              </a:solidFill>
              <a:latin typeface="Poppins SemiBold"/>
              <a:ea typeface="Poppins SemiBold"/>
              <a:cs typeface="Poppins SemiBold"/>
              <a:sym typeface="Poppins SemiBold"/>
            </a:endParaRPr>
          </a:p>
        </p:txBody>
      </p:sp>
      <p:sp>
        <p:nvSpPr>
          <p:cNvPr id="484" name="Google Shape;484;p44">
            <a:extLst>
              <a:ext uri="{FF2B5EF4-FFF2-40B4-BE49-F238E27FC236}">
                <a16:creationId xmlns:a16="http://schemas.microsoft.com/office/drawing/2014/main" id="{7DDC1335-2B86-CCEE-9BDF-537ED200F62A}"/>
              </a:ext>
            </a:extLst>
          </p:cNvPr>
          <p:cNvSpPr txBox="1">
            <a:spLocks noGrp="1"/>
          </p:cNvSpPr>
          <p:nvPr>
            <p:ph type="subTitle" idx="4294967295"/>
          </p:nvPr>
        </p:nvSpPr>
        <p:spPr>
          <a:xfrm>
            <a:off x="5136450" y="3387242"/>
            <a:ext cx="3292500" cy="58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a:t>
            </a:r>
            <a:r>
              <a:rPr lang="en-US" dirty="0" err="1"/>
              <a:t>HiCN</a:t>
            </a:r>
            <a:r>
              <a:rPr lang="en-US" dirty="0"/>
              <a:t> photometric method  is “gold standard” for accuracy</a:t>
            </a:r>
            <a:endParaRPr dirty="0"/>
          </a:p>
        </p:txBody>
      </p:sp>
      <p:sp>
        <p:nvSpPr>
          <p:cNvPr id="485" name="Google Shape;485;p44">
            <a:extLst>
              <a:ext uri="{FF2B5EF4-FFF2-40B4-BE49-F238E27FC236}">
                <a16:creationId xmlns:a16="http://schemas.microsoft.com/office/drawing/2014/main" id="{2A7BC79A-C7C3-C637-18A3-56D276F3C525}"/>
              </a:ext>
            </a:extLst>
          </p:cNvPr>
          <p:cNvSpPr txBox="1">
            <a:spLocks noGrp="1"/>
          </p:cNvSpPr>
          <p:nvPr>
            <p:ph type="subTitle" idx="4294967295"/>
          </p:nvPr>
        </p:nvSpPr>
        <p:spPr>
          <a:xfrm>
            <a:off x="5136450" y="4022798"/>
            <a:ext cx="3292500" cy="58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Reflotron</a:t>
            </a:r>
            <a:r>
              <a:rPr lang="en-US" dirty="0"/>
              <a:t> provides speed and ease of use</a:t>
            </a:r>
            <a:endParaRPr dirty="0"/>
          </a:p>
        </p:txBody>
      </p:sp>
      <p:sp>
        <p:nvSpPr>
          <p:cNvPr id="486" name="Google Shape;486;p44">
            <a:extLst>
              <a:ext uri="{FF2B5EF4-FFF2-40B4-BE49-F238E27FC236}">
                <a16:creationId xmlns:a16="http://schemas.microsoft.com/office/drawing/2014/main" id="{C1C3A238-E0B8-EAF4-607C-7A3FA61CBF98}"/>
              </a:ext>
            </a:extLst>
          </p:cNvPr>
          <p:cNvSpPr/>
          <p:nvPr/>
        </p:nvSpPr>
        <p:spPr>
          <a:xfrm>
            <a:off x="4677825" y="3463442"/>
            <a:ext cx="362400" cy="36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dk1"/>
                </a:solidFill>
                <a:latin typeface="Poppins"/>
                <a:ea typeface="Poppins"/>
                <a:cs typeface="Poppins"/>
                <a:sym typeface="Poppins"/>
              </a:rPr>
              <a:t>1</a:t>
            </a:r>
            <a:endParaRPr sz="2000" b="1">
              <a:solidFill>
                <a:schemeClr val="dk1"/>
              </a:solidFill>
              <a:latin typeface="Poppins"/>
              <a:ea typeface="Poppins"/>
              <a:cs typeface="Poppins"/>
              <a:sym typeface="Poppins"/>
            </a:endParaRPr>
          </a:p>
        </p:txBody>
      </p:sp>
      <p:sp>
        <p:nvSpPr>
          <p:cNvPr id="487" name="Google Shape;487;p44">
            <a:extLst>
              <a:ext uri="{FF2B5EF4-FFF2-40B4-BE49-F238E27FC236}">
                <a16:creationId xmlns:a16="http://schemas.microsoft.com/office/drawing/2014/main" id="{0108423D-AE06-33B6-FB6D-3389BF62ED9F}"/>
              </a:ext>
            </a:extLst>
          </p:cNvPr>
          <p:cNvSpPr/>
          <p:nvPr/>
        </p:nvSpPr>
        <p:spPr>
          <a:xfrm>
            <a:off x="4677825" y="4099000"/>
            <a:ext cx="362400" cy="36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dk1"/>
                </a:solidFill>
                <a:latin typeface="Poppins"/>
                <a:ea typeface="Poppins"/>
                <a:cs typeface="Poppins"/>
                <a:sym typeface="Poppins"/>
              </a:rPr>
              <a:t>2</a:t>
            </a:r>
            <a:endParaRPr sz="2000" b="1">
              <a:solidFill>
                <a:schemeClr val="dk1"/>
              </a:solidFill>
              <a:latin typeface="Poppins"/>
              <a:ea typeface="Poppins"/>
              <a:cs typeface="Poppins"/>
              <a:sym typeface="Poppins"/>
            </a:endParaRPr>
          </a:p>
        </p:txBody>
      </p:sp>
    </p:spTree>
    <p:extLst>
      <p:ext uri="{BB962C8B-B14F-4D97-AF65-F5344CB8AC3E}">
        <p14:creationId xmlns:p14="http://schemas.microsoft.com/office/powerpoint/2010/main" val="757849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45"/>
          <p:cNvSpPr txBox="1">
            <a:spLocks noGrp="1"/>
          </p:cNvSpPr>
          <p:nvPr>
            <p:ph type="subTitle" idx="1"/>
          </p:nvPr>
        </p:nvSpPr>
        <p:spPr>
          <a:xfrm>
            <a:off x="2725200" y="1780750"/>
            <a:ext cx="3693600" cy="99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Do you have any questions?</a:t>
            </a:r>
            <a:endParaRPr dirty="0"/>
          </a:p>
          <a:p>
            <a:pPr marL="0" lvl="0" indent="0" algn="ctr" rtl="0">
              <a:spcBef>
                <a:spcPts val="0"/>
              </a:spcBef>
              <a:spcAft>
                <a:spcPts val="0"/>
              </a:spcAft>
              <a:buNone/>
            </a:pPr>
            <a:endParaRPr dirty="0"/>
          </a:p>
        </p:txBody>
      </p:sp>
      <p:sp>
        <p:nvSpPr>
          <p:cNvPr id="493" name="Google Shape;493;p45"/>
          <p:cNvSpPr txBox="1">
            <a:spLocks noGrp="1"/>
          </p:cNvSpPr>
          <p:nvPr>
            <p:ph type="ctrTitle"/>
          </p:nvPr>
        </p:nvSpPr>
        <p:spPr>
          <a:xfrm>
            <a:off x="2725200" y="669825"/>
            <a:ext cx="3693600" cy="99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a:t>
            </a:r>
            <a:endParaRPr/>
          </a:p>
        </p:txBody>
      </p:sp>
      <p:sp>
        <p:nvSpPr>
          <p:cNvPr id="495" name="Google Shape;495;p45"/>
          <p:cNvSpPr/>
          <p:nvPr/>
        </p:nvSpPr>
        <p:spPr>
          <a:xfrm rot="-3600072">
            <a:off x="7933571" y="2549357"/>
            <a:ext cx="3600826" cy="3954258"/>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45"/>
          <p:cNvSpPr/>
          <p:nvPr/>
        </p:nvSpPr>
        <p:spPr>
          <a:xfrm rot="-3600072">
            <a:off x="7581476" y="2713379"/>
            <a:ext cx="3600826" cy="3954258"/>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7" name="Google Shape;497;p45"/>
          <p:cNvPicPr preferRelativeResize="0"/>
          <p:nvPr/>
        </p:nvPicPr>
        <p:blipFill>
          <a:blip r:embed="rId3">
            <a:alphaModFix/>
          </a:blip>
          <a:stretch>
            <a:fillRect/>
          </a:stretch>
        </p:blipFill>
        <p:spPr>
          <a:xfrm>
            <a:off x="7053201" y="4722394"/>
            <a:ext cx="1531418" cy="1304859"/>
          </a:xfrm>
          <a:prstGeom prst="rect">
            <a:avLst/>
          </a:prstGeom>
          <a:noFill/>
          <a:ln>
            <a:noFill/>
          </a:ln>
        </p:spPr>
      </p:pic>
      <p:pic>
        <p:nvPicPr>
          <p:cNvPr id="498" name="Google Shape;498;p45"/>
          <p:cNvPicPr preferRelativeResize="0"/>
          <p:nvPr/>
        </p:nvPicPr>
        <p:blipFill>
          <a:blip r:embed="rId4">
            <a:alphaModFix/>
          </a:blip>
          <a:stretch>
            <a:fillRect/>
          </a:stretch>
        </p:blipFill>
        <p:spPr>
          <a:xfrm>
            <a:off x="7993635" y="3494533"/>
            <a:ext cx="1743708" cy="1485737"/>
          </a:xfrm>
          <a:prstGeom prst="rect">
            <a:avLst/>
          </a:prstGeom>
          <a:noFill/>
          <a:ln>
            <a:noFill/>
          </a:ln>
        </p:spPr>
      </p:pic>
      <p:sp>
        <p:nvSpPr>
          <p:cNvPr id="499" name="Google Shape;499;p45"/>
          <p:cNvSpPr/>
          <p:nvPr/>
        </p:nvSpPr>
        <p:spPr>
          <a:xfrm rot="-3600202">
            <a:off x="7193991" y="-1703139"/>
            <a:ext cx="3037839" cy="3336012"/>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45"/>
          <p:cNvSpPr/>
          <p:nvPr/>
        </p:nvSpPr>
        <p:spPr>
          <a:xfrm rot="-3600202">
            <a:off x="6726173" y="-1630381"/>
            <a:ext cx="3037839" cy="3336012"/>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1" name="Google Shape;501;p45"/>
          <p:cNvPicPr preferRelativeResize="0"/>
          <p:nvPr/>
        </p:nvPicPr>
        <p:blipFill>
          <a:blip r:embed="rId3">
            <a:alphaModFix/>
          </a:blip>
          <a:stretch>
            <a:fillRect/>
          </a:stretch>
        </p:blipFill>
        <p:spPr>
          <a:xfrm>
            <a:off x="9131096" y="-8309"/>
            <a:ext cx="1291940" cy="1100803"/>
          </a:xfrm>
          <a:prstGeom prst="rect">
            <a:avLst/>
          </a:prstGeom>
          <a:noFill/>
          <a:ln>
            <a:noFill/>
          </a:ln>
        </p:spPr>
      </p:pic>
      <p:pic>
        <p:nvPicPr>
          <p:cNvPr id="502" name="Google Shape;502;p45"/>
          <p:cNvPicPr preferRelativeResize="0"/>
          <p:nvPr/>
        </p:nvPicPr>
        <p:blipFill>
          <a:blip r:embed="rId4">
            <a:alphaModFix/>
          </a:blip>
          <a:stretch>
            <a:fillRect/>
          </a:stretch>
        </p:blipFill>
        <p:spPr>
          <a:xfrm>
            <a:off x="6347878" y="-103868"/>
            <a:ext cx="1471032" cy="1253399"/>
          </a:xfrm>
          <a:prstGeom prst="rect">
            <a:avLst/>
          </a:prstGeom>
          <a:noFill/>
          <a:ln>
            <a:noFill/>
          </a:ln>
        </p:spPr>
      </p:pic>
      <p:sp>
        <p:nvSpPr>
          <p:cNvPr id="503" name="Google Shape;503;p45"/>
          <p:cNvSpPr/>
          <p:nvPr/>
        </p:nvSpPr>
        <p:spPr>
          <a:xfrm rot="2700000">
            <a:off x="-2063927" y="537430"/>
            <a:ext cx="3153701" cy="3463247"/>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gradFill>
            <a:gsLst>
              <a:gs pos="0">
                <a:srgbClr val="E91101"/>
              </a:gs>
              <a:gs pos="100000">
                <a:srgbClr val="630B0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45"/>
          <p:cNvSpPr/>
          <p:nvPr/>
        </p:nvSpPr>
        <p:spPr>
          <a:xfrm rot="2700000">
            <a:off x="-2029997" y="304221"/>
            <a:ext cx="3153701" cy="3463247"/>
          </a:xfrm>
          <a:custGeom>
            <a:avLst/>
            <a:gdLst/>
            <a:ahLst/>
            <a:cxnLst/>
            <a:rect l="l" t="t" r="r" b="b"/>
            <a:pathLst>
              <a:path w="161829" h="177713" extrusionOk="0">
                <a:moveTo>
                  <a:pt x="74187" y="14797"/>
                </a:moveTo>
                <a:cubicBezTo>
                  <a:pt x="70071" y="11276"/>
                  <a:pt x="65308" y="8597"/>
                  <a:pt x="60165" y="6908"/>
                </a:cubicBezTo>
                <a:cubicBezTo>
                  <a:pt x="39259" y="1"/>
                  <a:pt x="16307" y="10867"/>
                  <a:pt x="8381" y="31408"/>
                </a:cubicBezTo>
                <a:cubicBezTo>
                  <a:pt x="0" y="53103"/>
                  <a:pt x="11023" y="77388"/>
                  <a:pt x="32770" y="85403"/>
                </a:cubicBezTo>
                <a:cubicBezTo>
                  <a:pt x="37384" y="87115"/>
                  <a:pt x="42259" y="87986"/>
                  <a:pt x="47178" y="87986"/>
                </a:cubicBezTo>
                <a:cubicBezTo>
                  <a:pt x="56079" y="87971"/>
                  <a:pt x="64385" y="92220"/>
                  <a:pt x="69848" y="99239"/>
                </a:cubicBezTo>
                <a:cubicBezTo>
                  <a:pt x="70168" y="99648"/>
                  <a:pt x="70495" y="100050"/>
                  <a:pt x="70830" y="100459"/>
                </a:cubicBezTo>
                <a:cubicBezTo>
                  <a:pt x="79917" y="111392"/>
                  <a:pt x="84926" y="125012"/>
                  <a:pt x="85499" y="139212"/>
                </a:cubicBezTo>
                <a:cubicBezTo>
                  <a:pt x="85730" y="144794"/>
                  <a:pt x="87278" y="150242"/>
                  <a:pt x="90009" y="155117"/>
                </a:cubicBezTo>
                <a:cubicBezTo>
                  <a:pt x="98955" y="171125"/>
                  <a:pt x="118975" y="177712"/>
                  <a:pt x="135676" y="170136"/>
                </a:cubicBezTo>
                <a:cubicBezTo>
                  <a:pt x="154178" y="161741"/>
                  <a:pt x="161829" y="139748"/>
                  <a:pt x="152794" y="121774"/>
                </a:cubicBezTo>
                <a:lnTo>
                  <a:pt x="152705" y="121588"/>
                </a:lnTo>
                <a:cubicBezTo>
                  <a:pt x="147718" y="111846"/>
                  <a:pt x="147629" y="100318"/>
                  <a:pt x="152466" y="90494"/>
                </a:cubicBezTo>
                <a:cubicBezTo>
                  <a:pt x="159127" y="76934"/>
                  <a:pt x="159477" y="60471"/>
                  <a:pt x="151893" y="45995"/>
                </a:cubicBezTo>
                <a:cubicBezTo>
                  <a:pt x="137701" y="18905"/>
                  <a:pt x="114212" y="18168"/>
                  <a:pt x="98821" y="21338"/>
                </a:cubicBezTo>
                <a:cubicBezTo>
                  <a:pt x="90047" y="23154"/>
                  <a:pt x="80989" y="20624"/>
                  <a:pt x="74187" y="14797"/>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5" name="Google Shape;505;p45"/>
          <p:cNvPicPr preferRelativeResize="0"/>
          <p:nvPr/>
        </p:nvPicPr>
        <p:blipFill>
          <a:blip r:embed="rId3">
            <a:alphaModFix/>
          </a:blip>
          <a:stretch>
            <a:fillRect/>
          </a:stretch>
        </p:blipFill>
        <p:spPr>
          <a:xfrm rot="900000">
            <a:off x="37848" y="1384802"/>
            <a:ext cx="1341389" cy="1142946"/>
          </a:xfrm>
          <a:prstGeom prst="rect">
            <a:avLst/>
          </a:prstGeom>
          <a:noFill/>
          <a:ln>
            <a:noFill/>
          </a:ln>
        </p:spPr>
      </p:pic>
      <p:pic>
        <p:nvPicPr>
          <p:cNvPr id="3074" name="Picture 2" descr="Mechanism of Action | ProvayBlue">
            <a:extLst>
              <a:ext uri="{FF2B5EF4-FFF2-40B4-BE49-F238E27FC236}">
                <a16:creationId xmlns:a16="http://schemas.microsoft.com/office/drawing/2014/main" id="{FC76A245-7129-102C-CC63-46BFF641E7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3018" y="2866804"/>
            <a:ext cx="4702628" cy="1439364"/>
          </a:xfrm>
          <a:prstGeom prst="rect">
            <a:avLst/>
          </a:prstGeom>
          <a:noFill/>
          <a:extLst>
            <a:ext uri="{909E8E84-426E-40DD-AFC4-6F175D3DCCD1}">
              <a14:hiddenFill xmlns:a14="http://schemas.microsoft.com/office/drawing/2010/main">
                <a:solidFill>
                  <a:srgbClr val="FFFFFF"/>
                </a:solidFill>
              </a14:hiddenFill>
            </a:ext>
          </a:extLst>
        </p:spPr>
      </p:pic>
      <p:sp>
        <p:nvSpPr>
          <p:cNvPr id="2" name="Rechteck 1">
            <a:extLst>
              <a:ext uri="{FF2B5EF4-FFF2-40B4-BE49-F238E27FC236}">
                <a16:creationId xmlns:a16="http://schemas.microsoft.com/office/drawing/2014/main" id="{BCE7A940-32E7-AC02-0355-0D5A4EB76070}"/>
              </a:ext>
            </a:extLst>
          </p:cNvPr>
          <p:cNvSpPr/>
          <p:nvPr/>
        </p:nvSpPr>
        <p:spPr>
          <a:xfrm>
            <a:off x="1720191" y="2640046"/>
            <a:ext cx="5401354" cy="1803539"/>
          </a:xfrm>
          <a:prstGeom prst="rect">
            <a:avLst/>
          </a:prstGeom>
          <a:solidFill>
            <a:srgbClr val="F3F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pic>
        <p:nvPicPr>
          <p:cNvPr id="3" name="Google Shape;497;p45">
            <a:extLst>
              <a:ext uri="{FF2B5EF4-FFF2-40B4-BE49-F238E27FC236}">
                <a16:creationId xmlns:a16="http://schemas.microsoft.com/office/drawing/2014/main" id="{93D98EA6-CB16-F6DA-E6EB-1CA89776D045}"/>
              </a:ext>
            </a:extLst>
          </p:cNvPr>
          <p:cNvPicPr preferRelativeResize="0"/>
          <p:nvPr/>
        </p:nvPicPr>
        <p:blipFill>
          <a:blip r:embed="rId3">
            <a:alphaModFix/>
          </a:blip>
          <a:stretch>
            <a:fillRect/>
          </a:stretch>
        </p:blipFill>
        <p:spPr>
          <a:xfrm>
            <a:off x="1449442" y="3443043"/>
            <a:ext cx="1531418" cy="1304859"/>
          </a:xfrm>
          <a:prstGeom prst="rect">
            <a:avLst/>
          </a:prstGeom>
          <a:noFill/>
          <a:ln>
            <a:noFill/>
          </a:ln>
        </p:spPr>
      </p:pic>
      <p:pic>
        <p:nvPicPr>
          <p:cNvPr id="4" name="Google Shape;497;p45">
            <a:extLst>
              <a:ext uri="{FF2B5EF4-FFF2-40B4-BE49-F238E27FC236}">
                <a16:creationId xmlns:a16="http://schemas.microsoft.com/office/drawing/2014/main" id="{74B91D82-3D48-267B-F744-2D89B5C64FE6}"/>
              </a:ext>
            </a:extLst>
          </p:cNvPr>
          <p:cNvPicPr preferRelativeResize="0"/>
          <p:nvPr/>
        </p:nvPicPr>
        <p:blipFill>
          <a:blip r:embed="rId3">
            <a:alphaModFix/>
          </a:blip>
          <a:stretch>
            <a:fillRect/>
          </a:stretch>
        </p:blipFill>
        <p:spPr>
          <a:xfrm rot="18565924">
            <a:off x="3343644" y="2622440"/>
            <a:ext cx="1531418" cy="1304859"/>
          </a:xfrm>
          <a:prstGeom prst="rect">
            <a:avLst/>
          </a:prstGeom>
          <a:noFill/>
          <a:ln>
            <a:noFill/>
          </a:ln>
        </p:spPr>
      </p:pic>
      <p:pic>
        <p:nvPicPr>
          <p:cNvPr id="5" name="Google Shape;497;p45">
            <a:extLst>
              <a:ext uri="{FF2B5EF4-FFF2-40B4-BE49-F238E27FC236}">
                <a16:creationId xmlns:a16="http://schemas.microsoft.com/office/drawing/2014/main" id="{5B8F70FE-C798-1C54-F8D6-E4DF847248BE}"/>
              </a:ext>
            </a:extLst>
          </p:cNvPr>
          <p:cNvPicPr preferRelativeResize="0"/>
          <p:nvPr/>
        </p:nvPicPr>
        <p:blipFill>
          <a:blip r:embed="rId3">
            <a:alphaModFix/>
          </a:blip>
          <a:stretch>
            <a:fillRect/>
          </a:stretch>
        </p:blipFill>
        <p:spPr>
          <a:xfrm>
            <a:off x="6287492" y="3004927"/>
            <a:ext cx="1531418" cy="1304859"/>
          </a:xfrm>
          <a:prstGeom prst="rect">
            <a:avLst/>
          </a:prstGeom>
          <a:noFill/>
          <a:ln>
            <a:noFill/>
          </a:ln>
        </p:spPr>
      </p:pic>
    </p:spTree>
  </p:cSld>
  <p:clrMapOvr>
    <a:masterClrMapping/>
  </p:clrMapOvr>
</p:sld>
</file>

<file path=ppt/theme/theme1.xml><?xml version="1.0" encoding="utf-8"?>
<a:theme xmlns:a="http://schemas.openxmlformats.org/drawingml/2006/main" name="Red Blood Cell Disorders by Slidesgo">
  <a:themeElements>
    <a:clrScheme name="Simple Light">
      <a:dk1>
        <a:srgbClr val="F10906"/>
      </a:dk1>
      <a:lt1>
        <a:srgbClr val="F3F3F3"/>
      </a:lt1>
      <a:dk2>
        <a:srgbClr val="A70B01"/>
      </a:dk2>
      <a:lt2>
        <a:srgbClr val="750C0C"/>
      </a:lt2>
      <a:accent1>
        <a:srgbClr val="191919"/>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2123</Words>
  <Application>Microsoft Office PowerPoint</Application>
  <PresentationFormat>Bildschirmpräsentation (16:9)</PresentationFormat>
  <Paragraphs>304</Paragraphs>
  <Slides>12</Slides>
  <Notes>12</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12</vt:i4>
      </vt:variant>
    </vt:vector>
  </HeadingPairs>
  <TitlesOfParts>
    <vt:vector size="21" baseType="lpstr">
      <vt:lpstr>Poppins</vt:lpstr>
      <vt:lpstr>Bebas Neue</vt:lpstr>
      <vt:lpstr>Cambria Math</vt:lpstr>
      <vt:lpstr>Poppins SemiBold</vt:lpstr>
      <vt:lpstr>Comfortaa</vt:lpstr>
      <vt:lpstr>Poppins Medium</vt:lpstr>
      <vt:lpstr>Arial</vt:lpstr>
      <vt:lpstr>Aptos</vt:lpstr>
      <vt:lpstr>Red Blood Cell Disorders by Slidesgo</vt:lpstr>
      <vt:lpstr>Determination of Methemoglobin in Blood Hemiglobincyanide Method</vt:lpstr>
      <vt:lpstr>Table of contents</vt:lpstr>
      <vt:lpstr>Hemoglobin molecule</vt:lpstr>
      <vt:lpstr>Methemoglobin</vt:lpstr>
      <vt:lpstr>Hemiglobincyanide Method</vt:lpstr>
      <vt:lpstr>Reaction pathway diagram</vt:lpstr>
      <vt:lpstr>Photometric measurement</vt:lpstr>
      <vt:lpstr>Beer-Lambert law</vt:lpstr>
      <vt:lpstr>Reflotron as alternative</vt:lpstr>
      <vt:lpstr>Results male vs female</vt:lpstr>
      <vt:lpstr>t-Test comparison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Peko Tim - s2420458029</cp:lastModifiedBy>
  <cp:revision>1</cp:revision>
  <dcterms:modified xsi:type="dcterms:W3CDTF">2025-05-27T08:18:24Z</dcterms:modified>
</cp:coreProperties>
</file>