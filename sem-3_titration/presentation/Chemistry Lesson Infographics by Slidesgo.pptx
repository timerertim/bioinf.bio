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Catamaran"/>
      <p:regular r:id="rId43"/>
      <p:bold r:id="rId44"/>
    </p:embeddedFont>
    <p:embeddedFont>
      <p:font typeface="Proxima Nova"/>
      <p:regular r:id="rId45"/>
      <p:bold r:id="rId46"/>
      <p:italic r:id="rId47"/>
      <p:boldItalic r:id="rId48"/>
    </p:embeddedFont>
    <p:embeddedFont>
      <p:font typeface="Inter"/>
      <p:regular r:id="rId49"/>
      <p:bold r:id="rId50"/>
      <p:italic r:id="rId51"/>
      <p:boldItalic r:id="rId52"/>
    </p:embeddedFont>
    <p:embeddedFont>
      <p:font typeface="Proxima Nova Semibold"/>
      <p:regular r:id="rId53"/>
      <p:bold r:id="rId54"/>
      <p:boldItalic r:id="rId55"/>
    </p:embeddedFont>
    <p:embeddedFont>
      <p:font typeface="Love Ya Like A Sister"/>
      <p:regular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9AA0A6"/>
          </p15:clr>
        </p15:guide>
        <p15:guide id="2" orient="horz" pos="297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D616C1-2566-4984-BB78-A55419A40D4D}">
  <a:tblStyle styleId="{C5D616C1-2566-4984-BB78-A55419A40D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2974"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Catamaran-bold.fntdata"/><Relationship Id="rId43" Type="http://schemas.openxmlformats.org/officeDocument/2006/relationships/font" Target="fonts/Catamaran-regular.fntdata"/><Relationship Id="rId46" Type="http://schemas.openxmlformats.org/officeDocument/2006/relationships/font" Target="fonts/ProximaNova-bold.fntdata"/><Relationship Id="rId45" Type="http://schemas.openxmlformats.org/officeDocument/2006/relationships/font" Target="fonts/ProximaNov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ProximaNova-boldItalic.fntdata"/><Relationship Id="rId47" Type="http://schemas.openxmlformats.org/officeDocument/2006/relationships/font" Target="fonts/ProximaNova-italic.fntdata"/><Relationship Id="rId49" Type="http://schemas.openxmlformats.org/officeDocument/2006/relationships/font" Target="fonts/Inter-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Inter-italic.fntdata"/><Relationship Id="rId50" Type="http://schemas.openxmlformats.org/officeDocument/2006/relationships/font" Target="fonts/Inter-bold.fntdata"/><Relationship Id="rId53" Type="http://schemas.openxmlformats.org/officeDocument/2006/relationships/font" Target="fonts/ProximaNovaSemibold-regular.fntdata"/><Relationship Id="rId52" Type="http://schemas.openxmlformats.org/officeDocument/2006/relationships/font" Target="fonts/Inter-boldItalic.fntdata"/><Relationship Id="rId11" Type="http://schemas.openxmlformats.org/officeDocument/2006/relationships/slide" Target="slides/slide4.xml"/><Relationship Id="rId55" Type="http://schemas.openxmlformats.org/officeDocument/2006/relationships/font" Target="fonts/ProximaNovaSemibold-boldItalic.fntdata"/><Relationship Id="rId10" Type="http://schemas.openxmlformats.org/officeDocument/2006/relationships/slide" Target="slides/slide3.xml"/><Relationship Id="rId54" Type="http://schemas.openxmlformats.org/officeDocument/2006/relationships/font" Target="fonts/ProximaNovaSemibold-bold.fntdata"/><Relationship Id="rId13" Type="http://schemas.openxmlformats.org/officeDocument/2006/relationships/slide" Target="slides/slide6.xml"/><Relationship Id="rId12" Type="http://schemas.openxmlformats.org/officeDocument/2006/relationships/slide" Target="slides/slide5.xml"/><Relationship Id="rId56" Type="http://schemas.openxmlformats.org/officeDocument/2006/relationships/font" Target="fonts/LoveYaLikeASister-regular.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be31fc156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be31fc156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c87b696401_0_1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c87b696401_0_1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c96f9f2de6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c96f9f2de6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c96f9f2de6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c96f9f2de6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c96f9f2de6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c96f9f2de6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c96f9f2de6_0_1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c96f9f2de6_0_1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ca5475d782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ca5475d782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c96f9f2de6_0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c96f9f2de6_0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ca5475d782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ca5475d782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ca5475d782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ca5475d782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c96f9f2de6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c96f9f2de6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ca5475d782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ca5475d782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ca5475d782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ca5475d782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ca5475d782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ca5475d782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ca5475d782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ca5475d782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ca5475d782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4" name="Google Shape;1384;gca5475d782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ca5475d782_0_1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ca5475d782_0_1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ca5475d782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ca5475d782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ca5475d782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1" name="Google Shape;1531;gca5475d782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ca5475d782_0_1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ca5475d782_0_1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gca5475d782_0_1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9" name="Google Shape;1599;gca5475d782_0_1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gca5475d782_0_1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5" name="Google Shape;1605;gca5475d782_0_1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gca5475d782_0_1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0" name="Google Shape;1640;gca5475d782_0_1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ca5475d782_0_1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2" name="Google Shape;1682;gca5475d782_0_1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ca5475d782_0_2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8" name="Google Shape;1738;gca5475d782_0_2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ca5475d782_0_1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8" name="Google Shape;1788;gca5475d782_0_1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gcb949a5e30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1" name="Google Shape;1871;gcb949a5e30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gca5475d782_0_2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7" name="Google Shape;1877;gca5475d782_0_2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2" name="Shape 1922"/>
        <p:cNvGrpSpPr/>
        <p:nvPr/>
      </p:nvGrpSpPr>
      <p:grpSpPr>
        <a:xfrm>
          <a:off x="0" y="0"/>
          <a:ext cx="0" cy="0"/>
          <a:chOff x="0" y="0"/>
          <a:chExt cx="0" cy="0"/>
        </a:xfrm>
      </p:grpSpPr>
      <p:sp>
        <p:nvSpPr>
          <p:cNvPr id="1923" name="Google Shape;1923;gca5475d782_0_1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4" name="Google Shape;1924;gca5475d782_0_1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8" name="Shape 1938"/>
        <p:cNvGrpSpPr/>
        <p:nvPr/>
      </p:nvGrpSpPr>
      <p:grpSpPr>
        <a:xfrm>
          <a:off x="0" y="0"/>
          <a:ext cx="0" cy="0"/>
          <a:chOff x="0" y="0"/>
          <a:chExt cx="0" cy="0"/>
        </a:xfrm>
      </p:grpSpPr>
      <p:sp>
        <p:nvSpPr>
          <p:cNvPr id="1939" name="Google Shape;1939;gca5475d782_0_2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0" name="Google Shape;1940;gca5475d782_0_2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2" name="Shape 2022"/>
        <p:cNvGrpSpPr/>
        <p:nvPr/>
      </p:nvGrpSpPr>
      <p:grpSpPr>
        <a:xfrm>
          <a:off x="0" y="0"/>
          <a:ext cx="0" cy="0"/>
          <a:chOff x="0" y="0"/>
          <a:chExt cx="0" cy="0"/>
        </a:xfrm>
      </p:grpSpPr>
      <p:sp>
        <p:nvSpPr>
          <p:cNvPr id="2023" name="Google Shape;2023;gca5475d782_0_2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4" name="Google Shape;2024;gca5475d782_0_2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9" name="Shape 2079"/>
        <p:cNvGrpSpPr/>
        <p:nvPr/>
      </p:nvGrpSpPr>
      <p:grpSpPr>
        <a:xfrm>
          <a:off x="0" y="0"/>
          <a:ext cx="0" cy="0"/>
          <a:chOff x="0" y="0"/>
          <a:chExt cx="0" cy="0"/>
        </a:xfrm>
      </p:grpSpPr>
      <p:sp>
        <p:nvSpPr>
          <p:cNvPr id="2080" name="Google Shape;2080;SLIDES_API90025248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1" name="Google Shape;2081;SLIDES_API90025248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6" name="Shape 2086"/>
        <p:cNvGrpSpPr/>
        <p:nvPr/>
      </p:nvGrpSpPr>
      <p:grpSpPr>
        <a:xfrm>
          <a:off x="0" y="0"/>
          <a:ext cx="0" cy="0"/>
          <a:chOff x="0" y="0"/>
          <a:chExt cx="0" cy="0"/>
        </a:xfrm>
      </p:grpSpPr>
      <p:sp>
        <p:nvSpPr>
          <p:cNvPr id="2087" name="Google Shape;2087;SLIDES_API90025248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8" name="Google Shape;2088;SLIDES_API90025248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bd9ba16aee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5" name="Google Shape;2095;gbd9ba16aee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434343"/>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457200" y="411475"/>
            <a:ext cx="5040900" cy="30672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6500"/>
              <a:buNone/>
              <a:defRPr sz="6000">
                <a:solidFill>
                  <a:schemeClr val="lt1"/>
                </a:solidFill>
              </a:defRPr>
            </a:lvl1pPr>
            <a:lvl2pPr lvl="1" rtl="0" algn="ctr">
              <a:spcBef>
                <a:spcPts val="0"/>
              </a:spcBef>
              <a:spcAft>
                <a:spcPts val="0"/>
              </a:spcAft>
              <a:buClr>
                <a:schemeClr val="lt1"/>
              </a:buClr>
              <a:buSzPts val="6500"/>
              <a:buNone/>
              <a:defRPr sz="6500">
                <a:solidFill>
                  <a:schemeClr val="lt1"/>
                </a:solidFill>
              </a:defRPr>
            </a:lvl2pPr>
            <a:lvl3pPr lvl="2" rtl="0" algn="ctr">
              <a:spcBef>
                <a:spcPts val="0"/>
              </a:spcBef>
              <a:spcAft>
                <a:spcPts val="0"/>
              </a:spcAft>
              <a:buClr>
                <a:schemeClr val="lt1"/>
              </a:buClr>
              <a:buSzPts val="6500"/>
              <a:buNone/>
              <a:defRPr sz="6500">
                <a:solidFill>
                  <a:schemeClr val="lt1"/>
                </a:solidFill>
              </a:defRPr>
            </a:lvl3pPr>
            <a:lvl4pPr lvl="3" rtl="0" algn="ctr">
              <a:spcBef>
                <a:spcPts val="0"/>
              </a:spcBef>
              <a:spcAft>
                <a:spcPts val="0"/>
              </a:spcAft>
              <a:buClr>
                <a:schemeClr val="lt1"/>
              </a:buClr>
              <a:buSzPts val="6500"/>
              <a:buNone/>
              <a:defRPr sz="6500">
                <a:solidFill>
                  <a:schemeClr val="lt1"/>
                </a:solidFill>
              </a:defRPr>
            </a:lvl4pPr>
            <a:lvl5pPr lvl="4" rtl="0" algn="ctr">
              <a:spcBef>
                <a:spcPts val="0"/>
              </a:spcBef>
              <a:spcAft>
                <a:spcPts val="0"/>
              </a:spcAft>
              <a:buClr>
                <a:schemeClr val="lt1"/>
              </a:buClr>
              <a:buSzPts val="6500"/>
              <a:buNone/>
              <a:defRPr sz="6500">
                <a:solidFill>
                  <a:schemeClr val="lt1"/>
                </a:solidFill>
              </a:defRPr>
            </a:lvl5pPr>
            <a:lvl6pPr lvl="5" rtl="0" algn="ctr">
              <a:spcBef>
                <a:spcPts val="0"/>
              </a:spcBef>
              <a:spcAft>
                <a:spcPts val="0"/>
              </a:spcAft>
              <a:buClr>
                <a:schemeClr val="lt1"/>
              </a:buClr>
              <a:buSzPts val="6500"/>
              <a:buNone/>
              <a:defRPr sz="6500">
                <a:solidFill>
                  <a:schemeClr val="lt1"/>
                </a:solidFill>
              </a:defRPr>
            </a:lvl6pPr>
            <a:lvl7pPr lvl="6" rtl="0" algn="ctr">
              <a:spcBef>
                <a:spcPts val="0"/>
              </a:spcBef>
              <a:spcAft>
                <a:spcPts val="0"/>
              </a:spcAft>
              <a:buClr>
                <a:schemeClr val="lt1"/>
              </a:buClr>
              <a:buSzPts val="6500"/>
              <a:buNone/>
              <a:defRPr sz="6500">
                <a:solidFill>
                  <a:schemeClr val="lt1"/>
                </a:solidFill>
              </a:defRPr>
            </a:lvl7pPr>
            <a:lvl8pPr lvl="7" rtl="0" algn="ctr">
              <a:spcBef>
                <a:spcPts val="0"/>
              </a:spcBef>
              <a:spcAft>
                <a:spcPts val="0"/>
              </a:spcAft>
              <a:buClr>
                <a:schemeClr val="lt1"/>
              </a:buClr>
              <a:buSzPts val="6500"/>
              <a:buNone/>
              <a:defRPr sz="6500">
                <a:solidFill>
                  <a:schemeClr val="lt1"/>
                </a:solidFill>
              </a:defRPr>
            </a:lvl8pPr>
            <a:lvl9pPr lvl="8" rtl="0" algn="ctr">
              <a:spcBef>
                <a:spcPts val="0"/>
              </a:spcBef>
              <a:spcAft>
                <a:spcPts val="0"/>
              </a:spcAft>
              <a:buClr>
                <a:schemeClr val="lt1"/>
              </a:buClr>
              <a:buSzPts val="6500"/>
              <a:buNone/>
              <a:defRPr sz="6500">
                <a:solidFill>
                  <a:schemeClr val="lt1"/>
                </a:solidFill>
              </a:defRPr>
            </a:lvl9pPr>
          </a:lstStyle>
          <a:p/>
        </p:txBody>
      </p:sp>
      <p:sp>
        <p:nvSpPr>
          <p:cNvPr id="10" name="Google Shape;10;p2"/>
          <p:cNvSpPr txBox="1"/>
          <p:nvPr>
            <p:ph idx="1" type="subTitle"/>
          </p:nvPr>
        </p:nvSpPr>
        <p:spPr>
          <a:xfrm>
            <a:off x="457200" y="3478675"/>
            <a:ext cx="5040900" cy="4386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1800"/>
              <a:buNone/>
              <a:defRPr sz="1800">
                <a:solidFill>
                  <a:schemeClr val="lt1"/>
                </a:solidFill>
              </a:defRPr>
            </a:lvl1pPr>
            <a:lvl2pPr lvl="1" rtl="0" algn="ctr">
              <a:lnSpc>
                <a:spcPct val="100000"/>
              </a:lnSpc>
              <a:spcBef>
                <a:spcPts val="0"/>
              </a:spcBef>
              <a:spcAft>
                <a:spcPts val="0"/>
              </a:spcAft>
              <a:buClr>
                <a:schemeClr val="lt1"/>
              </a:buClr>
              <a:buSzPts val="1800"/>
              <a:buNone/>
              <a:defRPr sz="1800">
                <a:solidFill>
                  <a:schemeClr val="lt1"/>
                </a:solidFill>
              </a:defRPr>
            </a:lvl2pPr>
            <a:lvl3pPr lvl="2" rtl="0" algn="ctr">
              <a:lnSpc>
                <a:spcPct val="100000"/>
              </a:lnSpc>
              <a:spcBef>
                <a:spcPts val="0"/>
              </a:spcBef>
              <a:spcAft>
                <a:spcPts val="0"/>
              </a:spcAft>
              <a:buClr>
                <a:schemeClr val="lt1"/>
              </a:buClr>
              <a:buSzPts val="1800"/>
              <a:buNone/>
              <a:defRPr sz="1800">
                <a:solidFill>
                  <a:schemeClr val="lt1"/>
                </a:solidFill>
              </a:defRPr>
            </a:lvl3pPr>
            <a:lvl4pPr lvl="3" rtl="0" algn="ctr">
              <a:lnSpc>
                <a:spcPct val="100000"/>
              </a:lnSpc>
              <a:spcBef>
                <a:spcPts val="0"/>
              </a:spcBef>
              <a:spcAft>
                <a:spcPts val="0"/>
              </a:spcAft>
              <a:buClr>
                <a:schemeClr val="lt1"/>
              </a:buClr>
              <a:buSzPts val="1800"/>
              <a:buNone/>
              <a:defRPr sz="1800">
                <a:solidFill>
                  <a:schemeClr val="lt1"/>
                </a:solidFill>
              </a:defRPr>
            </a:lvl4pPr>
            <a:lvl5pPr lvl="4" rtl="0" algn="ctr">
              <a:lnSpc>
                <a:spcPct val="100000"/>
              </a:lnSpc>
              <a:spcBef>
                <a:spcPts val="0"/>
              </a:spcBef>
              <a:spcAft>
                <a:spcPts val="0"/>
              </a:spcAft>
              <a:buClr>
                <a:schemeClr val="lt1"/>
              </a:buClr>
              <a:buSzPts val="1800"/>
              <a:buNone/>
              <a:defRPr sz="1800">
                <a:solidFill>
                  <a:schemeClr val="lt1"/>
                </a:solidFill>
              </a:defRPr>
            </a:lvl5pPr>
            <a:lvl6pPr lvl="5" rtl="0" algn="ctr">
              <a:lnSpc>
                <a:spcPct val="100000"/>
              </a:lnSpc>
              <a:spcBef>
                <a:spcPts val="0"/>
              </a:spcBef>
              <a:spcAft>
                <a:spcPts val="0"/>
              </a:spcAft>
              <a:buClr>
                <a:schemeClr val="lt1"/>
              </a:buClr>
              <a:buSzPts val="1800"/>
              <a:buNone/>
              <a:defRPr sz="1800">
                <a:solidFill>
                  <a:schemeClr val="lt1"/>
                </a:solidFill>
              </a:defRPr>
            </a:lvl6pPr>
            <a:lvl7pPr lvl="6" rtl="0" algn="ctr">
              <a:lnSpc>
                <a:spcPct val="100000"/>
              </a:lnSpc>
              <a:spcBef>
                <a:spcPts val="0"/>
              </a:spcBef>
              <a:spcAft>
                <a:spcPts val="0"/>
              </a:spcAft>
              <a:buClr>
                <a:schemeClr val="lt1"/>
              </a:buClr>
              <a:buSzPts val="1800"/>
              <a:buNone/>
              <a:defRPr sz="1800">
                <a:solidFill>
                  <a:schemeClr val="lt1"/>
                </a:solidFill>
              </a:defRPr>
            </a:lvl7pPr>
            <a:lvl8pPr lvl="7" rtl="0" algn="ctr">
              <a:lnSpc>
                <a:spcPct val="100000"/>
              </a:lnSpc>
              <a:spcBef>
                <a:spcPts val="0"/>
              </a:spcBef>
              <a:spcAft>
                <a:spcPts val="0"/>
              </a:spcAft>
              <a:buClr>
                <a:schemeClr val="lt1"/>
              </a:buClr>
              <a:buSzPts val="1800"/>
              <a:buNone/>
              <a:defRPr sz="1800">
                <a:solidFill>
                  <a:schemeClr val="lt1"/>
                </a:solidFill>
              </a:defRPr>
            </a:lvl8pPr>
            <a:lvl9pPr lvl="8" rtl="0" algn="ctr">
              <a:lnSpc>
                <a:spcPct val="100000"/>
              </a:lnSpc>
              <a:spcBef>
                <a:spcPts val="0"/>
              </a:spcBef>
              <a:spcAft>
                <a:spcPts val="0"/>
              </a:spcAft>
              <a:buClr>
                <a:schemeClr val="lt1"/>
              </a:buClr>
              <a:buSzPts val="1800"/>
              <a:buNone/>
              <a:defRPr sz="1800">
                <a:solidFill>
                  <a:schemeClr val="lt1"/>
                </a:solidFill>
              </a:defRPr>
            </a:lvl9pPr>
          </a:lstStyle>
          <a:p/>
        </p:txBody>
      </p:sp>
      <p:grpSp>
        <p:nvGrpSpPr>
          <p:cNvPr id="11" name="Google Shape;11;p2"/>
          <p:cNvGrpSpPr/>
          <p:nvPr/>
        </p:nvGrpSpPr>
        <p:grpSpPr>
          <a:xfrm>
            <a:off x="1540075" y="330925"/>
            <a:ext cx="7172813" cy="4648240"/>
            <a:chOff x="1540075" y="330925"/>
            <a:chExt cx="7172813" cy="4648240"/>
          </a:xfrm>
        </p:grpSpPr>
        <p:grpSp>
          <p:nvGrpSpPr>
            <p:cNvPr id="12" name="Google Shape;12;p2"/>
            <p:cNvGrpSpPr/>
            <p:nvPr/>
          </p:nvGrpSpPr>
          <p:grpSpPr>
            <a:xfrm>
              <a:off x="4935800" y="1152600"/>
              <a:ext cx="1772800" cy="701625"/>
              <a:chOff x="2006125" y="1024150"/>
              <a:chExt cx="1772800" cy="701625"/>
            </a:xfrm>
          </p:grpSpPr>
          <p:sp>
            <p:nvSpPr>
              <p:cNvPr id="13" name="Google Shape;13;p2"/>
              <p:cNvSpPr/>
              <p:nvPr/>
            </p:nvSpPr>
            <p:spPr>
              <a:xfrm>
                <a:off x="2006125" y="1052075"/>
                <a:ext cx="136300" cy="195275"/>
              </a:xfrm>
              <a:custGeom>
                <a:rect b="b" l="l" r="r" t="t"/>
                <a:pathLst>
                  <a:path extrusionOk="0" h="7811" w="5452">
                    <a:moveTo>
                      <a:pt x="2668" y="374"/>
                    </a:moveTo>
                    <a:cubicBezTo>
                      <a:pt x="3019" y="374"/>
                      <a:pt x="3379" y="494"/>
                      <a:pt x="3706" y="719"/>
                    </a:cubicBezTo>
                    <a:cubicBezTo>
                      <a:pt x="4352" y="1174"/>
                      <a:pt x="4638" y="1963"/>
                      <a:pt x="4782" y="2728"/>
                    </a:cubicBezTo>
                    <a:cubicBezTo>
                      <a:pt x="5069" y="4186"/>
                      <a:pt x="5045" y="6051"/>
                      <a:pt x="3730" y="7031"/>
                    </a:cubicBezTo>
                    <a:cubicBezTo>
                      <a:pt x="3359" y="7288"/>
                      <a:pt x="2902" y="7460"/>
                      <a:pt x="2458" y="7460"/>
                    </a:cubicBezTo>
                    <a:cubicBezTo>
                      <a:pt x="2157" y="7460"/>
                      <a:pt x="1862" y="7382"/>
                      <a:pt x="1602" y="7198"/>
                    </a:cubicBezTo>
                    <a:cubicBezTo>
                      <a:pt x="1163" y="6869"/>
                      <a:pt x="863" y="6315"/>
                      <a:pt x="919" y="5783"/>
                    </a:cubicBezTo>
                    <a:lnTo>
                      <a:pt x="919" y="5783"/>
                    </a:lnTo>
                    <a:cubicBezTo>
                      <a:pt x="1224" y="6098"/>
                      <a:pt x="1608" y="6333"/>
                      <a:pt x="2056" y="6457"/>
                    </a:cubicBezTo>
                    <a:cubicBezTo>
                      <a:pt x="2277" y="6519"/>
                      <a:pt x="2504" y="6552"/>
                      <a:pt x="2729" y="6552"/>
                    </a:cubicBezTo>
                    <a:cubicBezTo>
                      <a:pt x="3283" y="6552"/>
                      <a:pt x="3824" y="6356"/>
                      <a:pt x="4232" y="5931"/>
                    </a:cubicBezTo>
                    <a:cubicBezTo>
                      <a:pt x="4343" y="5802"/>
                      <a:pt x="4210" y="5615"/>
                      <a:pt x="4078" y="5615"/>
                    </a:cubicBezTo>
                    <a:cubicBezTo>
                      <a:pt x="4040" y="5615"/>
                      <a:pt x="4001" y="5631"/>
                      <a:pt x="3969" y="5668"/>
                    </a:cubicBezTo>
                    <a:cubicBezTo>
                      <a:pt x="3630" y="6034"/>
                      <a:pt x="3187" y="6194"/>
                      <a:pt x="2736" y="6194"/>
                    </a:cubicBezTo>
                    <a:cubicBezTo>
                      <a:pt x="2100" y="6194"/>
                      <a:pt x="1446" y="5877"/>
                      <a:pt x="1040" y="5376"/>
                    </a:cubicBezTo>
                    <a:lnTo>
                      <a:pt x="1040" y="5376"/>
                    </a:lnTo>
                    <a:cubicBezTo>
                      <a:pt x="1051" y="5353"/>
                      <a:pt x="1063" y="5331"/>
                      <a:pt x="1076" y="5310"/>
                    </a:cubicBezTo>
                    <a:cubicBezTo>
                      <a:pt x="1159" y="5161"/>
                      <a:pt x="1035" y="5035"/>
                      <a:pt x="912" y="5035"/>
                    </a:cubicBezTo>
                    <a:cubicBezTo>
                      <a:pt x="883" y="5035"/>
                      <a:pt x="855" y="5041"/>
                      <a:pt x="829" y="5056"/>
                    </a:cubicBezTo>
                    <a:lnTo>
                      <a:pt x="829" y="5056"/>
                    </a:lnTo>
                    <a:cubicBezTo>
                      <a:pt x="123" y="3789"/>
                      <a:pt x="554" y="1863"/>
                      <a:pt x="1578" y="839"/>
                    </a:cubicBezTo>
                    <a:cubicBezTo>
                      <a:pt x="1894" y="523"/>
                      <a:pt x="2276" y="374"/>
                      <a:pt x="2668" y="374"/>
                    </a:cubicBezTo>
                    <a:close/>
                    <a:moveTo>
                      <a:pt x="2654" y="0"/>
                    </a:moveTo>
                    <a:cubicBezTo>
                      <a:pt x="2462" y="0"/>
                      <a:pt x="2269" y="31"/>
                      <a:pt x="2080" y="98"/>
                    </a:cubicBezTo>
                    <a:cubicBezTo>
                      <a:pt x="1267" y="385"/>
                      <a:pt x="765" y="1221"/>
                      <a:pt x="455" y="1986"/>
                    </a:cubicBezTo>
                    <a:cubicBezTo>
                      <a:pt x="120" y="2847"/>
                      <a:pt x="0" y="3851"/>
                      <a:pt x="287" y="4736"/>
                    </a:cubicBezTo>
                    <a:cubicBezTo>
                      <a:pt x="372" y="4985"/>
                      <a:pt x="487" y="5217"/>
                      <a:pt x="629" y="5426"/>
                    </a:cubicBezTo>
                    <a:lnTo>
                      <a:pt x="629" y="5426"/>
                    </a:lnTo>
                    <a:cubicBezTo>
                      <a:pt x="453" y="5979"/>
                      <a:pt x="595" y="6593"/>
                      <a:pt x="957" y="7055"/>
                    </a:cubicBezTo>
                    <a:cubicBezTo>
                      <a:pt x="1329" y="7546"/>
                      <a:pt x="1895" y="7811"/>
                      <a:pt x="2496" y="7811"/>
                    </a:cubicBezTo>
                    <a:cubicBezTo>
                      <a:pt x="2627" y="7811"/>
                      <a:pt x="2760" y="7798"/>
                      <a:pt x="2893" y="7772"/>
                    </a:cubicBezTo>
                    <a:cubicBezTo>
                      <a:pt x="4901" y="7414"/>
                      <a:pt x="5451" y="5142"/>
                      <a:pt x="5260" y="3397"/>
                    </a:cubicBezTo>
                    <a:cubicBezTo>
                      <a:pt x="5164" y="2489"/>
                      <a:pt x="4949" y="1508"/>
                      <a:pt x="4328" y="791"/>
                    </a:cubicBezTo>
                    <a:cubicBezTo>
                      <a:pt x="3906" y="332"/>
                      <a:pt x="3287" y="0"/>
                      <a:pt x="265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2029225" y="1532475"/>
                <a:ext cx="128525" cy="193300"/>
              </a:xfrm>
              <a:custGeom>
                <a:rect b="b" l="l" r="r" t="t"/>
                <a:pathLst>
                  <a:path extrusionOk="0" h="7732" w="5141">
                    <a:moveTo>
                      <a:pt x="2633" y="360"/>
                    </a:moveTo>
                    <a:cubicBezTo>
                      <a:pt x="3208" y="360"/>
                      <a:pt x="3661" y="877"/>
                      <a:pt x="3930" y="1395"/>
                    </a:cubicBezTo>
                    <a:cubicBezTo>
                      <a:pt x="4671" y="2877"/>
                      <a:pt x="4766" y="4694"/>
                      <a:pt x="4193" y="6248"/>
                    </a:cubicBezTo>
                    <a:cubicBezTo>
                      <a:pt x="4083" y="6529"/>
                      <a:pt x="3954" y="6810"/>
                      <a:pt x="3751" y="7024"/>
                    </a:cubicBezTo>
                    <a:lnTo>
                      <a:pt x="3751" y="7024"/>
                    </a:lnTo>
                    <a:cubicBezTo>
                      <a:pt x="3715" y="7046"/>
                      <a:pt x="3679" y="7066"/>
                      <a:pt x="3643" y="7085"/>
                    </a:cubicBezTo>
                    <a:cubicBezTo>
                      <a:pt x="3393" y="7219"/>
                      <a:pt x="3131" y="7279"/>
                      <a:pt x="2869" y="7279"/>
                    </a:cubicBezTo>
                    <a:cubicBezTo>
                      <a:pt x="2427" y="7279"/>
                      <a:pt x="1986" y="7107"/>
                      <a:pt x="1611" y="6822"/>
                    </a:cubicBezTo>
                    <a:cubicBezTo>
                      <a:pt x="1567" y="6788"/>
                      <a:pt x="1525" y="6752"/>
                      <a:pt x="1485" y="6716"/>
                    </a:cubicBezTo>
                    <a:lnTo>
                      <a:pt x="1485" y="6716"/>
                    </a:lnTo>
                    <a:cubicBezTo>
                      <a:pt x="1123" y="6338"/>
                      <a:pt x="870" y="5848"/>
                      <a:pt x="650" y="5365"/>
                    </a:cubicBezTo>
                    <a:lnTo>
                      <a:pt x="650" y="5365"/>
                    </a:lnTo>
                    <a:cubicBezTo>
                      <a:pt x="364" y="4360"/>
                      <a:pt x="554" y="3195"/>
                      <a:pt x="893" y="2208"/>
                    </a:cubicBezTo>
                    <a:cubicBezTo>
                      <a:pt x="1132" y="1562"/>
                      <a:pt x="1539" y="773"/>
                      <a:pt x="2184" y="462"/>
                    </a:cubicBezTo>
                    <a:cubicBezTo>
                      <a:pt x="2341" y="391"/>
                      <a:pt x="2491" y="360"/>
                      <a:pt x="2633" y="360"/>
                    </a:cubicBezTo>
                    <a:close/>
                    <a:moveTo>
                      <a:pt x="2664" y="0"/>
                    </a:moveTo>
                    <a:cubicBezTo>
                      <a:pt x="2617" y="0"/>
                      <a:pt x="2568" y="3"/>
                      <a:pt x="2519" y="8"/>
                    </a:cubicBezTo>
                    <a:cubicBezTo>
                      <a:pt x="1682" y="104"/>
                      <a:pt x="1108" y="869"/>
                      <a:pt x="774" y="1562"/>
                    </a:cubicBezTo>
                    <a:cubicBezTo>
                      <a:pt x="282" y="2589"/>
                      <a:pt x="0" y="3895"/>
                      <a:pt x="209" y="5064"/>
                    </a:cubicBezTo>
                    <a:lnTo>
                      <a:pt x="209" y="5064"/>
                    </a:lnTo>
                    <a:cubicBezTo>
                      <a:pt x="180" y="5114"/>
                      <a:pt x="171" y="5178"/>
                      <a:pt x="200" y="5244"/>
                    </a:cubicBezTo>
                    <a:cubicBezTo>
                      <a:pt x="235" y="5322"/>
                      <a:pt x="270" y="5402"/>
                      <a:pt x="307" y="5481"/>
                    </a:cubicBezTo>
                    <a:lnTo>
                      <a:pt x="307" y="5481"/>
                    </a:lnTo>
                    <a:cubicBezTo>
                      <a:pt x="474" y="6052"/>
                      <a:pt x="776" y="6575"/>
                      <a:pt x="1248" y="6996"/>
                    </a:cubicBezTo>
                    <a:lnTo>
                      <a:pt x="1248" y="6996"/>
                    </a:lnTo>
                    <a:cubicBezTo>
                      <a:pt x="1442" y="7196"/>
                      <a:pt x="1663" y="7366"/>
                      <a:pt x="1921" y="7491"/>
                    </a:cubicBezTo>
                    <a:cubicBezTo>
                      <a:pt x="2223" y="7647"/>
                      <a:pt x="2557" y="7732"/>
                      <a:pt x="2882" y="7732"/>
                    </a:cubicBezTo>
                    <a:cubicBezTo>
                      <a:pt x="3256" y="7732"/>
                      <a:pt x="3617" y="7621"/>
                      <a:pt x="3906" y="7378"/>
                    </a:cubicBezTo>
                    <a:lnTo>
                      <a:pt x="3906" y="7378"/>
                    </a:lnTo>
                    <a:cubicBezTo>
                      <a:pt x="4655" y="6933"/>
                      <a:pt x="5141" y="6054"/>
                      <a:pt x="4886" y="5196"/>
                    </a:cubicBezTo>
                    <a:cubicBezTo>
                      <a:pt x="4878" y="5170"/>
                      <a:pt x="4867" y="5148"/>
                      <a:pt x="4853" y="5129"/>
                    </a:cubicBezTo>
                    <a:lnTo>
                      <a:pt x="4853" y="5129"/>
                    </a:lnTo>
                    <a:cubicBezTo>
                      <a:pt x="4886" y="4873"/>
                      <a:pt x="4904" y="4621"/>
                      <a:pt x="4910" y="4383"/>
                    </a:cubicBezTo>
                    <a:cubicBezTo>
                      <a:pt x="4958" y="3379"/>
                      <a:pt x="4766" y="2351"/>
                      <a:pt x="4336" y="1419"/>
                    </a:cubicBezTo>
                    <a:cubicBezTo>
                      <a:pt x="4020" y="742"/>
                      <a:pt x="3469" y="0"/>
                      <a:pt x="266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345325" y="1274025"/>
                <a:ext cx="23925" cy="155725"/>
              </a:xfrm>
              <a:custGeom>
                <a:rect b="b" l="l" r="r" t="t"/>
                <a:pathLst>
                  <a:path extrusionOk="0" h="6229" w="957">
                    <a:moveTo>
                      <a:pt x="173" y="0"/>
                    </a:moveTo>
                    <a:cubicBezTo>
                      <a:pt x="84" y="0"/>
                      <a:pt x="0" y="54"/>
                      <a:pt x="12" y="161"/>
                    </a:cubicBezTo>
                    <a:cubicBezTo>
                      <a:pt x="203" y="2146"/>
                      <a:pt x="395" y="4106"/>
                      <a:pt x="562" y="6067"/>
                    </a:cubicBezTo>
                    <a:cubicBezTo>
                      <a:pt x="574" y="6174"/>
                      <a:pt x="676" y="6228"/>
                      <a:pt x="771" y="6228"/>
                    </a:cubicBezTo>
                    <a:cubicBezTo>
                      <a:pt x="867" y="6228"/>
                      <a:pt x="956" y="6174"/>
                      <a:pt x="944" y="6067"/>
                    </a:cubicBezTo>
                    <a:cubicBezTo>
                      <a:pt x="753" y="4106"/>
                      <a:pt x="562" y="2146"/>
                      <a:pt x="371" y="161"/>
                    </a:cubicBezTo>
                    <a:cubicBezTo>
                      <a:pt x="359" y="54"/>
                      <a:pt x="263" y="0"/>
                      <a:pt x="17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360550" y="1420900"/>
                <a:ext cx="11400" cy="9000"/>
              </a:xfrm>
              <a:custGeom>
                <a:rect b="b" l="l" r="r" t="t"/>
                <a:pathLst>
                  <a:path extrusionOk="0" h="360" w="456">
                    <a:moveTo>
                      <a:pt x="216" y="0"/>
                    </a:moveTo>
                    <a:cubicBezTo>
                      <a:pt x="1" y="0"/>
                      <a:pt x="1" y="359"/>
                      <a:pt x="216" y="359"/>
                    </a:cubicBezTo>
                    <a:cubicBezTo>
                      <a:pt x="455" y="359"/>
                      <a:pt x="455" y="0"/>
                      <a:pt x="21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352725" y="1334700"/>
                <a:ext cx="101350" cy="30275"/>
              </a:xfrm>
              <a:custGeom>
                <a:rect b="b" l="l" r="r" t="t"/>
                <a:pathLst>
                  <a:path extrusionOk="0" h="1211" w="4054">
                    <a:moveTo>
                      <a:pt x="3798" y="1"/>
                    </a:moveTo>
                    <a:cubicBezTo>
                      <a:pt x="3785" y="1"/>
                      <a:pt x="3771" y="2"/>
                      <a:pt x="3757" y="6"/>
                    </a:cubicBezTo>
                    <a:lnTo>
                      <a:pt x="218" y="866"/>
                    </a:lnTo>
                    <a:cubicBezTo>
                      <a:pt x="1" y="910"/>
                      <a:pt x="60" y="1211"/>
                      <a:pt x="253" y="1211"/>
                    </a:cubicBezTo>
                    <a:cubicBezTo>
                      <a:pt x="272" y="1211"/>
                      <a:pt x="292" y="1208"/>
                      <a:pt x="314" y="1201"/>
                    </a:cubicBezTo>
                    <a:lnTo>
                      <a:pt x="3852" y="364"/>
                    </a:lnTo>
                    <a:cubicBezTo>
                      <a:pt x="4053" y="297"/>
                      <a:pt x="3983" y="1"/>
                      <a:pt x="379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2434975" y="1237100"/>
                <a:ext cx="25125" cy="214600"/>
              </a:xfrm>
              <a:custGeom>
                <a:rect b="b" l="l" r="r" t="t"/>
                <a:pathLst>
                  <a:path extrusionOk="0" h="8584" w="1005">
                    <a:moveTo>
                      <a:pt x="186" y="1"/>
                    </a:moveTo>
                    <a:cubicBezTo>
                      <a:pt x="90" y="1"/>
                      <a:pt x="0" y="60"/>
                      <a:pt x="12" y="180"/>
                    </a:cubicBezTo>
                    <a:cubicBezTo>
                      <a:pt x="227" y="2929"/>
                      <a:pt x="419" y="5655"/>
                      <a:pt x="634" y="8404"/>
                    </a:cubicBezTo>
                    <a:cubicBezTo>
                      <a:pt x="646" y="8524"/>
                      <a:pt x="741" y="8584"/>
                      <a:pt x="831" y="8584"/>
                    </a:cubicBezTo>
                    <a:cubicBezTo>
                      <a:pt x="921" y="8584"/>
                      <a:pt x="1004" y="8524"/>
                      <a:pt x="993" y="8404"/>
                    </a:cubicBezTo>
                    <a:cubicBezTo>
                      <a:pt x="801" y="5655"/>
                      <a:pt x="586" y="2929"/>
                      <a:pt x="395" y="180"/>
                    </a:cubicBezTo>
                    <a:cubicBezTo>
                      <a:pt x="383" y="60"/>
                      <a:pt x="281" y="1"/>
                      <a:pt x="18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2189825" y="1193625"/>
                <a:ext cx="117200" cy="103300"/>
              </a:xfrm>
              <a:custGeom>
                <a:rect b="b" l="l" r="r" t="t"/>
                <a:pathLst>
                  <a:path extrusionOk="0" h="4132" w="4688">
                    <a:moveTo>
                      <a:pt x="265" y="1"/>
                    </a:moveTo>
                    <a:cubicBezTo>
                      <a:pt x="133" y="1"/>
                      <a:pt x="1" y="188"/>
                      <a:pt x="112" y="317"/>
                    </a:cubicBezTo>
                    <a:cubicBezTo>
                      <a:pt x="1331" y="1776"/>
                      <a:pt x="2765" y="3043"/>
                      <a:pt x="4343" y="4095"/>
                    </a:cubicBezTo>
                    <a:cubicBezTo>
                      <a:pt x="4378" y="4120"/>
                      <a:pt x="4412" y="4132"/>
                      <a:pt x="4444" y="4132"/>
                    </a:cubicBezTo>
                    <a:cubicBezTo>
                      <a:pt x="4590" y="4132"/>
                      <a:pt x="4687" y="3901"/>
                      <a:pt x="4511" y="3784"/>
                    </a:cubicBezTo>
                    <a:cubicBezTo>
                      <a:pt x="2981" y="2732"/>
                      <a:pt x="1570" y="1489"/>
                      <a:pt x="375" y="54"/>
                    </a:cubicBezTo>
                    <a:cubicBezTo>
                      <a:pt x="342" y="16"/>
                      <a:pt x="304" y="1"/>
                      <a:pt x="26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2214425" y="1175925"/>
                <a:ext cx="108200" cy="90700"/>
              </a:xfrm>
              <a:custGeom>
                <a:rect b="b" l="l" r="r" t="t"/>
                <a:pathLst>
                  <a:path extrusionOk="0" h="3628" w="4328">
                    <a:moveTo>
                      <a:pt x="279" y="1"/>
                    </a:moveTo>
                    <a:cubicBezTo>
                      <a:pt x="134" y="1"/>
                      <a:pt x="0" y="177"/>
                      <a:pt x="132" y="308"/>
                    </a:cubicBezTo>
                    <a:cubicBezTo>
                      <a:pt x="1399" y="1408"/>
                      <a:pt x="2666" y="2484"/>
                      <a:pt x="3933" y="3583"/>
                    </a:cubicBezTo>
                    <a:cubicBezTo>
                      <a:pt x="3969" y="3614"/>
                      <a:pt x="4009" y="3627"/>
                      <a:pt x="4049" y="3627"/>
                    </a:cubicBezTo>
                    <a:cubicBezTo>
                      <a:pt x="4194" y="3627"/>
                      <a:pt x="4328" y="3452"/>
                      <a:pt x="4196" y="3320"/>
                    </a:cubicBezTo>
                    <a:cubicBezTo>
                      <a:pt x="2929" y="2221"/>
                      <a:pt x="1662" y="1145"/>
                      <a:pt x="395" y="45"/>
                    </a:cubicBezTo>
                    <a:cubicBezTo>
                      <a:pt x="359" y="14"/>
                      <a:pt x="318" y="1"/>
                      <a:pt x="27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2190700" y="1472975"/>
                <a:ext cx="116425" cy="88650"/>
              </a:xfrm>
              <a:custGeom>
                <a:rect b="b" l="l" r="r" t="t"/>
                <a:pathLst>
                  <a:path extrusionOk="0" h="3546" w="4657">
                    <a:moveTo>
                      <a:pt x="4388" y="0"/>
                    </a:moveTo>
                    <a:cubicBezTo>
                      <a:pt x="4333" y="0"/>
                      <a:pt x="4278" y="21"/>
                      <a:pt x="4237" y="69"/>
                    </a:cubicBezTo>
                    <a:cubicBezTo>
                      <a:pt x="3209" y="1456"/>
                      <a:pt x="1798" y="2532"/>
                      <a:pt x="196" y="3177"/>
                    </a:cubicBezTo>
                    <a:cubicBezTo>
                      <a:pt x="0" y="3242"/>
                      <a:pt x="62" y="3545"/>
                      <a:pt x="237" y="3545"/>
                    </a:cubicBezTo>
                    <a:cubicBezTo>
                      <a:pt x="254" y="3545"/>
                      <a:pt x="272" y="3542"/>
                      <a:pt x="292" y="3536"/>
                    </a:cubicBezTo>
                    <a:cubicBezTo>
                      <a:pt x="1989" y="2842"/>
                      <a:pt x="3448" y="1719"/>
                      <a:pt x="4571" y="260"/>
                    </a:cubicBezTo>
                    <a:cubicBezTo>
                      <a:pt x="4656" y="124"/>
                      <a:pt x="4524" y="0"/>
                      <a:pt x="438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2213750" y="1500075"/>
                <a:ext cx="120875" cy="92675"/>
              </a:xfrm>
              <a:custGeom>
                <a:rect b="b" l="l" r="r" t="t"/>
                <a:pathLst>
                  <a:path extrusionOk="0" h="3707" w="4835">
                    <a:moveTo>
                      <a:pt x="4600" y="0"/>
                    </a:moveTo>
                    <a:cubicBezTo>
                      <a:pt x="4571" y="0"/>
                      <a:pt x="4540" y="11"/>
                      <a:pt x="4510" y="37"/>
                    </a:cubicBezTo>
                    <a:cubicBezTo>
                      <a:pt x="3052" y="1137"/>
                      <a:pt x="1593" y="2237"/>
                      <a:pt x="159" y="3360"/>
                    </a:cubicBezTo>
                    <a:cubicBezTo>
                      <a:pt x="0" y="3459"/>
                      <a:pt x="88" y="3706"/>
                      <a:pt x="232" y="3706"/>
                    </a:cubicBezTo>
                    <a:cubicBezTo>
                      <a:pt x="261" y="3706"/>
                      <a:pt x="293" y="3696"/>
                      <a:pt x="326" y="3671"/>
                    </a:cubicBezTo>
                    <a:cubicBezTo>
                      <a:pt x="1784" y="2571"/>
                      <a:pt x="3243" y="1448"/>
                      <a:pt x="4677" y="348"/>
                    </a:cubicBezTo>
                    <a:cubicBezTo>
                      <a:pt x="4834" y="230"/>
                      <a:pt x="4734" y="0"/>
                      <a:pt x="460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2537925" y="1165425"/>
                <a:ext cx="341450" cy="164225"/>
              </a:xfrm>
              <a:custGeom>
                <a:rect b="b" l="l" r="r" t="t"/>
                <a:pathLst>
                  <a:path extrusionOk="0" h="6569" w="13658">
                    <a:moveTo>
                      <a:pt x="12863" y="1"/>
                    </a:moveTo>
                    <a:cubicBezTo>
                      <a:pt x="9058" y="1"/>
                      <a:pt x="5293" y="1398"/>
                      <a:pt x="2397" y="3860"/>
                    </a:cubicBezTo>
                    <a:cubicBezTo>
                      <a:pt x="1537" y="4601"/>
                      <a:pt x="772" y="5414"/>
                      <a:pt x="102" y="6298"/>
                    </a:cubicBezTo>
                    <a:cubicBezTo>
                      <a:pt x="1" y="6434"/>
                      <a:pt x="126" y="6569"/>
                      <a:pt x="259" y="6569"/>
                    </a:cubicBezTo>
                    <a:cubicBezTo>
                      <a:pt x="315" y="6569"/>
                      <a:pt x="371" y="6546"/>
                      <a:pt x="413" y="6490"/>
                    </a:cubicBezTo>
                    <a:cubicBezTo>
                      <a:pt x="3346" y="2655"/>
                      <a:pt x="8088" y="361"/>
                      <a:pt x="12912" y="361"/>
                    </a:cubicBezTo>
                    <a:cubicBezTo>
                      <a:pt x="13081" y="361"/>
                      <a:pt x="13250" y="364"/>
                      <a:pt x="13419" y="369"/>
                    </a:cubicBezTo>
                    <a:cubicBezTo>
                      <a:pt x="13426" y="370"/>
                      <a:pt x="13433" y="370"/>
                      <a:pt x="13440" y="370"/>
                    </a:cubicBezTo>
                    <a:cubicBezTo>
                      <a:pt x="13658" y="370"/>
                      <a:pt x="13651" y="11"/>
                      <a:pt x="13419" y="11"/>
                    </a:cubicBezTo>
                    <a:cubicBezTo>
                      <a:pt x="13234" y="4"/>
                      <a:pt x="13048" y="1"/>
                      <a:pt x="1286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2792300" y="1140475"/>
                <a:ext cx="135500" cy="59925"/>
              </a:xfrm>
              <a:custGeom>
                <a:rect b="b" l="l" r="r" t="t"/>
                <a:pathLst>
                  <a:path extrusionOk="0" h="2397" w="5420">
                    <a:moveTo>
                      <a:pt x="1197" y="0"/>
                    </a:moveTo>
                    <a:cubicBezTo>
                      <a:pt x="1010" y="0"/>
                      <a:pt x="938" y="318"/>
                      <a:pt x="1140" y="363"/>
                    </a:cubicBezTo>
                    <a:cubicBezTo>
                      <a:pt x="2042" y="540"/>
                      <a:pt x="2932" y="717"/>
                      <a:pt x="3819" y="894"/>
                    </a:cubicBezTo>
                    <a:lnTo>
                      <a:pt x="3819" y="894"/>
                    </a:lnTo>
                    <a:cubicBezTo>
                      <a:pt x="2561" y="1067"/>
                      <a:pt x="1333" y="1459"/>
                      <a:pt x="184" y="2061"/>
                    </a:cubicBezTo>
                    <a:cubicBezTo>
                      <a:pt x="0" y="2142"/>
                      <a:pt x="112" y="2397"/>
                      <a:pt x="282" y="2397"/>
                    </a:cubicBezTo>
                    <a:cubicBezTo>
                      <a:pt x="312" y="2397"/>
                      <a:pt x="343" y="2389"/>
                      <a:pt x="375" y="2371"/>
                    </a:cubicBezTo>
                    <a:cubicBezTo>
                      <a:pt x="1857" y="1606"/>
                      <a:pt x="3483" y="1200"/>
                      <a:pt x="5157" y="1176"/>
                    </a:cubicBezTo>
                    <a:cubicBezTo>
                      <a:pt x="5372" y="1176"/>
                      <a:pt x="5420" y="841"/>
                      <a:pt x="5204" y="817"/>
                    </a:cubicBezTo>
                    <a:cubicBezTo>
                      <a:pt x="5188" y="814"/>
                      <a:pt x="5172" y="810"/>
                      <a:pt x="5157" y="807"/>
                    </a:cubicBezTo>
                    <a:lnTo>
                      <a:pt x="5157" y="807"/>
                    </a:lnTo>
                    <a:cubicBezTo>
                      <a:pt x="5157" y="802"/>
                      <a:pt x="5157" y="798"/>
                      <a:pt x="5157" y="793"/>
                    </a:cubicBezTo>
                    <a:lnTo>
                      <a:pt x="5157" y="793"/>
                    </a:lnTo>
                    <a:cubicBezTo>
                      <a:pt x="5137" y="794"/>
                      <a:pt x="5118" y="794"/>
                      <a:pt x="5099" y="794"/>
                    </a:cubicBezTo>
                    <a:lnTo>
                      <a:pt x="5099" y="794"/>
                    </a:lnTo>
                    <a:cubicBezTo>
                      <a:pt x="3819" y="516"/>
                      <a:pt x="2539" y="260"/>
                      <a:pt x="1236" y="5"/>
                    </a:cubicBezTo>
                    <a:cubicBezTo>
                      <a:pt x="1222" y="2"/>
                      <a:pt x="1209" y="0"/>
                      <a:pt x="119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3017300" y="1083150"/>
                <a:ext cx="32200" cy="155950"/>
              </a:xfrm>
              <a:custGeom>
                <a:rect b="b" l="l" r="r" t="t"/>
                <a:pathLst>
                  <a:path extrusionOk="0" h="6238" w="1288">
                    <a:moveTo>
                      <a:pt x="226" y="1"/>
                    </a:moveTo>
                    <a:cubicBezTo>
                      <a:pt x="121" y="1"/>
                      <a:pt x="1" y="87"/>
                      <a:pt x="30" y="218"/>
                    </a:cubicBezTo>
                    <a:cubicBezTo>
                      <a:pt x="317" y="2178"/>
                      <a:pt x="604" y="4138"/>
                      <a:pt x="914" y="6099"/>
                    </a:cubicBezTo>
                    <a:cubicBezTo>
                      <a:pt x="924" y="6195"/>
                      <a:pt x="988" y="6237"/>
                      <a:pt x="1060" y="6237"/>
                    </a:cubicBezTo>
                    <a:cubicBezTo>
                      <a:pt x="1165" y="6237"/>
                      <a:pt x="1287" y="6146"/>
                      <a:pt x="1273" y="6003"/>
                    </a:cubicBezTo>
                    <a:lnTo>
                      <a:pt x="364" y="122"/>
                    </a:lnTo>
                    <a:cubicBezTo>
                      <a:pt x="355" y="37"/>
                      <a:pt x="294" y="1"/>
                      <a:pt x="22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3021400" y="1134500"/>
                <a:ext cx="109250" cy="31900"/>
              </a:xfrm>
              <a:custGeom>
                <a:rect b="b" l="l" r="r" t="t"/>
                <a:pathLst>
                  <a:path extrusionOk="0" h="1276" w="4370">
                    <a:moveTo>
                      <a:pt x="4093" y="0"/>
                    </a:moveTo>
                    <a:cubicBezTo>
                      <a:pt x="4079" y="0"/>
                      <a:pt x="4065" y="1"/>
                      <a:pt x="4050" y="4"/>
                    </a:cubicBezTo>
                    <a:cubicBezTo>
                      <a:pt x="2783" y="315"/>
                      <a:pt x="1491" y="602"/>
                      <a:pt x="224" y="913"/>
                    </a:cubicBezTo>
                    <a:cubicBezTo>
                      <a:pt x="0" y="958"/>
                      <a:pt x="91" y="1276"/>
                      <a:pt x="281" y="1276"/>
                    </a:cubicBezTo>
                    <a:cubicBezTo>
                      <a:pt x="294" y="1276"/>
                      <a:pt x="307" y="1275"/>
                      <a:pt x="320" y="1272"/>
                    </a:cubicBezTo>
                    <a:cubicBezTo>
                      <a:pt x="1587" y="961"/>
                      <a:pt x="2878" y="674"/>
                      <a:pt x="4145" y="363"/>
                    </a:cubicBezTo>
                    <a:cubicBezTo>
                      <a:pt x="4369" y="318"/>
                      <a:pt x="4299" y="0"/>
                      <a:pt x="409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3089450" y="1068550"/>
                <a:ext cx="33500" cy="199800"/>
              </a:xfrm>
              <a:custGeom>
                <a:rect b="b" l="l" r="r" t="t"/>
                <a:pathLst>
                  <a:path extrusionOk="0" h="7992" w="1340">
                    <a:moveTo>
                      <a:pt x="186" y="1"/>
                    </a:moveTo>
                    <a:cubicBezTo>
                      <a:pt x="90" y="1"/>
                      <a:pt x="1" y="60"/>
                      <a:pt x="13" y="180"/>
                    </a:cubicBezTo>
                    <a:cubicBezTo>
                      <a:pt x="324" y="2738"/>
                      <a:pt x="634" y="5272"/>
                      <a:pt x="945" y="7830"/>
                    </a:cubicBezTo>
                    <a:cubicBezTo>
                      <a:pt x="969" y="7938"/>
                      <a:pt x="1071" y="7992"/>
                      <a:pt x="1163" y="7992"/>
                    </a:cubicBezTo>
                    <a:cubicBezTo>
                      <a:pt x="1256" y="7992"/>
                      <a:pt x="1340" y="7938"/>
                      <a:pt x="1328" y="7830"/>
                    </a:cubicBezTo>
                    <a:cubicBezTo>
                      <a:pt x="1017" y="5272"/>
                      <a:pt x="706" y="2738"/>
                      <a:pt x="395" y="180"/>
                    </a:cubicBezTo>
                    <a:cubicBezTo>
                      <a:pt x="383" y="60"/>
                      <a:pt x="282" y="1"/>
                      <a:pt x="18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3140825" y="1188325"/>
                <a:ext cx="76875" cy="58700"/>
              </a:xfrm>
              <a:custGeom>
                <a:rect b="b" l="l" r="r" t="t"/>
                <a:pathLst>
                  <a:path extrusionOk="0" h="2348" w="3075">
                    <a:moveTo>
                      <a:pt x="1829" y="1"/>
                    </a:moveTo>
                    <a:cubicBezTo>
                      <a:pt x="1226" y="1"/>
                      <a:pt x="635" y="198"/>
                      <a:pt x="157" y="577"/>
                    </a:cubicBezTo>
                    <a:cubicBezTo>
                      <a:pt x="0" y="695"/>
                      <a:pt x="101" y="925"/>
                      <a:pt x="234" y="925"/>
                    </a:cubicBezTo>
                    <a:cubicBezTo>
                      <a:pt x="264" y="925"/>
                      <a:pt x="294" y="914"/>
                      <a:pt x="325" y="888"/>
                    </a:cubicBezTo>
                    <a:cubicBezTo>
                      <a:pt x="773" y="555"/>
                      <a:pt x="1291" y="373"/>
                      <a:pt x="1830" y="373"/>
                    </a:cubicBezTo>
                    <a:cubicBezTo>
                      <a:pt x="1984" y="373"/>
                      <a:pt x="2139" y="388"/>
                      <a:pt x="2295" y="418"/>
                    </a:cubicBezTo>
                    <a:lnTo>
                      <a:pt x="2295" y="418"/>
                    </a:lnTo>
                    <a:cubicBezTo>
                      <a:pt x="1909" y="1037"/>
                      <a:pt x="1425" y="1563"/>
                      <a:pt x="827" y="2011"/>
                    </a:cubicBezTo>
                    <a:cubicBezTo>
                      <a:pt x="712" y="2103"/>
                      <a:pt x="729" y="2348"/>
                      <a:pt x="898" y="2348"/>
                    </a:cubicBezTo>
                    <a:cubicBezTo>
                      <a:pt x="906" y="2348"/>
                      <a:pt x="914" y="2347"/>
                      <a:pt x="922" y="2346"/>
                    </a:cubicBezTo>
                    <a:lnTo>
                      <a:pt x="2859" y="2346"/>
                    </a:lnTo>
                    <a:cubicBezTo>
                      <a:pt x="3074" y="2346"/>
                      <a:pt x="3074" y="1964"/>
                      <a:pt x="2859" y="1964"/>
                    </a:cubicBezTo>
                    <a:cubicBezTo>
                      <a:pt x="2385" y="1981"/>
                      <a:pt x="1911" y="1986"/>
                      <a:pt x="1437" y="1987"/>
                    </a:cubicBezTo>
                    <a:lnTo>
                      <a:pt x="1437" y="1987"/>
                    </a:lnTo>
                    <a:cubicBezTo>
                      <a:pt x="1962" y="1529"/>
                      <a:pt x="2396" y="995"/>
                      <a:pt x="2739" y="386"/>
                    </a:cubicBezTo>
                    <a:cubicBezTo>
                      <a:pt x="2811" y="290"/>
                      <a:pt x="2739" y="147"/>
                      <a:pt x="2644" y="123"/>
                    </a:cubicBezTo>
                    <a:cubicBezTo>
                      <a:pt x="2376" y="41"/>
                      <a:pt x="2102" y="1"/>
                      <a:pt x="182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3257575" y="1063025"/>
                <a:ext cx="91600" cy="176150"/>
              </a:xfrm>
              <a:custGeom>
                <a:rect b="b" l="l" r="r" t="t"/>
                <a:pathLst>
                  <a:path extrusionOk="0" h="7046" w="3664">
                    <a:moveTo>
                      <a:pt x="1449" y="1"/>
                    </a:moveTo>
                    <a:cubicBezTo>
                      <a:pt x="1203" y="1"/>
                      <a:pt x="967" y="94"/>
                      <a:pt x="771" y="329"/>
                    </a:cubicBezTo>
                    <a:cubicBezTo>
                      <a:pt x="660" y="459"/>
                      <a:pt x="778" y="646"/>
                      <a:pt x="915" y="646"/>
                    </a:cubicBezTo>
                    <a:cubicBezTo>
                      <a:pt x="955" y="646"/>
                      <a:pt x="996" y="630"/>
                      <a:pt x="1034" y="592"/>
                    </a:cubicBezTo>
                    <a:cubicBezTo>
                      <a:pt x="1155" y="431"/>
                      <a:pt x="1305" y="368"/>
                      <a:pt x="1464" y="368"/>
                    </a:cubicBezTo>
                    <a:cubicBezTo>
                      <a:pt x="1682" y="368"/>
                      <a:pt x="1916" y="488"/>
                      <a:pt x="2110" y="640"/>
                    </a:cubicBezTo>
                    <a:cubicBezTo>
                      <a:pt x="2540" y="927"/>
                      <a:pt x="2755" y="1381"/>
                      <a:pt x="2923" y="1835"/>
                    </a:cubicBezTo>
                    <a:cubicBezTo>
                      <a:pt x="3305" y="2840"/>
                      <a:pt x="3401" y="3963"/>
                      <a:pt x="3162" y="5015"/>
                    </a:cubicBezTo>
                    <a:cubicBezTo>
                      <a:pt x="3042" y="5469"/>
                      <a:pt x="2899" y="6019"/>
                      <a:pt x="2564" y="6378"/>
                    </a:cubicBezTo>
                    <a:cubicBezTo>
                      <a:pt x="2378" y="6586"/>
                      <a:pt x="2156" y="6679"/>
                      <a:pt x="1931" y="6679"/>
                    </a:cubicBezTo>
                    <a:cubicBezTo>
                      <a:pt x="1666" y="6679"/>
                      <a:pt x="1397" y="6550"/>
                      <a:pt x="1177" y="6330"/>
                    </a:cubicBezTo>
                    <a:cubicBezTo>
                      <a:pt x="388" y="5565"/>
                      <a:pt x="628" y="4298"/>
                      <a:pt x="388" y="3294"/>
                    </a:cubicBezTo>
                    <a:cubicBezTo>
                      <a:pt x="370" y="3211"/>
                      <a:pt x="305" y="3174"/>
                      <a:pt x="235" y="3174"/>
                    </a:cubicBezTo>
                    <a:cubicBezTo>
                      <a:pt x="124" y="3174"/>
                      <a:pt x="0" y="3267"/>
                      <a:pt x="30" y="3413"/>
                    </a:cubicBezTo>
                    <a:cubicBezTo>
                      <a:pt x="293" y="4441"/>
                      <a:pt x="78" y="5613"/>
                      <a:pt x="795" y="6474"/>
                    </a:cubicBezTo>
                    <a:cubicBezTo>
                      <a:pt x="1106" y="6837"/>
                      <a:pt x="1523" y="7045"/>
                      <a:pt x="1935" y="7045"/>
                    </a:cubicBezTo>
                    <a:cubicBezTo>
                      <a:pt x="2282" y="7045"/>
                      <a:pt x="2625" y="6897"/>
                      <a:pt x="2899" y="6569"/>
                    </a:cubicBezTo>
                    <a:cubicBezTo>
                      <a:pt x="3496" y="5828"/>
                      <a:pt x="3664" y="4657"/>
                      <a:pt x="3664" y="3724"/>
                    </a:cubicBezTo>
                    <a:cubicBezTo>
                      <a:pt x="3640" y="2744"/>
                      <a:pt x="3425" y="1572"/>
                      <a:pt x="2803" y="783"/>
                    </a:cubicBezTo>
                    <a:cubicBezTo>
                      <a:pt x="2498" y="397"/>
                      <a:pt x="1954" y="1"/>
                      <a:pt x="144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3434025" y="1171650"/>
                <a:ext cx="114800" cy="9000"/>
              </a:xfrm>
              <a:custGeom>
                <a:rect b="b" l="l" r="r" t="t"/>
                <a:pathLst>
                  <a:path extrusionOk="0" h="360" w="4592">
                    <a:moveTo>
                      <a:pt x="240" y="1"/>
                    </a:moveTo>
                    <a:cubicBezTo>
                      <a:pt x="1" y="1"/>
                      <a:pt x="1" y="359"/>
                      <a:pt x="240" y="359"/>
                    </a:cubicBezTo>
                    <a:lnTo>
                      <a:pt x="4352" y="359"/>
                    </a:lnTo>
                    <a:cubicBezTo>
                      <a:pt x="4591" y="359"/>
                      <a:pt x="4591" y="1"/>
                      <a:pt x="435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3426850" y="1141775"/>
                <a:ext cx="121975" cy="9575"/>
              </a:xfrm>
              <a:custGeom>
                <a:rect b="b" l="l" r="r" t="t"/>
                <a:pathLst>
                  <a:path extrusionOk="0" h="383" w="4879">
                    <a:moveTo>
                      <a:pt x="240" y="0"/>
                    </a:moveTo>
                    <a:cubicBezTo>
                      <a:pt x="1" y="0"/>
                      <a:pt x="1" y="383"/>
                      <a:pt x="240" y="383"/>
                    </a:cubicBezTo>
                    <a:lnTo>
                      <a:pt x="4639" y="383"/>
                    </a:lnTo>
                    <a:cubicBezTo>
                      <a:pt x="4878" y="383"/>
                      <a:pt x="4878" y="0"/>
                      <a:pt x="463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3612150" y="1024150"/>
                <a:ext cx="166775" cy="226725"/>
              </a:xfrm>
              <a:custGeom>
                <a:rect b="b" l="l" r="r" t="t"/>
                <a:pathLst>
                  <a:path extrusionOk="0" h="9069" w="6671">
                    <a:moveTo>
                      <a:pt x="3678" y="475"/>
                    </a:moveTo>
                    <a:cubicBezTo>
                      <a:pt x="4594" y="1630"/>
                      <a:pt x="5471" y="2876"/>
                      <a:pt x="5930" y="4299"/>
                    </a:cubicBezTo>
                    <a:cubicBezTo>
                      <a:pt x="6336" y="5518"/>
                      <a:pt x="6264" y="7001"/>
                      <a:pt x="5380" y="8005"/>
                    </a:cubicBezTo>
                    <a:cubicBezTo>
                      <a:pt x="4974" y="8474"/>
                      <a:pt x="4460" y="8686"/>
                      <a:pt x="3942" y="8686"/>
                    </a:cubicBezTo>
                    <a:cubicBezTo>
                      <a:pt x="3299" y="8686"/>
                      <a:pt x="2650" y="8359"/>
                      <a:pt x="2200" y="7789"/>
                    </a:cubicBezTo>
                    <a:cubicBezTo>
                      <a:pt x="1387" y="6738"/>
                      <a:pt x="1363" y="5470"/>
                      <a:pt x="1770" y="4275"/>
                    </a:cubicBezTo>
                    <a:cubicBezTo>
                      <a:pt x="2241" y="2930"/>
                      <a:pt x="2993" y="1702"/>
                      <a:pt x="3678" y="475"/>
                    </a:cubicBezTo>
                    <a:close/>
                    <a:moveTo>
                      <a:pt x="3706" y="1"/>
                    </a:moveTo>
                    <a:cubicBezTo>
                      <a:pt x="3625" y="1"/>
                      <a:pt x="3546" y="74"/>
                      <a:pt x="3526" y="164"/>
                    </a:cubicBezTo>
                    <a:lnTo>
                      <a:pt x="3526" y="164"/>
                    </a:lnTo>
                    <a:cubicBezTo>
                      <a:pt x="3477" y="170"/>
                      <a:pt x="3429" y="199"/>
                      <a:pt x="3395" y="258"/>
                    </a:cubicBezTo>
                    <a:cubicBezTo>
                      <a:pt x="2128" y="2482"/>
                      <a:pt x="0" y="5518"/>
                      <a:pt x="1889" y="8005"/>
                    </a:cubicBezTo>
                    <a:cubicBezTo>
                      <a:pt x="2397" y="8651"/>
                      <a:pt x="3181" y="9069"/>
                      <a:pt x="3969" y="9069"/>
                    </a:cubicBezTo>
                    <a:cubicBezTo>
                      <a:pt x="4406" y="9069"/>
                      <a:pt x="4844" y="8940"/>
                      <a:pt x="5236" y="8650"/>
                    </a:cubicBezTo>
                    <a:cubicBezTo>
                      <a:pt x="6312" y="7861"/>
                      <a:pt x="6671" y="6331"/>
                      <a:pt x="6503" y="5064"/>
                    </a:cubicBezTo>
                    <a:cubicBezTo>
                      <a:pt x="6240" y="3199"/>
                      <a:pt x="4973" y="1526"/>
                      <a:pt x="3826" y="67"/>
                    </a:cubicBezTo>
                    <a:cubicBezTo>
                      <a:pt x="3791" y="20"/>
                      <a:pt x="3748" y="1"/>
                      <a:pt x="370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3661150" y="1123975"/>
                <a:ext cx="19400" cy="75075"/>
              </a:xfrm>
              <a:custGeom>
                <a:rect b="b" l="l" r="r" t="t"/>
                <a:pathLst>
                  <a:path extrusionOk="0" h="3003" w="776">
                    <a:moveTo>
                      <a:pt x="427" y="0"/>
                    </a:moveTo>
                    <a:cubicBezTo>
                      <a:pt x="353" y="0"/>
                      <a:pt x="283" y="42"/>
                      <a:pt x="264" y="139"/>
                    </a:cubicBezTo>
                    <a:cubicBezTo>
                      <a:pt x="1" y="1047"/>
                      <a:pt x="25" y="1979"/>
                      <a:pt x="360" y="2864"/>
                    </a:cubicBezTo>
                    <a:cubicBezTo>
                      <a:pt x="398" y="2961"/>
                      <a:pt x="480" y="3003"/>
                      <a:pt x="557" y="3003"/>
                    </a:cubicBezTo>
                    <a:cubicBezTo>
                      <a:pt x="671" y="3003"/>
                      <a:pt x="775" y="2911"/>
                      <a:pt x="718" y="2768"/>
                    </a:cubicBezTo>
                    <a:cubicBezTo>
                      <a:pt x="407" y="1956"/>
                      <a:pt x="360" y="1071"/>
                      <a:pt x="622" y="234"/>
                    </a:cubicBezTo>
                    <a:cubicBezTo>
                      <a:pt x="651" y="92"/>
                      <a:pt x="535" y="0"/>
                      <a:pt x="42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3679825" y="1211625"/>
                <a:ext cx="23650" cy="16900"/>
              </a:xfrm>
              <a:custGeom>
                <a:rect b="b" l="l" r="r" t="t"/>
                <a:pathLst>
                  <a:path extrusionOk="0" h="676" w="946">
                    <a:moveTo>
                      <a:pt x="266" y="1"/>
                    </a:moveTo>
                    <a:cubicBezTo>
                      <a:pt x="112" y="1"/>
                      <a:pt x="1" y="241"/>
                      <a:pt x="162" y="362"/>
                    </a:cubicBezTo>
                    <a:lnTo>
                      <a:pt x="593" y="649"/>
                    </a:lnTo>
                    <a:cubicBezTo>
                      <a:pt x="626" y="668"/>
                      <a:pt x="659" y="676"/>
                      <a:pt x="689" y="676"/>
                    </a:cubicBezTo>
                    <a:cubicBezTo>
                      <a:pt x="852" y="676"/>
                      <a:pt x="945" y="439"/>
                      <a:pt x="784" y="338"/>
                    </a:cubicBezTo>
                    <a:lnTo>
                      <a:pt x="354" y="27"/>
                    </a:lnTo>
                    <a:cubicBezTo>
                      <a:pt x="324" y="9"/>
                      <a:pt x="294" y="1"/>
                      <a:pt x="26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 name="Google Shape;35;p2"/>
            <p:cNvGrpSpPr/>
            <p:nvPr/>
          </p:nvGrpSpPr>
          <p:grpSpPr>
            <a:xfrm>
              <a:off x="6487313" y="330925"/>
              <a:ext cx="532575" cy="527550"/>
              <a:chOff x="3652200" y="2908525"/>
              <a:chExt cx="532575" cy="527550"/>
            </a:xfrm>
          </p:grpSpPr>
          <p:sp>
            <p:nvSpPr>
              <p:cNvPr id="36" name="Google Shape;36;p2"/>
              <p:cNvSpPr/>
              <p:nvPr/>
            </p:nvSpPr>
            <p:spPr>
              <a:xfrm>
                <a:off x="3888575" y="3140350"/>
                <a:ext cx="162675" cy="144700"/>
              </a:xfrm>
              <a:custGeom>
                <a:rect b="b" l="l" r="r" t="t"/>
                <a:pathLst>
                  <a:path extrusionOk="0" h="5788" w="6507">
                    <a:moveTo>
                      <a:pt x="3067" y="363"/>
                    </a:moveTo>
                    <a:cubicBezTo>
                      <a:pt x="3707" y="363"/>
                      <a:pt x="4353" y="606"/>
                      <a:pt x="4842" y="1034"/>
                    </a:cubicBezTo>
                    <a:cubicBezTo>
                      <a:pt x="6507" y="2488"/>
                      <a:pt x="5321" y="5413"/>
                      <a:pt x="3155" y="5413"/>
                    </a:cubicBezTo>
                    <a:cubicBezTo>
                      <a:pt x="3112" y="5413"/>
                      <a:pt x="3069" y="5412"/>
                      <a:pt x="3025" y="5409"/>
                    </a:cubicBezTo>
                    <a:cubicBezTo>
                      <a:pt x="1830" y="5361"/>
                      <a:pt x="730" y="4429"/>
                      <a:pt x="491" y="3257"/>
                    </a:cubicBezTo>
                    <a:cubicBezTo>
                      <a:pt x="480" y="3204"/>
                      <a:pt x="455" y="3167"/>
                      <a:pt x="423" y="3145"/>
                    </a:cubicBezTo>
                    <a:lnTo>
                      <a:pt x="423" y="3145"/>
                    </a:lnTo>
                    <a:cubicBezTo>
                      <a:pt x="560" y="2132"/>
                      <a:pt x="1080" y="1107"/>
                      <a:pt x="2021" y="604"/>
                    </a:cubicBezTo>
                    <a:cubicBezTo>
                      <a:pt x="2348" y="440"/>
                      <a:pt x="2707" y="363"/>
                      <a:pt x="3067" y="363"/>
                    </a:cubicBezTo>
                    <a:close/>
                    <a:moveTo>
                      <a:pt x="3061" y="1"/>
                    </a:moveTo>
                    <a:cubicBezTo>
                      <a:pt x="2815" y="1"/>
                      <a:pt x="2569" y="33"/>
                      <a:pt x="2332" y="102"/>
                    </a:cubicBezTo>
                    <a:cubicBezTo>
                      <a:pt x="874" y="508"/>
                      <a:pt x="132" y="2014"/>
                      <a:pt x="13" y="3425"/>
                    </a:cubicBezTo>
                    <a:cubicBezTo>
                      <a:pt x="1" y="3544"/>
                      <a:pt x="91" y="3604"/>
                      <a:pt x="186" y="3604"/>
                    </a:cubicBezTo>
                    <a:cubicBezTo>
                      <a:pt x="197" y="3604"/>
                      <a:pt x="208" y="3603"/>
                      <a:pt x="218" y="3602"/>
                    </a:cubicBezTo>
                    <a:lnTo>
                      <a:pt x="218" y="3602"/>
                    </a:lnTo>
                    <a:cubicBezTo>
                      <a:pt x="541" y="4683"/>
                      <a:pt x="1509" y="5544"/>
                      <a:pt x="2643" y="5744"/>
                    </a:cubicBezTo>
                    <a:cubicBezTo>
                      <a:pt x="2806" y="5773"/>
                      <a:pt x="2968" y="5788"/>
                      <a:pt x="3128" y="5788"/>
                    </a:cubicBezTo>
                    <a:cubicBezTo>
                      <a:pt x="4141" y="5788"/>
                      <a:pt x="5067" y="5218"/>
                      <a:pt x="5583" y="4309"/>
                    </a:cubicBezTo>
                    <a:cubicBezTo>
                      <a:pt x="6181" y="3305"/>
                      <a:pt x="6181" y="1990"/>
                      <a:pt x="5392" y="1058"/>
                    </a:cubicBezTo>
                    <a:cubicBezTo>
                      <a:pt x="4815" y="406"/>
                      <a:pt x="3932" y="1"/>
                      <a:pt x="306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3894400" y="3001350"/>
                <a:ext cx="44225" cy="145025"/>
              </a:xfrm>
              <a:custGeom>
                <a:rect b="b" l="l" r="r" t="t"/>
                <a:pathLst>
                  <a:path extrusionOk="0" h="5801" w="1769">
                    <a:moveTo>
                      <a:pt x="222" y="0"/>
                    </a:moveTo>
                    <a:cubicBezTo>
                      <a:pt x="110" y="0"/>
                      <a:pt x="0" y="92"/>
                      <a:pt x="43" y="234"/>
                    </a:cubicBezTo>
                    <a:cubicBezTo>
                      <a:pt x="521" y="2028"/>
                      <a:pt x="904" y="3869"/>
                      <a:pt x="1382" y="5662"/>
                    </a:cubicBezTo>
                    <a:cubicBezTo>
                      <a:pt x="1411" y="5758"/>
                      <a:pt x="1482" y="5800"/>
                      <a:pt x="1555" y="5800"/>
                    </a:cubicBezTo>
                    <a:cubicBezTo>
                      <a:pt x="1661" y="5800"/>
                      <a:pt x="1769" y="5709"/>
                      <a:pt x="1740" y="5566"/>
                    </a:cubicBezTo>
                    <a:cubicBezTo>
                      <a:pt x="1262" y="3773"/>
                      <a:pt x="856" y="1932"/>
                      <a:pt x="401" y="139"/>
                    </a:cubicBezTo>
                    <a:cubicBezTo>
                      <a:pt x="373" y="42"/>
                      <a:pt x="297" y="0"/>
                      <a:pt x="22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3924875" y="2988200"/>
                <a:ext cx="50825" cy="158325"/>
              </a:xfrm>
              <a:custGeom>
                <a:rect b="b" l="l" r="r" t="t"/>
                <a:pathLst>
                  <a:path extrusionOk="0" h="6333" w="2033">
                    <a:moveTo>
                      <a:pt x="222" y="0"/>
                    </a:moveTo>
                    <a:cubicBezTo>
                      <a:pt x="111" y="0"/>
                      <a:pt x="0" y="92"/>
                      <a:pt x="43" y="235"/>
                    </a:cubicBezTo>
                    <a:cubicBezTo>
                      <a:pt x="569" y="2219"/>
                      <a:pt x="1119" y="4203"/>
                      <a:pt x="1645" y="6212"/>
                    </a:cubicBezTo>
                    <a:cubicBezTo>
                      <a:pt x="1664" y="6296"/>
                      <a:pt x="1731" y="6333"/>
                      <a:pt x="1802" y="6333"/>
                    </a:cubicBezTo>
                    <a:cubicBezTo>
                      <a:pt x="1912" y="6333"/>
                      <a:pt x="2033" y="6246"/>
                      <a:pt x="2004" y="6116"/>
                    </a:cubicBezTo>
                    <a:cubicBezTo>
                      <a:pt x="1478" y="4108"/>
                      <a:pt x="928" y="2123"/>
                      <a:pt x="402" y="139"/>
                    </a:cubicBezTo>
                    <a:cubicBezTo>
                      <a:pt x="373" y="42"/>
                      <a:pt x="297" y="0"/>
                      <a:pt x="22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3848850" y="2908525"/>
                <a:ext cx="106300" cy="94850"/>
              </a:xfrm>
              <a:custGeom>
                <a:rect b="b" l="l" r="r" t="t"/>
                <a:pathLst>
                  <a:path extrusionOk="0" h="3794" w="4252">
                    <a:moveTo>
                      <a:pt x="2086" y="0"/>
                    </a:moveTo>
                    <a:cubicBezTo>
                      <a:pt x="1749" y="0"/>
                      <a:pt x="1403" y="103"/>
                      <a:pt x="1076" y="337"/>
                    </a:cubicBezTo>
                    <a:cubicBezTo>
                      <a:pt x="383" y="863"/>
                      <a:pt x="0" y="1820"/>
                      <a:pt x="311" y="2680"/>
                    </a:cubicBezTo>
                    <a:cubicBezTo>
                      <a:pt x="349" y="2765"/>
                      <a:pt x="427" y="2802"/>
                      <a:pt x="502" y="2802"/>
                    </a:cubicBezTo>
                    <a:cubicBezTo>
                      <a:pt x="619" y="2802"/>
                      <a:pt x="727" y="2715"/>
                      <a:pt x="669" y="2585"/>
                    </a:cubicBezTo>
                    <a:cubicBezTo>
                      <a:pt x="359" y="1796"/>
                      <a:pt x="765" y="887"/>
                      <a:pt x="1506" y="505"/>
                    </a:cubicBezTo>
                    <a:cubicBezTo>
                      <a:pt x="1705" y="399"/>
                      <a:pt x="1908" y="352"/>
                      <a:pt x="2107" y="352"/>
                    </a:cubicBezTo>
                    <a:cubicBezTo>
                      <a:pt x="2673" y="352"/>
                      <a:pt x="3201" y="739"/>
                      <a:pt x="3467" y="1270"/>
                    </a:cubicBezTo>
                    <a:cubicBezTo>
                      <a:pt x="3825" y="2011"/>
                      <a:pt x="3658" y="2872"/>
                      <a:pt x="2893" y="3254"/>
                    </a:cubicBezTo>
                    <a:cubicBezTo>
                      <a:pt x="2651" y="3375"/>
                      <a:pt x="2374" y="3437"/>
                      <a:pt x="2099" y="3437"/>
                    </a:cubicBezTo>
                    <a:cubicBezTo>
                      <a:pt x="1612" y="3437"/>
                      <a:pt x="1127" y="3245"/>
                      <a:pt x="837" y="2848"/>
                    </a:cubicBezTo>
                    <a:cubicBezTo>
                      <a:pt x="795" y="2792"/>
                      <a:pt x="736" y="2768"/>
                      <a:pt x="678" y="2768"/>
                    </a:cubicBezTo>
                    <a:cubicBezTo>
                      <a:pt x="538" y="2768"/>
                      <a:pt x="401" y="2904"/>
                      <a:pt x="502" y="3039"/>
                    </a:cubicBezTo>
                    <a:cubicBezTo>
                      <a:pt x="886" y="3544"/>
                      <a:pt x="1509" y="3793"/>
                      <a:pt x="2126" y="3793"/>
                    </a:cubicBezTo>
                    <a:cubicBezTo>
                      <a:pt x="2969" y="3793"/>
                      <a:pt x="3799" y="3328"/>
                      <a:pt x="3993" y="2417"/>
                    </a:cubicBezTo>
                    <a:cubicBezTo>
                      <a:pt x="4251" y="1180"/>
                      <a:pt x="3227" y="0"/>
                      <a:pt x="208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109425" y="3156025"/>
                <a:ext cx="75350" cy="73975"/>
              </a:xfrm>
              <a:custGeom>
                <a:rect b="b" l="l" r="r" t="t"/>
                <a:pathLst>
                  <a:path extrusionOk="0" h="2959" w="3014">
                    <a:moveTo>
                      <a:pt x="1579" y="359"/>
                    </a:moveTo>
                    <a:cubicBezTo>
                      <a:pt x="2201" y="359"/>
                      <a:pt x="2607" y="909"/>
                      <a:pt x="2607" y="1483"/>
                    </a:cubicBezTo>
                    <a:cubicBezTo>
                      <a:pt x="2631" y="2057"/>
                      <a:pt x="2248" y="2559"/>
                      <a:pt x="1651" y="2607"/>
                    </a:cubicBezTo>
                    <a:cubicBezTo>
                      <a:pt x="1633" y="2607"/>
                      <a:pt x="1616" y="2608"/>
                      <a:pt x="1599" y="2608"/>
                    </a:cubicBezTo>
                    <a:cubicBezTo>
                      <a:pt x="1065" y="2608"/>
                      <a:pt x="522" y="2254"/>
                      <a:pt x="384" y="1698"/>
                    </a:cubicBezTo>
                    <a:cubicBezTo>
                      <a:pt x="374" y="1656"/>
                      <a:pt x="353" y="1626"/>
                      <a:pt x="326" y="1607"/>
                    </a:cubicBezTo>
                    <a:lnTo>
                      <a:pt x="326" y="1607"/>
                    </a:lnTo>
                    <a:cubicBezTo>
                      <a:pt x="357" y="1577"/>
                      <a:pt x="378" y="1536"/>
                      <a:pt x="384" y="1483"/>
                    </a:cubicBezTo>
                    <a:cubicBezTo>
                      <a:pt x="407" y="861"/>
                      <a:pt x="981" y="383"/>
                      <a:pt x="1579" y="359"/>
                    </a:cubicBezTo>
                    <a:close/>
                    <a:moveTo>
                      <a:pt x="1579" y="1"/>
                    </a:moveTo>
                    <a:cubicBezTo>
                      <a:pt x="766" y="1"/>
                      <a:pt x="49" y="670"/>
                      <a:pt x="1" y="1483"/>
                    </a:cubicBezTo>
                    <a:cubicBezTo>
                      <a:pt x="1" y="1556"/>
                      <a:pt x="35" y="1607"/>
                      <a:pt x="82" y="1636"/>
                    </a:cubicBezTo>
                    <a:lnTo>
                      <a:pt x="82" y="1636"/>
                    </a:lnTo>
                    <a:cubicBezTo>
                      <a:pt x="45" y="1673"/>
                      <a:pt x="27" y="1728"/>
                      <a:pt x="49" y="1794"/>
                    </a:cubicBezTo>
                    <a:cubicBezTo>
                      <a:pt x="200" y="2483"/>
                      <a:pt x="874" y="2959"/>
                      <a:pt x="1566" y="2959"/>
                    </a:cubicBezTo>
                    <a:cubicBezTo>
                      <a:pt x="1642" y="2959"/>
                      <a:pt x="1718" y="2953"/>
                      <a:pt x="1794" y="2941"/>
                    </a:cubicBezTo>
                    <a:cubicBezTo>
                      <a:pt x="2559" y="2846"/>
                      <a:pt x="3013" y="2152"/>
                      <a:pt x="2966" y="1411"/>
                    </a:cubicBezTo>
                    <a:cubicBezTo>
                      <a:pt x="2918" y="646"/>
                      <a:pt x="2368" y="1"/>
                      <a:pt x="157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3652200" y="3181500"/>
                <a:ext cx="105475" cy="92775"/>
              </a:xfrm>
              <a:custGeom>
                <a:rect b="b" l="l" r="r" t="t"/>
                <a:pathLst>
                  <a:path extrusionOk="0" h="3711" w="4219">
                    <a:moveTo>
                      <a:pt x="2009" y="368"/>
                    </a:moveTo>
                    <a:cubicBezTo>
                      <a:pt x="2821" y="368"/>
                      <a:pt x="3347" y="1109"/>
                      <a:pt x="3371" y="1874"/>
                    </a:cubicBezTo>
                    <a:cubicBezTo>
                      <a:pt x="3371" y="2640"/>
                      <a:pt x="2869" y="3309"/>
                      <a:pt x="2080" y="3357"/>
                    </a:cubicBezTo>
                    <a:cubicBezTo>
                      <a:pt x="2063" y="3357"/>
                      <a:pt x="2045" y="3358"/>
                      <a:pt x="2027" y="3358"/>
                    </a:cubicBezTo>
                    <a:cubicBezTo>
                      <a:pt x="1303" y="3358"/>
                      <a:pt x="570" y="2885"/>
                      <a:pt x="407" y="2161"/>
                    </a:cubicBezTo>
                    <a:cubicBezTo>
                      <a:pt x="390" y="2076"/>
                      <a:pt x="333" y="2034"/>
                      <a:pt x="270" y="2025"/>
                    </a:cubicBezTo>
                    <a:lnTo>
                      <a:pt x="270" y="2025"/>
                    </a:lnTo>
                    <a:cubicBezTo>
                      <a:pt x="328" y="1999"/>
                      <a:pt x="375" y="1948"/>
                      <a:pt x="383" y="1874"/>
                    </a:cubicBezTo>
                    <a:cubicBezTo>
                      <a:pt x="407" y="1038"/>
                      <a:pt x="1196" y="368"/>
                      <a:pt x="2009" y="368"/>
                    </a:cubicBezTo>
                    <a:close/>
                    <a:moveTo>
                      <a:pt x="1966" y="1"/>
                    </a:moveTo>
                    <a:cubicBezTo>
                      <a:pt x="1856" y="1"/>
                      <a:pt x="1743" y="11"/>
                      <a:pt x="1626" y="34"/>
                    </a:cubicBezTo>
                    <a:cubicBezTo>
                      <a:pt x="765" y="225"/>
                      <a:pt x="48" y="966"/>
                      <a:pt x="0" y="1874"/>
                    </a:cubicBezTo>
                    <a:cubicBezTo>
                      <a:pt x="0" y="1982"/>
                      <a:pt x="72" y="2036"/>
                      <a:pt x="154" y="2044"/>
                    </a:cubicBezTo>
                    <a:lnTo>
                      <a:pt x="154" y="2044"/>
                    </a:lnTo>
                    <a:cubicBezTo>
                      <a:pt x="82" y="2079"/>
                      <a:pt x="28" y="2155"/>
                      <a:pt x="48" y="2257"/>
                    </a:cubicBezTo>
                    <a:cubicBezTo>
                      <a:pt x="253" y="3149"/>
                      <a:pt x="1147" y="3710"/>
                      <a:pt x="2007" y="3710"/>
                    </a:cubicBezTo>
                    <a:cubicBezTo>
                      <a:pt x="2553" y="3710"/>
                      <a:pt x="3085" y="3485"/>
                      <a:pt x="3419" y="2974"/>
                    </a:cubicBezTo>
                    <a:cubicBezTo>
                      <a:pt x="4218" y="1776"/>
                      <a:pt x="3390" y="1"/>
                      <a:pt x="196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871550" y="3343250"/>
                <a:ext cx="107200" cy="92825"/>
              </a:xfrm>
              <a:custGeom>
                <a:rect b="b" l="l" r="r" t="t"/>
                <a:pathLst>
                  <a:path extrusionOk="0" h="3713" w="4288">
                    <a:moveTo>
                      <a:pt x="2101" y="363"/>
                    </a:moveTo>
                    <a:cubicBezTo>
                      <a:pt x="2821" y="363"/>
                      <a:pt x="3359" y="984"/>
                      <a:pt x="3491" y="1644"/>
                    </a:cubicBezTo>
                    <a:cubicBezTo>
                      <a:pt x="3658" y="2386"/>
                      <a:pt x="3276" y="3103"/>
                      <a:pt x="2535" y="3294"/>
                    </a:cubicBezTo>
                    <a:cubicBezTo>
                      <a:pt x="2387" y="3335"/>
                      <a:pt x="2234" y="3355"/>
                      <a:pt x="2081" y="3355"/>
                    </a:cubicBezTo>
                    <a:cubicBezTo>
                      <a:pt x="1516" y="3355"/>
                      <a:pt x="952" y="3080"/>
                      <a:pt x="670" y="2553"/>
                    </a:cubicBezTo>
                    <a:cubicBezTo>
                      <a:pt x="641" y="2494"/>
                      <a:pt x="588" y="2469"/>
                      <a:pt x="534" y="2469"/>
                    </a:cubicBezTo>
                    <a:cubicBezTo>
                      <a:pt x="519" y="2469"/>
                      <a:pt x="504" y="2471"/>
                      <a:pt x="490" y="2475"/>
                    </a:cubicBezTo>
                    <a:lnTo>
                      <a:pt x="490" y="2475"/>
                    </a:lnTo>
                    <a:cubicBezTo>
                      <a:pt x="551" y="2438"/>
                      <a:pt x="593" y="2373"/>
                      <a:pt x="574" y="2290"/>
                    </a:cubicBezTo>
                    <a:cubicBezTo>
                      <a:pt x="383" y="1429"/>
                      <a:pt x="1053" y="521"/>
                      <a:pt x="1913" y="377"/>
                    </a:cubicBezTo>
                    <a:cubicBezTo>
                      <a:pt x="1977" y="368"/>
                      <a:pt x="2040" y="363"/>
                      <a:pt x="2101" y="363"/>
                    </a:cubicBezTo>
                    <a:close/>
                    <a:moveTo>
                      <a:pt x="2075" y="0"/>
                    </a:moveTo>
                    <a:cubicBezTo>
                      <a:pt x="1860" y="0"/>
                      <a:pt x="1636" y="43"/>
                      <a:pt x="1411" y="138"/>
                    </a:cubicBezTo>
                    <a:cubicBezTo>
                      <a:pt x="574" y="521"/>
                      <a:pt x="1" y="1453"/>
                      <a:pt x="216" y="2386"/>
                    </a:cubicBezTo>
                    <a:cubicBezTo>
                      <a:pt x="235" y="2470"/>
                      <a:pt x="302" y="2507"/>
                      <a:pt x="373" y="2507"/>
                    </a:cubicBezTo>
                    <a:cubicBezTo>
                      <a:pt x="391" y="2507"/>
                      <a:pt x="409" y="2505"/>
                      <a:pt x="427" y="2500"/>
                    </a:cubicBezTo>
                    <a:lnTo>
                      <a:pt x="427" y="2500"/>
                    </a:lnTo>
                    <a:cubicBezTo>
                      <a:pt x="350" y="2547"/>
                      <a:pt x="301" y="2640"/>
                      <a:pt x="359" y="2744"/>
                    </a:cubicBezTo>
                    <a:cubicBezTo>
                      <a:pt x="706" y="3378"/>
                      <a:pt x="1411" y="3713"/>
                      <a:pt x="2104" y="3713"/>
                    </a:cubicBezTo>
                    <a:cubicBezTo>
                      <a:pt x="2798" y="3713"/>
                      <a:pt x="3479" y="3378"/>
                      <a:pt x="3778" y="2673"/>
                    </a:cubicBezTo>
                    <a:cubicBezTo>
                      <a:pt x="4288" y="1449"/>
                      <a:pt x="3320" y="0"/>
                      <a:pt x="207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4024350" y="3166150"/>
                <a:ext cx="104050" cy="25275"/>
              </a:xfrm>
              <a:custGeom>
                <a:rect b="b" l="l" r="r" t="t"/>
                <a:pathLst>
                  <a:path extrusionOk="0" h="1011" w="4162">
                    <a:moveTo>
                      <a:pt x="3857" y="1"/>
                    </a:moveTo>
                    <a:cubicBezTo>
                      <a:pt x="3850" y="1"/>
                      <a:pt x="3842" y="1"/>
                      <a:pt x="3834" y="2"/>
                    </a:cubicBezTo>
                    <a:cubicBezTo>
                      <a:pt x="2639" y="217"/>
                      <a:pt x="1420" y="432"/>
                      <a:pt x="224" y="648"/>
                    </a:cubicBezTo>
                    <a:cubicBezTo>
                      <a:pt x="0" y="692"/>
                      <a:pt x="70" y="1011"/>
                      <a:pt x="277" y="1011"/>
                    </a:cubicBezTo>
                    <a:cubicBezTo>
                      <a:pt x="291" y="1011"/>
                      <a:pt x="305" y="1009"/>
                      <a:pt x="320" y="1006"/>
                    </a:cubicBezTo>
                    <a:cubicBezTo>
                      <a:pt x="1539" y="791"/>
                      <a:pt x="2735" y="576"/>
                      <a:pt x="3930" y="361"/>
                    </a:cubicBezTo>
                    <a:cubicBezTo>
                      <a:pt x="4161" y="338"/>
                      <a:pt x="4079" y="1"/>
                      <a:pt x="385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024925" y="3200150"/>
                <a:ext cx="94950" cy="22950"/>
              </a:xfrm>
              <a:custGeom>
                <a:rect b="b" l="l" r="r" t="t"/>
                <a:pathLst>
                  <a:path extrusionOk="0" h="918" w="3798">
                    <a:moveTo>
                      <a:pt x="3539" y="0"/>
                    </a:moveTo>
                    <a:cubicBezTo>
                      <a:pt x="3527" y="0"/>
                      <a:pt x="3514" y="2"/>
                      <a:pt x="3501" y="5"/>
                    </a:cubicBezTo>
                    <a:cubicBezTo>
                      <a:pt x="2401" y="196"/>
                      <a:pt x="1325" y="387"/>
                      <a:pt x="225" y="555"/>
                    </a:cubicBezTo>
                    <a:cubicBezTo>
                      <a:pt x="1" y="600"/>
                      <a:pt x="92" y="918"/>
                      <a:pt x="282" y="918"/>
                    </a:cubicBezTo>
                    <a:cubicBezTo>
                      <a:pt x="294" y="918"/>
                      <a:pt x="307" y="916"/>
                      <a:pt x="321" y="913"/>
                    </a:cubicBezTo>
                    <a:cubicBezTo>
                      <a:pt x="1421" y="722"/>
                      <a:pt x="2496" y="555"/>
                      <a:pt x="3596" y="363"/>
                    </a:cubicBezTo>
                    <a:cubicBezTo>
                      <a:pt x="3798" y="319"/>
                      <a:pt x="3726" y="0"/>
                      <a:pt x="353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723925" y="3185325"/>
                <a:ext cx="179325" cy="21550"/>
              </a:xfrm>
              <a:custGeom>
                <a:rect b="b" l="l" r="r" t="t"/>
                <a:pathLst>
                  <a:path extrusionOk="0" h="862" w="7173">
                    <a:moveTo>
                      <a:pt x="6934" y="0"/>
                    </a:moveTo>
                    <a:cubicBezTo>
                      <a:pt x="4710" y="24"/>
                      <a:pt x="2463" y="191"/>
                      <a:pt x="239" y="478"/>
                    </a:cubicBezTo>
                    <a:cubicBezTo>
                      <a:pt x="7" y="501"/>
                      <a:pt x="0" y="862"/>
                      <a:pt x="218" y="862"/>
                    </a:cubicBezTo>
                    <a:cubicBezTo>
                      <a:pt x="225" y="862"/>
                      <a:pt x="232" y="862"/>
                      <a:pt x="239" y="861"/>
                    </a:cubicBezTo>
                    <a:cubicBezTo>
                      <a:pt x="2463" y="550"/>
                      <a:pt x="4686" y="383"/>
                      <a:pt x="6934" y="359"/>
                    </a:cubicBezTo>
                    <a:cubicBezTo>
                      <a:pt x="7173" y="359"/>
                      <a:pt x="7173" y="0"/>
                      <a:pt x="693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3744050" y="3221775"/>
                <a:ext cx="155025" cy="25850"/>
              </a:xfrm>
              <a:custGeom>
                <a:rect b="b" l="l" r="r" t="t"/>
                <a:pathLst>
                  <a:path extrusionOk="0" h="1034" w="6201">
                    <a:moveTo>
                      <a:pt x="5961" y="0"/>
                    </a:moveTo>
                    <a:cubicBezTo>
                      <a:pt x="4025" y="24"/>
                      <a:pt x="2112" y="263"/>
                      <a:pt x="223" y="670"/>
                    </a:cubicBezTo>
                    <a:cubicBezTo>
                      <a:pt x="0" y="737"/>
                      <a:pt x="69" y="1033"/>
                      <a:pt x="273" y="1033"/>
                    </a:cubicBezTo>
                    <a:cubicBezTo>
                      <a:pt x="288" y="1033"/>
                      <a:pt x="303" y="1032"/>
                      <a:pt x="319" y="1029"/>
                    </a:cubicBezTo>
                    <a:cubicBezTo>
                      <a:pt x="2184" y="622"/>
                      <a:pt x="4072" y="407"/>
                      <a:pt x="5961" y="383"/>
                    </a:cubicBezTo>
                    <a:cubicBezTo>
                      <a:pt x="6200" y="359"/>
                      <a:pt x="6200" y="0"/>
                      <a:pt x="596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3922825" y="3279275"/>
                <a:ext cx="23575" cy="70475"/>
              </a:xfrm>
              <a:custGeom>
                <a:rect b="b" l="l" r="r" t="t"/>
                <a:pathLst>
                  <a:path extrusionOk="0" h="2819" w="943">
                    <a:moveTo>
                      <a:pt x="718" y="1"/>
                    </a:moveTo>
                    <a:cubicBezTo>
                      <a:pt x="645" y="1"/>
                      <a:pt x="575" y="43"/>
                      <a:pt x="556" y="139"/>
                    </a:cubicBezTo>
                    <a:cubicBezTo>
                      <a:pt x="412" y="952"/>
                      <a:pt x="245" y="1789"/>
                      <a:pt x="30" y="2602"/>
                    </a:cubicBezTo>
                    <a:cubicBezTo>
                      <a:pt x="1" y="2732"/>
                      <a:pt x="121" y="2819"/>
                      <a:pt x="231" y="2819"/>
                    </a:cubicBezTo>
                    <a:cubicBezTo>
                      <a:pt x="302" y="2819"/>
                      <a:pt x="369" y="2782"/>
                      <a:pt x="388" y="2697"/>
                    </a:cubicBezTo>
                    <a:cubicBezTo>
                      <a:pt x="603" y="1884"/>
                      <a:pt x="771" y="1072"/>
                      <a:pt x="914" y="235"/>
                    </a:cubicBezTo>
                    <a:cubicBezTo>
                      <a:pt x="943" y="92"/>
                      <a:pt x="827" y="1"/>
                      <a:pt x="71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949125" y="3279875"/>
                <a:ext cx="29550" cy="87650"/>
              </a:xfrm>
              <a:custGeom>
                <a:rect b="b" l="l" r="r" t="t"/>
                <a:pathLst>
                  <a:path extrusionOk="0" h="3506" w="1182">
                    <a:moveTo>
                      <a:pt x="957" y="1"/>
                    </a:moveTo>
                    <a:cubicBezTo>
                      <a:pt x="884" y="1"/>
                      <a:pt x="814" y="43"/>
                      <a:pt x="795" y="139"/>
                    </a:cubicBezTo>
                    <a:lnTo>
                      <a:pt x="30" y="3271"/>
                    </a:lnTo>
                    <a:cubicBezTo>
                      <a:pt x="1" y="3414"/>
                      <a:pt x="117" y="3505"/>
                      <a:pt x="225" y="3505"/>
                    </a:cubicBezTo>
                    <a:cubicBezTo>
                      <a:pt x="299" y="3505"/>
                      <a:pt x="369" y="3463"/>
                      <a:pt x="388" y="3367"/>
                    </a:cubicBezTo>
                    <a:lnTo>
                      <a:pt x="1153" y="235"/>
                    </a:lnTo>
                    <a:cubicBezTo>
                      <a:pt x="1182" y="92"/>
                      <a:pt x="1066" y="1"/>
                      <a:pt x="95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 name="Google Shape;49;p2"/>
            <p:cNvGrpSpPr/>
            <p:nvPr/>
          </p:nvGrpSpPr>
          <p:grpSpPr>
            <a:xfrm>
              <a:off x="5975013" y="1666613"/>
              <a:ext cx="374775" cy="556925"/>
              <a:chOff x="1035588" y="1564988"/>
              <a:chExt cx="374775" cy="556925"/>
            </a:xfrm>
          </p:grpSpPr>
          <p:sp>
            <p:nvSpPr>
              <p:cNvPr id="50" name="Google Shape;50;p2"/>
              <p:cNvSpPr/>
              <p:nvPr/>
            </p:nvSpPr>
            <p:spPr>
              <a:xfrm>
                <a:off x="1115688" y="1564988"/>
                <a:ext cx="66950" cy="59900"/>
              </a:xfrm>
              <a:custGeom>
                <a:rect b="b" l="l" r="r" t="t"/>
                <a:pathLst>
                  <a:path extrusionOk="0" h="2396" w="2678">
                    <a:moveTo>
                      <a:pt x="1252" y="370"/>
                    </a:moveTo>
                    <a:cubicBezTo>
                      <a:pt x="1383" y="370"/>
                      <a:pt x="1526" y="408"/>
                      <a:pt x="1674" y="493"/>
                    </a:cubicBezTo>
                    <a:cubicBezTo>
                      <a:pt x="2080" y="732"/>
                      <a:pt x="2295" y="1211"/>
                      <a:pt x="2008" y="1617"/>
                    </a:cubicBezTo>
                    <a:cubicBezTo>
                      <a:pt x="1825" y="1866"/>
                      <a:pt x="1527" y="2023"/>
                      <a:pt x="1233" y="2023"/>
                    </a:cubicBezTo>
                    <a:cubicBezTo>
                      <a:pt x="1105" y="2023"/>
                      <a:pt x="977" y="1993"/>
                      <a:pt x="861" y="1928"/>
                    </a:cubicBezTo>
                    <a:cubicBezTo>
                      <a:pt x="839" y="1918"/>
                      <a:pt x="818" y="1913"/>
                      <a:pt x="798" y="1911"/>
                    </a:cubicBezTo>
                    <a:lnTo>
                      <a:pt x="798" y="1911"/>
                    </a:lnTo>
                    <a:cubicBezTo>
                      <a:pt x="789" y="1900"/>
                      <a:pt x="778" y="1890"/>
                      <a:pt x="765" y="1880"/>
                    </a:cubicBezTo>
                    <a:cubicBezTo>
                      <a:pt x="185" y="1360"/>
                      <a:pt x="576" y="370"/>
                      <a:pt x="1252" y="370"/>
                    </a:cubicBezTo>
                    <a:close/>
                    <a:moveTo>
                      <a:pt x="1213" y="1"/>
                    </a:moveTo>
                    <a:cubicBezTo>
                      <a:pt x="871" y="1"/>
                      <a:pt x="543" y="151"/>
                      <a:pt x="335" y="469"/>
                    </a:cubicBezTo>
                    <a:cubicBezTo>
                      <a:pt x="0" y="995"/>
                      <a:pt x="48" y="1713"/>
                      <a:pt x="502" y="2143"/>
                    </a:cubicBezTo>
                    <a:cubicBezTo>
                      <a:pt x="530" y="2164"/>
                      <a:pt x="560" y="2176"/>
                      <a:pt x="590" y="2182"/>
                    </a:cubicBezTo>
                    <a:lnTo>
                      <a:pt x="590" y="2182"/>
                    </a:lnTo>
                    <a:cubicBezTo>
                      <a:pt x="604" y="2213"/>
                      <a:pt x="630" y="2241"/>
                      <a:pt x="669" y="2262"/>
                    </a:cubicBezTo>
                    <a:cubicBezTo>
                      <a:pt x="850" y="2353"/>
                      <a:pt x="1043" y="2396"/>
                      <a:pt x="1234" y="2396"/>
                    </a:cubicBezTo>
                    <a:cubicBezTo>
                      <a:pt x="1649" y="2396"/>
                      <a:pt x="2057" y="2192"/>
                      <a:pt x="2319" y="1832"/>
                    </a:cubicBezTo>
                    <a:cubicBezTo>
                      <a:pt x="2678" y="1282"/>
                      <a:pt x="2486" y="589"/>
                      <a:pt x="1937" y="230"/>
                    </a:cubicBezTo>
                    <a:cubicBezTo>
                      <a:pt x="1715" y="80"/>
                      <a:pt x="1461" y="1"/>
                      <a:pt x="121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104188" y="1666313"/>
                <a:ext cx="38450" cy="32125"/>
              </a:xfrm>
              <a:custGeom>
                <a:rect b="b" l="l" r="r" t="t"/>
                <a:pathLst>
                  <a:path extrusionOk="0" h="1285" w="1538">
                    <a:moveTo>
                      <a:pt x="797" y="356"/>
                    </a:moveTo>
                    <a:cubicBezTo>
                      <a:pt x="967" y="356"/>
                      <a:pt x="1129" y="437"/>
                      <a:pt x="1129" y="624"/>
                    </a:cubicBezTo>
                    <a:cubicBezTo>
                      <a:pt x="1143" y="821"/>
                      <a:pt x="917" y="932"/>
                      <a:pt x="708" y="932"/>
                    </a:cubicBezTo>
                    <a:cubicBezTo>
                      <a:pt x="566" y="932"/>
                      <a:pt x="431" y="881"/>
                      <a:pt x="382" y="771"/>
                    </a:cubicBezTo>
                    <a:lnTo>
                      <a:pt x="382" y="771"/>
                    </a:lnTo>
                    <a:cubicBezTo>
                      <a:pt x="405" y="737"/>
                      <a:pt x="417" y="696"/>
                      <a:pt x="412" y="648"/>
                    </a:cubicBezTo>
                    <a:cubicBezTo>
                      <a:pt x="386" y="467"/>
                      <a:pt x="597" y="356"/>
                      <a:pt x="797" y="356"/>
                    </a:cubicBezTo>
                    <a:close/>
                    <a:moveTo>
                      <a:pt x="802" y="0"/>
                    </a:moveTo>
                    <a:cubicBezTo>
                      <a:pt x="447" y="0"/>
                      <a:pt x="85" y="198"/>
                      <a:pt x="47" y="566"/>
                    </a:cubicBezTo>
                    <a:lnTo>
                      <a:pt x="47" y="566"/>
                    </a:lnTo>
                    <a:cubicBezTo>
                      <a:pt x="17" y="595"/>
                      <a:pt x="0" y="639"/>
                      <a:pt x="6" y="696"/>
                    </a:cubicBezTo>
                    <a:cubicBezTo>
                      <a:pt x="28" y="1097"/>
                      <a:pt x="366" y="1285"/>
                      <a:pt x="717" y="1285"/>
                    </a:cubicBezTo>
                    <a:cubicBezTo>
                      <a:pt x="1119" y="1285"/>
                      <a:pt x="1538" y="1036"/>
                      <a:pt x="1512" y="576"/>
                    </a:cubicBezTo>
                    <a:cubicBezTo>
                      <a:pt x="1479" y="184"/>
                      <a:pt x="1144" y="0"/>
                      <a:pt x="80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1035588" y="1595413"/>
                <a:ext cx="31150" cy="26500"/>
              </a:xfrm>
              <a:custGeom>
                <a:rect b="b" l="l" r="r" t="t"/>
                <a:pathLst>
                  <a:path extrusionOk="0" h="1060" w="1246">
                    <a:moveTo>
                      <a:pt x="647" y="366"/>
                    </a:moveTo>
                    <a:cubicBezTo>
                      <a:pt x="756" y="366"/>
                      <a:pt x="861" y="410"/>
                      <a:pt x="861" y="519"/>
                    </a:cubicBezTo>
                    <a:cubicBezTo>
                      <a:pt x="861" y="639"/>
                      <a:pt x="714" y="707"/>
                      <a:pt x="583" y="707"/>
                    </a:cubicBezTo>
                    <a:cubicBezTo>
                      <a:pt x="499" y="707"/>
                      <a:pt x="422" y="679"/>
                      <a:pt x="394" y="620"/>
                    </a:cubicBezTo>
                    <a:lnTo>
                      <a:pt x="394" y="620"/>
                    </a:lnTo>
                    <a:cubicBezTo>
                      <a:pt x="406" y="591"/>
                      <a:pt x="410" y="557"/>
                      <a:pt x="407" y="519"/>
                    </a:cubicBezTo>
                    <a:cubicBezTo>
                      <a:pt x="381" y="429"/>
                      <a:pt x="517" y="366"/>
                      <a:pt x="647" y="366"/>
                    </a:cubicBezTo>
                    <a:close/>
                    <a:moveTo>
                      <a:pt x="661" y="0"/>
                    </a:moveTo>
                    <a:cubicBezTo>
                      <a:pt x="380" y="0"/>
                      <a:pt x="90" y="157"/>
                      <a:pt x="46" y="443"/>
                    </a:cubicBezTo>
                    <a:lnTo>
                      <a:pt x="46" y="443"/>
                    </a:lnTo>
                    <a:cubicBezTo>
                      <a:pt x="18" y="473"/>
                      <a:pt x="0" y="514"/>
                      <a:pt x="0" y="567"/>
                    </a:cubicBezTo>
                    <a:cubicBezTo>
                      <a:pt x="23" y="902"/>
                      <a:pt x="300" y="1060"/>
                      <a:pt x="585" y="1060"/>
                    </a:cubicBezTo>
                    <a:cubicBezTo>
                      <a:pt x="910" y="1060"/>
                      <a:pt x="1245" y="854"/>
                      <a:pt x="1220" y="472"/>
                    </a:cubicBezTo>
                    <a:cubicBezTo>
                      <a:pt x="1198" y="149"/>
                      <a:pt x="934" y="0"/>
                      <a:pt x="66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1143913" y="1714813"/>
                <a:ext cx="266450" cy="407100"/>
              </a:xfrm>
              <a:custGeom>
                <a:rect b="b" l="l" r="r" t="t"/>
                <a:pathLst>
                  <a:path extrusionOk="0" h="16284" w="10658">
                    <a:moveTo>
                      <a:pt x="4126" y="0"/>
                    </a:moveTo>
                    <a:cubicBezTo>
                      <a:pt x="4001" y="0"/>
                      <a:pt x="3874" y="138"/>
                      <a:pt x="3940" y="286"/>
                    </a:cubicBezTo>
                    <a:cubicBezTo>
                      <a:pt x="6091" y="4446"/>
                      <a:pt x="8004" y="8749"/>
                      <a:pt x="9654" y="13149"/>
                    </a:cubicBezTo>
                    <a:cubicBezTo>
                      <a:pt x="9988" y="14009"/>
                      <a:pt x="10658" y="15587"/>
                      <a:pt x="9271" y="15874"/>
                    </a:cubicBezTo>
                    <a:cubicBezTo>
                      <a:pt x="9150" y="15900"/>
                      <a:pt x="9030" y="15912"/>
                      <a:pt x="8911" y="15912"/>
                    </a:cubicBezTo>
                    <a:cubicBezTo>
                      <a:pt x="8138" y="15912"/>
                      <a:pt x="7422" y="15409"/>
                      <a:pt x="6904" y="14870"/>
                    </a:cubicBezTo>
                    <a:cubicBezTo>
                      <a:pt x="6259" y="14201"/>
                      <a:pt x="5828" y="13364"/>
                      <a:pt x="5422" y="12551"/>
                    </a:cubicBezTo>
                    <a:cubicBezTo>
                      <a:pt x="4896" y="11475"/>
                      <a:pt x="4394" y="10375"/>
                      <a:pt x="3892" y="9299"/>
                    </a:cubicBezTo>
                    <a:cubicBezTo>
                      <a:pt x="2720" y="6861"/>
                      <a:pt x="1549" y="4398"/>
                      <a:pt x="377" y="1936"/>
                    </a:cubicBezTo>
                    <a:cubicBezTo>
                      <a:pt x="348" y="1869"/>
                      <a:pt x="297" y="1841"/>
                      <a:pt x="245" y="1841"/>
                    </a:cubicBezTo>
                    <a:cubicBezTo>
                      <a:pt x="128" y="1841"/>
                      <a:pt x="0" y="1978"/>
                      <a:pt x="66" y="2127"/>
                    </a:cubicBezTo>
                    <a:cubicBezTo>
                      <a:pt x="1190" y="4518"/>
                      <a:pt x="2338" y="6909"/>
                      <a:pt x="3461" y="9299"/>
                    </a:cubicBezTo>
                    <a:cubicBezTo>
                      <a:pt x="4035" y="10447"/>
                      <a:pt x="4561" y="11618"/>
                      <a:pt x="5135" y="12790"/>
                    </a:cubicBezTo>
                    <a:cubicBezTo>
                      <a:pt x="5565" y="13651"/>
                      <a:pt x="6043" y="14535"/>
                      <a:pt x="6713" y="15205"/>
                    </a:cubicBezTo>
                    <a:cubicBezTo>
                      <a:pt x="7307" y="15799"/>
                      <a:pt x="8076" y="16284"/>
                      <a:pt x="8915" y="16284"/>
                    </a:cubicBezTo>
                    <a:cubicBezTo>
                      <a:pt x="8954" y="16284"/>
                      <a:pt x="8993" y="16283"/>
                      <a:pt x="9032" y="16281"/>
                    </a:cubicBezTo>
                    <a:cubicBezTo>
                      <a:pt x="9917" y="16233"/>
                      <a:pt x="10538" y="15611"/>
                      <a:pt x="10490" y="14703"/>
                    </a:cubicBezTo>
                    <a:cubicBezTo>
                      <a:pt x="10466" y="14177"/>
                      <a:pt x="10251" y="13675"/>
                      <a:pt x="10060" y="13172"/>
                    </a:cubicBezTo>
                    <a:cubicBezTo>
                      <a:pt x="9845" y="12575"/>
                      <a:pt x="9606" y="11977"/>
                      <a:pt x="9367" y="11379"/>
                    </a:cubicBezTo>
                    <a:cubicBezTo>
                      <a:pt x="8912" y="10208"/>
                      <a:pt x="8434" y="9060"/>
                      <a:pt x="7956" y="7889"/>
                    </a:cubicBezTo>
                    <a:cubicBezTo>
                      <a:pt x="6809" y="5259"/>
                      <a:pt x="5589" y="2653"/>
                      <a:pt x="4274" y="95"/>
                    </a:cubicBezTo>
                    <a:cubicBezTo>
                      <a:pt x="4237" y="28"/>
                      <a:pt x="4182" y="0"/>
                      <a:pt x="412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1238813" y="1866163"/>
                <a:ext cx="131500" cy="206225"/>
              </a:xfrm>
              <a:custGeom>
                <a:rect b="b" l="l" r="r" t="t"/>
                <a:pathLst>
                  <a:path extrusionOk="0" h="8249" w="5260">
                    <a:moveTo>
                      <a:pt x="1830" y="0"/>
                    </a:moveTo>
                    <a:cubicBezTo>
                      <a:pt x="1767" y="0"/>
                      <a:pt x="1706" y="14"/>
                      <a:pt x="1650" y="42"/>
                    </a:cubicBezTo>
                    <a:lnTo>
                      <a:pt x="311" y="663"/>
                    </a:lnTo>
                    <a:cubicBezTo>
                      <a:pt x="96" y="759"/>
                      <a:pt x="0" y="1022"/>
                      <a:pt x="96" y="1237"/>
                    </a:cubicBezTo>
                    <a:cubicBezTo>
                      <a:pt x="1076" y="3293"/>
                      <a:pt x="885" y="3054"/>
                      <a:pt x="2008" y="5397"/>
                    </a:cubicBezTo>
                    <a:cubicBezTo>
                      <a:pt x="2487" y="6401"/>
                      <a:pt x="3036" y="7501"/>
                      <a:pt x="3897" y="8027"/>
                    </a:cubicBezTo>
                    <a:cubicBezTo>
                      <a:pt x="4117" y="8166"/>
                      <a:pt x="4364" y="8248"/>
                      <a:pt x="4580" y="8248"/>
                    </a:cubicBezTo>
                    <a:cubicBezTo>
                      <a:pt x="4811" y="8248"/>
                      <a:pt x="5006" y="8154"/>
                      <a:pt x="5093" y="7931"/>
                    </a:cubicBezTo>
                    <a:cubicBezTo>
                      <a:pt x="5260" y="7573"/>
                      <a:pt x="5093" y="7047"/>
                      <a:pt x="4901" y="6616"/>
                    </a:cubicBezTo>
                    <a:cubicBezTo>
                      <a:pt x="3658" y="3484"/>
                      <a:pt x="3610" y="3030"/>
                      <a:pt x="2200" y="233"/>
                    </a:cubicBezTo>
                    <a:cubicBezTo>
                      <a:pt x="2132" y="81"/>
                      <a:pt x="1980" y="0"/>
                      <a:pt x="183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1113288" y="1683163"/>
                <a:ext cx="149450" cy="88225"/>
              </a:xfrm>
              <a:custGeom>
                <a:rect b="b" l="l" r="r" t="t"/>
                <a:pathLst>
                  <a:path extrusionOk="0" h="3529" w="5978">
                    <a:moveTo>
                      <a:pt x="4944" y="1"/>
                    </a:moveTo>
                    <a:cubicBezTo>
                      <a:pt x="4661" y="1"/>
                      <a:pt x="4375" y="125"/>
                      <a:pt x="4136" y="261"/>
                    </a:cubicBezTo>
                    <a:cubicBezTo>
                      <a:pt x="3634" y="500"/>
                      <a:pt x="3156" y="787"/>
                      <a:pt x="2678" y="1074"/>
                    </a:cubicBezTo>
                    <a:cubicBezTo>
                      <a:pt x="2200" y="1337"/>
                      <a:pt x="1698" y="1600"/>
                      <a:pt x="1220" y="1887"/>
                    </a:cubicBezTo>
                    <a:cubicBezTo>
                      <a:pt x="885" y="2054"/>
                      <a:pt x="311" y="2245"/>
                      <a:pt x="120" y="2580"/>
                    </a:cubicBezTo>
                    <a:cubicBezTo>
                      <a:pt x="0" y="2843"/>
                      <a:pt x="120" y="3154"/>
                      <a:pt x="311" y="3321"/>
                    </a:cubicBezTo>
                    <a:cubicBezTo>
                      <a:pt x="483" y="3480"/>
                      <a:pt x="684" y="3529"/>
                      <a:pt x="894" y="3529"/>
                    </a:cubicBezTo>
                    <a:cubicBezTo>
                      <a:pt x="1064" y="3529"/>
                      <a:pt x="1240" y="3497"/>
                      <a:pt x="1411" y="3465"/>
                    </a:cubicBezTo>
                    <a:cubicBezTo>
                      <a:pt x="1613" y="3420"/>
                      <a:pt x="1541" y="3102"/>
                      <a:pt x="1334" y="3102"/>
                    </a:cubicBezTo>
                    <a:cubicBezTo>
                      <a:pt x="1321" y="3102"/>
                      <a:pt x="1306" y="3103"/>
                      <a:pt x="1291" y="3106"/>
                    </a:cubicBezTo>
                    <a:cubicBezTo>
                      <a:pt x="1168" y="3127"/>
                      <a:pt x="1045" y="3183"/>
                      <a:pt x="906" y="3183"/>
                    </a:cubicBezTo>
                    <a:cubicBezTo>
                      <a:pt x="883" y="3183"/>
                      <a:pt x="861" y="3181"/>
                      <a:pt x="837" y="3178"/>
                    </a:cubicBezTo>
                    <a:cubicBezTo>
                      <a:pt x="646" y="3130"/>
                      <a:pt x="287" y="2963"/>
                      <a:pt x="550" y="2676"/>
                    </a:cubicBezTo>
                    <a:cubicBezTo>
                      <a:pt x="694" y="2508"/>
                      <a:pt x="1076" y="2389"/>
                      <a:pt x="1268" y="2269"/>
                    </a:cubicBezTo>
                    <a:cubicBezTo>
                      <a:pt x="1746" y="2006"/>
                      <a:pt x="2248" y="1719"/>
                      <a:pt x="2750" y="1456"/>
                    </a:cubicBezTo>
                    <a:cubicBezTo>
                      <a:pt x="3228" y="1170"/>
                      <a:pt x="3706" y="907"/>
                      <a:pt x="4208" y="644"/>
                    </a:cubicBezTo>
                    <a:cubicBezTo>
                      <a:pt x="4408" y="535"/>
                      <a:pt x="4676" y="371"/>
                      <a:pt x="4929" y="371"/>
                    </a:cubicBezTo>
                    <a:cubicBezTo>
                      <a:pt x="5010" y="371"/>
                      <a:pt x="5089" y="388"/>
                      <a:pt x="5165" y="428"/>
                    </a:cubicBezTo>
                    <a:cubicBezTo>
                      <a:pt x="5308" y="524"/>
                      <a:pt x="5523" y="859"/>
                      <a:pt x="5308" y="978"/>
                    </a:cubicBezTo>
                    <a:cubicBezTo>
                      <a:pt x="5126" y="1099"/>
                      <a:pt x="5234" y="1340"/>
                      <a:pt x="5388" y="1340"/>
                    </a:cubicBezTo>
                    <a:cubicBezTo>
                      <a:pt x="5416" y="1340"/>
                      <a:pt x="5446" y="1332"/>
                      <a:pt x="5475" y="1313"/>
                    </a:cubicBezTo>
                    <a:cubicBezTo>
                      <a:pt x="5977" y="1026"/>
                      <a:pt x="5738" y="285"/>
                      <a:pt x="5284" y="70"/>
                    </a:cubicBezTo>
                    <a:cubicBezTo>
                      <a:pt x="5174" y="21"/>
                      <a:pt x="5059" y="1"/>
                      <a:pt x="494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1310413" y="2005113"/>
                <a:ext cx="22625" cy="17400"/>
              </a:xfrm>
              <a:custGeom>
                <a:rect b="b" l="l" r="r" t="t"/>
                <a:pathLst>
                  <a:path extrusionOk="0" h="696" w="905">
                    <a:moveTo>
                      <a:pt x="491" y="1"/>
                    </a:moveTo>
                    <a:cubicBezTo>
                      <a:pt x="253" y="1"/>
                      <a:pt x="1" y="142"/>
                      <a:pt x="53" y="389"/>
                    </a:cubicBezTo>
                    <a:lnTo>
                      <a:pt x="29" y="389"/>
                    </a:lnTo>
                    <a:cubicBezTo>
                      <a:pt x="29" y="598"/>
                      <a:pt x="222" y="696"/>
                      <a:pt x="423" y="696"/>
                    </a:cubicBezTo>
                    <a:cubicBezTo>
                      <a:pt x="658" y="696"/>
                      <a:pt x="904" y="562"/>
                      <a:pt x="866" y="317"/>
                    </a:cubicBezTo>
                    <a:cubicBezTo>
                      <a:pt x="877" y="99"/>
                      <a:pt x="689" y="1"/>
                      <a:pt x="49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304538" y="1956238"/>
                <a:ext cx="14375" cy="10800"/>
              </a:xfrm>
              <a:custGeom>
                <a:rect b="b" l="l" r="r" t="t"/>
                <a:pathLst>
                  <a:path extrusionOk="0" h="432" w="575">
                    <a:moveTo>
                      <a:pt x="288" y="1"/>
                    </a:moveTo>
                    <a:cubicBezTo>
                      <a:pt x="1" y="1"/>
                      <a:pt x="1" y="431"/>
                      <a:pt x="288" y="431"/>
                    </a:cubicBezTo>
                    <a:cubicBezTo>
                      <a:pt x="575" y="431"/>
                      <a:pt x="575" y="1"/>
                      <a:pt x="28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277663" y="1924563"/>
                <a:ext cx="13775" cy="10800"/>
              </a:xfrm>
              <a:custGeom>
                <a:rect b="b" l="l" r="r" t="t"/>
                <a:pathLst>
                  <a:path extrusionOk="0" h="432" w="551">
                    <a:moveTo>
                      <a:pt x="287" y="1"/>
                    </a:moveTo>
                    <a:cubicBezTo>
                      <a:pt x="0" y="1"/>
                      <a:pt x="0" y="431"/>
                      <a:pt x="287" y="431"/>
                    </a:cubicBezTo>
                    <a:cubicBezTo>
                      <a:pt x="550" y="431"/>
                      <a:pt x="550" y="1"/>
                      <a:pt x="28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1139188" y="1747613"/>
                <a:ext cx="46925" cy="24600"/>
              </a:xfrm>
              <a:custGeom>
                <a:rect b="b" l="l" r="r" t="t"/>
                <a:pathLst>
                  <a:path extrusionOk="0" h="984" w="1877">
                    <a:moveTo>
                      <a:pt x="1614" y="1"/>
                    </a:moveTo>
                    <a:cubicBezTo>
                      <a:pt x="1585" y="1"/>
                      <a:pt x="1554" y="8"/>
                      <a:pt x="1523" y="26"/>
                    </a:cubicBezTo>
                    <a:cubicBezTo>
                      <a:pt x="1068" y="217"/>
                      <a:pt x="638" y="432"/>
                      <a:pt x="184" y="648"/>
                    </a:cubicBezTo>
                    <a:cubicBezTo>
                      <a:pt x="0" y="729"/>
                      <a:pt x="112" y="984"/>
                      <a:pt x="282" y="984"/>
                    </a:cubicBezTo>
                    <a:cubicBezTo>
                      <a:pt x="312" y="984"/>
                      <a:pt x="343" y="976"/>
                      <a:pt x="375" y="958"/>
                    </a:cubicBezTo>
                    <a:cubicBezTo>
                      <a:pt x="829" y="767"/>
                      <a:pt x="1260" y="552"/>
                      <a:pt x="1714" y="337"/>
                    </a:cubicBezTo>
                    <a:cubicBezTo>
                      <a:pt x="1877" y="255"/>
                      <a:pt x="1780" y="1"/>
                      <a:pt x="161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1192288" y="1733463"/>
                <a:ext cx="23725" cy="13475"/>
              </a:xfrm>
              <a:custGeom>
                <a:rect b="b" l="l" r="r" t="t"/>
                <a:pathLst>
                  <a:path extrusionOk="0" h="539" w="949">
                    <a:moveTo>
                      <a:pt x="675" y="0"/>
                    </a:moveTo>
                    <a:cubicBezTo>
                      <a:pt x="649" y="0"/>
                      <a:pt x="622" y="6"/>
                      <a:pt x="594" y="18"/>
                    </a:cubicBezTo>
                    <a:cubicBezTo>
                      <a:pt x="451" y="66"/>
                      <a:pt x="331" y="138"/>
                      <a:pt x="188" y="209"/>
                    </a:cubicBezTo>
                    <a:cubicBezTo>
                      <a:pt x="0" y="293"/>
                      <a:pt x="121" y="538"/>
                      <a:pt x="296" y="538"/>
                    </a:cubicBezTo>
                    <a:cubicBezTo>
                      <a:pt x="323" y="538"/>
                      <a:pt x="351" y="533"/>
                      <a:pt x="379" y="520"/>
                    </a:cubicBezTo>
                    <a:cubicBezTo>
                      <a:pt x="498" y="449"/>
                      <a:pt x="642" y="401"/>
                      <a:pt x="761" y="329"/>
                    </a:cubicBezTo>
                    <a:cubicBezTo>
                      <a:pt x="948" y="246"/>
                      <a:pt x="846" y="0"/>
                      <a:pt x="67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 name="Google Shape;61;p2"/>
            <p:cNvGrpSpPr/>
            <p:nvPr/>
          </p:nvGrpSpPr>
          <p:grpSpPr>
            <a:xfrm>
              <a:off x="4387950" y="419888"/>
              <a:ext cx="617100" cy="542900"/>
              <a:chOff x="6140175" y="2933025"/>
              <a:chExt cx="617100" cy="542900"/>
            </a:xfrm>
          </p:grpSpPr>
          <p:sp>
            <p:nvSpPr>
              <p:cNvPr id="62" name="Google Shape;62;p2"/>
              <p:cNvSpPr/>
              <p:nvPr/>
            </p:nvSpPr>
            <p:spPr>
              <a:xfrm>
                <a:off x="6140175" y="2933025"/>
                <a:ext cx="617100" cy="542900"/>
              </a:xfrm>
              <a:custGeom>
                <a:rect b="b" l="l" r="r" t="t"/>
                <a:pathLst>
                  <a:path extrusionOk="0" h="21716" w="24684">
                    <a:moveTo>
                      <a:pt x="14046" y="377"/>
                    </a:moveTo>
                    <a:cubicBezTo>
                      <a:pt x="15802" y="377"/>
                      <a:pt x="17531" y="757"/>
                      <a:pt x="19137" y="1461"/>
                    </a:cubicBezTo>
                    <a:cubicBezTo>
                      <a:pt x="20859" y="2226"/>
                      <a:pt x="22293" y="3446"/>
                      <a:pt x="23273" y="5071"/>
                    </a:cubicBezTo>
                    <a:cubicBezTo>
                      <a:pt x="23799" y="5932"/>
                      <a:pt x="24158" y="6936"/>
                      <a:pt x="24206" y="7940"/>
                    </a:cubicBezTo>
                    <a:cubicBezTo>
                      <a:pt x="24254" y="8586"/>
                      <a:pt x="24134" y="9327"/>
                      <a:pt x="23536" y="9686"/>
                    </a:cubicBezTo>
                    <a:cubicBezTo>
                      <a:pt x="23375" y="9780"/>
                      <a:pt x="23199" y="9823"/>
                      <a:pt x="23021" y="9823"/>
                    </a:cubicBezTo>
                    <a:cubicBezTo>
                      <a:pt x="22751" y="9823"/>
                      <a:pt x="22476" y="9725"/>
                      <a:pt x="22245" y="9566"/>
                    </a:cubicBezTo>
                    <a:cubicBezTo>
                      <a:pt x="21696" y="9207"/>
                      <a:pt x="21863" y="8610"/>
                      <a:pt x="21815" y="8036"/>
                    </a:cubicBezTo>
                    <a:cubicBezTo>
                      <a:pt x="21716" y="6704"/>
                      <a:pt x="20592" y="5819"/>
                      <a:pt x="19364" y="5819"/>
                    </a:cubicBezTo>
                    <a:cubicBezTo>
                      <a:pt x="19115" y="5819"/>
                      <a:pt x="18861" y="5855"/>
                      <a:pt x="18611" y="5932"/>
                    </a:cubicBezTo>
                    <a:cubicBezTo>
                      <a:pt x="17296" y="6339"/>
                      <a:pt x="16316" y="7869"/>
                      <a:pt x="16388" y="9207"/>
                    </a:cubicBezTo>
                    <a:cubicBezTo>
                      <a:pt x="16412" y="9805"/>
                      <a:pt x="16579" y="10379"/>
                      <a:pt x="16723" y="10929"/>
                    </a:cubicBezTo>
                    <a:cubicBezTo>
                      <a:pt x="16914" y="11766"/>
                      <a:pt x="17057" y="12602"/>
                      <a:pt x="17081" y="13463"/>
                    </a:cubicBezTo>
                    <a:cubicBezTo>
                      <a:pt x="17177" y="15376"/>
                      <a:pt x="16747" y="17312"/>
                      <a:pt x="15527" y="18819"/>
                    </a:cubicBezTo>
                    <a:cubicBezTo>
                      <a:pt x="14523" y="20038"/>
                      <a:pt x="13089" y="20827"/>
                      <a:pt x="11558" y="21162"/>
                    </a:cubicBezTo>
                    <a:cubicBezTo>
                      <a:pt x="10986" y="21292"/>
                      <a:pt x="10399" y="21354"/>
                      <a:pt x="9811" y="21354"/>
                    </a:cubicBezTo>
                    <a:cubicBezTo>
                      <a:pt x="7380" y="21354"/>
                      <a:pt x="4918" y="20288"/>
                      <a:pt x="3262" y="18556"/>
                    </a:cubicBezTo>
                    <a:cubicBezTo>
                      <a:pt x="921" y="16074"/>
                      <a:pt x="460" y="12193"/>
                      <a:pt x="1273" y="8980"/>
                    </a:cubicBezTo>
                    <a:lnTo>
                      <a:pt x="1273" y="8980"/>
                    </a:lnTo>
                    <a:cubicBezTo>
                      <a:pt x="1274" y="8976"/>
                      <a:pt x="1276" y="8972"/>
                      <a:pt x="1278" y="8968"/>
                    </a:cubicBezTo>
                    <a:cubicBezTo>
                      <a:pt x="1732" y="7701"/>
                      <a:pt x="2306" y="6482"/>
                      <a:pt x="3143" y="5406"/>
                    </a:cubicBezTo>
                    <a:cubicBezTo>
                      <a:pt x="4195" y="4067"/>
                      <a:pt x="5581" y="3039"/>
                      <a:pt x="7064" y="2250"/>
                    </a:cubicBezTo>
                    <a:cubicBezTo>
                      <a:pt x="9096" y="1174"/>
                      <a:pt x="11295" y="457"/>
                      <a:pt x="13591" y="385"/>
                    </a:cubicBezTo>
                    <a:cubicBezTo>
                      <a:pt x="13743" y="380"/>
                      <a:pt x="13894" y="377"/>
                      <a:pt x="14046" y="377"/>
                    </a:cubicBezTo>
                    <a:close/>
                    <a:moveTo>
                      <a:pt x="13956" y="0"/>
                    </a:moveTo>
                    <a:cubicBezTo>
                      <a:pt x="11848" y="0"/>
                      <a:pt x="9808" y="564"/>
                      <a:pt x="7901" y="1437"/>
                    </a:cubicBezTo>
                    <a:cubicBezTo>
                      <a:pt x="6275" y="2179"/>
                      <a:pt x="4769" y="3135"/>
                      <a:pt x="3525" y="4426"/>
                    </a:cubicBezTo>
                    <a:cubicBezTo>
                      <a:pt x="2593" y="5406"/>
                      <a:pt x="1876" y="6578"/>
                      <a:pt x="1326" y="7821"/>
                    </a:cubicBezTo>
                    <a:cubicBezTo>
                      <a:pt x="1182" y="8179"/>
                      <a:pt x="1039" y="8514"/>
                      <a:pt x="919" y="8873"/>
                    </a:cubicBezTo>
                    <a:cubicBezTo>
                      <a:pt x="907" y="8909"/>
                      <a:pt x="907" y="8941"/>
                      <a:pt x="914" y="8970"/>
                    </a:cubicBezTo>
                    <a:lnTo>
                      <a:pt x="914" y="8970"/>
                    </a:lnTo>
                    <a:cubicBezTo>
                      <a:pt x="1" y="12593"/>
                      <a:pt x="734" y="16877"/>
                      <a:pt x="3645" y="19392"/>
                    </a:cubicBezTo>
                    <a:cubicBezTo>
                      <a:pt x="5325" y="20865"/>
                      <a:pt x="7585" y="21716"/>
                      <a:pt x="9827" y="21716"/>
                    </a:cubicBezTo>
                    <a:cubicBezTo>
                      <a:pt x="10934" y="21716"/>
                      <a:pt x="12037" y="21508"/>
                      <a:pt x="13065" y="21066"/>
                    </a:cubicBezTo>
                    <a:cubicBezTo>
                      <a:pt x="14499" y="20444"/>
                      <a:pt x="15695" y="19416"/>
                      <a:pt x="16484" y="18077"/>
                    </a:cubicBezTo>
                    <a:cubicBezTo>
                      <a:pt x="17392" y="16476"/>
                      <a:pt x="17583" y="14491"/>
                      <a:pt x="17392" y="12674"/>
                    </a:cubicBezTo>
                    <a:cubicBezTo>
                      <a:pt x="17320" y="11933"/>
                      <a:pt x="17153" y="11192"/>
                      <a:pt x="16962" y="10451"/>
                    </a:cubicBezTo>
                    <a:cubicBezTo>
                      <a:pt x="16842" y="9925"/>
                      <a:pt x="16699" y="9375"/>
                      <a:pt x="16747" y="8825"/>
                    </a:cubicBezTo>
                    <a:cubicBezTo>
                      <a:pt x="16881" y="7477"/>
                      <a:pt x="18086" y="6161"/>
                      <a:pt x="19423" y="6161"/>
                    </a:cubicBezTo>
                    <a:cubicBezTo>
                      <a:pt x="19747" y="6161"/>
                      <a:pt x="20078" y="6238"/>
                      <a:pt x="20404" y="6410"/>
                    </a:cubicBezTo>
                    <a:cubicBezTo>
                      <a:pt x="21241" y="6864"/>
                      <a:pt x="21528" y="7773"/>
                      <a:pt x="21456" y="8658"/>
                    </a:cubicBezTo>
                    <a:cubicBezTo>
                      <a:pt x="21409" y="9112"/>
                      <a:pt x="21648" y="9542"/>
                      <a:pt x="21982" y="9829"/>
                    </a:cubicBezTo>
                    <a:cubicBezTo>
                      <a:pt x="22277" y="10059"/>
                      <a:pt x="22621" y="10169"/>
                      <a:pt x="22961" y="10169"/>
                    </a:cubicBezTo>
                    <a:cubicBezTo>
                      <a:pt x="23502" y="10169"/>
                      <a:pt x="24031" y="9889"/>
                      <a:pt x="24325" y="9375"/>
                    </a:cubicBezTo>
                    <a:cubicBezTo>
                      <a:pt x="24684" y="8729"/>
                      <a:pt x="24612" y="7916"/>
                      <a:pt x="24493" y="7223"/>
                    </a:cubicBezTo>
                    <a:cubicBezTo>
                      <a:pt x="24325" y="6267"/>
                      <a:pt x="23919" y="5382"/>
                      <a:pt x="23393" y="4569"/>
                    </a:cubicBezTo>
                    <a:cubicBezTo>
                      <a:pt x="22437" y="3063"/>
                      <a:pt x="21026" y="1939"/>
                      <a:pt x="19400" y="1198"/>
                    </a:cubicBezTo>
                    <a:cubicBezTo>
                      <a:pt x="17775" y="457"/>
                      <a:pt x="16005" y="51"/>
                      <a:pt x="14212" y="3"/>
                    </a:cubicBezTo>
                    <a:cubicBezTo>
                      <a:pt x="14127" y="1"/>
                      <a:pt x="14042" y="0"/>
                      <a:pt x="1395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6187650" y="3116775"/>
                <a:ext cx="353275" cy="324375"/>
              </a:xfrm>
              <a:custGeom>
                <a:rect b="b" l="l" r="r" t="t"/>
                <a:pathLst>
                  <a:path extrusionOk="0" h="12975" w="14131">
                    <a:moveTo>
                      <a:pt x="5502" y="1"/>
                    </a:moveTo>
                    <a:cubicBezTo>
                      <a:pt x="5114" y="1"/>
                      <a:pt x="4728" y="75"/>
                      <a:pt x="4376" y="232"/>
                    </a:cubicBezTo>
                    <a:cubicBezTo>
                      <a:pt x="3867" y="444"/>
                      <a:pt x="3358" y="825"/>
                      <a:pt x="2815" y="825"/>
                    </a:cubicBezTo>
                    <a:cubicBezTo>
                      <a:pt x="2746" y="825"/>
                      <a:pt x="2677" y="819"/>
                      <a:pt x="2607" y="806"/>
                    </a:cubicBezTo>
                    <a:cubicBezTo>
                      <a:pt x="2391" y="758"/>
                      <a:pt x="2200" y="638"/>
                      <a:pt x="1961" y="638"/>
                    </a:cubicBezTo>
                    <a:cubicBezTo>
                      <a:pt x="1940" y="636"/>
                      <a:pt x="1918" y="635"/>
                      <a:pt x="1898" y="635"/>
                    </a:cubicBezTo>
                    <a:cubicBezTo>
                      <a:pt x="1429" y="635"/>
                      <a:pt x="1091" y="1136"/>
                      <a:pt x="885" y="1571"/>
                    </a:cubicBezTo>
                    <a:cubicBezTo>
                      <a:pt x="598" y="2144"/>
                      <a:pt x="455" y="2694"/>
                      <a:pt x="216" y="3770"/>
                    </a:cubicBezTo>
                    <a:cubicBezTo>
                      <a:pt x="1" y="4846"/>
                      <a:pt x="144" y="6639"/>
                      <a:pt x="861" y="8193"/>
                    </a:cubicBezTo>
                    <a:cubicBezTo>
                      <a:pt x="2057" y="10799"/>
                      <a:pt x="3921" y="12042"/>
                      <a:pt x="6360" y="12736"/>
                    </a:cubicBezTo>
                    <a:cubicBezTo>
                      <a:pt x="6902" y="12897"/>
                      <a:pt x="7482" y="12974"/>
                      <a:pt x="8071" y="12974"/>
                    </a:cubicBezTo>
                    <a:cubicBezTo>
                      <a:pt x="10108" y="12974"/>
                      <a:pt x="12250" y="12043"/>
                      <a:pt x="13270" y="10393"/>
                    </a:cubicBezTo>
                    <a:cubicBezTo>
                      <a:pt x="13891" y="9341"/>
                      <a:pt x="14106" y="8098"/>
                      <a:pt x="14106" y="6902"/>
                    </a:cubicBezTo>
                    <a:cubicBezTo>
                      <a:pt x="14130" y="5850"/>
                      <a:pt x="14011" y="4822"/>
                      <a:pt x="13724" y="3818"/>
                    </a:cubicBezTo>
                    <a:cubicBezTo>
                      <a:pt x="13413" y="2718"/>
                      <a:pt x="12696" y="1547"/>
                      <a:pt x="11524" y="1403"/>
                    </a:cubicBezTo>
                    <a:cubicBezTo>
                      <a:pt x="11439" y="1392"/>
                      <a:pt x="11354" y="1387"/>
                      <a:pt x="11268" y="1387"/>
                    </a:cubicBezTo>
                    <a:cubicBezTo>
                      <a:pt x="10532" y="1387"/>
                      <a:pt x="9751" y="1747"/>
                      <a:pt x="9059" y="1747"/>
                    </a:cubicBezTo>
                    <a:cubicBezTo>
                      <a:pt x="8779" y="1747"/>
                      <a:pt x="8514" y="1688"/>
                      <a:pt x="8273" y="1523"/>
                    </a:cubicBezTo>
                    <a:cubicBezTo>
                      <a:pt x="8010" y="1355"/>
                      <a:pt x="7842" y="1092"/>
                      <a:pt x="7651" y="877"/>
                    </a:cubicBezTo>
                    <a:cubicBezTo>
                      <a:pt x="7105" y="315"/>
                      <a:pt x="6299" y="1"/>
                      <a:pt x="550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6271325" y="3295875"/>
                <a:ext cx="51425" cy="50875"/>
              </a:xfrm>
              <a:custGeom>
                <a:rect b="b" l="l" r="r" t="t"/>
                <a:pathLst>
                  <a:path extrusionOk="0" h="2035" w="2057">
                    <a:moveTo>
                      <a:pt x="1274" y="990"/>
                    </a:moveTo>
                    <a:lnTo>
                      <a:pt x="1274" y="990"/>
                    </a:lnTo>
                    <a:cubicBezTo>
                      <a:pt x="1334" y="1089"/>
                      <a:pt x="1292" y="1163"/>
                      <a:pt x="1212" y="1172"/>
                    </a:cubicBezTo>
                    <a:lnTo>
                      <a:pt x="1212" y="1172"/>
                    </a:lnTo>
                    <a:cubicBezTo>
                      <a:pt x="1250" y="1117"/>
                      <a:pt x="1273" y="1053"/>
                      <a:pt x="1274" y="990"/>
                    </a:cubicBezTo>
                    <a:close/>
                    <a:moveTo>
                      <a:pt x="519" y="1096"/>
                    </a:moveTo>
                    <a:cubicBezTo>
                      <a:pt x="548" y="1180"/>
                      <a:pt x="595" y="1261"/>
                      <a:pt x="654" y="1332"/>
                    </a:cubicBezTo>
                    <a:lnTo>
                      <a:pt x="654" y="1332"/>
                    </a:lnTo>
                    <a:cubicBezTo>
                      <a:pt x="592" y="1263"/>
                      <a:pt x="543" y="1182"/>
                      <a:pt x="519" y="1096"/>
                    </a:cubicBezTo>
                    <a:close/>
                    <a:moveTo>
                      <a:pt x="1072" y="0"/>
                    </a:moveTo>
                    <a:cubicBezTo>
                      <a:pt x="1058" y="0"/>
                      <a:pt x="1043" y="0"/>
                      <a:pt x="1029" y="1"/>
                    </a:cubicBezTo>
                    <a:cubicBezTo>
                      <a:pt x="560" y="42"/>
                      <a:pt x="143" y="396"/>
                      <a:pt x="60" y="840"/>
                    </a:cubicBezTo>
                    <a:lnTo>
                      <a:pt x="60" y="840"/>
                    </a:lnTo>
                    <a:cubicBezTo>
                      <a:pt x="24" y="873"/>
                      <a:pt x="1" y="920"/>
                      <a:pt x="1" y="981"/>
                    </a:cubicBezTo>
                    <a:cubicBezTo>
                      <a:pt x="25" y="1579"/>
                      <a:pt x="527" y="1985"/>
                      <a:pt x="1077" y="2033"/>
                    </a:cubicBezTo>
                    <a:cubicBezTo>
                      <a:pt x="1089" y="2034"/>
                      <a:pt x="1102" y="2034"/>
                      <a:pt x="1114" y="2034"/>
                    </a:cubicBezTo>
                    <a:cubicBezTo>
                      <a:pt x="1690" y="2034"/>
                      <a:pt x="2057" y="1496"/>
                      <a:pt x="2057" y="957"/>
                    </a:cubicBezTo>
                    <a:cubicBezTo>
                      <a:pt x="2057" y="422"/>
                      <a:pt x="1604" y="0"/>
                      <a:pt x="107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6277900" y="3312950"/>
                <a:ext cx="29850" cy="18625"/>
              </a:xfrm>
              <a:custGeom>
                <a:rect b="b" l="l" r="r" t="t"/>
                <a:pathLst>
                  <a:path extrusionOk="0" h="745" w="1194">
                    <a:moveTo>
                      <a:pt x="359" y="346"/>
                    </a:moveTo>
                    <a:cubicBezTo>
                      <a:pt x="349" y="368"/>
                      <a:pt x="343" y="389"/>
                      <a:pt x="340" y="410"/>
                    </a:cubicBezTo>
                    <a:lnTo>
                      <a:pt x="340" y="410"/>
                    </a:lnTo>
                    <a:cubicBezTo>
                      <a:pt x="340" y="395"/>
                      <a:pt x="345" y="374"/>
                      <a:pt x="359" y="346"/>
                    </a:cubicBezTo>
                    <a:close/>
                    <a:moveTo>
                      <a:pt x="410" y="1"/>
                    </a:moveTo>
                    <a:cubicBezTo>
                      <a:pt x="277" y="1"/>
                      <a:pt x="144" y="75"/>
                      <a:pt x="96" y="203"/>
                    </a:cubicBezTo>
                    <a:cubicBezTo>
                      <a:pt x="1" y="394"/>
                      <a:pt x="96" y="585"/>
                      <a:pt x="264" y="705"/>
                    </a:cubicBezTo>
                    <a:cubicBezTo>
                      <a:pt x="306" y="733"/>
                      <a:pt x="364" y="744"/>
                      <a:pt x="425" y="744"/>
                    </a:cubicBezTo>
                    <a:cubicBezTo>
                      <a:pt x="467" y="744"/>
                      <a:pt x="511" y="739"/>
                      <a:pt x="551" y="729"/>
                    </a:cubicBezTo>
                    <a:cubicBezTo>
                      <a:pt x="642" y="692"/>
                      <a:pt x="692" y="641"/>
                      <a:pt x="764" y="641"/>
                    </a:cubicBezTo>
                    <a:cubicBezTo>
                      <a:pt x="786" y="641"/>
                      <a:pt x="810" y="646"/>
                      <a:pt x="837" y="657"/>
                    </a:cubicBezTo>
                    <a:cubicBezTo>
                      <a:pt x="866" y="666"/>
                      <a:pt x="892" y="671"/>
                      <a:pt x="917" y="671"/>
                    </a:cubicBezTo>
                    <a:cubicBezTo>
                      <a:pt x="1140" y="671"/>
                      <a:pt x="1194" y="313"/>
                      <a:pt x="957" y="227"/>
                    </a:cubicBezTo>
                    <a:cubicBezTo>
                      <a:pt x="885" y="203"/>
                      <a:pt x="814" y="191"/>
                      <a:pt x="745" y="191"/>
                    </a:cubicBezTo>
                    <a:cubicBezTo>
                      <a:pt x="738" y="191"/>
                      <a:pt x="732" y="191"/>
                      <a:pt x="726" y="191"/>
                    </a:cubicBezTo>
                    <a:lnTo>
                      <a:pt x="726" y="191"/>
                    </a:lnTo>
                    <a:cubicBezTo>
                      <a:pt x="694" y="142"/>
                      <a:pt x="651" y="97"/>
                      <a:pt x="598" y="59"/>
                    </a:cubicBezTo>
                    <a:cubicBezTo>
                      <a:pt x="543" y="19"/>
                      <a:pt x="476" y="1"/>
                      <a:pt x="41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6251600" y="3229675"/>
                <a:ext cx="20750" cy="18025"/>
              </a:xfrm>
              <a:custGeom>
                <a:rect b="b" l="l" r="r" t="t"/>
                <a:pathLst>
                  <a:path extrusionOk="0" h="721" w="830">
                    <a:moveTo>
                      <a:pt x="465" y="1"/>
                    </a:moveTo>
                    <a:cubicBezTo>
                      <a:pt x="356" y="1"/>
                      <a:pt x="245" y="49"/>
                      <a:pt x="168" y="139"/>
                    </a:cubicBezTo>
                    <a:cubicBezTo>
                      <a:pt x="1" y="354"/>
                      <a:pt x="192" y="641"/>
                      <a:pt x="431" y="713"/>
                    </a:cubicBezTo>
                    <a:cubicBezTo>
                      <a:pt x="451" y="718"/>
                      <a:pt x="470" y="721"/>
                      <a:pt x="489" y="721"/>
                    </a:cubicBezTo>
                    <a:cubicBezTo>
                      <a:pt x="605" y="721"/>
                      <a:pt x="683" y="618"/>
                      <a:pt x="696" y="510"/>
                    </a:cubicBezTo>
                    <a:lnTo>
                      <a:pt x="696" y="510"/>
                    </a:lnTo>
                    <a:cubicBezTo>
                      <a:pt x="803" y="411"/>
                      <a:pt x="829" y="242"/>
                      <a:pt x="718" y="115"/>
                    </a:cubicBezTo>
                    <a:cubicBezTo>
                      <a:pt x="651" y="37"/>
                      <a:pt x="559" y="1"/>
                      <a:pt x="46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316750" y="3241350"/>
                <a:ext cx="11375" cy="14525"/>
              </a:xfrm>
              <a:custGeom>
                <a:rect b="b" l="l" r="r" t="t"/>
                <a:pathLst>
                  <a:path extrusionOk="0" h="581" w="455">
                    <a:moveTo>
                      <a:pt x="228" y="0"/>
                    </a:moveTo>
                    <a:cubicBezTo>
                      <a:pt x="114" y="0"/>
                      <a:pt x="1" y="66"/>
                      <a:pt x="1" y="198"/>
                    </a:cubicBezTo>
                    <a:lnTo>
                      <a:pt x="1" y="365"/>
                    </a:lnTo>
                    <a:cubicBezTo>
                      <a:pt x="1" y="509"/>
                      <a:pt x="114" y="580"/>
                      <a:pt x="228" y="580"/>
                    </a:cubicBezTo>
                    <a:cubicBezTo>
                      <a:pt x="341" y="580"/>
                      <a:pt x="455" y="509"/>
                      <a:pt x="455" y="365"/>
                    </a:cubicBezTo>
                    <a:lnTo>
                      <a:pt x="455" y="198"/>
                    </a:lnTo>
                    <a:cubicBezTo>
                      <a:pt x="455" y="66"/>
                      <a:pt x="341" y="0"/>
                      <a:pt x="22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478650" y="3210375"/>
                <a:ext cx="47925" cy="162350"/>
              </a:xfrm>
              <a:custGeom>
                <a:rect b="b" l="l" r="r" t="t"/>
                <a:pathLst>
                  <a:path extrusionOk="0" h="6494" w="1917">
                    <a:moveTo>
                      <a:pt x="864" y="0"/>
                    </a:moveTo>
                    <a:cubicBezTo>
                      <a:pt x="748" y="0"/>
                      <a:pt x="639" y="87"/>
                      <a:pt x="697" y="217"/>
                    </a:cubicBezTo>
                    <a:cubicBezTo>
                      <a:pt x="1510" y="2178"/>
                      <a:pt x="1295" y="4473"/>
                      <a:pt x="99" y="6218"/>
                    </a:cubicBezTo>
                    <a:cubicBezTo>
                      <a:pt x="0" y="6367"/>
                      <a:pt x="119" y="6493"/>
                      <a:pt x="248" y="6493"/>
                    </a:cubicBezTo>
                    <a:cubicBezTo>
                      <a:pt x="306" y="6493"/>
                      <a:pt x="366" y="6468"/>
                      <a:pt x="410" y="6410"/>
                    </a:cubicBezTo>
                    <a:cubicBezTo>
                      <a:pt x="1653" y="4569"/>
                      <a:pt x="1916" y="2154"/>
                      <a:pt x="1056" y="122"/>
                    </a:cubicBezTo>
                    <a:cubicBezTo>
                      <a:pt x="1018" y="37"/>
                      <a:pt x="940" y="0"/>
                      <a:pt x="86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418375" y="3103425"/>
                <a:ext cx="14350" cy="14375"/>
              </a:xfrm>
              <a:custGeom>
                <a:rect b="b" l="l" r="r" t="t"/>
                <a:pathLst>
                  <a:path extrusionOk="0" h="575" w="574">
                    <a:moveTo>
                      <a:pt x="287" y="1"/>
                    </a:moveTo>
                    <a:cubicBezTo>
                      <a:pt x="120" y="1"/>
                      <a:pt x="0" y="120"/>
                      <a:pt x="0" y="288"/>
                    </a:cubicBezTo>
                    <a:cubicBezTo>
                      <a:pt x="0" y="455"/>
                      <a:pt x="120" y="574"/>
                      <a:pt x="287" y="574"/>
                    </a:cubicBezTo>
                    <a:cubicBezTo>
                      <a:pt x="454" y="574"/>
                      <a:pt x="574" y="455"/>
                      <a:pt x="574" y="288"/>
                    </a:cubicBezTo>
                    <a:cubicBezTo>
                      <a:pt x="574" y="120"/>
                      <a:pt x="454" y="1"/>
                      <a:pt x="28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6410600" y="3011375"/>
                <a:ext cx="29300" cy="29325"/>
              </a:xfrm>
              <a:custGeom>
                <a:rect b="b" l="l" r="r" t="t"/>
                <a:pathLst>
                  <a:path extrusionOk="0" h="1173" w="1172">
                    <a:moveTo>
                      <a:pt x="598" y="1"/>
                    </a:moveTo>
                    <a:cubicBezTo>
                      <a:pt x="263" y="1"/>
                      <a:pt x="0" y="264"/>
                      <a:pt x="0" y="575"/>
                    </a:cubicBezTo>
                    <a:cubicBezTo>
                      <a:pt x="0" y="909"/>
                      <a:pt x="263" y="1172"/>
                      <a:pt x="598" y="1172"/>
                    </a:cubicBezTo>
                    <a:cubicBezTo>
                      <a:pt x="909" y="1172"/>
                      <a:pt x="1172" y="909"/>
                      <a:pt x="1172" y="575"/>
                    </a:cubicBezTo>
                    <a:cubicBezTo>
                      <a:pt x="1172" y="264"/>
                      <a:pt x="909" y="1"/>
                      <a:pt x="59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473350" y="3069950"/>
                <a:ext cx="29325" cy="29325"/>
              </a:xfrm>
              <a:custGeom>
                <a:rect b="b" l="l" r="r" t="t"/>
                <a:pathLst>
                  <a:path extrusionOk="0" h="1173" w="1173">
                    <a:moveTo>
                      <a:pt x="574" y="1"/>
                    </a:moveTo>
                    <a:cubicBezTo>
                      <a:pt x="264" y="1"/>
                      <a:pt x="1" y="264"/>
                      <a:pt x="1" y="599"/>
                    </a:cubicBezTo>
                    <a:cubicBezTo>
                      <a:pt x="1" y="909"/>
                      <a:pt x="264" y="1172"/>
                      <a:pt x="574" y="1172"/>
                    </a:cubicBezTo>
                    <a:cubicBezTo>
                      <a:pt x="909" y="1172"/>
                      <a:pt x="1172" y="909"/>
                      <a:pt x="1172" y="599"/>
                    </a:cubicBezTo>
                    <a:cubicBezTo>
                      <a:pt x="1172" y="264"/>
                      <a:pt x="909" y="1"/>
                      <a:pt x="57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6256375" y="3099250"/>
                <a:ext cx="14975" cy="14975"/>
              </a:xfrm>
              <a:custGeom>
                <a:rect b="b" l="l" r="r" t="t"/>
                <a:pathLst>
                  <a:path extrusionOk="0" h="599" w="599">
                    <a:moveTo>
                      <a:pt x="288" y="0"/>
                    </a:moveTo>
                    <a:cubicBezTo>
                      <a:pt x="121" y="0"/>
                      <a:pt x="1" y="144"/>
                      <a:pt x="1" y="311"/>
                    </a:cubicBezTo>
                    <a:cubicBezTo>
                      <a:pt x="1" y="478"/>
                      <a:pt x="121" y="598"/>
                      <a:pt x="288" y="598"/>
                    </a:cubicBezTo>
                    <a:cubicBezTo>
                      <a:pt x="455" y="598"/>
                      <a:pt x="599" y="478"/>
                      <a:pt x="599" y="311"/>
                    </a:cubicBezTo>
                    <a:cubicBezTo>
                      <a:pt x="599" y="144"/>
                      <a:pt x="455" y="0"/>
                      <a:pt x="28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6518775" y="2960575"/>
                <a:ext cx="112200" cy="32950"/>
              </a:xfrm>
              <a:custGeom>
                <a:rect b="b" l="l" r="r" t="t"/>
                <a:pathLst>
                  <a:path extrusionOk="0" h="1318" w="4488">
                    <a:moveTo>
                      <a:pt x="240" y="1"/>
                    </a:moveTo>
                    <a:cubicBezTo>
                      <a:pt x="1" y="1"/>
                      <a:pt x="1" y="359"/>
                      <a:pt x="240" y="383"/>
                    </a:cubicBezTo>
                    <a:cubicBezTo>
                      <a:pt x="1579" y="383"/>
                      <a:pt x="2917" y="694"/>
                      <a:pt x="4113" y="1292"/>
                    </a:cubicBezTo>
                    <a:cubicBezTo>
                      <a:pt x="4145" y="1309"/>
                      <a:pt x="4176" y="1317"/>
                      <a:pt x="4206" y="1317"/>
                    </a:cubicBezTo>
                    <a:cubicBezTo>
                      <a:pt x="4376" y="1317"/>
                      <a:pt x="4487" y="1062"/>
                      <a:pt x="4304" y="981"/>
                    </a:cubicBezTo>
                    <a:cubicBezTo>
                      <a:pt x="3037" y="359"/>
                      <a:pt x="1650" y="25"/>
                      <a:pt x="24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6643625" y="2999775"/>
                <a:ext cx="22900" cy="13075"/>
              </a:xfrm>
              <a:custGeom>
                <a:rect b="b" l="l" r="r" t="t"/>
                <a:pathLst>
                  <a:path extrusionOk="0" h="523" w="916">
                    <a:moveTo>
                      <a:pt x="232" y="1"/>
                    </a:moveTo>
                    <a:cubicBezTo>
                      <a:pt x="60" y="1"/>
                      <a:pt x="0" y="280"/>
                      <a:pt x="195" y="345"/>
                    </a:cubicBezTo>
                    <a:cubicBezTo>
                      <a:pt x="338" y="417"/>
                      <a:pt x="482" y="465"/>
                      <a:pt x="625" y="513"/>
                    </a:cubicBezTo>
                    <a:cubicBezTo>
                      <a:pt x="646" y="520"/>
                      <a:pt x="665" y="523"/>
                      <a:pt x="683" y="523"/>
                    </a:cubicBezTo>
                    <a:cubicBezTo>
                      <a:pt x="856" y="523"/>
                      <a:pt x="915" y="241"/>
                      <a:pt x="721" y="154"/>
                    </a:cubicBezTo>
                    <a:cubicBezTo>
                      <a:pt x="577" y="106"/>
                      <a:pt x="434" y="58"/>
                      <a:pt x="290" y="11"/>
                    </a:cubicBezTo>
                    <a:cubicBezTo>
                      <a:pt x="270" y="4"/>
                      <a:pt x="250" y="1"/>
                      <a:pt x="23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2"/>
            <p:cNvGrpSpPr/>
            <p:nvPr/>
          </p:nvGrpSpPr>
          <p:grpSpPr>
            <a:xfrm>
              <a:off x="1540075" y="4267975"/>
              <a:ext cx="426775" cy="419600"/>
              <a:chOff x="4224800" y="962550"/>
              <a:chExt cx="426775" cy="419600"/>
            </a:xfrm>
          </p:grpSpPr>
          <p:sp>
            <p:nvSpPr>
              <p:cNvPr id="76" name="Google Shape;76;p2"/>
              <p:cNvSpPr/>
              <p:nvPr/>
            </p:nvSpPr>
            <p:spPr>
              <a:xfrm>
                <a:off x="4294125" y="1085525"/>
                <a:ext cx="105675" cy="143700"/>
              </a:xfrm>
              <a:custGeom>
                <a:rect b="b" l="l" r="r" t="t"/>
                <a:pathLst>
                  <a:path extrusionOk="0" h="5748" w="4227">
                    <a:moveTo>
                      <a:pt x="2409" y="1"/>
                    </a:moveTo>
                    <a:cubicBezTo>
                      <a:pt x="1826" y="1"/>
                      <a:pt x="1249" y="337"/>
                      <a:pt x="861" y="792"/>
                    </a:cubicBezTo>
                    <a:cubicBezTo>
                      <a:pt x="240" y="1461"/>
                      <a:pt x="1" y="2442"/>
                      <a:pt x="120" y="3326"/>
                    </a:cubicBezTo>
                    <a:cubicBezTo>
                      <a:pt x="240" y="4235"/>
                      <a:pt x="742" y="5048"/>
                      <a:pt x="1579" y="5454"/>
                    </a:cubicBezTo>
                    <a:cubicBezTo>
                      <a:pt x="1952" y="5647"/>
                      <a:pt x="2363" y="5748"/>
                      <a:pt x="2772" y="5748"/>
                    </a:cubicBezTo>
                    <a:cubicBezTo>
                      <a:pt x="3225" y="5748"/>
                      <a:pt x="3675" y="5623"/>
                      <a:pt x="4065" y="5358"/>
                    </a:cubicBezTo>
                    <a:cubicBezTo>
                      <a:pt x="4226" y="5258"/>
                      <a:pt x="4116" y="5021"/>
                      <a:pt x="3962" y="5021"/>
                    </a:cubicBezTo>
                    <a:cubicBezTo>
                      <a:pt x="3934" y="5021"/>
                      <a:pt x="3904" y="5029"/>
                      <a:pt x="3874" y="5048"/>
                    </a:cubicBezTo>
                    <a:cubicBezTo>
                      <a:pt x="3519" y="5284"/>
                      <a:pt x="3139" y="5390"/>
                      <a:pt x="2767" y="5390"/>
                    </a:cubicBezTo>
                    <a:cubicBezTo>
                      <a:pt x="1711" y="5390"/>
                      <a:pt x="715" y="4542"/>
                      <a:pt x="503" y="3446"/>
                    </a:cubicBezTo>
                    <a:cubicBezTo>
                      <a:pt x="359" y="2705"/>
                      <a:pt x="503" y="1868"/>
                      <a:pt x="933" y="1246"/>
                    </a:cubicBezTo>
                    <a:cubicBezTo>
                      <a:pt x="1258" y="777"/>
                      <a:pt x="1828" y="362"/>
                      <a:pt x="2397" y="362"/>
                    </a:cubicBezTo>
                    <a:cubicBezTo>
                      <a:pt x="2581" y="362"/>
                      <a:pt x="2766" y="406"/>
                      <a:pt x="2941" y="505"/>
                    </a:cubicBezTo>
                    <a:cubicBezTo>
                      <a:pt x="2975" y="524"/>
                      <a:pt x="3008" y="532"/>
                      <a:pt x="3039" y="532"/>
                    </a:cubicBezTo>
                    <a:cubicBezTo>
                      <a:pt x="3206" y="532"/>
                      <a:pt x="3314" y="295"/>
                      <a:pt x="3133" y="194"/>
                    </a:cubicBezTo>
                    <a:cubicBezTo>
                      <a:pt x="2899" y="60"/>
                      <a:pt x="2654" y="1"/>
                      <a:pt x="240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4417550" y="1070950"/>
                <a:ext cx="20950" cy="160350"/>
              </a:xfrm>
              <a:custGeom>
                <a:rect b="b" l="l" r="r" t="t"/>
                <a:pathLst>
                  <a:path extrusionOk="0" h="6414" w="838">
                    <a:moveTo>
                      <a:pt x="174" y="0"/>
                    </a:moveTo>
                    <a:cubicBezTo>
                      <a:pt x="84" y="0"/>
                      <a:pt x="1" y="60"/>
                      <a:pt x="13" y="180"/>
                    </a:cubicBezTo>
                    <a:lnTo>
                      <a:pt x="467" y="6252"/>
                    </a:lnTo>
                    <a:cubicBezTo>
                      <a:pt x="479" y="6360"/>
                      <a:pt x="574" y="6414"/>
                      <a:pt x="664" y="6414"/>
                    </a:cubicBezTo>
                    <a:cubicBezTo>
                      <a:pt x="754" y="6414"/>
                      <a:pt x="837" y="6360"/>
                      <a:pt x="825" y="6252"/>
                    </a:cubicBezTo>
                    <a:lnTo>
                      <a:pt x="371" y="180"/>
                    </a:lnTo>
                    <a:cubicBezTo>
                      <a:pt x="359" y="60"/>
                      <a:pt x="264" y="0"/>
                      <a:pt x="17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4417200" y="1137325"/>
                <a:ext cx="80850" cy="30400"/>
              </a:xfrm>
              <a:custGeom>
                <a:rect b="b" l="l" r="r" t="t"/>
                <a:pathLst>
                  <a:path extrusionOk="0" h="1216" w="3234">
                    <a:moveTo>
                      <a:pt x="3002" y="1"/>
                    </a:moveTo>
                    <a:cubicBezTo>
                      <a:pt x="2983" y="1"/>
                      <a:pt x="2964" y="4"/>
                      <a:pt x="2943" y="11"/>
                    </a:cubicBezTo>
                    <a:cubicBezTo>
                      <a:pt x="2035" y="298"/>
                      <a:pt x="1126" y="585"/>
                      <a:pt x="218" y="872"/>
                    </a:cubicBezTo>
                    <a:cubicBezTo>
                      <a:pt x="0" y="915"/>
                      <a:pt x="60" y="1216"/>
                      <a:pt x="252" y="1216"/>
                    </a:cubicBezTo>
                    <a:cubicBezTo>
                      <a:pt x="271" y="1216"/>
                      <a:pt x="292" y="1213"/>
                      <a:pt x="313" y="1206"/>
                    </a:cubicBezTo>
                    <a:cubicBezTo>
                      <a:pt x="1222" y="919"/>
                      <a:pt x="2130" y="633"/>
                      <a:pt x="3039" y="346"/>
                    </a:cubicBezTo>
                    <a:cubicBezTo>
                      <a:pt x="3234" y="281"/>
                      <a:pt x="3174" y="1"/>
                      <a:pt x="300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4473725" y="1060775"/>
                <a:ext cx="29325" cy="170375"/>
              </a:xfrm>
              <a:custGeom>
                <a:rect b="b" l="l" r="r" t="t"/>
                <a:pathLst>
                  <a:path extrusionOk="0" h="6815" w="1173">
                    <a:moveTo>
                      <a:pt x="174" y="1"/>
                    </a:moveTo>
                    <a:cubicBezTo>
                      <a:pt x="85" y="1"/>
                      <a:pt x="1" y="61"/>
                      <a:pt x="13" y="180"/>
                    </a:cubicBezTo>
                    <a:cubicBezTo>
                      <a:pt x="276" y="2332"/>
                      <a:pt x="539" y="4484"/>
                      <a:pt x="778" y="6635"/>
                    </a:cubicBezTo>
                    <a:cubicBezTo>
                      <a:pt x="802" y="6755"/>
                      <a:pt x="904" y="6815"/>
                      <a:pt x="996" y="6815"/>
                    </a:cubicBezTo>
                    <a:cubicBezTo>
                      <a:pt x="1089" y="6815"/>
                      <a:pt x="1172" y="6755"/>
                      <a:pt x="1161" y="6635"/>
                    </a:cubicBezTo>
                    <a:cubicBezTo>
                      <a:pt x="898" y="4484"/>
                      <a:pt x="635" y="2332"/>
                      <a:pt x="372" y="180"/>
                    </a:cubicBezTo>
                    <a:cubicBezTo>
                      <a:pt x="360" y="61"/>
                      <a:pt x="264" y="1"/>
                      <a:pt x="17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4529775" y="1175525"/>
                <a:ext cx="62250" cy="60175"/>
              </a:xfrm>
              <a:custGeom>
                <a:rect b="b" l="l" r="r" t="t"/>
                <a:pathLst>
                  <a:path extrusionOk="0" h="2407" w="2490">
                    <a:moveTo>
                      <a:pt x="803" y="0"/>
                    </a:moveTo>
                    <a:cubicBezTo>
                      <a:pt x="493" y="0"/>
                      <a:pt x="191" y="143"/>
                      <a:pt x="66" y="443"/>
                    </a:cubicBezTo>
                    <a:cubicBezTo>
                      <a:pt x="0" y="592"/>
                      <a:pt x="128" y="729"/>
                      <a:pt x="245" y="729"/>
                    </a:cubicBezTo>
                    <a:cubicBezTo>
                      <a:pt x="297" y="729"/>
                      <a:pt x="347" y="701"/>
                      <a:pt x="377" y="635"/>
                    </a:cubicBezTo>
                    <a:cubicBezTo>
                      <a:pt x="461" y="447"/>
                      <a:pt x="642" y="362"/>
                      <a:pt x="821" y="362"/>
                    </a:cubicBezTo>
                    <a:cubicBezTo>
                      <a:pt x="1098" y="362"/>
                      <a:pt x="1373" y="564"/>
                      <a:pt x="1285" y="898"/>
                    </a:cubicBezTo>
                    <a:cubicBezTo>
                      <a:pt x="1166" y="1376"/>
                      <a:pt x="592" y="1687"/>
                      <a:pt x="377" y="2141"/>
                    </a:cubicBezTo>
                    <a:cubicBezTo>
                      <a:pt x="311" y="2274"/>
                      <a:pt x="408" y="2407"/>
                      <a:pt x="537" y="2407"/>
                    </a:cubicBezTo>
                    <a:cubicBezTo>
                      <a:pt x="547" y="2407"/>
                      <a:pt x="558" y="2406"/>
                      <a:pt x="568" y="2404"/>
                    </a:cubicBezTo>
                    <a:cubicBezTo>
                      <a:pt x="1142" y="2284"/>
                      <a:pt x="1716" y="2165"/>
                      <a:pt x="2266" y="2045"/>
                    </a:cubicBezTo>
                    <a:cubicBezTo>
                      <a:pt x="2490" y="2000"/>
                      <a:pt x="2420" y="1682"/>
                      <a:pt x="2213" y="1682"/>
                    </a:cubicBezTo>
                    <a:cubicBezTo>
                      <a:pt x="2199" y="1682"/>
                      <a:pt x="2185" y="1684"/>
                      <a:pt x="2170" y="1687"/>
                    </a:cubicBezTo>
                    <a:cubicBezTo>
                      <a:pt x="1774" y="1773"/>
                      <a:pt x="1366" y="1859"/>
                      <a:pt x="955" y="1945"/>
                    </a:cubicBezTo>
                    <a:lnTo>
                      <a:pt x="955" y="1945"/>
                    </a:lnTo>
                    <a:cubicBezTo>
                      <a:pt x="1366" y="1473"/>
                      <a:pt x="1963" y="933"/>
                      <a:pt x="1548" y="348"/>
                    </a:cubicBezTo>
                    <a:cubicBezTo>
                      <a:pt x="1377" y="120"/>
                      <a:pt x="1086" y="0"/>
                      <a:pt x="80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4224800" y="962550"/>
                <a:ext cx="426775" cy="419600"/>
              </a:xfrm>
              <a:custGeom>
                <a:rect b="b" l="l" r="r" t="t"/>
                <a:pathLst>
                  <a:path extrusionOk="0" h="16784" w="17071">
                    <a:moveTo>
                      <a:pt x="9380" y="1"/>
                    </a:moveTo>
                    <a:cubicBezTo>
                      <a:pt x="7735" y="1"/>
                      <a:pt x="6090" y="520"/>
                      <a:pt x="4782" y="1551"/>
                    </a:cubicBezTo>
                    <a:cubicBezTo>
                      <a:pt x="4632" y="1663"/>
                      <a:pt x="4761" y="1834"/>
                      <a:pt x="4916" y="1834"/>
                    </a:cubicBezTo>
                    <a:cubicBezTo>
                      <a:pt x="4959" y="1834"/>
                      <a:pt x="5003" y="1821"/>
                      <a:pt x="5045" y="1790"/>
                    </a:cubicBezTo>
                    <a:cubicBezTo>
                      <a:pt x="6249" y="833"/>
                      <a:pt x="7778" y="359"/>
                      <a:pt x="9318" y="359"/>
                    </a:cubicBezTo>
                    <a:cubicBezTo>
                      <a:pt x="10317" y="359"/>
                      <a:pt x="11320" y="558"/>
                      <a:pt x="12241" y="953"/>
                    </a:cubicBezTo>
                    <a:cubicBezTo>
                      <a:pt x="14895" y="2101"/>
                      <a:pt x="16425" y="4898"/>
                      <a:pt x="16401" y="7743"/>
                    </a:cubicBezTo>
                    <a:cubicBezTo>
                      <a:pt x="16353" y="10756"/>
                      <a:pt x="14632" y="13696"/>
                      <a:pt x="12098" y="15298"/>
                    </a:cubicBezTo>
                    <a:cubicBezTo>
                      <a:pt x="10901" y="16046"/>
                      <a:pt x="9566" y="16417"/>
                      <a:pt x="8233" y="16417"/>
                    </a:cubicBezTo>
                    <a:cubicBezTo>
                      <a:pt x="6797" y="16417"/>
                      <a:pt x="5365" y="15986"/>
                      <a:pt x="4112" y="15131"/>
                    </a:cubicBezTo>
                    <a:cubicBezTo>
                      <a:pt x="1387" y="13242"/>
                      <a:pt x="287" y="9680"/>
                      <a:pt x="1100" y="6524"/>
                    </a:cubicBezTo>
                    <a:cubicBezTo>
                      <a:pt x="1129" y="6381"/>
                      <a:pt x="1013" y="6290"/>
                      <a:pt x="904" y="6290"/>
                    </a:cubicBezTo>
                    <a:cubicBezTo>
                      <a:pt x="831" y="6290"/>
                      <a:pt x="761" y="6332"/>
                      <a:pt x="741" y="6428"/>
                    </a:cubicBezTo>
                    <a:cubicBezTo>
                      <a:pt x="0" y="9369"/>
                      <a:pt x="789" y="12716"/>
                      <a:pt x="3084" y="14772"/>
                    </a:cubicBezTo>
                    <a:cubicBezTo>
                      <a:pt x="4537" y="16068"/>
                      <a:pt x="6397" y="16783"/>
                      <a:pt x="8279" y="16783"/>
                    </a:cubicBezTo>
                    <a:cubicBezTo>
                      <a:pt x="9278" y="16783"/>
                      <a:pt x="10284" y="16582"/>
                      <a:pt x="11237" y="16159"/>
                    </a:cubicBezTo>
                    <a:cubicBezTo>
                      <a:pt x="14154" y="14868"/>
                      <a:pt x="16258" y="11927"/>
                      <a:pt x="16664" y="8795"/>
                    </a:cubicBezTo>
                    <a:cubicBezTo>
                      <a:pt x="17071" y="5830"/>
                      <a:pt x="15827" y="2603"/>
                      <a:pt x="13198" y="1025"/>
                    </a:cubicBezTo>
                    <a:cubicBezTo>
                      <a:pt x="12043" y="341"/>
                      <a:pt x="10711" y="1"/>
                      <a:pt x="938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2"/>
            <p:cNvGrpSpPr/>
            <p:nvPr/>
          </p:nvGrpSpPr>
          <p:grpSpPr>
            <a:xfrm>
              <a:off x="5417725" y="409600"/>
              <a:ext cx="463850" cy="370200"/>
              <a:chOff x="5552600" y="506900"/>
              <a:chExt cx="463850" cy="370200"/>
            </a:xfrm>
          </p:grpSpPr>
          <p:sp>
            <p:nvSpPr>
              <p:cNvPr id="83" name="Google Shape;83;p2"/>
              <p:cNvSpPr/>
              <p:nvPr/>
            </p:nvSpPr>
            <p:spPr>
              <a:xfrm>
                <a:off x="5580900" y="506900"/>
                <a:ext cx="435550" cy="283025"/>
              </a:xfrm>
              <a:custGeom>
                <a:rect b="b" l="l" r="r" t="t"/>
                <a:pathLst>
                  <a:path extrusionOk="0" h="11321" w="17422">
                    <a:moveTo>
                      <a:pt x="15767" y="1"/>
                    </a:moveTo>
                    <a:cubicBezTo>
                      <a:pt x="15706" y="1"/>
                      <a:pt x="15644" y="4"/>
                      <a:pt x="15580" y="11"/>
                    </a:cubicBezTo>
                    <a:cubicBezTo>
                      <a:pt x="14983" y="82"/>
                      <a:pt x="14409" y="345"/>
                      <a:pt x="13859" y="560"/>
                    </a:cubicBezTo>
                    <a:cubicBezTo>
                      <a:pt x="13261" y="823"/>
                      <a:pt x="12640" y="1063"/>
                      <a:pt x="12018" y="1325"/>
                    </a:cubicBezTo>
                    <a:cubicBezTo>
                      <a:pt x="10799" y="1828"/>
                      <a:pt x="9580" y="2354"/>
                      <a:pt x="8384" y="2903"/>
                    </a:cubicBezTo>
                    <a:cubicBezTo>
                      <a:pt x="5587" y="4147"/>
                      <a:pt x="2861" y="5509"/>
                      <a:pt x="184" y="6944"/>
                    </a:cubicBezTo>
                    <a:cubicBezTo>
                      <a:pt x="0" y="7046"/>
                      <a:pt x="112" y="7304"/>
                      <a:pt x="282" y="7304"/>
                    </a:cubicBezTo>
                    <a:cubicBezTo>
                      <a:pt x="312" y="7304"/>
                      <a:pt x="343" y="7296"/>
                      <a:pt x="375" y="7279"/>
                    </a:cubicBezTo>
                    <a:cubicBezTo>
                      <a:pt x="4750" y="4912"/>
                      <a:pt x="9293" y="2808"/>
                      <a:pt x="13907" y="967"/>
                    </a:cubicBezTo>
                    <a:cubicBezTo>
                      <a:pt x="14410" y="757"/>
                      <a:pt x="15182" y="393"/>
                      <a:pt x="15827" y="393"/>
                    </a:cubicBezTo>
                    <a:cubicBezTo>
                      <a:pt x="16287" y="393"/>
                      <a:pt x="16683" y="578"/>
                      <a:pt x="16872" y="1134"/>
                    </a:cubicBezTo>
                    <a:cubicBezTo>
                      <a:pt x="17182" y="2067"/>
                      <a:pt x="16609" y="3071"/>
                      <a:pt x="15987" y="3716"/>
                    </a:cubicBezTo>
                    <a:cubicBezTo>
                      <a:pt x="15294" y="4434"/>
                      <a:pt x="14433" y="4912"/>
                      <a:pt x="13572" y="5366"/>
                    </a:cubicBezTo>
                    <a:cubicBezTo>
                      <a:pt x="12472" y="5940"/>
                      <a:pt x="11349" y="6466"/>
                      <a:pt x="10249" y="7040"/>
                    </a:cubicBezTo>
                    <a:cubicBezTo>
                      <a:pt x="7643" y="8354"/>
                      <a:pt x="5037" y="9669"/>
                      <a:pt x="2407" y="10960"/>
                    </a:cubicBezTo>
                    <a:cubicBezTo>
                      <a:pt x="2224" y="11062"/>
                      <a:pt x="2336" y="11321"/>
                      <a:pt x="2506" y="11321"/>
                    </a:cubicBezTo>
                    <a:cubicBezTo>
                      <a:pt x="2535" y="11321"/>
                      <a:pt x="2567" y="11313"/>
                      <a:pt x="2598" y="11295"/>
                    </a:cubicBezTo>
                    <a:cubicBezTo>
                      <a:pt x="5133" y="10028"/>
                      <a:pt x="7643" y="8761"/>
                      <a:pt x="10177" y="7494"/>
                    </a:cubicBezTo>
                    <a:cubicBezTo>
                      <a:pt x="11373" y="6896"/>
                      <a:pt x="12568" y="6298"/>
                      <a:pt x="13763" y="5701"/>
                    </a:cubicBezTo>
                    <a:cubicBezTo>
                      <a:pt x="14672" y="5223"/>
                      <a:pt x="15580" y="4697"/>
                      <a:pt x="16298" y="3955"/>
                    </a:cubicBezTo>
                    <a:cubicBezTo>
                      <a:pt x="16919" y="3286"/>
                      <a:pt x="17421" y="2401"/>
                      <a:pt x="17326" y="1469"/>
                    </a:cubicBezTo>
                    <a:cubicBezTo>
                      <a:pt x="17237" y="600"/>
                      <a:pt x="16608" y="1"/>
                      <a:pt x="1576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5552600" y="673100"/>
                <a:ext cx="99850" cy="148625"/>
              </a:xfrm>
              <a:custGeom>
                <a:rect b="b" l="l" r="r" t="t"/>
                <a:pathLst>
                  <a:path extrusionOk="0" h="5945" w="3994">
                    <a:moveTo>
                      <a:pt x="940" y="1"/>
                    </a:moveTo>
                    <a:cubicBezTo>
                      <a:pt x="626" y="1"/>
                      <a:pt x="287" y="215"/>
                      <a:pt x="168" y="511"/>
                    </a:cubicBezTo>
                    <a:cubicBezTo>
                      <a:pt x="1" y="894"/>
                      <a:pt x="144" y="1324"/>
                      <a:pt x="335" y="1659"/>
                    </a:cubicBezTo>
                    <a:cubicBezTo>
                      <a:pt x="622" y="2185"/>
                      <a:pt x="933" y="2687"/>
                      <a:pt x="1220" y="3189"/>
                    </a:cubicBezTo>
                    <a:cubicBezTo>
                      <a:pt x="1507" y="3667"/>
                      <a:pt x="1794" y="4169"/>
                      <a:pt x="2081" y="4671"/>
                    </a:cubicBezTo>
                    <a:cubicBezTo>
                      <a:pt x="2248" y="4910"/>
                      <a:pt x="2391" y="5173"/>
                      <a:pt x="2535" y="5436"/>
                    </a:cubicBezTo>
                    <a:cubicBezTo>
                      <a:pt x="2631" y="5580"/>
                      <a:pt x="2726" y="5771"/>
                      <a:pt x="2870" y="5866"/>
                    </a:cubicBezTo>
                    <a:cubicBezTo>
                      <a:pt x="2962" y="5920"/>
                      <a:pt x="3059" y="5944"/>
                      <a:pt x="3155" y="5944"/>
                    </a:cubicBezTo>
                    <a:cubicBezTo>
                      <a:pt x="3357" y="5944"/>
                      <a:pt x="3553" y="5837"/>
                      <a:pt x="3683" y="5675"/>
                    </a:cubicBezTo>
                    <a:cubicBezTo>
                      <a:pt x="3993" y="5364"/>
                      <a:pt x="3898" y="4910"/>
                      <a:pt x="3802" y="4528"/>
                    </a:cubicBezTo>
                    <a:cubicBezTo>
                      <a:pt x="3784" y="4436"/>
                      <a:pt x="3717" y="4397"/>
                      <a:pt x="3645" y="4397"/>
                    </a:cubicBezTo>
                    <a:cubicBezTo>
                      <a:pt x="3528" y="4397"/>
                      <a:pt x="3399" y="4499"/>
                      <a:pt x="3443" y="4647"/>
                    </a:cubicBezTo>
                    <a:cubicBezTo>
                      <a:pt x="3491" y="4791"/>
                      <a:pt x="3539" y="4958"/>
                      <a:pt x="3515" y="5125"/>
                    </a:cubicBezTo>
                    <a:cubicBezTo>
                      <a:pt x="3515" y="5293"/>
                      <a:pt x="3443" y="5412"/>
                      <a:pt x="3324" y="5508"/>
                    </a:cubicBezTo>
                    <a:lnTo>
                      <a:pt x="3037" y="5508"/>
                    </a:lnTo>
                    <a:cubicBezTo>
                      <a:pt x="2846" y="5388"/>
                      <a:pt x="2678" y="4910"/>
                      <a:pt x="2559" y="4719"/>
                    </a:cubicBezTo>
                    <a:cubicBezTo>
                      <a:pt x="2248" y="4193"/>
                      <a:pt x="1937" y="3667"/>
                      <a:pt x="1626" y="3117"/>
                    </a:cubicBezTo>
                    <a:cubicBezTo>
                      <a:pt x="1340" y="2615"/>
                      <a:pt x="1029" y="2089"/>
                      <a:pt x="742" y="1587"/>
                    </a:cubicBezTo>
                    <a:cubicBezTo>
                      <a:pt x="574" y="1324"/>
                      <a:pt x="335" y="894"/>
                      <a:pt x="551" y="607"/>
                    </a:cubicBezTo>
                    <a:cubicBezTo>
                      <a:pt x="617" y="507"/>
                      <a:pt x="800" y="372"/>
                      <a:pt x="953" y="372"/>
                    </a:cubicBezTo>
                    <a:cubicBezTo>
                      <a:pt x="1020" y="372"/>
                      <a:pt x="1081" y="398"/>
                      <a:pt x="1124" y="463"/>
                    </a:cubicBezTo>
                    <a:cubicBezTo>
                      <a:pt x="1161" y="530"/>
                      <a:pt x="1219" y="558"/>
                      <a:pt x="1277" y="558"/>
                    </a:cubicBezTo>
                    <a:cubicBezTo>
                      <a:pt x="1405" y="558"/>
                      <a:pt x="1534" y="420"/>
                      <a:pt x="1435" y="272"/>
                    </a:cubicBezTo>
                    <a:cubicBezTo>
                      <a:pt x="1317" y="81"/>
                      <a:pt x="1133" y="1"/>
                      <a:pt x="94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5621250" y="748150"/>
                <a:ext cx="32075" cy="46375"/>
              </a:xfrm>
              <a:custGeom>
                <a:rect b="b" l="l" r="r" t="t"/>
                <a:pathLst>
                  <a:path extrusionOk="0" h="1855" w="1283">
                    <a:moveTo>
                      <a:pt x="315" y="1"/>
                    </a:moveTo>
                    <a:cubicBezTo>
                      <a:pt x="165" y="1"/>
                      <a:pt x="0" y="172"/>
                      <a:pt x="100" y="354"/>
                    </a:cubicBezTo>
                    <a:cubicBezTo>
                      <a:pt x="315" y="808"/>
                      <a:pt x="554" y="1263"/>
                      <a:pt x="793" y="1741"/>
                    </a:cubicBezTo>
                    <a:cubicBezTo>
                      <a:pt x="830" y="1821"/>
                      <a:pt x="893" y="1855"/>
                      <a:pt x="961" y="1855"/>
                    </a:cubicBezTo>
                    <a:cubicBezTo>
                      <a:pt x="1112" y="1855"/>
                      <a:pt x="1282" y="1684"/>
                      <a:pt x="1200" y="1502"/>
                    </a:cubicBezTo>
                    <a:cubicBezTo>
                      <a:pt x="960" y="1047"/>
                      <a:pt x="721" y="569"/>
                      <a:pt x="482" y="115"/>
                    </a:cubicBezTo>
                    <a:cubicBezTo>
                      <a:pt x="446" y="34"/>
                      <a:pt x="382" y="1"/>
                      <a:pt x="31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5606725" y="718175"/>
                <a:ext cx="17300" cy="19675"/>
              </a:xfrm>
              <a:custGeom>
                <a:rect b="b" l="l" r="r" t="t"/>
                <a:pathLst>
                  <a:path extrusionOk="0" h="787" w="692">
                    <a:moveTo>
                      <a:pt x="265" y="0"/>
                    </a:moveTo>
                    <a:cubicBezTo>
                      <a:pt x="134" y="0"/>
                      <a:pt x="1" y="138"/>
                      <a:pt x="83" y="286"/>
                    </a:cubicBezTo>
                    <a:cubicBezTo>
                      <a:pt x="155" y="429"/>
                      <a:pt x="226" y="549"/>
                      <a:pt x="298" y="692"/>
                    </a:cubicBezTo>
                    <a:cubicBezTo>
                      <a:pt x="328" y="759"/>
                      <a:pt x="380" y="787"/>
                      <a:pt x="435" y="787"/>
                    </a:cubicBezTo>
                    <a:cubicBezTo>
                      <a:pt x="558" y="787"/>
                      <a:pt x="692" y="650"/>
                      <a:pt x="609" y="501"/>
                    </a:cubicBezTo>
                    <a:cubicBezTo>
                      <a:pt x="537" y="358"/>
                      <a:pt x="489" y="238"/>
                      <a:pt x="418" y="95"/>
                    </a:cubicBezTo>
                    <a:cubicBezTo>
                      <a:pt x="381" y="28"/>
                      <a:pt x="323" y="0"/>
                      <a:pt x="26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595050" y="547700"/>
                <a:ext cx="383750" cy="246375"/>
              </a:xfrm>
              <a:custGeom>
                <a:rect b="b" l="l" r="r" t="t"/>
                <a:pathLst>
                  <a:path extrusionOk="0" h="9855" w="15350">
                    <a:moveTo>
                      <a:pt x="14467" y="0"/>
                    </a:moveTo>
                    <a:cubicBezTo>
                      <a:pt x="12516" y="0"/>
                      <a:pt x="11262" y="2384"/>
                      <a:pt x="9324" y="2897"/>
                    </a:cubicBezTo>
                    <a:cubicBezTo>
                      <a:pt x="8774" y="3041"/>
                      <a:pt x="8201" y="3041"/>
                      <a:pt x="7699" y="3256"/>
                    </a:cubicBezTo>
                    <a:cubicBezTo>
                      <a:pt x="6623" y="3710"/>
                      <a:pt x="6073" y="5097"/>
                      <a:pt x="4901" y="5360"/>
                    </a:cubicBezTo>
                    <a:cubicBezTo>
                      <a:pt x="4567" y="5431"/>
                      <a:pt x="4208" y="5384"/>
                      <a:pt x="3873" y="5527"/>
                    </a:cubicBezTo>
                    <a:cubicBezTo>
                      <a:pt x="3252" y="5742"/>
                      <a:pt x="2989" y="6436"/>
                      <a:pt x="2654" y="6985"/>
                    </a:cubicBezTo>
                    <a:cubicBezTo>
                      <a:pt x="2373" y="7435"/>
                      <a:pt x="1901" y="7855"/>
                      <a:pt x="1434" y="7855"/>
                    </a:cubicBezTo>
                    <a:cubicBezTo>
                      <a:pt x="1305" y="7855"/>
                      <a:pt x="1176" y="7823"/>
                      <a:pt x="1052" y="7751"/>
                    </a:cubicBezTo>
                    <a:cubicBezTo>
                      <a:pt x="693" y="8468"/>
                      <a:pt x="359" y="9161"/>
                      <a:pt x="0" y="9854"/>
                    </a:cubicBezTo>
                    <a:cubicBezTo>
                      <a:pt x="813" y="9496"/>
                      <a:pt x="1602" y="8994"/>
                      <a:pt x="2295" y="8420"/>
                    </a:cubicBezTo>
                    <a:lnTo>
                      <a:pt x="2295" y="8420"/>
                    </a:lnTo>
                    <a:lnTo>
                      <a:pt x="1745" y="8659"/>
                    </a:lnTo>
                    <a:cubicBezTo>
                      <a:pt x="5356" y="6746"/>
                      <a:pt x="8966" y="4810"/>
                      <a:pt x="12552" y="2873"/>
                    </a:cubicBezTo>
                    <a:cubicBezTo>
                      <a:pt x="13460" y="2395"/>
                      <a:pt x="14393" y="1893"/>
                      <a:pt x="15014" y="1056"/>
                    </a:cubicBezTo>
                    <a:cubicBezTo>
                      <a:pt x="15182" y="817"/>
                      <a:pt x="15349" y="459"/>
                      <a:pt x="15134" y="196"/>
                    </a:cubicBezTo>
                    <a:cubicBezTo>
                      <a:pt x="15014" y="52"/>
                      <a:pt x="14823" y="4"/>
                      <a:pt x="14608" y="4"/>
                    </a:cubicBezTo>
                    <a:cubicBezTo>
                      <a:pt x="14560" y="2"/>
                      <a:pt x="14513" y="0"/>
                      <a:pt x="1446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562775" y="786575"/>
                <a:ext cx="39750" cy="90525"/>
              </a:xfrm>
              <a:custGeom>
                <a:rect b="b" l="l" r="r" t="t"/>
                <a:pathLst>
                  <a:path extrusionOk="0" h="3621" w="1590">
                    <a:moveTo>
                      <a:pt x="1168" y="882"/>
                    </a:moveTo>
                    <a:lnTo>
                      <a:pt x="1168" y="882"/>
                    </a:lnTo>
                    <a:cubicBezTo>
                      <a:pt x="1127" y="1797"/>
                      <a:pt x="1024" y="3243"/>
                      <a:pt x="693" y="3243"/>
                    </a:cubicBezTo>
                    <a:cubicBezTo>
                      <a:pt x="685" y="3243"/>
                      <a:pt x="678" y="3242"/>
                      <a:pt x="670" y="3240"/>
                    </a:cubicBezTo>
                    <a:cubicBezTo>
                      <a:pt x="526" y="3192"/>
                      <a:pt x="502" y="2929"/>
                      <a:pt x="502" y="2834"/>
                    </a:cubicBezTo>
                    <a:cubicBezTo>
                      <a:pt x="502" y="2738"/>
                      <a:pt x="526" y="2619"/>
                      <a:pt x="550" y="2523"/>
                    </a:cubicBezTo>
                    <a:cubicBezTo>
                      <a:pt x="574" y="2308"/>
                      <a:pt x="646" y="2069"/>
                      <a:pt x="717" y="1853"/>
                    </a:cubicBezTo>
                    <a:cubicBezTo>
                      <a:pt x="835" y="1518"/>
                      <a:pt x="988" y="1194"/>
                      <a:pt x="1168" y="882"/>
                    </a:cubicBezTo>
                    <a:close/>
                    <a:moveTo>
                      <a:pt x="1405" y="1"/>
                    </a:moveTo>
                    <a:cubicBezTo>
                      <a:pt x="1309" y="1"/>
                      <a:pt x="1207" y="60"/>
                      <a:pt x="1196" y="180"/>
                    </a:cubicBezTo>
                    <a:cubicBezTo>
                      <a:pt x="1195" y="193"/>
                      <a:pt x="1194" y="210"/>
                      <a:pt x="1193" y="230"/>
                    </a:cubicBezTo>
                    <a:lnTo>
                      <a:pt x="1193" y="230"/>
                    </a:lnTo>
                    <a:cubicBezTo>
                      <a:pt x="1159" y="242"/>
                      <a:pt x="1126" y="264"/>
                      <a:pt x="1100" y="299"/>
                    </a:cubicBezTo>
                    <a:cubicBezTo>
                      <a:pt x="670" y="897"/>
                      <a:pt x="359" y="1567"/>
                      <a:pt x="191" y="2308"/>
                    </a:cubicBezTo>
                    <a:cubicBezTo>
                      <a:pt x="96" y="2714"/>
                      <a:pt x="0" y="3455"/>
                      <a:pt x="550" y="3599"/>
                    </a:cubicBezTo>
                    <a:cubicBezTo>
                      <a:pt x="602" y="3614"/>
                      <a:pt x="652" y="3621"/>
                      <a:pt x="699" y="3621"/>
                    </a:cubicBezTo>
                    <a:cubicBezTo>
                      <a:pt x="1105" y="3621"/>
                      <a:pt x="1322" y="3105"/>
                      <a:pt x="1387" y="2762"/>
                    </a:cubicBezTo>
                    <a:cubicBezTo>
                      <a:pt x="1506" y="1901"/>
                      <a:pt x="1506" y="1017"/>
                      <a:pt x="1578" y="180"/>
                    </a:cubicBezTo>
                    <a:cubicBezTo>
                      <a:pt x="1590" y="60"/>
                      <a:pt x="1500" y="1"/>
                      <a:pt x="140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569950" y="811975"/>
                <a:ext cx="27175" cy="58900"/>
              </a:xfrm>
              <a:custGeom>
                <a:rect b="b" l="l" r="r" t="t"/>
                <a:pathLst>
                  <a:path extrusionOk="0" h="2356" w="1087">
                    <a:moveTo>
                      <a:pt x="857" y="0"/>
                    </a:moveTo>
                    <a:cubicBezTo>
                      <a:pt x="783" y="0"/>
                      <a:pt x="706" y="37"/>
                      <a:pt x="669" y="120"/>
                    </a:cubicBezTo>
                    <a:cubicBezTo>
                      <a:pt x="610" y="272"/>
                      <a:pt x="556" y="424"/>
                      <a:pt x="509" y="577"/>
                    </a:cubicBezTo>
                    <a:lnTo>
                      <a:pt x="509" y="577"/>
                    </a:lnTo>
                    <a:cubicBezTo>
                      <a:pt x="450" y="580"/>
                      <a:pt x="393" y="609"/>
                      <a:pt x="359" y="670"/>
                    </a:cubicBezTo>
                    <a:cubicBezTo>
                      <a:pt x="120" y="1100"/>
                      <a:pt x="0" y="1579"/>
                      <a:pt x="24" y="2081"/>
                    </a:cubicBezTo>
                    <a:cubicBezTo>
                      <a:pt x="24" y="2200"/>
                      <a:pt x="114" y="2260"/>
                      <a:pt x="206" y="2260"/>
                    </a:cubicBezTo>
                    <a:cubicBezTo>
                      <a:pt x="213" y="2260"/>
                      <a:pt x="219" y="2260"/>
                      <a:pt x="225" y="2259"/>
                    </a:cubicBezTo>
                    <a:lnTo>
                      <a:pt x="225" y="2259"/>
                    </a:lnTo>
                    <a:cubicBezTo>
                      <a:pt x="251" y="2323"/>
                      <a:pt x="318" y="2356"/>
                      <a:pt x="389" y="2356"/>
                    </a:cubicBezTo>
                    <a:cubicBezTo>
                      <a:pt x="484" y="2356"/>
                      <a:pt x="586" y="2296"/>
                      <a:pt x="598" y="2176"/>
                    </a:cubicBezTo>
                    <a:cubicBezTo>
                      <a:pt x="607" y="2084"/>
                      <a:pt x="615" y="1992"/>
                      <a:pt x="623" y="1900"/>
                    </a:cubicBezTo>
                    <a:lnTo>
                      <a:pt x="623" y="1900"/>
                    </a:lnTo>
                    <a:cubicBezTo>
                      <a:pt x="687" y="1329"/>
                      <a:pt x="822" y="775"/>
                      <a:pt x="1028" y="240"/>
                    </a:cubicBezTo>
                    <a:cubicBezTo>
                      <a:pt x="1087" y="93"/>
                      <a:pt x="974" y="0"/>
                      <a:pt x="85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5929150" y="575300"/>
                <a:ext cx="13175" cy="16750"/>
              </a:xfrm>
              <a:custGeom>
                <a:rect b="b" l="l" r="r" t="t"/>
                <a:pathLst>
                  <a:path extrusionOk="0" h="670" w="527">
                    <a:moveTo>
                      <a:pt x="288" y="0"/>
                    </a:moveTo>
                    <a:cubicBezTo>
                      <a:pt x="144" y="0"/>
                      <a:pt x="73" y="96"/>
                      <a:pt x="49" y="215"/>
                    </a:cubicBezTo>
                    <a:cubicBezTo>
                      <a:pt x="49" y="287"/>
                      <a:pt x="25" y="359"/>
                      <a:pt x="25" y="430"/>
                    </a:cubicBezTo>
                    <a:cubicBezTo>
                      <a:pt x="1" y="550"/>
                      <a:pt x="144" y="669"/>
                      <a:pt x="264" y="669"/>
                    </a:cubicBezTo>
                    <a:cubicBezTo>
                      <a:pt x="407" y="669"/>
                      <a:pt x="479" y="550"/>
                      <a:pt x="503" y="430"/>
                    </a:cubicBezTo>
                    <a:cubicBezTo>
                      <a:pt x="503" y="359"/>
                      <a:pt x="503" y="287"/>
                      <a:pt x="527" y="215"/>
                    </a:cubicBezTo>
                    <a:cubicBezTo>
                      <a:pt x="527" y="96"/>
                      <a:pt x="407" y="0"/>
                      <a:pt x="28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5786900" y="636250"/>
                <a:ext cx="13175" cy="16775"/>
              </a:xfrm>
              <a:custGeom>
                <a:rect b="b" l="l" r="r" t="t"/>
                <a:pathLst>
                  <a:path extrusionOk="0" h="671" w="527">
                    <a:moveTo>
                      <a:pt x="264" y="1"/>
                    </a:moveTo>
                    <a:cubicBezTo>
                      <a:pt x="144" y="1"/>
                      <a:pt x="48" y="120"/>
                      <a:pt x="48" y="240"/>
                    </a:cubicBezTo>
                    <a:lnTo>
                      <a:pt x="25" y="455"/>
                    </a:lnTo>
                    <a:cubicBezTo>
                      <a:pt x="1" y="574"/>
                      <a:pt x="120" y="670"/>
                      <a:pt x="240" y="670"/>
                    </a:cubicBezTo>
                    <a:cubicBezTo>
                      <a:pt x="383" y="670"/>
                      <a:pt x="455" y="574"/>
                      <a:pt x="479" y="455"/>
                    </a:cubicBezTo>
                    <a:lnTo>
                      <a:pt x="503" y="240"/>
                    </a:lnTo>
                    <a:cubicBezTo>
                      <a:pt x="527" y="120"/>
                      <a:pt x="383" y="1"/>
                      <a:pt x="26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850250" y="623100"/>
                <a:ext cx="14975" cy="11975"/>
              </a:xfrm>
              <a:custGeom>
                <a:rect b="b" l="l" r="r" t="t"/>
                <a:pathLst>
                  <a:path extrusionOk="0" h="479" w="599">
                    <a:moveTo>
                      <a:pt x="288" y="1"/>
                    </a:moveTo>
                    <a:cubicBezTo>
                      <a:pt x="1" y="1"/>
                      <a:pt x="1" y="479"/>
                      <a:pt x="288" y="479"/>
                    </a:cubicBezTo>
                    <a:cubicBezTo>
                      <a:pt x="599" y="479"/>
                      <a:pt x="599" y="1"/>
                      <a:pt x="28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 name="Google Shape;93;p2"/>
            <p:cNvGrpSpPr/>
            <p:nvPr/>
          </p:nvGrpSpPr>
          <p:grpSpPr>
            <a:xfrm>
              <a:off x="7019900" y="2652438"/>
              <a:ext cx="1576050" cy="827250"/>
              <a:chOff x="3082300" y="1766675"/>
              <a:chExt cx="1576050" cy="827250"/>
            </a:xfrm>
          </p:grpSpPr>
          <p:sp>
            <p:nvSpPr>
              <p:cNvPr id="94" name="Google Shape;94;p2"/>
              <p:cNvSpPr/>
              <p:nvPr/>
            </p:nvSpPr>
            <p:spPr>
              <a:xfrm>
                <a:off x="3253750" y="1971900"/>
                <a:ext cx="180150" cy="127100"/>
              </a:xfrm>
              <a:custGeom>
                <a:rect b="b" l="l" r="r" t="t"/>
                <a:pathLst>
                  <a:path extrusionOk="0" h="5084" w="7206">
                    <a:moveTo>
                      <a:pt x="6964" y="1"/>
                    </a:moveTo>
                    <a:cubicBezTo>
                      <a:pt x="6936" y="1"/>
                      <a:pt x="6907" y="9"/>
                      <a:pt x="6877" y="28"/>
                    </a:cubicBezTo>
                    <a:cubicBezTo>
                      <a:pt x="4630" y="1606"/>
                      <a:pt x="2406" y="3160"/>
                      <a:pt x="159" y="4737"/>
                    </a:cubicBezTo>
                    <a:cubicBezTo>
                      <a:pt x="0" y="4837"/>
                      <a:pt x="105" y="5083"/>
                      <a:pt x="254" y="5083"/>
                    </a:cubicBezTo>
                    <a:cubicBezTo>
                      <a:pt x="285" y="5083"/>
                      <a:pt x="317" y="5073"/>
                      <a:pt x="350" y="5048"/>
                    </a:cubicBezTo>
                    <a:cubicBezTo>
                      <a:pt x="2574" y="3470"/>
                      <a:pt x="4821" y="1916"/>
                      <a:pt x="7044" y="338"/>
                    </a:cubicBezTo>
                    <a:cubicBezTo>
                      <a:pt x="7206" y="238"/>
                      <a:pt x="7112" y="1"/>
                      <a:pt x="696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3248150" y="2090625"/>
                <a:ext cx="16450" cy="179325"/>
              </a:xfrm>
              <a:custGeom>
                <a:rect b="b" l="l" r="r" t="t"/>
                <a:pathLst>
                  <a:path extrusionOk="0" h="7173" w="658">
                    <a:moveTo>
                      <a:pt x="180" y="0"/>
                    </a:moveTo>
                    <a:cubicBezTo>
                      <a:pt x="90" y="0"/>
                      <a:pt x="0" y="60"/>
                      <a:pt x="0" y="180"/>
                    </a:cubicBezTo>
                    <a:cubicBezTo>
                      <a:pt x="24" y="2451"/>
                      <a:pt x="120" y="4722"/>
                      <a:pt x="287" y="6994"/>
                    </a:cubicBezTo>
                    <a:cubicBezTo>
                      <a:pt x="287" y="7113"/>
                      <a:pt x="383" y="7173"/>
                      <a:pt x="476" y="7173"/>
                    </a:cubicBezTo>
                    <a:cubicBezTo>
                      <a:pt x="568" y="7173"/>
                      <a:pt x="658" y="7113"/>
                      <a:pt x="646" y="6994"/>
                    </a:cubicBezTo>
                    <a:cubicBezTo>
                      <a:pt x="479" y="4722"/>
                      <a:pt x="383" y="2451"/>
                      <a:pt x="359" y="180"/>
                    </a:cubicBezTo>
                    <a:cubicBezTo>
                      <a:pt x="359" y="60"/>
                      <a:pt x="269" y="0"/>
                      <a:pt x="18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3427000" y="1971900"/>
                <a:ext cx="180175" cy="127100"/>
              </a:xfrm>
              <a:custGeom>
                <a:rect b="b" l="l" r="r" t="t"/>
                <a:pathLst>
                  <a:path extrusionOk="0" h="5084" w="7207">
                    <a:moveTo>
                      <a:pt x="265" y="1"/>
                    </a:moveTo>
                    <a:cubicBezTo>
                      <a:pt x="112" y="1"/>
                      <a:pt x="1" y="238"/>
                      <a:pt x="162" y="338"/>
                    </a:cubicBezTo>
                    <a:cubicBezTo>
                      <a:pt x="2410" y="1916"/>
                      <a:pt x="4633" y="3470"/>
                      <a:pt x="6857" y="5048"/>
                    </a:cubicBezTo>
                    <a:cubicBezTo>
                      <a:pt x="6893" y="5073"/>
                      <a:pt x="6929" y="5083"/>
                      <a:pt x="6961" y="5083"/>
                    </a:cubicBezTo>
                    <a:cubicBezTo>
                      <a:pt x="7119" y="5083"/>
                      <a:pt x="7206" y="4837"/>
                      <a:pt x="7048" y="4737"/>
                    </a:cubicBezTo>
                    <a:cubicBezTo>
                      <a:pt x="4824" y="3160"/>
                      <a:pt x="2577" y="1606"/>
                      <a:pt x="354" y="28"/>
                    </a:cubicBezTo>
                    <a:cubicBezTo>
                      <a:pt x="324" y="9"/>
                      <a:pt x="294" y="1"/>
                      <a:pt x="26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3253800" y="2265725"/>
                <a:ext cx="180100" cy="127125"/>
              </a:xfrm>
              <a:custGeom>
                <a:rect b="b" l="l" r="r" t="t"/>
                <a:pathLst>
                  <a:path extrusionOk="0" h="5085" w="7204">
                    <a:moveTo>
                      <a:pt x="247" y="0"/>
                    </a:moveTo>
                    <a:cubicBezTo>
                      <a:pt x="100" y="0"/>
                      <a:pt x="0" y="231"/>
                      <a:pt x="157" y="348"/>
                    </a:cubicBezTo>
                    <a:cubicBezTo>
                      <a:pt x="2404" y="1926"/>
                      <a:pt x="4628" y="3480"/>
                      <a:pt x="6875" y="5058"/>
                    </a:cubicBezTo>
                    <a:cubicBezTo>
                      <a:pt x="6905" y="5077"/>
                      <a:pt x="6934" y="5085"/>
                      <a:pt x="6962" y="5085"/>
                    </a:cubicBezTo>
                    <a:cubicBezTo>
                      <a:pt x="7110" y="5085"/>
                      <a:pt x="7204" y="4848"/>
                      <a:pt x="7042" y="4747"/>
                    </a:cubicBezTo>
                    <a:cubicBezTo>
                      <a:pt x="4819" y="3169"/>
                      <a:pt x="2572" y="1591"/>
                      <a:pt x="348" y="37"/>
                    </a:cubicBezTo>
                    <a:cubicBezTo>
                      <a:pt x="314" y="12"/>
                      <a:pt x="279" y="0"/>
                      <a:pt x="24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3427000" y="2265725"/>
                <a:ext cx="180125" cy="127125"/>
              </a:xfrm>
              <a:custGeom>
                <a:rect b="b" l="l" r="r" t="t"/>
                <a:pathLst>
                  <a:path extrusionOk="0" h="5085" w="7205">
                    <a:moveTo>
                      <a:pt x="6979" y="0"/>
                    </a:moveTo>
                    <a:cubicBezTo>
                      <a:pt x="6949" y="0"/>
                      <a:pt x="6915" y="12"/>
                      <a:pt x="6880" y="37"/>
                    </a:cubicBezTo>
                    <a:cubicBezTo>
                      <a:pt x="4633" y="1615"/>
                      <a:pt x="2410" y="3169"/>
                      <a:pt x="162" y="4747"/>
                    </a:cubicBezTo>
                    <a:cubicBezTo>
                      <a:pt x="1" y="4848"/>
                      <a:pt x="112" y="5085"/>
                      <a:pt x="265" y="5085"/>
                    </a:cubicBezTo>
                    <a:cubicBezTo>
                      <a:pt x="294" y="5085"/>
                      <a:pt x="324" y="5077"/>
                      <a:pt x="354" y="5058"/>
                    </a:cubicBezTo>
                    <a:cubicBezTo>
                      <a:pt x="2577" y="3480"/>
                      <a:pt x="4824" y="1926"/>
                      <a:pt x="7048" y="348"/>
                    </a:cubicBezTo>
                    <a:cubicBezTo>
                      <a:pt x="7205" y="231"/>
                      <a:pt x="7120" y="0"/>
                      <a:pt x="697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3596900" y="2090625"/>
                <a:ext cx="15875" cy="179325"/>
              </a:xfrm>
              <a:custGeom>
                <a:rect b="b" l="l" r="r" t="t"/>
                <a:pathLst>
                  <a:path extrusionOk="0" h="7173" w="635">
                    <a:moveTo>
                      <a:pt x="455" y="0"/>
                    </a:moveTo>
                    <a:cubicBezTo>
                      <a:pt x="365" y="0"/>
                      <a:pt x="276" y="60"/>
                      <a:pt x="276" y="180"/>
                    </a:cubicBezTo>
                    <a:cubicBezTo>
                      <a:pt x="252" y="2451"/>
                      <a:pt x="156" y="4722"/>
                      <a:pt x="13" y="6994"/>
                    </a:cubicBezTo>
                    <a:cubicBezTo>
                      <a:pt x="1" y="7113"/>
                      <a:pt x="84" y="7173"/>
                      <a:pt x="174" y="7173"/>
                    </a:cubicBezTo>
                    <a:cubicBezTo>
                      <a:pt x="264" y="7173"/>
                      <a:pt x="359" y="7113"/>
                      <a:pt x="371" y="6994"/>
                    </a:cubicBezTo>
                    <a:cubicBezTo>
                      <a:pt x="539" y="4722"/>
                      <a:pt x="610" y="2451"/>
                      <a:pt x="634" y="180"/>
                    </a:cubicBezTo>
                    <a:cubicBezTo>
                      <a:pt x="634" y="60"/>
                      <a:pt x="545" y="0"/>
                      <a:pt x="45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3413950" y="2015525"/>
                <a:ext cx="173550" cy="116400"/>
              </a:xfrm>
              <a:custGeom>
                <a:rect b="b" l="l" r="r" t="t"/>
                <a:pathLst>
                  <a:path extrusionOk="0" h="4656" w="6942">
                    <a:moveTo>
                      <a:pt x="261" y="1"/>
                    </a:moveTo>
                    <a:cubicBezTo>
                      <a:pt x="108" y="1"/>
                      <a:pt x="1" y="238"/>
                      <a:pt x="182" y="339"/>
                    </a:cubicBezTo>
                    <a:cubicBezTo>
                      <a:pt x="2382" y="1678"/>
                      <a:pt x="4533" y="3112"/>
                      <a:pt x="6613" y="4618"/>
                    </a:cubicBezTo>
                    <a:cubicBezTo>
                      <a:pt x="6648" y="4644"/>
                      <a:pt x="6682" y="4655"/>
                      <a:pt x="6713" y="4655"/>
                    </a:cubicBezTo>
                    <a:cubicBezTo>
                      <a:pt x="6854" y="4655"/>
                      <a:pt x="6942" y="4425"/>
                      <a:pt x="6805" y="4307"/>
                    </a:cubicBezTo>
                    <a:cubicBezTo>
                      <a:pt x="4701" y="2801"/>
                      <a:pt x="2549" y="1367"/>
                      <a:pt x="350" y="28"/>
                    </a:cubicBezTo>
                    <a:cubicBezTo>
                      <a:pt x="320" y="9"/>
                      <a:pt x="290" y="1"/>
                      <a:pt x="26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3284000" y="2107350"/>
                <a:ext cx="16775" cy="145875"/>
              </a:xfrm>
              <a:custGeom>
                <a:rect b="b" l="l" r="r" t="t"/>
                <a:pathLst>
                  <a:path extrusionOk="0" h="5835" w="671">
                    <a:moveTo>
                      <a:pt x="180" y="1"/>
                    </a:moveTo>
                    <a:cubicBezTo>
                      <a:pt x="91" y="1"/>
                      <a:pt x="1" y="61"/>
                      <a:pt x="1" y="180"/>
                    </a:cubicBezTo>
                    <a:cubicBezTo>
                      <a:pt x="96" y="1997"/>
                      <a:pt x="192" y="3838"/>
                      <a:pt x="288" y="5655"/>
                    </a:cubicBezTo>
                    <a:cubicBezTo>
                      <a:pt x="300" y="5775"/>
                      <a:pt x="395" y="5834"/>
                      <a:pt x="488" y="5834"/>
                    </a:cubicBezTo>
                    <a:cubicBezTo>
                      <a:pt x="581" y="5834"/>
                      <a:pt x="670" y="5775"/>
                      <a:pt x="670" y="5655"/>
                    </a:cubicBezTo>
                    <a:cubicBezTo>
                      <a:pt x="575" y="3838"/>
                      <a:pt x="455" y="1997"/>
                      <a:pt x="359" y="180"/>
                    </a:cubicBezTo>
                    <a:cubicBezTo>
                      <a:pt x="359" y="61"/>
                      <a:pt x="270" y="1"/>
                      <a:pt x="18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3426475" y="2248975"/>
                <a:ext cx="143600" cy="98075"/>
              </a:xfrm>
              <a:custGeom>
                <a:rect b="b" l="l" r="r" t="t"/>
                <a:pathLst>
                  <a:path extrusionOk="0" h="3923" w="5744">
                    <a:moveTo>
                      <a:pt x="5505" y="1"/>
                    </a:moveTo>
                    <a:cubicBezTo>
                      <a:pt x="5471" y="1"/>
                      <a:pt x="5434" y="12"/>
                      <a:pt x="5395" y="38"/>
                    </a:cubicBezTo>
                    <a:cubicBezTo>
                      <a:pt x="3650" y="1209"/>
                      <a:pt x="1905" y="2381"/>
                      <a:pt x="159" y="3576"/>
                    </a:cubicBezTo>
                    <a:cubicBezTo>
                      <a:pt x="1" y="3675"/>
                      <a:pt x="89" y="3922"/>
                      <a:pt x="232" y="3922"/>
                    </a:cubicBezTo>
                    <a:cubicBezTo>
                      <a:pt x="262" y="3922"/>
                      <a:pt x="294" y="3912"/>
                      <a:pt x="327" y="3887"/>
                    </a:cubicBezTo>
                    <a:cubicBezTo>
                      <a:pt x="2096" y="2716"/>
                      <a:pt x="3841" y="1520"/>
                      <a:pt x="5586" y="349"/>
                    </a:cubicBezTo>
                    <a:cubicBezTo>
                      <a:pt x="5743" y="231"/>
                      <a:pt x="5659" y="1"/>
                      <a:pt x="550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3428050" y="1898600"/>
                <a:ext cx="9000" cy="85650"/>
              </a:xfrm>
              <a:custGeom>
                <a:rect b="b" l="l" r="r" t="t"/>
                <a:pathLst>
                  <a:path extrusionOk="0" h="3426" w="360">
                    <a:moveTo>
                      <a:pt x="180" y="1"/>
                    </a:moveTo>
                    <a:cubicBezTo>
                      <a:pt x="90" y="1"/>
                      <a:pt x="1" y="55"/>
                      <a:pt x="1" y="162"/>
                    </a:cubicBezTo>
                    <a:lnTo>
                      <a:pt x="1" y="3246"/>
                    </a:lnTo>
                    <a:cubicBezTo>
                      <a:pt x="1" y="3366"/>
                      <a:pt x="90" y="3426"/>
                      <a:pt x="180" y="3426"/>
                    </a:cubicBezTo>
                    <a:cubicBezTo>
                      <a:pt x="270" y="3426"/>
                      <a:pt x="359" y="3366"/>
                      <a:pt x="359" y="3246"/>
                    </a:cubicBezTo>
                    <a:lnTo>
                      <a:pt x="359" y="162"/>
                    </a:lnTo>
                    <a:cubicBezTo>
                      <a:pt x="359" y="55"/>
                      <a:pt x="270" y="1"/>
                      <a:pt x="18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3403550" y="1772050"/>
                <a:ext cx="9000" cy="91475"/>
              </a:xfrm>
              <a:custGeom>
                <a:rect b="b" l="l" r="r" t="t"/>
                <a:pathLst>
                  <a:path extrusionOk="0" h="3659" w="360">
                    <a:moveTo>
                      <a:pt x="180" y="0"/>
                    </a:moveTo>
                    <a:cubicBezTo>
                      <a:pt x="90" y="0"/>
                      <a:pt x="0" y="60"/>
                      <a:pt x="0" y="180"/>
                    </a:cubicBezTo>
                    <a:lnTo>
                      <a:pt x="0" y="3479"/>
                    </a:lnTo>
                    <a:cubicBezTo>
                      <a:pt x="0" y="3599"/>
                      <a:pt x="90" y="3658"/>
                      <a:pt x="180" y="3658"/>
                    </a:cubicBezTo>
                    <a:cubicBezTo>
                      <a:pt x="269" y="3658"/>
                      <a:pt x="359" y="3599"/>
                      <a:pt x="359" y="3479"/>
                    </a:cubicBezTo>
                    <a:lnTo>
                      <a:pt x="359" y="180"/>
                    </a:lnTo>
                    <a:cubicBezTo>
                      <a:pt x="359" y="60"/>
                      <a:pt x="269" y="0"/>
                      <a:pt x="18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3402350" y="1815975"/>
                <a:ext cx="61000" cy="9000"/>
              </a:xfrm>
              <a:custGeom>
                <a:rect b="b" l="l" r="r" t="t"/>
                <a:pathLst>
                  <a:path extrusionOk="0" h="360" w="2440">
                    <a:moveTo>
                      <a:pt x="216" y="1"/>
                    </a:moveTo>
                    <a:cubicBezTo>
                      <a:pt x="1" y="1"/>
                      <a:pt x="1" y="359"/>
                      <a:pt x="216" y="359"/>
                    </a:cubicBezTo>
                    <a:lnTo>
                      <a:pt x="2200" y="359"/>
                    </a:lnTo>
                    <a:cubicBezTo>
                      <a:pt x="2439" y="359"/>
                      <a:pt x="2439" y="1"/>
                      <a:pt x="220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3452550" y="1766675"/>
                <a:ext cx="9600" cy="96850"/>
              </a:xfrm>
              <a:custGeom>
                <a:rect b="b" l="l" r="r" t="t"/>
                <a:pathLst>
                  <a:path extrusionOk="0" h="3874" w="384">
                    <a:moveTo>
                      <a:pt x="192" y="0"/>
                    </a:moveTo>
                    <a:cubicBezTo>
                      <a:pt x="97" y="0"/>
                      <a:pt x="1" y="60"/>
                      <a:pt x="1" y="180"/>
                    </a:cubicBezTo>
                    <a:lnTo>
                      <a:pt x="1" y="3694"/>
                    </a:lnTo>
                    <a:cubicBezTo>
                      <a:pt x="1" y="3814"/>
                      <a:pt x="97" y="3873"/>
                      <a:pt x="192" y="3873"/>
                    </a:cubicBezTo>
                    <a:cubicBezTo>
                      <a:pt x="288" y="3873"/>
                      <a:pt x="383" y="3814"/>
                      <a:pt x="383" y="3694"/>
                    </a:cubicBezTo>
                    <a:lnTo>
                      <a:pt x="383" y="180"/>
                    </a:lnTo>
                    <a:cubicBezTo>
                      <a:pt x="383" y="60"/>
                      <a:pt x="288" y="0"/>
                      <a:pt x="19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3428050" y="2387525"/>
                <a:ext cx="9000" cy="85650"/>
              </a:xfrm>
              <a:custGeom>
                <a:rect b="b" l="l" r="r" t="t"/>
                <a:pathLst>
                  <a:path extrusionOk="0" h="3426" w="360">
                    <a:moveTo>
                      <a:pt x="180" y="1"/>
                    </a:moveTo>
                    <a:cubicBezTo>
                      <a:pt x="90" y="1"/>
                      <a:pt x="1" y="55"/>
                      <a:pt x="1" y="162"/>
                    </a:cubicBezTo>
                    <a:lnTo>
                      <a:pt x="1" y="3246"/>
                    </a:lnTo>
                    <a:cubicBezTo>
                      <a:pt x="1" y="3366"/>
                      <a:pt x="90" y="3426"/>
                      <a:pt x="180" y="3426"/>
                    </a:cubicBezTo>
                    <a:cubicBezTo>
                      <a:pt x="270" y="3426"/>
                      <a:pt x="359" y="3366"/>
                      <a:pt x="359" y="3246"/>
                    </a:cubicBezTo>
                    <a:lnTo>
                      <a:pt x="359" y="162"/>
                    </a:lnTo>
                    <a:cubicBezTo>
                      <a:pt x="359" y="55"/>
                      <a:pt x="270" y="1"/>
                      <a:pt x="18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3403550" y="2502900"/>
                <a:ext cx="9000" cy="91025"/>
              </a:xfrm>
              <a:custGeom>
                <a:rect b="b" l="l" r="r" t="t"/>
                <a:pathLst>
                  <a:path extrusionOk="0" h="3641" w="360">
                    <a:moveTo>
                      <a:pt x="180" y="0"/>
                    </a:moveTo>
                    <a:cubicBezTo>
                      <a:pt x="90" y="0"/>
                      <a:pt x="0" y="54"/>
                      <a:pt x="0" y="161"/>
                    </a:cubicBezTo>
                    <a:lnTo>
                      <a:pt x="0" y="3461"/>
                    </a:lnTo>
                    <a:cubicBezTo>
                      <a:pt x="0" y="3580"/>
                      <a:pt x="90" y="3640"/>
                      <a:pt x="180" y="3640"/>
                    </a:cubicBezTo>
                    <a:cubicBezTo>
                      <a:pt x="269" y="3640"/>
                      <a:pt x="359" y="3580"/>
                      <a:pt x="359" y="3461"/>
                    </a:cubicBezTo>
                    <a:lnTo>
                      <a:pt x="359" y="161"/>
                    </a:lnTo>
                    <a:cubicBezTo>
                      <a:pt x="359" y="54"/>
                      <a:pt x="269" y="0"/>
                      <a:pt x="18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3402350" y="2546375"/>
                <a:ext cx="61000" cy="8975"/>
              </a:xfrm>
              <a:custGeom>
                <a:rect b="b" l="l" r="r" t="t"/>
                <a:pathLst>
                  <a:path extrusionOk="0" h="359" w="2440">
                    <a:moveTo>
                      <a:pt x="216" y="0"/>
                    </a:moveTo>
                    <a:cubicBezTo>
                      <a:pt x="1" y="0"/>
                      <a:pt x="1" y="359"/>
                      <a:pt x="216" y="359"/>
                    </a:cubicBezTo>
                    <a:lnTo>
                      <a:pt x="2200" y="359"/>
                    </a:lnTo>
                    <a:cubicBezTo>
                      <a:pt x="2439" y="359"/>
                      <a:pt x="2439" y="0"/>
                      <a:pt x="220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3452550" y="2497050"/>
                <a:ext cx="9600" cy="96875"/>
              </a:xfrm>
              <a:custGeom>
                <a:rect b="b" l="l" r="r" t="t"/>
                <a:pathLst>
                  <a:path extrusionOk="0" h="3875" w="384">
                    <a:moveTo>
                      <a:pt x="192" y="1"/>
                    </a:moveTo>
                    <a:cubicBezTo>
                      <a:pt x="97" y="1"/>
                      <a:pt x="1" y="61"/>
                      <a:pt x="1" y="180"/>
                    </a:cubicBezTo>
                    <a:lnTo>
                      <a:pt x="1" y="3695"/>
                    </a:lnTo>
                    <a:cubicBezTo>
                      <a:pt x="1" y="3814"/>
                      <a:pt x="97" y="3874"/>
                      <a:pt x="192" y="3874"/>
                    </a:cubicBezTo>
                    <a:cubicBezTo>
                      <a:pt x="288" y="3874"/>
                      <a:pt x="383" y="3814"/>
                      <a:pt x="383" y="3695"/>
                    </a:cubicBezTo>
                    <a:lnTo>
                      <a:pt x="383" y="180"/>
                    </a:lnTo>
                    <a:cubicBezTo>
                      <a:pt x="383" y="61"/>
                      <a:pt x="288" y="1"/>
                      <a:pt x="19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3602100" y="2068350"/>
                <a:ext cx="67950" cy="32600"/>
              </a:xfrm>
              <a:custGeom>
                <a:rect b="b" l="l" r="r" t="t"/>
                <a:pathLst>
                  <a:path extrusionOk="0" h="1304" w="2718">
                    <a:moveTo>
                      <a:pt x="2444" y="1"/>
                    </a:moveTo>
                    <a:cubicBezTo>
                      <a:pt x="2418" y="1"/>
                      <a:pt x="2391" y="6"/>
                      <a:pt x="2363" y="19"/>
                    </a:cubicBezTo>
                    <a:cubicBezTo>
                      <a:pt x="1646" y="353"/>
                      <a:pt x="904" y="664"/>
                      <a:pt x="187" y="975"/>
                    </a:cubicBezTo>
                    <a:cubicBezTo>
                      <a:pt x="0" y="1058"/>
                      <a:pt x="120" y="1304"/>
                      <a:pt x="296" y="1304"/>
                    </a:cubicBezTo>
                    <a:cubicBezTo>
                      <a:pt x="323" y="1304"/>
                      <a:pt x="350" y="1298"/>
                      <a:pt x="379" y="1286"/>
                    </a:cubicBezTo>
                    <a:cubicBezTo>
                      <a:pt x="1096" y="975"/>
                      <a:pt x="1813" y="664"/>
                      <a:pt x="2530" y="330"/>
                    </a:cubicBezTo>
                    <a:cubicBezTo>
                      <a:pt x="2717" y="246"/>
                      <a:pt x="2615" y="1"/>
                      <a:pt x="244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3689850" y="1997375"/>
                <a:ext cx="14050" cy="108000"/>
              </a:xfrm>
              <a:custGeom>
                <a:rect b="b" l="l" r="r" t="t"/>
                <a:pathLst>
                  <a:path extrusionOk="0" h="4320" w="562">
                    <a:moveTo>
                      <a:pt x="293" y="1"/>
                    </a:moveTo>
                    <a:cubicBezTo>
                      <a:pt x="204" y="1"/>
                      <a:pt x="108" y="61"/>
                      <a:pt x="96" y="180"/>
                    </a:cubicBezTo>
                    <a:cubicBezTo>
                      <a:pt x="0" y="1495"/>
                      <a:pt x="24" y="2834"/>
                      <a:pt x="192" y="4149"/>
                    </a:cubicBezTo>
                    <a:cubicBezTo>
                      <a:pt x="204" y="4259"/>
                      <a:pt x="304" y="4319"/>
                      <a:pt x="396" y="4319"/>
                    </a:cubicBezTo>
                    <a:cubicBezTo>
                      <a:pt x="483" y="4319"/>
                      <a:pt x="562" y="4265"/>
                      <a:pt x="550" y="4149"/>
                    </a:cubicBezTo>
                    <a:cubicBezTo>
                      <a:pt x="407" y="2834"/>
                      <a:pt x="359" y="1495"/>
                      <a:pt x="455" y="180"/>
                    </a:cubicBezTo>
                    <a:cubicBezTo>
                      <a:pt x="467" y="61"/>
                      <a:pt x="383" y="1"/>
                      <a:pt x="29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3690475" y="2045875"/>
                <a:ext cx="56400" cy="15000"/>
              </a:xfrm>
              <a:custGeom>
                <a:rect b="b" l="l" r="r" t="t"/>
                <a:pathLst>
                  <a:path extrusionOk="0" h="600" w="2256">
                    <a:moveTo>
                      <a:pt x="1438" y="0"/>
                    </a:moveTo>
                    <a:cubicBezTo>
                      <a:pt x="1016" y="0"/>
                      <a:pt x="598" y="86"/>
                      <a:pt x="191" y="248"/>
                    </a:cubicBezTo>
                    <a:cubicBezTo>
                      <a:pt x="0" y="312"/>
                      <a:pt x="53" y="599"/>
                      <a:pt x="216" y="599"/>
                    </a:cubicBezTo>
                    <a:cubicBezTo>
                      <a:pt x="238" y="599"/>
                      <a:pt x="261" y="594"/>
                      <a:pt x="286" y="583"/>
                    </a:cubicBezTo>
                    <a:cubicBezTo>
                      <a:pt x="671" y="443"/>
                      <a:pt x="1069" y="354"/>
                      <a:pt x="1480" y="354"/>
                    </a:cubicBezTo>
                    <a:cubicBezTo>
                      <a:pt x="1630" y="354"/>
                      <a:pt x="1782" y="366"/>
                      <a:pt x="1936" y="392"/>
                    </a:cubicBezTo>
                    <a:cubicBezTo>
                      <a:pt x="1951" y="395"/>
                      <a:pt x="1965" y="396"/>
                      <a:pt x="1979" y="396"/>
                    </a:cubicBezTo>
                    <a:cubicBezTo>
                      <a:pt x="2186" y="396"/>
                      <a:pt x="2256" y="80"/>
                      <a:pt x="2032" y="57"/>
                    </a:cubicBezTo>
                    <a:cubicBezTo>
                      <a:pt x="1833" y="19"/>
                      <a:pt x="1635" y="0"/>
                      <a:pt x="143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3733475" y="1992000"/>
                <a:ext cx="15275" cy="124350"/>
              </a:xfrm>
              <a:custGeom>
                <a:rect b="b" l="l" r="r" t="t"/>
                <a:pathLst>
                  <a:path extrusionOk="0" h="4974" w="611">
                    <a:moveTo>
                      <a:pt x="309" y="1"/>
                    </a:moveTo>
                    <a:cubicBezTo>
                      <a:pt x="216" y="1"/>
                      <a:pt x="120" y="60"/>
                      <a:pt x="120" y="180"/>
                    </a:cubicBezTo>
                    <a:cubicBezTo>
                      <a:pt x="1" y="1710"/>
                      <a:pt x="49" y="3264"/>
                      <a:pt x="240" y="4794"/>
                    </a:cubicBezTo>
                    <a:cubicBezTo>
                      <a:pt x="252" y="4914"/>
                      <a:pt x="347" y="4973"/>
                      <a:pt x="437" y="4973"/>
                    </a:cubicBezTo>
                    <a:cubicBezTo>
                      <a:pt x="527" y="4973"/>
                      <a:pt x="610" y="4914"/>
                      <a:pt x="598" y="4794"/>
                    </a:cubicBezTo>
                    <a:cubicBezTo>
                      <a:pt x="407" y="3264"/>
                      <a:pt x="359" y="1710"/>
                      <a:pt x="479" y="180"/>
                    </a:cubicBezTo>
                    <a:cubicBezTo>
                      <a:pt x="491" y="60"/>
                      <a:pt x="401" y="1"/>
                      <a:pt x="30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3590275" y="2267175"/>
                <a:ext cx="101750" cy="57550"/>
              </a:xfrm>
              <a:custGeom>
                <a:rect b="b" l="l" r="r" t="t"/>
                <a:pathLst>
                  <a:path extrusionOk="0" h="2302" w="4070">
                    <a:moveTo>
                      <a:pt x="275" y="0"/>
                    </a:moveTo>
                    <a:cubicBezTo>
                      <a:pt x="108" y="0"/>
                      <a:pt x="1" y="237"/>
                      <a:pt x="182" y="338"/>
                    </a:cubicBezTo>
                    <a:cubicBezTo>
                      <a:pt x="1354" y="983"/>
                      <a:pt x="2525" y="1629"/>
                      <a:pt x="3720" y="2275"/>
                    </a:cubicBezTo>
                    <a:cubicBezTo>
                      <a:pt x="3750" y="2293"/>
                      <a:pt x="3780" y="2301"/>
                      <a:pt x="3809" y="2301"/>
                    </a:cubicBezTo>
                    <a:cubicBezTo>
                      <a:pt x="3962" y="2301"/>
                      <a:pt x="4069" y="2065"/>
                      <a:pt x="3888" y="1964"/>
                    </a:cubicBezTo>
                    <a:cubicBezTo>
                      <a:pt x="2716" y="1318"/>
                      <a:pt x="1545" y="673"/>
                      <a:pt x="373" y="27"/>
                    </a:cubicBezTo>
                    <a:cubicBezTo>
                      <a:pt x="340" y="8"/>
                      <a:pt x="307" y="0"/>
                      <a:pt x="27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3713750" y="2260975"/>
                <a:ext cx="9000" cy="102225"/>
              </a:xfrm>
              <a:custGeom>
                <a:rect b="b" l="l" r="r" t="t"/>
                <a:pathLst>
                  <a:path extrusionOk="0" h="4089" w="360">
                    <a:moveTo>
                      <a:pt x="180" y="0"/>
                    </a:moveTo>
                    <a:cubicBezTo>
                      <a:pt x="90" y="0"/>
                      <a:pt x="1" y="60"/>
                      <a:pt x="1" y="180"/>
                    </a:cubicBezTo>
                    <a:lnTo>
                      <a:pt x="1" y="3909"/>
                    </a:lnTo>
                    <a:cubicBezTo>
                      <a:pt x="1" y="4029"/>
                      <a:pt x="90" y="4089"/>
                      <a:pt x="180" y="4089"/>
                    </a:cubicBezTo>
                    <a:cubicBezTo>
                      <a:pt x="270" y="4089"/>
                      <a:pt x="359" y="4029"/>
                      <a:pt x="359" y="3909"/>
                    </a:cubicBezTo>
                    <a:lnTo>
                      <a:pt x="359" y="180"/>
                    </a:lnTo>
                    <a:cubicBezTo>
                      <a:pt x="359" y="60"/>
                      <a:pt x="270" y="0"/>
                      <a:pt x="18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3718450" y="2301875"/>
                <a:ext cx="60475" cy="19425"/>
              </a:xfrm>
              <a:custGeom>
                <a:rect b="b" l="l" r="r" t="t"/>
                <a:pathLst>
                  <a:path extrusionOk="0" h="777" w="2419">
                    <a:moveTo>
                      <a:pt x="2202" y="1"/>
                    </a:moveTo>
                    <a:cubicBezTo>
                      <a:pt x="2195" y="1"/>
                      <a:pt x="2187" y="1"/>
                      <a:pt x="2180" y="2"/>
                    </a:cubicBezTo>
                    <a:cubicBezTo>
                      <a:pt x="1510" y="26"/>
                      <a:pt x="841" y="145"/>
                      <a:pt x="195" y="408"/>
                    </a:cubicBezTo>
                    <a:cubicBezTo>
                      <a:pt x="1" y="495"/>
                      <a:pt x="60" y="777"/>
                      <a:pt x="233" y="777"/>
                    </a:cubicBezTo>
                    <a:cubicBezTo>
                      <a:pt x="251" y="777"/>
                      <a:pt x="270" y="774"/>
                      <a:pt x="291" y="767"/>
                    </a:cubicBezTo>
                    <a:cubicBezTo>
                      <a:pt x="913" y="504"/>
                      <a:pt x="1534" y="384"/>
                      <a:pt x="2180" y="361"/>
                    </a:cubicBezTo>
                    <a:cubicBezTo>
                      <a:pt x="2411" y="337"/>
                      <a:pt x="2419" y="1"/>
                      <a:pt x="220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3766950" y="2249600"/>
                <a:ext cx="13475" cy="130125"/>
              </a:xfrm>
              <a:custGeom>
                <a:rect b="b" l="l" r="r" t="t"/>
                <a:pathLst>
                  <a:path extrusionOk="0" h="5205" w="539">
                    <a:moveTo>
                      <a:pt x="365" y="1"/>
                    </a:moveTo>
                    <a:cubicBezTo>
                      <a:pt x="276" y="1"/>
                      <a:pt x="180" y="61"/>
                      <a:pt x="168" y="180"/>
                    </a:cubicBezTo>
                    <a:cubicBezTo>
                      <a:pt x="25" y="1806"/>
                      <a:pt x="1" y="3408"/>
                      <a:pt x="96" y="5034"/>
                    </a:cubicBezTo>
                    <a:cubicBezTo>
                      <a:pt x="96" y="5144"/>
                      <a:pt x="191" y="5204"/>
                      <a:pt x="283" y="5204"/>
                    </a:cubicBezTo>
                    <a:cubicBezTo>
                      <a:pt x="370" y="5204"/>
                      <a:pt x="455" y="5150"/>
                      <a:pt x="455" y="5034"/>
                    </a:cubicBezTo>
                    <a:cubicBezTo>
                      <a:pt x="359" y="3408"/>
                      <a:pt x="383" y="1806"/>
                      <a:pt x="527" y="180"/>
                    </a:cubicBezTo>
                    <a:cubicBezTo>
                      <a:pt x="539" y="61"/>
                      <a:pt x="455" y="1"/>
                      <a:pt x="36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3192675" y="2068350"/>
                <a:ext cx="67950" cy="32600"/>
              </a:xfrm>
              <a:custGeom>
                <a:rect b="b" l="l" r="r" t="t"/>
                <a:pathLst>
                  <a:path extrusionOk="0" h="1304" w="2718">
                    <a:moveTo>
                      <a:pt x="273" y="1"/>
                    </a:moveTo>
                    <a:cubicBezTo>
                      <a:pt x="102" y="1"/>
                      <a:pt x="0" y="246"/>
                      <a:pt x="187" y="330"/>
                    </a:cubicBezTo>
                    <a:cubicBezTo>
                      <a:pt x="904" y="664"/>
                      <a:pt x="1622" y="975"/>
                      <a:pt x="2339" y="1286"/>
                    </a:cubicBezTo>
                    <a:cubicBezTo>
                      <a:pt x="2367" y="1298"/>
                      <a:pt x="2395" y="1304"/>
                      <a:pt x="2421" y="1304"/>
                    </a:cubicBezTo>
                    <a:cubicBezTo>
                      <a:pt x="2597" y="1304"/>
                      <a:pt x="2717" y="1058"/>
                      <a:pt x="2530" y="975"/>
                    </a:cubicBezTo>
                    <a:cubicBezTo>
                      <a:pt x="1789" y="664"/>
                      <a:pt x="1072" y="353"/>
                      <a:pt x="355" y="19"/>
                    </a:cubicBezTo>
                    <a:cubicBezTo>
                      <a:pt x="326" y="6"/>
                      <a:pt x="299" y="1"/>
                      <a:pt x="27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3158800" y="1997375"/>
                <a:ext cx="14050" cy="107775"/>
              </a:xfrm>
              <a:custGeom>
                <a:rect b="b" l="l" r="r" t="t"/>
                <a:pathLst>
                  <a:path extrusionOk="0" h="4311" w="562">
                    <a:moveTo>
                      <a:pt x="269" y="1"/>
                    </a:moveTo>
                    <a:cubicBezTo>
                      <a:pt x="179" y="1"/>
                      <a:pt x="96" y="61"/>
                      <a:pt x="108" y="180"/>
                    </a:cubicBezTo>
                    <a:cubicBezTo>
                      <a:pt x="203" y="1495"/>
                      <a:pt x="155" y="2834"/>
                      <a:pt x="12" y="4149"/>
                    </a:cubicBezTo>
                    <a:cubicBezTo>
                      <a:pt x="0" y="4256"/>
                      <a:pt x="84" y="4310"/>
                      <a:pt x="173" y="4310"/>
                    </a:cubicBezTo>
                    <a:cubicBezTo>
                      <a:pt x="263" y="4310"/>
                      <a:pt x="359" y="4256"/>
                      <a:pt x="371" y="4149"/>
                    </a:cubicBezTo>
                    <a:cubicBezTo>
                      <a:pt x="514" y="2834"/>
                      <a:pt x="562" y="1495"/>
                      <a:pt x="466" y="180"/>
                    </a:cubicBezTo>
                    <a:cubicBezTo>
                      <a:pt x="454" y="61"/>
                      <a:pt x="359" y="1"/>
                      <a:pt x="26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3115825" y="2045875"/>
                <a:ext cx="56400" cy="15000"/>
              </a:xfrm>
              <a:custGeom>
                <a:rect b="b" l="l" r="r" t="t"/>
                <a:pathLst>
                  <a:path extrusionOk="0" h="600" w="2256">
                    <a:moveTo>
                      <a:pt x="819" y="0"/>
                    </a:moveTo>
                    <a:cubicBezTo>
                      <a:pt x="621" y="0"/>
                      <a:pt x="423" y="19"/>
                      <a:pt x="225" y="57"/>
                    </a:cubicBezTo>
                    <a:cubicBezTo>
                      <a:pt x="1" y="80"/>
                      <a:pt x="71" y="396"/>
                      <a:pt x="277" y="396"/>
                    </a:cubicBezTo>
                    <a:cubicBezTo>
                      <a:pt x="291" y="396"/>
                      <a:pt x="306" y="395"/>
                      <a:pt x="320" y="392"/>
                    </a:cubicBezTo>
                    <a:cubicBezTo>
                      <a:pt x="468" y="366"/>
                      <a:pt x="617" y="354"/>
                      <a:pt x="766" y="354"/>
                    </a:cubicBezTo>
                    <a:cubicBezTo>
                      <a:pt x="1174" y="354"/>
                      <a:pt x="1585" y="443"/>
                      <a:pt x="1970" y="583"/>
                    </a:cubicBezTo>
                    <a:cubicBezTo>
                      <a:pt x="1995" y="594"/>
                      <a:pt x="2019" y="599"/>
                      <a:pt x="2040" y="599"/>
                    </a:cubicBezTo>
                    <a:cubicBezTo>
                      <a:pt x="2203" y="599"/>
                      <a:pt x="2256" y="312"/>
                      <a:pt x="2066" y="248"/>
                    </a:cubicBezTo>
                    <a:cubicBezTo>
                      <a:pt x="1659" y="86"/>
                      <a:pt x="1240" y="0"/>
                      <a:pt x="81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3113950" y="1992000"/>
                <a:ext cx="15275" cy="124350"/>
              </a:xfrm>
              <a:custGeom>
                <a:rect b="b" l="l" r="r" t="t"/>
                <a:pathLst>
                  <a:path extrusionOk="0" h="4974" w="611">
                    <a:moveTo>
                      <a:pt x="294" y="1"/>
                    </a:moveTo>
                    <a:cubicBezTo>
                      <a:pt x="204" y="1"/>
                      <a:pt x="121" y="60"/>
                      <a:pt x="132" y="180"/>
                    </a:cubicBezTo>
                    <a:cubicBezTo>
                      <a:pt x="252" y="1710"/>
                      <a:pt x="204" y="3264"/>
                      <a:pt x="13" y="4794"/>
                    </a:cubicBezTo>
                    <a:cubicBezTo>
                      <a:pt x="1" y="4914"/>
                      <a:pt x="85" y="4973"/>
                      <a:pt x="174" y="4973"/>
                    </a:cubicBezTo>
                    <a:cubicBezTo>
                      <a:pt x="264" y="4973"/>
                      <a:pt x="360" y="4914"/>
                      <a:pt x="372" y="4794"/>
                    </a:cubicBezTo>
                    <a:cubicBezTo>
                      <a:pt x="563" y="3264"/>
                      <a:pt x="611" y="1710"/>
                      <a:pt x="491" y="180"/>
                    </a:cubicBezTo>
                    <a:cubicBezTo>
                      <a:pt x="479" y="60"/>
                      <a:pt x="384" y="1"/>
                      <a:pt x="29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3170600" y="2267175"/>
                <a:ext cx="101325" cy="57550"/>
              </a:xfrm>
              <a:custGeom>
                <a:rect b="b" l="l" r="r" t="t"/>
                <a:pathLst>
                  <a:path extrusionOk="0" h="2302" w="4053">
                    <a:moveTo>
                      <a:pt x="3796" y="0"/>
                    </a:moveTo>
                    <a:cubicBezTo>
                      <a:pt x="3766" y="0"/>
                      <a:pt x="3734" y="8"/>
                      <a:pt x="3700" y="27"/>
                    </a:cubicBezTo>
                    <a:cubicBezTo>
                      <a:pt x="2529" y="673"/>
                      <a:pt x="1357" y="1318"/>
                      <a:pt x="162" y="1964"/>
                    </a:cubicBezTo>
                    <a:cubicBezTo>
                      <a:pt x="0" y="2065"/>
                      <a:pt x="111" y="2301"/>
                      <a:pt x="265" y="2301"/>
                    </a:cubicBezTo>
                    <a:cubicBezTo>
                      <a:pt x="293" y="2301"/>
                      <a:pt x="323" y="2293"/>
                      <a:pt x="353" y="2275"/>
                    </a:cubicBezTo>
                    <a:cubicBezTo>
                      <a:pt x="1524" y="1629"/>
                      <a:pt x="2720" y="983"/>
                      <a:pt x="3891" y="338"/>
                    </a:cubicBezTo>
                    <a:cubicBezTo>
                      <a:pt x="4053" y="237"/>
                      <a:pt x="3959" y="0"/>
                      <a:pt x="37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3139950" y="2260975"/>
                <a:ext cx="9000" cy="102225"/>
              </a:xfrm>
              <a:custGeom>
                <a:rect b="b" l="l" r="r" t="t"/>
                <a:pathLst>
                  <a:path extrusionOk="0" h="4089" w="360">
                    <a:moveTo>
                      <a:pt x="180" y="0"/>
                    </a:moveTo>
                    <a:cubicBezTo>
                      <a:pt x="91" y="0"/>
                      <a:pt x="1" y="60"/>
                      <a:pt x="1" y="180"/>
                    </a:cubicBezTo>
                    <a:lnTo>
                      <a:pt x="1" y="3909"/>
                    </a:lnTo>
                    <a:cubicBezTo>
                      <a:pt x="1" y="4029"/>
                      <a:pt x="91" y="4089"/>
                      <a:pt x="180" y="4089"/>
                    </a:cubicBezTo>
                    <a:cubicBezTo>
                      <a:pt x="270" y="4089"/>
                      <a:pt x="360" y="4029"/>
                      <a:pt x="360" y="3909"/>
                    </a:cubicBezTo>
                    <a:lnTo>
                      <a:pt x="360" y="180"/>
                    </a:lnTo>
                    <a:cubicBezTo>
                      <a:pt x="360" y="60"/>
                      <a:pt x="270" y="0"/>
                      <a:pt x="18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3083775" y="2301875"/>
                <a:ext cx="60475" cy="19425"/>
              </a:xfrm>
              <a:custGeom>
                <a:rect b="b" l="l" r="r" t="t"/>
                <a:pathLst>
                  <a:path extrusionOk="0" h="777" w="2419">
                    <a:moveTo>
                      <a:pt x="196" y="1"/>
                    </a:moveTo>
                    <a:cubicBezTo>
                      <a:pt x="1" y="1"/>
                      <a:pt x="8" y="337"/>
                      <a:pt x="216" y="361"/>
                    </a:cubicBezTo>
                    <a:cubicBezTo>
                      <a:pt x="885" y="384"/>
                      <a:pt x="1507" y="504"/>
                      <a:pt x="2128" y="767"/>
                    </a:cubicBezTo>
                    <a:cubicBezTo>
                      <a:pt x="2149" y="774"/>
                      <a:pt x="2168" y="777"/>
                      <a:pt x="2187" y="777"/>
                    </a:cubicBezTo>
                    <a:cubicBezTo>
                      <a:pt x="2359" y="777"/>
                      <a:pt x="2419" y="495"/>
                      <a:pt x="2224" y="408"/>
                    </a:cubicBezTo>
                    <a:cubicBezTo>
                      <a:pt x="1579" y="145"/>
                      <a:pt x="909" y="26"/>
                      <a:pt x="216" y="2"/>
                    </a:cubicBezTo>
                    <a:cubicBezTo>
                      <a:pt x="209" y="1"/>
                      <a:pt x="202" y="1"/>
                      <a:pt x="19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3082300" y="2249825"/>
                <a:ext cx="13450" cy="129900"/>
              </a:xfrm>
              <a:custGeom>
                <a:rect b="b" l="l" r="r" t="t"/>
                <a:pathLst>
                  <a:path extrusionOk="0" h="5196" w="538">
                    <a:moveTo>
                      <a:pt x="166" y="1"/>
                    </a:moveTo>
                    <a:cubicBezTo>
                      <a:pt x="79" y="1"/>
                      <a:pt x="0" y="55"/>
                      <a:pt x="12" y="171"/>
                    </a:cubicBezTo>
                    <a:cubicBezTo>
                      <a:pt x="131" y="1797"/>
                      <a:pt x="179" y="3399"/>
                      <a:pt x="84" y="5025"/>
                    </a:cubicBezTo>
                    <a:cubicBezTo>
                      <a:pt x="72" y="5141"/>
                      <a:pt x="157" y="5195"/>
                      <a:pt x="247" y="5195"/>
                    </a:cubicBezTo>
                    <a:cubicBezTo>
                      <a:pt x="341" y="5195"/>
                      <a:pt x="442" y="5135"/>
                      <a:pt x="442" y="5025"/>
                    </a:cubicBezTo>
                    <a:cubicBezTo>
                      <a:pt x="538" y="3399"/>
                      <a:pt x="514" y="1797"/>
                      <a:pt x="370" y="171"/>
                    </a:cubicBezTo>
                    <a:cubicBezTo>
                      <a:pt x="358" y="61"/>
                      <a:pt x="258" y="1"/>
                      <a:pt x="16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3851150" y="2076200"/>
                <a:ext cx="362800" cy="52250"/>
              </a:xfrm>
              <a:custGeom>
                <a:rect b="b" l="l" r="r" t="t"/>
                <a:pathLst>
                  <a:path extrusionOk="0" h="2090" w="14512">
                    <a:moveTo>
                      <a:pt x="6101" y="1"/>
                    </a:moveTo>
                    <a:cubicBezTo>
                      <a:pt x="4108" y="1"/>
                      <a:pt x="2113" y="297"/>
                      <a:pt x="195" y="900"/>
                    </a:cubicBezTo>
                    <a:cubicBezTo>
                      <a:pt x="0" y="965"/>
                      <a:pt x="60" y="1245"/>
                      <a:pt x="232" y="1245"/>
                    </a:cubicBezTo>
                    <a:cubicBezTo>
                      <a:pt x="250" y="1245"/>
                      <a:pt x="270" y="1242"/>
                      <a:pt x="291" y="1235"/>
                    </a:cubicBezTo>
                    <a:cubicBezTo>
                      <a:pt x="2184" y="647"/>
                      <a:pt x="4155" y="354"/>
                      <a:pt x="6125" y="354"/>
                    </a:cubicBezTo>
                    <a:cubicBezTo>
                      <a:pt x="8881" y="354"/>
                      <a:pt x="11633" y="928"/>
                      <a:pt x="14157" y="2072"/>
                    </a:cubicBezTo>
                    <a:cubicBezTo>
                      <a:pt x="14185" y="2084"/>
                      <a:pt x="14213" y="2090"/>
                      <a:pt x="14238" y="2090"/>
                    </a:cubicBezTo>
                    <a:cubicBezTo>
                      <a:pt x="14410" y="2090"/>
                      <a:pt x="14512" y="1844"/>
                      <a:pt x="14325" y="1761"/>
                    </a:cubicBezTo>
                    <a:cubicBezTo>
                      <a:pt x="11745" y="597"/>
                      <a:pt x="8926" y="1"/>
                      <a:pt x="610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4163825" y="2075825"/>
                <a:ext cx="69350" cy="65325"/>
              </a:xfrm>
              <a:custGeom>
                <a:rect b="b" l="l" r="r" t="t"/>
                <a:pathLst>
                  <a:path extrusionOk="0" h="2613" w="2774">
                    <a:moveTo>
                      <a:pt x="572" y="1"/>
                    </a:moveTo>
                    <a:cubicBezTo>
                      <a:pt x="430" y="1"/>
                      <a:pt x="301" y="188"/>
                      <a:pt x="431" y="317"/>
                    </a:cubicBezTo>
                    <a:cubicBezTo>
                      <a:pt x="1066" y="889"/>
                      <a:pt x="1645" y="1536"/>
                      <a:pt x="2168" y="2208"/>
                    </a:cubicBezTo>
                    <a:lnTo>
                      <a:pt x="2168" y="2208"/>
                    </a:lnTo>
                    <a:cubicBezTo>
                      <a:pt x="1518" y="2213"/>
                      <a:pt x="870" y="2230"/>
                      <a:pt x="240" y="2230"/>
                    </a:cubicBezTo>
                    <a:cubicBezTo>
                      <a:pt x="1" y="2254"/>
                      <a:pt x="1" y="2613"/>
                      <a:pt x="240" y="2613"/>
                    </a:cubicBezTo>
                    <a:cubicBezTo>
                      <a:pt x="981" y="2589"/>
                      <a:pt x="1746" y="2589"/>
                      <a:pt x="2511" y="2565"/>
                    </a:cubicBezTo>
                    <a:cubicBezTo>
                      <a:pt x="2654" y="2565"/>
                      <a:pt x="2774" y="2397"/>
                      <a:pt x="2678" y="2302"/>
                    </a:cubicBezTo>
                    <a:cubicBezTo>
                      <a:pt x="2081" y="1489"/>
                      <a:pt x="1435" y="748"/>
                      <a:pt x="694" y="54"/>
                    </a:cubicBezTo>
                    <a:cubicBezTo>
                      <a:pt x="656" y="17"/>
                      <a:pt x="614" y="1"/>
                      <a:pt x="57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4314450" y="2078150"/>
                <a:ext cx="112150" cy="164650"/>
              </a:xfrm>
              <a:custGeom>
                <a:rect b="b" l="l" r="r" t="t"/>
                <a:pathLst>
                  <a:path extrusionOk="0" h="6586" w="4486">
                    <a:moveTo>
                      <a:pt x="2841" y="1"/>
                    </a:moveTo>
                    <a:cubicBezTo>
                      <a:pt x="2254" y="1"/>
                      <a:pt x="1663" y="281"/>
                      <a:pt x="1220" y="679"/>
                    </a:cubicBezTo>
                    <a:cubicBezTo>
                      <a:pt x="407" y="1372"/>
                      <a:pt x="0" y="2520"/>
                      <a:pt x="72" y="3596"/>
                    </a:cubicBezTo>
                    <a:cubicBezTo>
                      <a:pt x="120" y="4647"/>
                      <a:pt x="622" y="5628"/>
                      <a:pt x="1531" y="6154"/>
                    </a:cubicBezTo>
                    <a:cubicBezTo>
                      <a:pt x="2008" y="6432"/>
                      <a:pt x="2544" y="6585"/>
                      <a:pt x="3073" y="6585"/>
                    </a:cubicBezTo>
                    <a:cubicBezTo>
                      <a:pt x="3499" y="6585"/>
                      <a:pt x="3920" y="6486"/>
                      <a:pt x="4304" y="6273"/>
                    </a:cubicBezTo>
                    <a:cubicBezTo>
                      <a:pt x="4485" y="6172"/>
                      <a:pt x="4378" y="5936"/>
                      <a:pt x="4225" y="5936"/>
                    </a:cubicBezTo>
                    <a:cubicBezTo>
                      <a:pt x="4196" y="5936"/>
                      <a:pt x="4167" y="5944"/>
                      <a:pt x="4137" y="5962"/>
                    </a:cubicBezTo>
                    <a:cubicBezTo>
                      <a:pt x="3803" y="6140"/>
                      <a:pt x="3441" y="6222"/>
                      <a:pt x="3079" y="6222"/>
                    </a:cubicBezTo>
                    <a:cubicBezTo>
                      <a:pt x="2610" y="6222"/>
                      <a:pt x="2139" y="6085"/>
                      <a:pt x="1722" y="5843"/>
                    </a:cubicBezTo>
                    <a:cubicBezTo>
                      <a:pt x="909" y="5365"/>
                      <a:pt x="479" y="4504"/>
                      <a:pt x="431" y="3596"/>
                    </a:cubicBezTo>
                    <a:cubicBezTo>
                      <a:pt x="383" y="2687"/>
                      <a:pt x="670" y="1707"/>
                      <a:pt x="1315" y="1061"/>
                    </a:cubicBezTo>
                    <a:cubicBezTo>
                      <a:pt x="1719" y="674"/>
                      <a:pt x="2285" y="363"/>
                      <a:pt x="2838" y="363"/>
                    </a:cubicBezTo>
                    <a:cubicBezTo>
                      <a:pt x="3105" y="363"/>
                      <a:pt x="3369" y="436"/>
                      <a:pt x="3611" y="607"/>
                    </a:cubicBezTo>
                    <a:cubicBezTo>
                      <a:pt x="3645" y="633"/>
                      <a:pt x="3679" y="644"/>
                      <a:pt x="3710" y="644"/>
                    </a:cubicBezTo>
                    <a:cubicBezTo>
                      <a:pt x="3851" y="644"/>
                      <a:pt x="3939" y="414"/>
                      <a:pt x="3802" y="296"/>
                    </a:cubicBezTo>
                    <a:cubicBezTo>
                      <a:pt x="3500" y="90"/>
                      <a:pt x="3171" y="1"/>
                      <a:pt x="284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4449525" y="2183275"/>
                <a:ext cx="55125" cy="62175"/>
              </a:xfrm>
              <a:custGeom>
                <a:rect b="b" l="l" r="r" t="t"/>
                <a:pathLst>
                  <a:path extrusionOk="0" h="2487" w="2205">
                    <a:moveTo>
                      <a:pt x="1544" y="1537"/>
                    </a:moveTo>
                    <a:lnTo>
                      <a:pt x="1544" y="1537"/>
                    </a:lnTo>
                    <a:cubicBezTo>
                      <a:pt x="1609" y="1698"/>
                      <a:pt x="1503" y="1901"/>
                      <a:pt x="1363" y="2020"/>
                    </a:cubicBezTo>
                    <a:cubicBezTo>
                      <a:pt x="1292" y="2076"/>
                      <a:pt x="1212" y="2100"/>
                      <a:pt x="1131" y="2100"/>
                    </a:cubicBezTo>
                    <a:cubicBezTo>
                      <a:pt x="1106" y="2100"/>
                      <a:pt x="1080" y="2098"/>
                      <a:pt x="1054" y="2093"/>
                    </a:cubicBezTo>
                    <a:lnTo>
                      <a:pt x="1054" y="2093"/>
                    </a:lnTo>
                    <a:cubicBezTo>
                      <a:pt x="1138" y="1847"/>
                      <a:pt x="1310" y="1648"/>
                      <a:pt x="1544" y="1537"/>
                    </a:cubicBezTo>
                    <a:close/>
                    <a:moveTo>
                      <a:pt x="625" y="0"/>
                    </a:moveTo>
                    <a:cubicBezTo>
                      <a:pt x="571" y="0"/>
                      <a:pt x="516" y="25"/>
                      <a:pt x="479" y="84"/>
                    </a:cubicBezTo>
                    <a:cubicBezTo>
                      <a:pt x="240" y="538"/>
                      <a:pt x="1" y="1064"/>
                      <a:pt x="144" y="1590"/>
                    </a:cubicBezTo>
                    <a:cubicBezTo>
                      <a:pt x="214" y="1871"/>
                      <a:pt x="400" y="2152"/>
                      <a:pt x="646" y="2309"/>
                    </a:cubicBezTo>
                    <a:lnTo>
                      <a:pt x="646" y="2309"/>
                    </a:lnTo>
                    <a:cubicBezTo>
                      <a:pt x="623" y="2428"/>
                      <a:pt x="707" y="2487"/>
                      <a:pt x="799" y="2487"/>
                    </a:cubicBezTo>
                    <a:cubicBezTo>
                      <a:pt x="851" y="2487"/>
                      <a:pt x="906" y="2468"/>
                      <a:pt x="946" y="2430"/>
                    </a:cubicBezTo>
                    <a:lnTo>
                      <a:pt x="946" y="2430"/>
                    </a:lnTo>
                    <a:cubicBezTo>
                      <a:pt x="1001" y="2442"/>
                      <a:pt x="1056" y="2448"/>
                      <a:pt x="1110" y="2448"/>
                    </a:cubicBezTo>
                    <a:cubicBezTo>
                      <a:pt x="1725" y="2448"/>
                      <a:pt x="2205" y="1686"/>
                      <a:pt x="1746" y="1184"/>
                    </a:cubicBezTo>
                    <a:cubicBezTo>
                      <a:pt x="1711" y="1149"/>
                      <a:pt x="1663" y="1126"/>
                      <a:pt x="1612" y="1126"/>
                    </a:cubicBezTo>
                    <a:cubicBezTo>
                      <a:pt x="1593" y="1126"/>
                      <a:pt x="1574" y="1129"/>
                      <a:pt x="1555" y="1136"/>
                    </a:cubicBezTo>
                    <a:cubicBezTo>
                      <a:pt x="1158" y="1280"/>
                      <a:pt x="883" y="1561"/>
                      <a:pt x="742" y="1926"/>
                    </a:cubicBezTo>
                    <a:lnTo>
                      <a:pt x="742" y="1926"/>
                    </a:lnTo>
                    <a:cubicBezTo>
                      <a:pt x="725" y="1911"/>
                      <a:pt x="709" y="1894"/>
                      <a:pt x="694" y="1877"/>
                    </a:cubicBezTo>
                    <a:cubicBezTo>
                      <a:pt x="264" y="1423"/>
                      <a:pt x="527" y="729"/>
                      <a:pt x="790" y="275"/>
                    </a:cubicBezTo>
                    <a:cubicBezTo>
                      <a:pt x="872" y="126"/>
                      <a:pt x="749" y="0"/>
                      <a:pt x="62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4520950" y="2060000"/>
                <a:ext cx="20350" cy="199950"/>
              </a:xfrm>
              <a:custGeom>
                <a:rect b="b" l="l" r="r" t="t"/>
                <a:pathLst>
                  <a:path extrusionOk="0" h="7998" w="814">
                    <a:moveTo>
                      <a:pt x="174" y="0"/>
                    </a:moveTo>
                    <a:cubicBezTo>
                      <a:pt x="84" y="0"/>
                      <a:pt x="1" y="54"/>
                      <a:pt x="13" y="162"/>
                    </a:cubicBezTo>
                    <a:cubicBezTo>
                      <a:pt x="156" y="2720"/>
                      <a:pt x="300" y="5278"/>
                      <a:pt x="443" y="7836"/>
                    </a:cubicBezTo>
                    <a:cubicBezTo>
                      <a:pt x="443" y="7944"/>
                      <a:pt x="539" y="7997"/>
                      <a:pt x="631" y="7997"/>
                    </a:cubicBezTo>
                    <a:cubicBezTo>
                      <a:pt x="724" y="7997"/>
                      <a:pt x="814" y="7944"/>
                      <a:pt x="802" y="7836"/>
                    </a:cubicBezTo>
                    <a:cubicBezTo>
                      <a:pt x="658" y="5278"/>
                      <a:pt x="515" y="2720"/>
                      <a:pt x="371" y="162"/>
                    </a:cubicBezTo>
                    <a:cubicBezTo>
                      <a:pt x="359" y="54"/>
                      <a:pt x="264" y="0"/>
                      <a:pt x="17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4487800" y="2142300"/>
                <a:ext cx="138675" cy="23975"/>
              </a:xfrm>
              <a:custGeom>
                <a:rect b="b" l="l" r="r" t="t"/>
                <a:pathLst>
                  <a:path extrusionOk="0" h="959" w="5547">
                    <a:moveTo>
                      <a:pt x="5351" y="0"/>
                    </a:moveTo>
                    <a:cubicBezTo>
                      <a:pt x="5345" y="0"/>
                      <a:pt x="5338" y="1"/>
                      <a:pt x="5331" y="1"/>
                    </a:cubicBezTo>
                    <a:cubicBezTo>
                      <a:pt x="3634" y="193"/>
                      <a:pt x="1912" y="408"/>
                      <a:pt x="215" y="599"/>
                    </a:cubicBezTo>
                    <a:cubicBezTo>
                      <a:pt x="7" y="622"/>
                      <a:pt x="0" y="959"/>
                      <a:pt x="195" y="959"/>
                    </a:cubicBezTo>
                    <a:cubicBezTo>
                      <a:pt x="201" y="959"/>
                      <a:pt x="208" y="959"/>
                      <a:pt x="215" y="958"/>
                    </a:cubicBezTo>
                    <a:cubicBezTo>
                      <a:pt x="1912" y="767"/>
                      <a:pt x="3634" y="575"/>
                      <a:pt x="5331" y="360"/>
                    </a:cubicBezTo>
                    <a:cubicBezTo>
                      <a:pt x="5540" y="337"/>
                      <a:pt x="5546" y="0"/>
                      <a:pt x="535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4566975" y="2074925"/>
                <a:ext cx="17650" cy="195025"/>
              </a:xfrm>
              <a:custGeom>
                <a:rect b="b" l="l" r="r" t="t"/>
                <a:pathLst>
                  <a:path extrusionOk="0" h="7801" w="706">
                    <a:moveTo>
                      <a:pt x="183" y="1"/>
                    </a:moveTo>
                    <a:cubicBezTo>
                      <a:pt x="90" y="1"/>
                      <a:pt x="1" y="55"/>
                      <a:pt x="13" y="162"/>
                    </a:cubicBezTo>
                    <a:cubicBezTo>
                      <a:pt x="108" y="2649"/>
                      <a:pt x="228" y="5135"/>
                      <a:pt x="347" y="7622"/>
                    </a:cubicBezTo>
                    <a:cubicBezTo>
                      <a:pt x="347" y="7741"/>
                      <a:pt x="437" y="7801"/>
                      <a:pt x="527" y="7801"/>
                    </a:cubicBezTo>
                    <a:cubicBezTo>
                      <a:pt x="616" y="7801"/>
                      <a:pt x="706" y="7741"/>
                      <a:pt x="706" y="7622"/>
                    </a:cubicBezTo>
                    <a:cubicBezTo>
                      <a:pt x="586" y="5135"/>
                      <a:pt x="491" y="2649"/>
                      <a:pt x="371" y="162"/>
                    </a:cubicBezTo>
                    <a:cubicBezTo>
                      <a:pt x="371" y="55"/>
                      <a:pt x="276" y="1"/>
                      <a:pt x="18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4594175" y="2200750"/>
                <a:ext cx="64175" cy="55675"/>
              </a:xfrm>
              <a:custGeom>
                <a:rect b="b" l="l" r="r" t="t"/>
                <a:pathLst>
                  <a:path extrusionOk="0" h="2227" w="2567">
                    <a:moveTo>
                      <a:pt x="1853" y="1092"/>
                    </a:moveTo>
                    <a:lnTo>
                      <a:pt x="1853" y="1092"/>
                    </a:lnTo>
                    <a:cubicBezTo>
                      <a:pt x="1973" y="1413"/>
                      <a:pt x="1767" y="1734"/>
                      <a:pt x="1462" y="1830"/>
                    </a:cubicBezTo>
                    <a:lnTo>
                      <a:pt x="1462" y="1830"/>
                    </a:lnTo>
                    <a:cubicBezTo>
                      <a:pt x="1489" y="1537"/>
                      <a:pt x="1622" y="1277"/>
                      <a:pt x="1853" y="1092"/>
                    </a:cubicBezTo>
                    <a:close/>
                    <a:moveTo>
                      <a:pt x="793" y="0"/>
                    </a:moveTo>
                    <a:cubicBezTo>
                      <a:pt x="751" y="0"/>
                      <a:pt x="708" y="16"/>
                      <a:pt x="670" y="54"/>
                    </a:cubicBezTo>
                    <a:cubicBezTo>
                      <a:pt x="0" y="676"/>
                      <a:pt x="24" y="1895"/>
                      <a:pt x="1005" y="2182"/>
                    </a:cubicBezTo>
                    <a:cubicBezTo>
                      <a:pt x="1099" y="2213"/>
                      <a:pt x="1193" y="2227"/>
                      <a:pt x="1285" y="2227"/>
                    </a:cubicBezTo>
                    <a:cubicBezTo>
                      <a:pt x="1987" y="2227"/>
                      <a:pt x="2567" y="1403"/>
                      <a:pt x="2080" y="748"/>
                    </a:cubicBezTo>
                    <a:cubicBezTo>
                      <a:pt x="2029" y="696"/>
                      <a:pt x="1965" y="657"/>
                      <a:pt x="1897" y="657"/>
                    </a:cubicBezTo>
                    <a:cubicBezTo>
                      <a:pt x="1871" y="657"/>
                      <a:pt x="1844" y="663"/>
                      <a:pt x="1817" y="676"/>
                    </a:cubicBezTo>
                    <a:cubicBezTo>
                      <a:pt x="1392" y="931"/>
                      <a:pt x="1136" y="1339"/>
                      <a:pt x="1086" y="1830"/>
                    </a:cubicBezTo>
                    <a:lnTo>
                      <a:pt x="1086" y="1830"/>
                    </a:lnTo>
                    <a:cubicBezTo>
                      <a:pt x="1043" y="1817"/>
                      <a:pt x="1000" y="1799"/>
                      <a:pt x="957" y="1776"/>
                    </a:cubicBezTo>
                    <a:cubicBezTo>
                      <a:pt x="359" y="1465"/>
                      <a:pt x="503" y="700"/>
                      <a:pt x="933" y="293"/>
                    </a:cubicBezTo>
                    <a:cubicBezTo>
                      <a:pt x="1062" y="183"/>
                      <a:pt x="935" y="0"/>
                      <a:pt x="79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2"/>
            <p:cNvGrpSpPr/>
            <p:nvPr/>
          </p:nvGrpSpPr>
          <p:grpSpPr>
            <a:xfrm>
              <a:off x="6149938" y="2247100"/>
              <a:ext cx="821250" cy="649275"/>
              <a:chOff x="4388575" y="3544450"/>
              <a:chExt cx="821250" cy="649275"/>
            </a:xfrm>
          </p:grpSpPr>
          <p:sp>
            <p:nvSpPr>
              <p:cNvPr id="136" name="Google Shape;136;p2"/>
              <p:cNvSpPr/>
              <p:nvPr/>
            </p:nvSpPr>
            <p:spPr>
              <a:xfrm>
                <a:off x="4393575" y="3811375"/>
                <a:ext cx="164500" cy="116000"/>
              </a:xfrm>
              <a:custGeom>
                <a:rect b="b" l="l" r="r" t="t"/>
                <a:pathLst>
                  <a:path extrusionOk="0" h="4640" w="6580">
                    <a:moveTo>
                      <a:pt x="6332" y="1"/>
                    </a:moveTo>
                    <a:cubicBezTo>
                      <a:pt x="6300" y="1"/>
                      <a:pt x="6266" y="12"/>
                      <a:pt x="6231" y="38"/>
                    </a:cubicBezTo>
                    <a:cubicBezTo>
                      <a:pt x="4223" y="1448"/>
                      <a:pt x="2191" y="2859"/>
                      <a:pt x="159" y="4293"/>
                    </a:cubicBezTo>
                    <a:cubicBezTo>
                      <a:pt x="0" y="4392"/>
                      <a:pt x="104" y="4639"/>
                      <a:pt x="254" y="4639"/>
                    </a:cubicBezTo>
                    <a:cubicBezTo>
                      <a:pt x="284" y="4639"/>
                      <a:pt x="317" y="4629"/>
                      <a:pt x="350" y="4604"/>
                    </a:cubicBezTo>
                    <a:cubicBezTo>
                      <a:pt x="2358" y="3194"/>
                      <a:pt x="4390" y="1759"/>
                      <a:pt x="6423" y="348"/>
                    </a:cubicBezTo>
                    <a:cubicBezTo>
                      <a:pt x="6579" y="231"/>
                      <a:pt x="6479" y="1"/>
                      <a:pt x="633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4388575" y="3919000"/>
                <a:ext cx="15850" cy="163200"/>
              </a:xfrm>
              <a:custGeom>
                <a:rect b="b" l="l" r="r" t="t"/>
                <a:pathLst>
                  <a:path extrusionOk="0" h="6528" w="634">
                    <a:moveTo>
                      <a:pt x="179" y="0"/>
                    </a:moveTo>
                    <a:cubicBezTo>
                      <a:pt x="90" y="0"/>
                      <a:pt x="0" y="60"/>
                      <a:pt x="0" y="180"/>
                    </a:cubicBezTo>
                    <a:cubicBezTo>
                      <a:pt x="24" y="2236"/>
                      <a:pt x="120" y="4292"/>
                      <a:pt x="263" y="6348"/>
                    </a:cubicBezTo>
                    <a:cubicBezTo>
                      <a:pt x="263" y="6467"/>
                      <a:pt x="359" y="6527"/>
                      <a:pt x="451" y="6527"/>
                    </a:cubicBezTo>
                    <a:cubicBezTo>
                      <a:pt x="544" y="6527"/>
                      <a:pt x="634" y="6467"/>
                      <a:pt x="622" y="6348"/>
                    </a:cubicBezTo>
                    <a:cubicBezTo>
                      <a:pt x="478" y="4292"/>
                      <a:pt x="383" y="2236"/>
                      <a:pt x="359" y="180"/>
                    </a:cubicBezTo>
                    <a:cubicBezTo>
                      <a:pt x="359" y="60"/>
                      <a:pt x="269" y="0"/>
                      <a:pt x="17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4550800" y="3811375"/>
                <a:ext cx="168775" cy="118175"/>
              </a:xfrm>
              <a:custGeom>
                <a:rect b="b" l="l" r="r" t="t"/>
                <a:pathLst>
                  <a:path extrusionOk="0" h="4727" w="6751">
                    <a:moveTo>
                      <a:pt x="248" y="1"/>
                    </a:moveTo>
                    <a:cubicBezTo>
                      <a:pt x="101" y="1"/>
                      <a:pt x="1" y="231"/>
                      <a:pt x="158" y="348"/>
                    </a:cubicBezTo>
                    <a:cubicBezTo>
                      <a:pt x="2238" y="1807"/>
                      <a:pt x="4341" y="3241"/>
                      <a:pt x="6421" y="4700"/>
                    </a:cubicBezTo>
                    <a:cubicBezTo>
                      <a:pt x="6451" y="4718"/>
                      <a:pt x="6481" y="4727"/>
                      <a:pt x="6508" y="4727"/>
                    </a:cubicBezTo>
                    <a:cubicBezTo>
                      <a:pt x="6656" y="4727"/>
                      <a:pt x="6750" y="4490"/>
                      <a:pt x="6589" y="4389"/>
                    </a:cubicBezTo>
                    <a:cubicBezTo>
                      <a:pt x="4509" y="2931"/>
                      <a:pt x="2429" y="1496"/>
                      <a:pt x="349" y="38"/>
                    </a:cubicBezTo>
                    <a:cubicBezTo>
                      <a:pt x="314" y="12"/>
                      <a:pt x="280" y="1"/>
                      <a:pt x="24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4393500" y="4077600"/>
                <a:ext cx="164675" cy="116125"/>
              </a:xfrm>
              <a:custGeom>
                <a:rect b="b" l="l" r="r" t="t"/>
                <a:pathLst>
                  <a:path extrusionOk="0" h="4645" w="6587">
                    <a:moveTo>
                      <a:pt x="265" y="1"/>
                    </a:moveTo>
                    <a:cubicBezTo>
                      <a:pt x="111" y="1"/>
                      <a:pt x="0" y="238"/>
                      <a:pt x="162" y="339"/>
                    </a:cubicBezTo>
                    <a:cubicBezTo>
                      <a:pt x="2194" y="1773"/>
                      <a:pt x="4226" y="3184"/>
                      <a:pt x="6234" y="4618"/>
                    </a:cubicBezTo>
                    <a:cubicBezTo>
                      <a:pt x="6264" y="4637"/>
                      <a:pt x="6294" y="4645"/>
                      <a:pt x="6323" y="4645"/>
                    </a:cubicBezTo>
                    <a:cubicBezTo>
                      <a:pt x="6476" y="4645"/>
                      <a:pt x="6587" y="4408"/>
                      <a:pt x="6426" y="4307"/>
                    </a:cubicBezTo>
                    <a:cubicBezTo>
                      <a:pt x="4393" y="2873"/>
                      <a:pt x="2361" y="1462"/>
                      <a:pt x="353" y="28"/>
                    </a:cubicBezTo>
                    <a:cubicBezTo>
                      <a:pt x="323" y="9"/>
                      <a:pt x="293" y="1"/>
                      <a:pt x="26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4550700" y="4078600"/>
                <a:ext cx="174775" cy="115125"/>
              </a:xfrm>
              <a:custGeom>
                <a:rect b="b" l="l" r="r" t="t"/>
                <a:pathLst>
                  <a:path extrusionOk="0" h="4605" w="6991">
                    <a:moveTo>
                      <a:pt x="6737" y="0"/>
                    </a:moveTo>
                    <a:cubicBezTo>
                      <a:pt x="6706" y="0"/>
                      <a:pt x="6673" y="11"/>
                      <a:pt x="6641" y="36"/>
                    </a:cubicBezTo>
                    <a:cubicBezTo>
                      <a:pt x="4537" y="1518"/>
                      <a:pt x="2265" y="2785"/>
                      <a:pt x="162" y="4267"/>
                    </a:cubicBezTo>
                    <a:cubicBezTo>
                      <a:pt x="0" y="4368"/>
                      <a:pt x="111" y="4605"/>
                      <a:pt x="264" y="4605"/>
                    </a:cubicBezTo>
                    <a:cubicBezTo>
                      <a:pt x="293" y="4605"/>
                      <a:pt x="323" y="4597"/>
                      <a:pt x="353" y="4578"/>
                    </a:cubicBezTo>
                    <a:cubicBezTo>
                      <a:pt x="2457" y="3096"/>
                      <a:pt x="4704" y="1829"/>
                      <a:pt x="6832" y="346"/>
                    </a:cubicBezTo>
                    <a:cubicBezTo>
                      <a:pt x="6990" y="247"/>
                      <a:pt x="6886" y="0"/>
                      <a:pt x="673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4710725" y="3919000"/>
                <a:ext cx="16750" cy="163950"/>
              </a:xfrm>
              <a:custGeom>
                <a:rect b="b" l="l" r="r" t="t"/>
                <a:pathLst>
                  <a:path extrusionOk="0" h="6558" w="670">
                    <a:moveTo>
                      <a:pt x="204" y="0"/>
                    </a:moveTo>
                    <a:cubicBezTo>
                      <a:pt x="114" y="0"/>
                      <a:pt x="24" y="60"/>
                      <a:pt x="24" y="180"/>
                    </a:cubicBezTo>
                    <a:cubicBezTo>
                      <a:pt x="1" y="2260"/>
                      <a:pt x="311" y="4316"/>
                      <a:pt x="168" y="6396"/>
                    </a:cubicBezTo>
                    <a:cubicBezTo>
                      <a:pt x="156" y="6503"/>
                      <a:pt x="246" y="6557"/>
                      <a:pt x="338" y="6557"/>
                    </a:cubicBezTo>
                    <a:cubicBezTo>
                      <a:pt x="431" y="6557"/>
                      <a:pt x="527" y="6503"/>
                      <a:pt x="527" y="6396"/>
                    </a:cubicBezTo>
                    <a:cubicBezTo>
                      <a:pt x="670" y="4316"/>
                      <a:pt x="359" y="2260"/>
                      <a:pt x="383" y="180"/>
                    </a:cubicBezTo>
                    <a:cubicBezTo>
                      <a:pt x="383" y="60"/>
                      <a:pt x="293" y="0"/>
                      <a:pt x="20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4741200" y="3935125"/>
                <a:ext cx="13475" cy="139900"/>
              </a:xfrm>
              <a:custGeom>
                <a:rect b="b" l="l" r="r" t="t"/>
                <a:pathLst>
                  <a:path extrusionOk="0" h="5596" w="539">
                    <a:moveTo>
                      <a:pt x="201" y="1"/>
                    </a:moveTo>
                    <a:cubicBezTo>
                      <a:pt x="108" y="1"/>
                      <a:pt x="13" y="61"/>
                      <a:pt x="1" y="180"/>
                    </a:cubicBezTo>
                    <a:cubicBezTo>
                      <a:pt x="1" y="1925"/>
                      <a:pt x="73" y="3671"/>
                      <a:pt x="168" y="5416"/>
                    </a:cubicBezTo>
                    <a:cubicBezTo>
                      <a:pt x="180" y="5536"/>
                      <a:pt x="276" y="5595"/>
                      <a:pt x="365" y="5595"/>
                    </a:cubicBezTo>
                    <a:cubicBezTo>
                      <a:pt x="455" y="5595"/>
                      <a:pt x="539" y="5536"/>
                      <a:pt x="527" y="5416"/>
                    </a:cubicBezTo>
                    <a:cubicBezTo>
                      <a:pt x="431" y="3671"/>
                      <a:pt x="360" y="1925"/>
                      <a:pt x="383" y="180"/>
                    </a:cubicBezTo>
                    <a:cubicBezTo>
                      <a:pt x="383" y="61"/>
                      <a:pt x="294" y="1"/>
                      <a:pt x="20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4767500" y="3935125"/>
                <a:ext cx="13475" cy="139900"/>
              </a:xfrm>
              <a:custGeom>
                <a:rect b="b" l="l" r="r" t="t"/>
                <a:pathLst>
                  <a:path extrusionOk="0" h="5596" w="539">
                    <a:moveTo>
                      <a:pt x="201" y="1"/>
                    </a:moveTo>
                    <a:cubicBezTo>
                      <a:pt x="108" y="1"/>
                      <a:pt x="13" y="61"/>
                      <a:pt x="1" y="180"/>
                    </a:cubicBezTo>
                    <a:cubicBezTo>
                      <a:pt x="1" y="1925"/>
                      <a:pt x="73" y="3671"/>
                      <a:pt x="168" y="5416"/>
                    </a:cubicBezTo>
                    <a:cubicBezTo>
                      <a:pt x="180" y="5536"/>
                      <a:pt x="276" y="5595"/>
                      <a:pt x="365" y="5595"/>
                    </a:cubicBezTo>
                    <a:cubicBezTo>
                      <a:pt x="455" y="5595"/>
                      <a:pt x="539" y="5536"/>
                      <a:pt x="527" y="5416"/>
                    </a:cubicBezTo>
                    <a:cubicBezTo>
                      <a:pt x="431" y="3671"/>
                      <a:pt x="359" y="1925"/>
                      <a:pt x="383" y="180"/>
                    </a:cubicBezTo>
                    <a:cubicBezTo>
                      <a:pt x="383" y="61"/>
                      <a:pt x="294" y="1"/>
                      <a:pt x="20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4903175" y="3672000"/>
                <a:ext cx="13475" cy="139575"/>
              </a:xfrm>
              <a:custGeom>
                <a:rect b="b" l="l" r="r" t="t"/>
                <a:pathLst>
                  <a:path extrusionOk="0" h="5583" w="539">
                    <a:moveTo>
                      <a:pt x="204" y="0"/>
                    </a:moveTo>
                    <a:cubicBezTo>
                      <a:pt x="115" y="0"/>
                      <a:pt x="25" y="54"/>
                      <a:pt x="25" y="162"/>
                    </a:cubicBezTo>
                    <a:cubicBezTo>
                      <a:pt x="1" y="1907"/>
                      <a:pt x="73" y="3676"/>
                      <a:pt x="168" y="5421"/>
                    </a:cubicBezTo>
                    <a:cubicBezTo>
                      <a:pt x="180" y="5529"/>
                      <a:pt x="276" y="5583"/>
                      <a:pt x="366" y="5583"/>
                    </a:cubicBezTo>
                    <a:cubicBezTo>
                      <a:pt x="455" y="5583"/>
                      <a:pt x="539" y="5529"/>
                      <a:pt x="527" y="5421"/>
                    </a:cubicBezTo>
                    <a:cubicBezTo>
                      <a:pt x="431" y="3676"/>
                      <a:pt x="360" y="1907"/>
                      <a:pt x="384" y="162"/>
                    </a:cubicBezTo>
                    <a:cubicBezTo>
                      <a:pt x="384" y="54"/>
                      <a:pt x="294" y="0"/>
                      <a:pt x="20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4869375" y="3544450"/>
                <a:ext cx="171150" cy="117575"/>
              </a:xfrm>
              <a:custGeom>
                <a:rect b="b" l="l" r="r" t="t"/>
                <a:pathLst>
                  <a:path extrusionOk="0" h="4703" w="6846">
                    <a:moveTo>
                      <a:pt x="6582" y="1"/>
                    </a:moveTo>
                    <a:cubicBezTo>
                      <a:pt x="6553" y="1"/>
                      <a:pt x="6523" y="9"/>
                      <a:pt x="6493" y="28"/>
                    </a:cubicBezTo>
                    <a:cubicBezTo>
                      <a:pt x="4389" y="1510"/>
                      <a:pt x="2238" y="2897"/>
                      <a:pt x="158" y="4355"/>
                    </a:cubicBezTo>
                    <a:cubicBezTo>
                      <a:pt x="1" y="4473"/>
                      <a:pt x="101" y="4703"/>
                      <a:pt x="248" y="4703"/>
                    </a:cubicBezTo>
                    <a:cubicBezTo>
                      <a:pt x="280" y="4703"/>
                      <a:pt x="314" y="4692"/>
                      <a:pt x="349" y="4666"/>
                    </a:cubicBezTo>
                    <a:cubicBezTo>
                      <a:pt x="2429" y="3208"/>
                      <a:pt x="4581" y="1821"/>
                      <a:pt x="6684" y="339"/>
                    </a:cubicBezTo>
                    <a:cubicBezTo>
                      <a:pt x="6846" y="238"/>
                      <a:pt x="6735" y="1"/>
                      <a:pt x="658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4870900" y="3652425"/>
                <a:ext cx="15275" cy="162975"/>
              </a:xfrm>
              <a:custGeom>
                <a:rect b="b" l="l" r="r" t="t"/>
                <a:pathLst>
                  <a:path extrusionOk="0" h="6519" w="611">
                    <a:moveTo>
                      <a:pt x="180" y="0"/>
                    </a:moveTo>
                    <a:cubicBezTo>
                      <a:pt x="91" y="0"/>
                      <a:pt x="1" y="60"/>
                      <a:pt x="1" y="180"/>
                    </a:cubicBezTo>
                    <a:cubicBezTo>
                      <a:pt x="25" y="2236"/>
                      <a:pt x="97" y="4292"/>
                      <a:pt x="240" y="6348"/>
                    </a:cubicBezTo>
                    <a:cubicBezTo>
                      <a:pt x="252" y="6458"/>
                      <a:pt x="353" y="6518"/>
                      <a:pt x="444" y="6518"/>
                    </a:cubicBezTo>
                    <a:cubicBezTo>
                      <a:pt x="531" y="6518"/>
                      <a:pt x="610" y="6464"/>
                      <a:pt x="599" y="6348"/>
                    </a:cubicBezTo>
                    <a:cubicBezTo>
                      <a:pt x="455" y="4292"/>
                      <a:pt x="383" y="2236"/>
                      <a:pt x="360" y="180"/>
                    </a:cubicBezTo>
                    <a:cubicBezTo>
                      <a:pt x="360" y="60"/>
                      <a:pt x="270" y="0"/>
                      <a:pt x="18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5033050" y="3544450"/>
                <a:ext cx="170550" cy="117575"/>
              </a:xfrm>
              <a:custGeom>
                <a:rect b="b" l="l" r="r" t="t"/>
                <a:pathLst>
                  <a:path extrusionOk="0" h="4703" w="6822">
                    <a:moveTo>
                      <a:pt x="242" y="1"/>
                    </a:moveTo>
                    <a:cubicBezTo>
                      <a:pt x="94" y="1"/>
                      <a:pt x="0" y="238"/>
                      <a:pt x="161" y="339"/>
                    </a:cubicBezTo>
                    <a:cubicBezTo>
                      <a:pt x="2241" y="1821"/>
                      <a:pt x="4393" y="3208"/>
                      <a:pt x="6497" y="4666"/>
                    </a:cubicBezTo>
                    <a:cubicBezTo>
                      <a:pt x="6532" y="4692"/>
                      <a:pt x="6565" y="4703"/>
                      <a:pt x="6596" y="4703"/>
                    </a:cubicBezTo>
                    <a:cubicBezTo>
                      <a:pt x="6737" y="4703"/>
                      <a:pt x="6821" y="4473"/>
                      <a:pt x="6664" y="4355"/>
                    </a:cubicBezTo>
                    <a:cubicBezTo>
                      <a:pt x="4584" y="2897"/>
                      <a:pt x="2433" y="1510"/>
                      <a:pt x="329" y="28"/>
                    </a:cubicBezTo>
                    <a:cubicBezTo>
                      <a:pt x="299" y="9"/>
                      <a:pt x="269" y="1"/>
                      <a:pt x="24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4875925" y="3810825"/>
                <a:ext cx="164500" cy="116000"/>
              </a:xfrm>
              <a:custGeom>
                <a:rect b="b" l="l" r="r" t="t"/>
                <a:pathLst>
                  <a:path extrusionOk="0" h="4640" w="6580">
                    <a:moveTo>
                      <a:pt x="231" y="1"/>
                    </a:moveTo>
                    <a:cubicBezTo>
                      <a:pt x="88" y="1"/>
                      <a:pt x="0" y="248"/>
                      <a:pt x="159" y="347"/>
                    </a:cubicBezTo>
                    <a:cubicBezTo>
                      <a:pt x="2191" y="1781"/>
                      <a:pt x="4199" y="3192"/>
                      <a:pt x="6231" y="4602"/>
                    </a:cubicBezTo>
                    <a:cubicBezTo>
                      <a:pt x="6266" y="4628"/>
                      <a:pt x="6300" y="4639"/>
                      <a:pt x="6332" y="4639"/>
                    </a:cubicBezTo>
                    <a:cubicBezTo>
                      <a:pt x="6479" y="4639"/>
                      <a:pt x="6579" y="4409"/>
                      <a:pt x="6422" y="4291"/>
                    </a:cubicBezTo>
                    <a:cubicBezTo>
                      <a:pt x="4390" y="2881"/>
                      <a:pt x="2358" y="1446"/>
                      <a:pt x="326" y="36"/>
                    </a:cubicBezTo>
                    <a:cubicBezTo>
                      <a:pt x="293" y="11"/>
                      <a:pt x="261" y="1"/>
                      <a:pt x="23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5037225" y="3811975"/>
                <a:ext cx="169950" cy="113400"/>
              </a:xfrm>
              <a:custGeom>
                <a:rect b="b" l="l" r="r" t="t"/>
                <a:pathLst>
                  <a:path extrusionOk="0" h="4536" w="6798">
                    <a:moveTo>
                      <a:pt x="6573" y="1"/>
                    </a:moveTo>
                    <a:cubicBezTo>
                      <a:pt x="6542" y="1"/>
                      <a:pt x="6508" y="12"/>
                      <a:pt x="6474" y="38"/>
                    </a:cubicBezTo>
                    <a:cubicBezTo>
                      <a:pt x="4394" y="1472"/>
                      <a:pt x="2242" y="2739"/>
                      <a:pt x="162" y="4198"/>
                    </a:cubicBezTo>
                    <a:cubicBezTo>
                      <a:pt x="0" y="4298"/>
                      <a:pt x="111" y="4535"/>
                      <a:pt x="265" y="4535"/>
                    </a:cubicBezTo>
                    <a:cubicBezTo>
                      <a:pt x="293" y="4535"/>
                      <a:pt x="323" y="4527"/>
                      <a:pt x="353" y="4508"/>
                    </a:cubicBezTo>
                    <a:cubicBezTo>
                      <a:pt x="2409" y="3074"/>
                      <a:pt x="4585" y="1783"/>
                      <a:pt x="6641" y="348"/>
                    </a:cubicBezTo>
                    <a:cubicBezTo>
                      <a:pt x="6798" y="231"/>
                      <a:pt x="6713" y="1"/>
                      <a:pt x="657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5193075" y="3652425"/>
                <a:ext cx="16750" cy="163800"/>
              </a:xfrm>
              <a:custGeom>
                <a:rect b="b" l="l" r="r" t="t"/>
                <a:pathLst>
                  <a:path extrusionOk="0" h="6552" w="670">
                    <a:moveTo>
                      <a:pt x="180" y="0"/>
                    </a:moveTo>
                    <a:cubicBezTo>
                      <a:pt x="90" y="0"/>
                      <a:pt x="0" y="60"/>
                      <a:pt x="0" y="180"/>
                    </a:cubicBezTo>
                    <a:cubicBezTo>
                      <a:pt x="0" y="2236"/>
                      <a:pt x="311" y="4316"/>
                      <a:pt x="168" y="6372"/>
                    </a:cubicBezTo>
                    <a:cubicBezTo>
                      <a:pt x="156" y="6491"/>
                      <a:pt x="240" y="6551"/>
                      <a:pt x="329" y="6551"/>
                    </a:cubicBezTo>
                    <a:cubicBezTo>
                      <a:pt x="419" y="6551"/>
                      <a:pt x="514" y="6491"/>
                      <a:pt x="526" y="6372"/>
                    </a:cubicBezTo>
                    <a:cubicBezTo>
                      <a:pt x="670" y="4316"/>
                      <a:pt x="359" y="2236"/>
                      <a:pt x="359" y="180"/>
                    </a:cubicBezTo>
                    <a:cubicBezTo>
                      <a:pt x="359" y="60"/>
                      <a:pt x="269" y="0"/>
                      <a:pt x="18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4709075" y="3811375"/>
                <a:ext cx="172950" cy="118175"/>
              </a:xfrm>
              <a:custGeom>
                <a:rect b="b" l="l" r="r" t="t"/>
                <a:pathLst>
                  <a:path extrusionOk="0" h="4727" w="6918">
                    <a:moveTo>
                      <a:pt x="6693" y="1"/>
                    </a:moveTo>
                    <a:cubicBezTo>
                      <a:pt x="6662" y="1"/>
                      <a:pt x="6628" y="12"/>
                      <a:pt x="6593" y="38"/>
                    </a:cubicBezTo>
                    <a:cubicBezTo>
                      <a:pt x="4466" y="1520"/>
                      <a:pt x="2290" y="2907"/>
                      <a:pt x="162" y="4389"/>
                    </a:cubicBezTo>
                    <a:cubicBezTo>
                      <a:pt x="1" y="4490"/>
                      <a:pt x="112" y="4727"/>
                      <a:pt x="265" y="4727"/>
                    </a:cubicBezTo>
                    <a:cubicBezTo>
                      <a:pt x="294" y="4727"/>
                      <a:pt x="324" y="4718"/>
                      <a:pt x="353" y="4700"/>
                    </a:cubicBezTo>
                    <a:cubicBezTo>
                      <a:pt x="2457" y="3217"/>
                      <a:pt x="4657" y="1831"/>
                      <a:pt x="6761" y="348"/>
                    </a:cubicBezTo>
                    <a:cubicBezTo>
                      <a:pt x="6918" y="231"/>
                      <a:pt x="6833" y="1"/>
                      <a:pt x="669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4874750" y="3811375"/>
                <a:ext cx="164525" cy="116000"/>
              </a:xfrm>
              <a:custGeom>
                <a:rect b="b" l="l" r="r" t="t"/>
                <a:pathLst>
                  <a:path extrusionOk="0" h="4640" w="6581">
                    <a:moveTo>
                      <a:pt x="248" y="1"/>
                    </a:moveTo>
                    <a:cubicBezTo>
                      <a:pt x="101" y="1"/>
                      <a:pt x="1" y="231"/>
                      <a:pt x="158" y="348"/>
                    </a:cubicBezTo>
                    <a:cubicBezTo>
                      <a:pt x="2190" y="1759"/>
                      <a:pt x="4222" y="3194"/>
                      <a:pt x="6230" y="4604"/>
                    </a:cubicBezTo>
                    <a:cubicBezTo>
                      <a:pt x="6263" y="4629"/>
                      <a:pt x="6296" y="4639"/>
                      <a:pt x="6327" y="4639"/>
                    </a:cubicBezTo>
                    <a:cubicBezTo>
                      <a:pt x="6476" y="4639"/>
                      <a:pt x="6580" y="4392"/>
                      <a:pt x="6422" y="4293"/>
                    </a:cubicBezTo>
                    <a:cubicBezTo>
                      <a:pt x="4389" y="2859"/>
                      <a:pt x="2381" y="1448"/>
                      <a:pt x="349" y="38"/>
                    </a:cubicBezTo>
                    <a:cubicBezTo>
                      <a:pt x="315" y="12"/>
                      <a:pt x="280" y="1"/>
                      <a:pt x="24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p:nvPr/>
            </p:nvSpPr>
            <p:spPr>
              <a:xfrm>
                <a:off x="4717950" y="4077600"/>
                <a:ext cx="164200" cy="116125"/>
              </a:xfrm>
              <a:custGeom>
                <a:rect b="b" l="l" r="r" t="t"/>
                <a:pathLst>
                  <a:path extrusionOk="0" h="4645" w="6568">
                    <a:moveTo>
                      <a:pt x="246" y="1"/>
                    </a:moveTo>
                    <a:cubicBezTo>
                      <a:pt x="98" y="1"/>
                      <a:pt x="1" y="238"/>
                      <a:pt x="142" y="339"/>
                    </a:cubicBezTo>
                    <a:cubicBezTo>
                      <a:pt x="2174" y="1773"/>
                      <a:pt x="4206" y="3184"/>
                      <a:pt x="6238" y="4618"/>
                    </a:cubicBezTo>
                    <a:cubicBezTo>
                      <a:pt x="6268" y="4637"/>
                      <a:pt x="6298" y="4645"/>
                      <a:pt x="6325" y="4645"/>
                    </a:cubicBezTo>
                    <a:cubicBezTo>
                      <a:pt x="6473" y="4645"/>
                      <a:pt x="6567" y="4408"/>
                      <a:pt x="6406" y="4307"/>
                    </a:cubicBezTo>
                    <a:cubicBezTo>
                      <a:pt x="4398" y="2873"/>
                      <a:pt x="2365" y="1462"/>
                      <a:pt x="333" y="28"/>
                    </a:cubicBezTo>
                    <a:cubicBezTo>
                      <a:pt x="303" y="9"/>
                      <a:pt x="274" y="1"/>
                      <a:pt x="24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4874650" y="4077600"/>
                <a:ext cx="164675" cy="116125"/>
              </a:xfrm>
              <a:custGeom>
                <a:rect b="b" l="l" r="r" t="t"/>
                <a:pathLst>
                  <a:path extrusionOk="0" h="4645" w="6587">
                    <a:moveTo>
                      <a:pt x="6323" y="1"/>
                    </a:moveTo>
                    <a:cubicBezTo>
                      <a:pt x="6294" y="1"/>
                      <a:pt x="6264" y="9"/>
                      <a:pt x="6234" y="28"/>
                    </a:cubicBezTo>
                    <a:cubicBezTo>
                      <a:pt x="4226" y="1462"/>
                      <a:pt x="2194" y="2873"/>
                      <a:pt x="162" y="4307"/>
                    </a:cubicBezTo>
                    <a:cubicBezTo>
                      <a:pt x="0" y="4408"/>
                      <a:pt x="111" y="4645"/>
                      <a:pt x="265" y="4645"/>
                    </a:cubicBezTo>
                    <a:cubicBezTo>
                      <a:pt x="293" y="4645"/>
                      <a:pt x="323" y="4637"/>
                      <a:pt x="353" y="4618"/>
                    </a:cubicBezTo>
                    <a:cubicBezTo>
                      <a:pt x="2385" y="3184"/>
                      <a:pt x="4393" y="1773"/>
                      <a:pt x="6426" y="339"/>
                    </a:cubicBezTo>
                    <a:cubicBezTo>
                      <a:pt x="6587" y="238"/>
                      <a:pt x="6476" y="1"/>
                      <a:pt x="632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5028700" y="3919000"/>
                <a:ext cx="15575" cy="163200"/>
              </a:xfrm>
              <a:custGeom>
                <a:rect b="b" l="l" r="r" t="t"/>
                <a:pathLst>
                  <a:path extrusionOk="0" h="6528" w="623">
                    <a:moveTo>
                      <a:pt x="443" y="0"/>
                    </a:moveTo>
                    <a:cubicBezTo>
                      <a:pt x="353" y="0"/>
                      <a:pt x="264" y="60"/>
                      <a:pt x="264" y="180"/>
                    </a:cubicBezTo>
                    <a:cubicBezTo>
                      <a:pt x="240" y="2236"/>
                      <a:pt x="144" y="4292"/>
                      <a:pt x="1" y="6348"/>
                    </a:cubicBezTo>
                    <a:cubicBezTo>
                      <a:pt x="1" y="6467"/>
                      <a:pt x="90" y="6527"/>
                      <a:pt x="180" y="6527"/>
                    </a:cubicBezTo>
                    <a:cubicBezTo>
                      <a:pt x="270" y="6527"/>
                      <a:pt x="359" y="6467"/>
                      <a:pt x="359" y="6348"/>
                    </a:cubicBezTo>
                    <a:cubicBezTo>
                      <a:pt x="527" y="4292"/>
                      <a:pt x="598" y="2236"/>
                      <a:pt x="622" y="180"/>
                    </a:cubicBezTo>
                    <a:cubicBezTo>
                      <a:pt x="622" y="60"/>
                      <a:pt x="533" y="0"/>
                      <a:pt x="44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4418000" y="3852025"/>
                <a:ext cx="141275" cy="100825"/>
              </a:xfrm>
              <a:custGeom>
                <a:rect b="b" l="l" r="r" t="t"/>
                <a:pathLst>
                  <a:path extrusionOk="0" h="4033" w="5651">
                    <a:moveTo>
                      <a:pt x="5403" y="0"/>
                    </a:moveTo>
                    <a:cubicBezTo>
                      <a:pt x="5371" y="0"/>
                      <a:pt x="5337" y="12"/>
                      <a:pt x="5302" y="37"/>
                    </a:cubicBezTo>
                    <a:cubicBezTo>
                      <a:pt x="3581" y="1257"/>
                      <a:pt x="1859" y="2476"/>
                      <a:pt x="162" y="3671"/>
                    </a:cubicBezTo>
                    <a:cubicBezTo>
                      <a:pt x="0" y="3793"/>
                      <a:pt x="95" y="4033"/>
                      <a:pt x="243" y="4033"/>
                    </a:cubicBezTo>
                    <a:cubicBezTo>
                      <a:pt x="270" y="4033"/>
                      <a:pt x="300" y="4025"/>
                      <a:pt x="329" y="4006"/>
                    </a:cubicBezTo>
                    <a:cubicBezTo>
                      <a:pt x="2051" y="2787"/>
                      <a:pt x="3772" y="1568"/>
                      <a:pt x="5493" y="348"/>
                    </a:cubicBezTo>
                    <a:cubicBezTo>
                      <a:pt x="5650" y="231"/>
                      <a:pt x="5550" y="0"/>
                      <a:pt x="540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4546625" y="4058825"/>
                <a:ext cx="142950" cy="97500"/>
              </a:xfrm>
              <a:custGeom>
                <a:rect b="b" l="l" r="r" t="t"/>
                <a:pathLst>
                  <a:path extrusionOk="0" h="3900" w="5718">
                    <a:moveTo>
                      <a:pt x="5492" y="1"/>
                    </a:moveTo>
                    <a:cubicBezTo>
                      <a:pt x="5461" y="1"/>
                      <a:pt x="5428" y="12"/>
                      <a:pt x="5393" y="38"/>
                    </a:cubicBezTo>
                    <a:cubicBezTo>
                      <a:pt x="3648" y="1209"/>
                      <a:pt x="1902" y="2381"/>
                      <a:pt x="157" y="3552"/>
                    </a:cubicBezTo>
                    <a:cubicBezTo>
                      <a:pt x="0" y="3670"/>
                      <a:pt x="85" y="3900"/>
                      <a:pt x="239" y="3900"/>
                    </a:cubicBezTo>
                    <a:cubicBezTo>
                      <a:pt x="273" y="3900"/>
                      <a:pt x="310" y="3889"/>
                      <a:pt x="348" y="3863"/>
                    </a:cubicBezTo>
                    <a:cubicBezTo>
                      <a:pt x="2070" y="2691"/>
                      <a:pt x="3815" y="1520"/>
                      <a:pt x="5560" y="348"/>
                    </a:cubicBezTo>
                    <a:cubicBezTo>
                      <a:pt x="5717" y="231"/>
                      <a:pt x="5633" y="1"/>
                      <a:pt x="549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4902725" y="3580675"/>
                <a:ext cx="143675" cy="97850"/>
              </a:xfrm>
              <a:custGeom>
                <a:rect b="b" l="l" r="r" t="t"/>
                <a:pathLst>
                  <a:path extrusionOk="0" h="3914" w="5747">
                    <a:moveTo>
                      <a:pt x="5499" y="0"/>
                    </a:moveTo>
                    <a:cubicBezTo>
                      <a:pt x="5467" y="0"/>
                      <a:pt x="5433" y="11"/>
                      <a:pt x="5398" y="37"/>
                    </a:cubicBezTo>
                    <a:cubicBezTo>
                      <a:pt x="3653" y="1209"/>
                      <a:pt x="1908" y="2380"/>
                      <a:pt x="162" y="3552"/>
                    </a:cubicBezTo>
                    <a:cubicBezTo>
                      <a:pt x="1" y="3673"/>
                      <a:pt x="112" y="3913"/>
                      <a:pt x="266" y="3913"/>
                    </a:cubicBezTo>
                    <a:cubicBezTo>
                      <a:pt x="294" y="3913"/>
                      <a:pt x="324" y="3905"/>
                      <a:pt x="354" y="3886"/>
                    </a:cubicBezTo>
                    <a:cubicBezTo>
                      <a:pt x="2099" y="2691"/>
                      <a:pt x="3844" y="1519"/>
                      <a:pt x="5590" y="348"/>
                    </a:cubicBezTo>
                    <a:cubicBezTo>
                      <a:pt x="5746" y="230"/>
                      <a:pt x="5646" y="0"/>
                      <a:pt x="549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2"/>
            <p:cNvGrpSpPr/>
            <p:nvPr/>
          </p:nvGrpSpPr>
          <p:grpSpPr>
            <a:xfrm>
              <a:off x="4582200" y="4106713"/>
              <a:ext cx="507325" cy="625350"/>
              <a:chOff x="4880025" y="2619575"/>
              <a:chExt cx="507325" cy="625350"/>
            </a:xfrm>
          </p:grpSpPr>
          <p:sp>
            <p:nvSpPr>
              <p:cNvPr id="160" name="Google Shape;160;p2"/>
              <p:cNvSpPr/>
              <p:nvPr/>
            </p:nvSpPr>
            <p:spPr>
              <a:xfrm>
                <a:off x="4884050" y="2959075"/>
                <a:ext cx="10200" cy="194425"/>
              </a:xfrm>
              <a:custGeom>
                <a:rect b="b" l="l" r="r" t="t"/>
                <a:pathLst>
                  <a:path extrusionOk="0" h="7777" w="408">
                    <a:moveTo>
                      <a:pt x="180" y="1"/>
                    </a:moveTo>
                    <a:cubicBezTo>
                      <a:pt x="91" y="1"/>
                      <a:pt x="1" y="61"/>
                      <a:pt x="1" y="180"/>
                    </a:cubicBezTo>
                    <a:lnTo>
                      <a:pt x="49" y="7616"/>
                    </a:lnTo>
                    <a:cubicBezTo>
                      <a:pt x="49" y="7723"/>
                      <a:pt x="138" y="7777"/>
                      <a:pt x="228" y="7777"/>
                    </a:cubicBezTo>
                    <a:cubicBezTo>
                      <a:pt x="318" y="7777"/>
                      <a:pt x="407" y="7723"/>
                      <a:pt x="407" y="7616"/>
                    </a:cubicBezTo>
                    <a:lnTo>
                      <a:pt x="360" y="180"/>
                    </a:lnTo>
                    <a:cubicBezTo>
                      <a:pt x="360" y="61"/>
                      <a:pt x="270" y="1"/>
                      <a:pt x="18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p:nvPr/>
            </p:nvSpPr>
            <p:spPr>
              <a:xfrm>
                <a:off x="4880025" y="3150575"/>
                <a:ext cx="143175" cy="92225"/>
              </a:xfrm>
              <a:custGeom>
                <a:rect b="b" l="l" r="r" t="t"/>
                <a:pathLst>
                  <a:path extrusionOk="0" h="3689" w="5727">
                    <a:moveTo>
                      <a:pt x="265" y="0"/>
                    </a:moveTo>
                    <a:cubicBezTo>
                      <a:pt x="111" y="0"/>
                      <a:pt x="1" y="237"/>
                      <a:pt x="162" y="338"/>
                    </a:cubicBezTo>
                    <a:cubicBezTo>
                      <a:pt x="1859" y="1510"/>
                      <a:pt x="3605" y="2609"/>
                      <a:pt x="5374" y="3661"/>
                    </a:cubicBezTo>
                    <a:cubicBezTo>
                      <a:pt x="5408" y="3680"/>
                      <a:pt x="5440" y="3688"/>
                      <a:pt x="5470" y="3688"/>
                    </a:cubicBezTo>
                    <a:cubicBezTo>
                      <a:pt x="5633" y="3688"/>
                      <a:pt x="5726" y="3451"/>
                      <a:pt x="5565" y="3351"/>
                    </a:cubicBezTo>
                    <a:cubicBezTo>
                      <a:pt x="3796" y="2299"/>
                      <a:pt x="2051" y="1199"/>
                      <a:pt x="353" y="27"/>
                    </a:cubicBezTo>
                    <a:cubicBezTo>
                      <a:pt x="323" y="9"/>
                      <a:pt x="293" y="0"/>
                      <a:pt x="26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
              <p:cNvSpPr/>
              <p:nvPr/>
            </p:nvSpPr>
            <p:spPr>
              <a:xfrm>
                <a:off x="4885875" y="2888025"/>
                <a:ext cx="190175" cy="75975"/>
              </a:xfrm>
              <a:custGeom>
                <a:rect b="b" l="l" r="r" t="t"/>
                <a:pathLst>
                  <a:path extrusionOk="0" h="3039" w="7607">
                    <a:moveTo>
                      <a:pt x="7376" y="0"/>
                    </a:moveTo>
                    <a:cubicBezTo>
                      <a:pt x="7357" y="0"/>
                      <a:pt x="7337" y="3"/>
                      <a:pt x="7316" y="10"/>
                    </a:cubicBezTo>
                    <a:cubicBezTo>
                      <a:pt x="4949" y="894"/>
                      <a:pt x="2558" y="1803"/>
                      <a:pt x="191" y="2687"/>
                    </a:cubicBezTo>
                    <a:cubicBezTo>
                      <a:pt x="1" y="2751"/>
                      <a:pt x="35" y="3038"/>
                      <a:pt x="210" y="3038"/>
                    </a:cubicBezTo>
                    <a:cubicBezTo>
                      <a:pt x="233" y="3038"/>
                      <a:pt x="259" y="3033"/>
                      <a:pt x="287" y="3022"/>
                    </a:cubicBezTo>
                    <a:cubicBezTo>
                      <a:pt x="2653" y="2161"/>
                      <a:pt x="5044" y="1253"/>
                      <a:pt x="7411" y="368"/>
                    </a:cubicBezTo>
                    <a:cubicBezTo>
                      <a:pt x="7607" y="303"/>
                      <a:pt x="7565" y="0"/>
                      <a:pt x="737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
              <p:cNvSpPr/>
              <p:nvPr/>
            </p:nvSpPr>
            <p:spPr>
              <a:xfrm>
                <a:off x="5014975" y="3171775"/>
                <a:ext cx="185875" cy="73150"/>
              </a:xfrm>
              <a:custGeom>
                <a:rect b="b" l="l" r="r" t="t"/>
                <a:pathLst>
                  <a:path extrusionOk="0" h="2926" w="7435">
                    <a:moveTo>
                      <a:pt x="7218" y="0"/>
                    </a:moveTo>
                    <a:cubicBezTo>
                      <a:pt x="7197" y="0"/>
                      <a:pt x="7173" y="5"/>
                      <a:pt x="7148" y="16"/>
                    </a:cubicBezTo>
                    <a:cubicBezTo>
                      <a:pt x="4829" y="853"/>
                      <a:pt x="2510" y="1714"/>
                      <a:pt x="191" y="2574"/>
                    </a:cubicBezTo>
                    <a:cubicBezTo>
                      <a:pt x="1" y="2638"/>
                      <a:pt x="53" y="2925"/>
                      <a:pt x="217" y="2925"/>
                    </a:cubicBezTo>
                    <a:cubicBezTo>
                      <a:pt x="238" y="2925"/>
                      <a:pt x="262" y="2920"/>
                      <a:pt x="287" y="2909"/>
                    </a:cubicBezTo>
                    <a:cubicBezTo>
                      <a:pt x="2606" y="2072"/>
                      <a:pt x="4925" y="1212"/>
                      <a:pt x="7244" y="351"/>
                    </a:cubicBezTo>
                    <a:cubicBezTo>
                      <a:pt x="7434" y="287"/>
                      <a:pt x="7382" y="0"/>
                      <a:pt x="721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
              <p:cNvSpPr/>
              <p:nvPr/>
            </p:nvSpPr>
            <p:spPr>
              <a:xfrm>
                <a:off x="5193075" y="2974475"/>
                <a:ext cx="15575" cy="202200"/>
              </a:xfrm>
              <a:custGeom>
                <a:rect b="b" l="l" r="r" t="t"/>
                <a:pathLst>
                  <a:path extrusionOk="0" h="8088" w="623">
                    <a:moveTo>
                      <a:pt x="419" y="1"/>
                    </a:moveTo>
                    <a:cubicBezTo>
                      <a:pt x="329" y="1"/>
                      <a:pt x="240" y="54"/>
                      <a:pt x="240" y="162"/>
                    </a:cubicBezTo>
                    <a:cubicBezTo>
                      <a:pt x="263" y="2744"/>
                      <a:pt x="0" y="5326"/>
                      <a:pt x="24" y="7908"/>
                    </a:cubicBezTo>
                    <a:cubicBezTo>
                      <a:pt x="24" y="8028"/>
                      <a:pt x="114" y="8087"/>
                      <a:pt x="204" y="8087"/>
                    </a:cubicBezTo>
                    <a:cubicBezTo>
                      <a:pt x="293" y="8087"/>
                      <a:pt x="383" y="8028"/>
                      <a:pt x="383" y="7908"/>
                    </a:cubicBezTo>
                    <a:cubicBezTo>
                      <a:pt x="359" y="5326"/>
                      <a:pt x="622" y="2744"/>
                      <a:pt x="598" y="162"/>
                    </a:cubicBezTo>
                    <a:cubicBezTo>
                      <a:pt x="598" y="54"/>
                      <a:pt x="508" y="1"/>
                      <a:pt x="41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
              <p:cNvSpPr/>
              <p:nvPr/>
            </p:nvSpPr>
            <p:spPr>
              <a:xfrm>
                <a:off x="5064200" y="2885575"/>
                <a:ext cx="142875" cy="94600"/>
              </a:xfrm>
              <a:custGeom>
                <a:rect b="b" l="l" r="r" t="t"/>
                <a:pathLst>
                  <a:path extrusionOk="0" h="3784" w="5715">
                    <a:moveTo>
                      <a:pt x="254" y="1"/>
                    </a:moveTo>
                    <a:cubicBezTo>
                      <a:pt x="104" y="1"/>
                      <a:pt x="0" y="248"/>
                      <a:pt x="159" y="347"/>
                    </a:cubicBezTo>
                    <a:cubicBezTo>
                      <a:pt x="1832" y="1542"/>
                      <a:pt x="3697" y="2451"/>
                      <a:pt x="5299" y="3742"/>
                    </a:cubicBezTo>
                    <a:cubicBezTo>
                      <a:pt x="5338" y="3771"/>
                      <a:pt x="5380" y="3783"/>
                      <a:pt x="5420" y="3783"/>
                    </a:cubicBezTo>
                    <a:cubicBezTo>
                      <a:pt x="5578" y="3783"/>
                      <a:pt x="5714" y="3593"/>
                      <a:pt x="5562" y="3479"/>
                    </a:cubicBezTo>
                    <a:cubicBezTo>
                      <a:pt x="3936" y="2164"/>
                      <a:pt x="2047" y="1231"/>
                      <a:pt x="350" y="36"/>
                    </a:cubicBezTo>
                    <a:cubicBezTo>
                      <a:pt x="317" y="11"/>
                      <a:pt x="284" y="1"/>
                      <a:pt x="25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
              <p:cNvSpPr/>
              <p:nvPr/>
            </p:nvSpPr>
            <p:spPr>
              <a:xfrm>
                <a:off x="5094725" y="2870000"/>
                <a:ext cx="122550" cy="80725"/>
              </a:xfrm>
              <a:custGeom>
                <a:rect b="b" l="l" r="r" t="t"/>
                <a:pathLst>
                  <a:path extrusionOk="0" h="3229" w="4902">
                    <a:moveTo>
                      <a:pt x="247" y="1"/>
                    </a:moveTo>
                    <a:cubicBezTo>
                      <a:pt x="100" y="1"/>
                      <a:pt x="0" y="231"/>
                      <a:pt x="157" y="348"/>
                    </a:cubicBezTo>
                    <a:cubicBezTo>
                      <a:pt x="1591" y="1352"/>
                      <a:pt x="3074" y="2285"/>
                      <a:pt x="4556" y="3193"/>
                    </a:cubicBezTo>
                    <a:cubicBezTo>
                      <a:pt x="4589" y="3218"/>
                      <a:pt x="4622" y="3228"/>
                      <a:pt x="4652" y="3228"/>
                    </a:cubicBezTo>
                    <a:cubicBezTo>
                      <a:pt x="4801" y="3228"/>
                      <a:pt x="4902" y="2982"/>
                      <a:pt x="4723" y="2882"/>
                    </a:cubicBezTo>
                    <a:cubicBezTo>
                      <a:pt x="3241" y="1974"/>
                      <a:pt x="1759" y="1042"/>
                      <a:pt x="348" y="37"/>
                    </a:cubicBezTo>
                    <a:cubicBezTo>
                      <a:pt x="314" y="12"/>
                      <a:pt x="279" y="1"/>
                      <a:pt x="24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
              <p:cNvSpPr/>
              <p:nvPr/>
            </p:nvSpPr>
            <p:spPr>
              <a:xfrm>
                <a:off x="5109650" y="2848475"/>
                <a:ext cx="122750" cy="80525"/>
              </a:xfrm>
              <a:custGeom>
                <a:rect b="b" l="l" r="r" t="t"/>
                <a:pathLst>
                  <a:path extrusionOk="0" h="3221" w="4910">
                    <a:moveTo>
                      <a:pt x="248" y="1"/>
                    </a:moveTo>
                    <a:cubicBezTo>
                      <a:pt x="101" y="1"/>
                      <a:pt x="1" y="231"/>
                      <a:pt x="158" y="349"/>
                    </a:cubicBezTo>
                    <a:cubicBezTo>
                      <a:pt x="1592" y="1353"/>
                      <a:pt x="3074" y="2285"/>
                      <a:pt x="4557" y="3194"/>
                    </a:cubicBezTo>
                    <a:cubicBezTo>
                      <a:pt x="4587" y="3212"/>
                      <a:pt x="4617" y="3220"/>
                      <a:pt x="4645" y="3220"/>
                    </a:cubicBezTo>
                    <a:cubicBezTo>
                      <a:pt x="4799" y="3220"/>
                      <a:pt x="4909" y="2984"/>
                      <a:pt x="4748" y="2883"/>
                    </a:cubicBezTo>
                    <a:cubicBezTo>
                      <a:pt x="3242" y="1974"/>
                      <a:pt x="1783" y="1042"/>
                      <a:pt x="349" y="38"/>
                    </a:cubicBezTo>
                    <a:cubicBezTo>
                      <a:pt x="314" y="12"/>
                      <a:pt x="280" y="1"/>
                      <a:pt x="24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
              <p:cNvSpPr/>
              <p:nvPr/>
            </p:nvSpPr>
            <p:spPr>
              <a:xfrm>
                <a:off x="5070575" y="2623675"/>
                <a:ext cx="186450" cy="73150"/>
              </a:xfrm>
              <a:custGeom>
                <a:rect b="b" l="l" r="r" t="t"/>
                <a:pathLst>
                  <a:path extrusionOk="0" h="2926" w="7458">
                    <a:moveTo>
                      <a:pt x="7242" y="0"/>
                    </a:moveTo>
                    <a:cubicBezTo>
                      <a:pt x="7220" y="0"/>
                      <a:pt x="7197" y="5"/>
                      <a:pt x="7172" y="16"/>
                    </a:cubicBezTo>
                    <a:cubicBezTo>
                      <a:pt x="4853" y="853"/>
                      <a:pt x="2534" y="1714"/>
                      <a:pt x="191" y="2575"/>
                    </a:cubicBezTo>
                    <a:cubicBezTo>
                      <a:pt x="0" y="2638"/>
                      <a:pt x="53" y="2925"/>
                      <a:pt x="216" y="2925"/>
                    </a:cubicBezTo>
                    <a:cubicBezTo>
                      <a:pt x="238" y="2925"/>
                      <a:pt x="261" y="2920"/>
                      <a:pt x="286" y="2909"/>
                    </a:cubicBezTo>
                    <a:cubicBezTo>
                      <a:pt x="2629" y="2072"/>
                      <a:pt x="4948" y="1212"/>
                      <a:pt x="7267" y="351"/>
                    </a:cubicBezTo>
                    <a:cubicBezTo>
                      <a:pt x="7457" y="288"/>
                      <a:pt x="7405" y="0"/>
                      <a:pt x="724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
              <p:cNvSpPr/>
              <p:nvPr/>
            </p:nvSpPr>
            <p:spPr>
              <a:xfrm>
                <a:off x="5066350" y="2693100"/>
                <a:ext cx="12000" cy="202650"/>
              </a:xfrm>
              <a:custGeom>
                <a:rect b="b" l="l" r="r" t="t"/>
                <a:pathLst>
                  <a:path extrusionOk="0" h="8106" w="480">
                    <a:moveTo>
                      <a:pt x="288" y="1"/>
                    </a:moveTo>
                    <a:cubicBezTo>
                      <a:pt x="192" y="1"/>
                      <a:pt x="97" y="61"/>
                      <a:pt x="97" y="180"/>
                    </a:cubicBezTo>
                    <a:cubicBezTo>
                      <a:pt x="120" y="2762"/>
                      <a:pt x="1" y="5344"/>
                      <a:pt x="25" y="7926"/>
                    </a:cubicBezTo>
                    <a:cubicBezTo>
                      <a:pt x="25" y="8046"/>
                      <a:pt x="114" y="8106"/>
                      <a:pt x="204" y="8106"/>
                    </a:cubicBezTo>
                    <a:cubicBezTo>
                      <a:pt x="294" y="8106"/>
                      <a:pt x="383" y="8046"/>
                      <a:pt x="383" y="7926"/>
                    </a:cubicBezTo>
                    <a:cubicBezTo>
                      <a:pt x="383" y="5344"/>
                      <a:pt x="479" y="2762"/>
                      <a:pt x="479" y="180"/>
                    </a:cubicBezTo>
                    <a:cubicBezTo>
                      <a:pt x="479" y="61"/>
                      <a:pt x="383" y="1"/>
                      <a:pt x="28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
              <p:cNvSpPr/>
              <p:nvPr/>
            </p:nvSpPr>
            <p:spPr>
              <a:xfrm>
                <a:off x="5070450" y="2624425"/>
                <a:ext cx="186125" cy="73450"/>
              </a:xfrm>
              <a:custGeom>
                <a:rect b="b" l="l" r="r" t="t"/>
                <a:pathLst>
                  <a:path extrusionOk="0" h="2938" w="7445">
                    <a:moveTo>
                      <a:pt x="7213" y="1"/>
                    </a:moveTo>
                    <a:cubicBezTo>
                      <a:pt x="7195" y="1"/>
                      <a:pt x="7174" y="4"/>
                      <a:pt x="7153" y="10"/>
                    </a:cubicBezTo>
                    <a:cubicBezTo>
                      <a:pt x="4834" y="871"/>
                      <a:pt x="2515" y="1732"/>
                      <a:pt x="196" y="2568"/>
                    </a:cubicBezTo>
                    <a:cubicBezTo>
                      <a:pt x="1" y="2655"/>
                      <a:pt x="61" y="2937"/>
                      <a:pt x="233" y="2937"/>
                    </a:cubicBezTo>
                    <a:cubicBezTo>
                      <a:pt x="251" y="2937"/>
                      <a:pt x="271" y="2934"/>
                      <a:pt x="291" y="2927"/>
                    </a:cubicBezTo>
                    <a:cubicBezTo>
                      <a:pt x="2610" y="2066"/>
                      <a:pt x="4929" y="1230"/>
                      <a:pt x="7248" y="369"/>
                    </a:cubicBezTo>
                    <a:cubicBezTo>
                      <a:pt x="7444" y="304"/>
                      <a:pt x="7402" y="1"/>
                      <a:pt x="721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
              <p:cNvSpPr/>
              <p:nvPr/>
            </p:nvSpPr>
            <p:spPr>
              <a:xfrm>
                <a:off x="5199575" y="2905350"/>
                <a:ext cx="186700" cy="73425"/>
              </a:xfrm>
              <a:custGeom>
                <a:rect b="b" l="l" r="r" t="t"/>
                <a:pathLst>
                  <a:path extrusionOk="0" h="2937" w="7468">
                    <a:moveTo>
                      <a:pt x="7231" y="1"/>
                    </a:moveTo>
                    <a:cubicBezTo>
                      <a:pt x="7214" y="1"/>
                      <a:pt x="7195" y="4"/>
                      <a:pt x="7176" y="10"/>
                    </a:cubicBezTo>
                    <a:cubicBezTo>
                      <a:pt x="4833" y="871"/>
                      <a:pt x="2514" y="1731"/>
                      <a:pt x="195" y="2568"/>
                    </a:cubicBezTo>
                    <a:cubicBezTo>
                      <a:pt x="0" y="2655"/>
                      <a:pt x="60" y="2937"/>
                      <a:pt x="232" y="2937"/>
                    </a:cubicBezTo>
                    <a:cubicBezTo>
                      <a:pt x="250" y="2937"/>
                      <a:pt x="270" y="2934"/>
                      <a:pt x="290" y="2927"/>
                    </a:cubicBezTo>
                    <a:cubicBezTo>
                      <a:pt x="2609" y="2066"/>
                      <a:pt x="4928" y="1229"/>
                      <a:pt x="7271" y="369"/>
                    </a:cubicBezTo>
                    <a:cubicBezTo>
                      <a:pt x="7467" y="303"/>
                      <a:pt x="7406" y="1"/>
                      <a:pt x="723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
              <p:cNvSpPr/>
              <p:nvPr/>
            </p:nvSpPr>
            <p:spPr>
              <a:xfrm>
                <a:off x="5377175" y="2715825"/>
                <a:ext cx="10175" cy="194425"/>
              </a:xfrm>
              <a:custGeom>
                <a:rect b="b" l="l" r="r" t="t"/>
                <a:pathLst>
                  <a:path extrusionOk="0" h="7777" w="407">
                    <a:moveTo>
                      <a:pt x="191" y="0"/>
                    </a:moveTo>
                    <a:cubicBezTo>
                      <a:pt x="96" y="0"/>
                      <a:pt x="0" y="60"/>
                      <a:pt x="0" y="180"/>
                    </a:cubicBezTo>
                    <a:lnTo>
                      <a:pt x="48" y="7615"/>
                    </a:lnTo>
                    <a:cubicBezTo>
                      <a:pt x="48" y="7723"/>
                      <a:pt x="138" y="7776"/>
                      <a:pt x="227" y="7776"/>
                    </a:cubicBezTo>
                    <a:cubicBezTo>
                      <a:pt x="317" y="7776"/>
                      <a:pt x="407" y="7723"/>
                      <a:pt x="407" y="7615"/>
                    </a:cubicBezTo>
                    <a:lnTo>
                      <a:pt x="383" y="180"/>
                    </a:lnTo>
                    <a:cubicBezTo>
                      <a:pt x="383" y="60"/>
                      <a:pt x="287" y="0"/>
                      <a:pt x="19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
              <p:cNvSpPr/>
              <p:nvPr/>
            </p:nvSpPr>
            <p:spPr>
              <a:xfrm>
                <a:off x="5248925" y="2619575"/>
                <a:ext cx="136200" cy="101850"/>
              </a:xfrm>
              <a:custGeom>
                <a:rect b="b" l="l" r="r" t="t"/>
                <a:pathLst>
                  <a:path extrusionOk="0" h="4074" w="5448">
                    <a:moveTo>
                      <a:pt x="247" y="0"/>
                    </a:moveTo>
                    <a:cubicBezTo>
                      <a:pt x="101" y="0"/>
                      <a:pt x="0" y="230"/>
                      <a:pt x="157" y="348"/>
                    </a:cubicBezTo>
                    <a:cubicBezTo>
                      <a:pt x="1831" y="1519"/>
                      <a:pt x="3457" y="2762"/>
                      <a:pt x="5058" y="4030"/>
                    </a:cubicBezTo>
                    <a:cubicBezTo>
                      <a:pt x="5095" y="4061"/>
                      <a:pt x="5136" y="4074"/>
                      <a:pt x="5175" y="4074"/>
                    </a:cubicBezTo>
                    <a:cubicBezTo>
                      <a:pt x="5318" y="4074"/>
                      <a:pt x="5447" y="3903"/>
                      <a:pt x="5297" y="3791"/>
                    </a:cubicBezTo>
                    <a:cubicBezTo>
                      <a:pt x="3696" y="2476"/>
                      <a:pt x="2046" y="1232"/>
                      <a:pt x="349" y="37"/>
                    </a:cubicBezTo>
                    <a:cubicBezTo>
                      <a:pt x="314" y="11"/>
                      <a:pt x="280" y="0"/>
                      <a:pt x="24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
              <p:cNvSpPr/>
              <p:nvPr/>
            </p:nvSpPr>
            <p:spPr>
              <a:xfrm>
                <a:off x="4918125" y="2981800"/>
                <a:ext cx="10800" cy="166325"/>
              </a:xfrm>
              <a:custGeom>
                <a:rect b="b" l="l" r="r" t="t"/>
                <a:pathLst>
                  <a:path extrusionOk="0" h="6653" w="432">
                    <a:moveTo>
                      <a:pt x="180" y="0"/>
                    </a:moveTo>
                    <a:cubicBezTo>
                      <a:pt x="90" y="0"/>
                      <a:pt x="1" y="60"/>
                      <a:pt x="1" y="180"/>
                    </a:cubicBezTo>
                    <a:lnTo>
                      <a:pt x="72" y="6491"/>
                    </a:lnTo>
                    <a:cubicBezTo>
                      <a:pt x="72" y="6599"/>
                      <a:pt x="162" y="6653"/>
                      <a:pt x="252" y="6653"/>
                    </a:cubicBezTo>
                    <a:cubicBezTo>
                      <a:pt x="341" y="6653"/>
                      <a:pt x="431" y="6599"/>
                      <a:pt x="431" y="6491"/>
                    </a:cubicBezTo>
                    <a:lnTo>
                      <a:pt x="359" y="180"/>
                    </a:lnTo>
                    <a:cubicBezTo>
                      <a:pt x="359" y="60"/>
                      <a:pt x="270" y="0"/>
                      <a:pt x="18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
              <p:cNvSpPr/>
              <p:nvPr/>
            </p:nvSpPr>
            <p:spPr>
              <a:xfrm>
                <a:off x="5160200" y="2992400"/>
                <a:ext cx="11375" cy="166350"/>
              </a:xfrm>
              <a:custGeom>
                <a:rect b="b" l="l" r="r" t="t"/>
                <a:pathLst>
                  <a:path extrusionOk="0" h="6654" w="455">
                    <a:moveTo>
                      <a:pt x="275" y="1"/>
                    </a:moveTo>
                    <a:cubicBezTo>
                      <a:pt x="186" y="1"/>
                      <a:pt x="96" y="55"/>
                      <a:pt x="96" y="162"/>
                    </a:cubicBezTo>
                    <a:cubicBezTo>
                      <a:pt x="72" y="2266"/>
                      <a:pt x="48" y="4370"/>
                      <a:pt x="0" y="6474"/>
                    </a:cubicBezTo>
                    <a:cubicBezTo>
                      <a:pt x="0" y="6593"/>
                      <a:pt x="90" y="6653"/>
                      <a:pt x="183" y="6653"/>
                    </a:cubicBezTo>
                    <a:cubicBezTo>
                      <a:pt x="275" y="6653"/>
                      <a:pt x="371" y="6593"/>
                      <a:pt x="383" y="6474"/>
                    </a:cubicBezTo>
                    <a:cubicBezTo>
                      <a:pt x="407" y="4370"/>
                      <a:pt x="431" y="2266"/>
                      <a:pt x="455" y="162"/>
                    </a:cubicBezTo>
                    <a:cubicBezTo>
                      <a:pt x="455" y="55"/>
                      <a:pt x="365" y="1"/>
                      <a:pt x="27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 name="Google Shape;176;p2"/>
            <p:cNvGrpSpPr/>
            <p:nvPr/>
          </p:nvGrpSpPr>
          <p:grpSpPr>
            <a:xfrm>
              <a:off x="7827725" y="1657550"/>
              <a:ext cx="605500" cy="933350"/>
              <a:chOff x="7824975" y="1451700"/>
              <a:chExt cx="605500" cy="933350"/>
            </a:xfrm>
          </p:grpSpPr>
          <p:sp>
            <p:nvSpPr>
              <p:cNvPr id="177" name="Google Shape;177;p2"/>
              <p:cNvSpPr/>
              <p:nvPr/>
            </p:nvSpPr>
            <p:spPr>
              <a:xfrm>
                <a:off x="7890125" y="1946325"/>
                <a:ext cx="476375" cy="438725"/>
              </a:xfrm>
              <a:custGeom>
                <a:rect b="b" l="l" r="r" t="t"/>
                <a:pathLst>
                  <a:path extrusionOk="0" h="17549" w="19055">
                    <a:moveTo>
                      <a:pt x="7880" y="0"/>
                    </a:moveTo>
                    <a:cubicBezTo>
                      <a:pt x="7709" y="0"/>
                      <a:pt x="7604" y="246"/>
                      <a:pt x="7770" y="329"/>
                    </a:cubicBezTo>
                    <a:cubicBezTo>
                      <a:pt x="10807" y="1620"/>
                      <a:pt x="13986" y="2863"/>
                      <a:pt x="16306" y="5302"/>
                    </a:cubicBezTo>
                    <a:cubicBezTo>
                      <a:pt x="17405" y="6449"/>
                      <a:pt x="18386" y="7908"/>
                      <a:pt x="18505" y="9534"/>
                    </a:cubicBezTo>
                    <a:cubicBezTo>
                      <a:pt x="18601" y="10992"/>
                      <a:pt x="18051" y="12474"/>
                      <a:pt x="17023" y="13502"/>
                    </a:cubicBezTo>
                    <a:cubicBezTo>
                      <a:pt x="15827" y="14722"/>
                      <a:pt x="14082" y="15152"/>
                      <a:pt x="12504" y="15606"/>
                    </a:cubicBezTo>
                    <a:cubicBezTo>
                      <a:pt x="10735" y="16084"/>
                      <a:pt x="8942" y="16515"/>
                      <a:pt x="7125" y="16849"/>
                    </a:cubicBezTo>
                    <a:cubicBezTo>
                      <a:pt x="6298" y="17010"/>
                      <a:pt x="5369" y="17209"/>
                      <a:pt x="4469" y="17209"/>
                    </a:cubicBezTo>
                    <a:cubicBezTo>
                      <a:pt x="3627" y="17209"/>
                      <a:pt x="2810" y="17034"/>
                      <a:pt x="2128" y="16491"/>
                    </a:cubicBezTo>
                    <a:cubicBezTo>
                      <a:pt x="837" y="15439"/>
                      <a:pt x="431" y="13622"/>
                      <a:pt x="502" y="12020"/>
                    </a:cubicBezTo>
                    <a:cubicBezTo>
                      <a:pt x="526" y="11040"/>
                      <a:pt x="717" y="10060"/>
                      <a:pt x="980" y="9103"/>
                    </a:cubicBezTo>
                    <a:cubicBezTo>
                      <a:pt x="1196" y="8219"/>
                      <a:pt x="1459" y="7334"/>
                      <a:pt x="1865" y="6521"/>
                    </a:cubicBezTo>
                    <a:cubicBezTo>
                      <a:pt x="2678" y="4871"/>
                      <a:pt x="3802" y="3389"/>
                      <a:pt x="4519" y="1668"/>
                    </a:cubicBezTo>
                    <a:cubicBezTo>
                      <a:pt x="4577" y="1537"/>
                      <a:pt x="4468" y="1451"/>
                      <a:pt x="4357" y="1451"/>
                    </a:cubicBezTo>
                    <a:cubicBezTo>
                      <a:pt x="4285" y="1451"/>
                      <a:pt x="4212" y="1487"/>
                      <a:pt x="4184" y="1572"/>
                    </a:cubicBezTo>
                    <a:cubicBezTo>
                      <a:pt x="3467" y="3246"/>
                      <a:pt x="2343" y="4704"/>
                      <a:pt x="1554" y="6330"/>
                    </a:cubicBezTo>
                    <a:cubicBezTo>
                      <a:pt x="789" y="7884"/>
                      <a:pt x="335" y="9677"/>
                      <a:pt x="168" y="11374"/>
                    </a:cubicBezTo>
                    <a:cubicBezTo>
                      <a:pt x="0" y="13024"/>
                      <a:pt x="239" y="14841"/>
                      <a:pt x="1315" y="16156"/>
                    </a:cubicBezTo>
                    <a:cubicBezTo>
                      <a:pt x="2147" y="17210"/>
                      <a:pt x="3322" y="17549"/>
                      <a:pt x="4553" y="17549"/>
                    </a:cubicBezTo>
                    <a:cubicBezTo>
                      <a:pt x="4914" y="17549"/>
                      <a:pt x="5279" y="17520"/>
                      <a:pt x="5642" y="17471"/>
                    </a:cubicBezTo>
                    <a:cubicBezTo>
                      <a:pt x="7555" y="17208"/>
                      <a:pt x="9468" y="16754"/>
                      <a:pt x="11333" y="16276"/>
                    </a:cubicBezTo>
                    <a:cubicBezTo>
                      <a:pt x="13054" y="15845"/>
                      <a:pt x="14919" y="15439"/>
                      <a:pt x="16425" y="14459"/>
                    </a:cubicBezTo>
                    <a:cubicBezTo>
                      <a:pt x="17692" y="13622"/>
                      <a:pt x="18553" y="12283"/>
                      <a:pt x="18792" y="10801"/>
                    </a:cubicBezTo>
                    <a:cubicBezTo>
                      <a:pt x="19055" y="9223"/>
                      <a:pt x="18577" y="7740"/>
                      <a:pt x="17692" y="6425"/>
                    </a:cubicBezTo>
                    <a:cubicBezTo>
                      <a:pt x="15421" y="3078"/>
                      <a:pt x="11548" y="1548"/>
                      <a:pt x="7962" y="18"/>
                    </a:cubicBezTo>
                    <a:cubicBezTo>
                      <a:pt x="7933" y="6"/>
                      <a:pt x="7906" y="0"/>
                      <a:pt x="788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
              <p:cNvSpPr/>
              <p:nvPr/>
            </p:nvSpPr>
            <p:spPr>
              <a:xfrm>
                <a:off x="7929675" y="1760250"/>
                <a:ext cx="74750" cy="231850"/>
              </a:xfrm>
              <a:custGeom>
                <a:rect b="b" l="l" r="r" t="t"/>
                <a:pathLst>
                  <a:path extrusionOk="0" h="9274" w="2990">
                    <a:moveTo>
                      <a:pt x="212" y="0"/>
                    </a:moveTo>
                    <a:cubicBezTo>
                      <a:pt x="106" y="0"/>
                      <a:pt x="0" y="87"/>
                      <a:pt x="44" y="217"/>
                    </a:cubicBezTo>
                    <a:cubicBezTo>
                      <a:pt x="976" y="3158"/>
                      <a:pt x="1885" y="6122"/>
                      <a:pt x="2602" y="9135"/>
                    </a:cubicBezTo>
                    <a:cubicBezTo>
                      <a:pt x="2621" y="9231"/>
                      <a:pt x="2691" y="9273"/>
                      <a:pt x="2765" y="9273"/>
                    </a:cubicBezTo>
                    <a:cubicBezTo>
                      <a:pt x="2873" y="9273"/>
                      <a:pt x="2989" y="9182"/>
                      <a:pt x="2961" y="9039"/>
                    </a:cubicBezTo>
                    <a:cubicBezTo>
                      <a:pt x="2220" y="6027"/>
                      <a:pt x="1335" y="3062"/>
                      <a:pt x="379" y="121"/>
                    </a:cubicBezTo>
                    <a:cubicBezTo>
                      <a:pt x="350" y="37"/>
                      <a:pt x="281" y="0"/>
                      <a:pt x="21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
              <p:cNvSpPr/>
              <p:nvPr/>
            </p:nvSpPr>
            <p:spPr>
              <a:xfrm>
                <a:off x="7886525" y="1698650"/>
                <a:ext cx="148850" cy="73050"/>
              </a:xfrm>
              <a:custGeom>
                <a:rect b="b" l="l" r="r" t="t"/>
                <a:pathLst>
                  <a:path extrusionOk="0" h="2922" w="5954">
                    <a:moveTo>
                      <a:pt x="4981" y="0"/>
                    </a:moveTo>
                    <a:cubicBezTo>
                      <a:pt x="4827" y="0"/>
                      <a:pt x="4669" y="28"/>
                      <a:pt x="4543" y="51"/>
                    </a:cubicBezTo>
                    <a:cubicBezTo>
                      <a:pt x="3969" y="123"/>
                      <a:pt x="3420" y="314"/>
                      <a:pt x="2870" y="505"/>
                    </a:cubicBezTo>
                    <a:cubicBezTo>
                      <a:pt x="2320" y="720"/>
                      <a:pt x="1770" y="960"/>
                      <a:pt x="1268" y="1223"/>
                    </a:cubicBezTo>
                    <a:cubicBezTo>
                      <a:pt x="885" y="1438"/>
                      <a:pt x="455" y="1701"/>
                      <a:pt x="192" y="2059"/>
                    </a:cubicBezTo>
                    <a:cubicBezTo>
                      <a:pt x="1" y="2346"/>
                      <a:pt x="72" y="2681"/>
                      <a:pt x="407" y="2824"/>
                    </a:cubicBezTo>
                    <a:cubicBezTo>
                      <a:pt x="578" y="2897"/>
                      <a:pt x="777" y="2921"/>
                      <a:pt x="984" y="2921"/>
                    </a:cubicBezTo>
                    <a:cubicBezTo>
                      <a:pt x="1325" y="2921"/>
                      <a:pt x="1687" y="2854"/>
                      <a:pt x="1985" y="2824"/>
                    </a:cubicBezTo>
                    <a:cubicBezTo>
                      <a:pt x="2224" y="2824"/>
                      <a:pt x="2224" y="2466"/>
                      <a:pt x="1985" y="2466"/>
                    </a:cubicBezTo>
                    <a:cubicBezTo>
                      <a:pt x="1656" y="2486"/>
                      <a:pt x="1291" y="2542"/>
                      <a:pt x="952" y="2542"/>
                    </a:cubicBezTo>
                    <a:cubicBezTo>
                      <a:pt x="897" y="2542"/>
                      <a:pt x="843" y="2541"/>
                      <a:pt x="790" y="2538"/>
                    </a:cubicBezTo>
                    <a:cubicBezTo>
                      <a:pt x="718" y="2538"/>
                      <a:pt x="551" y="2538"/>
                      <a:pt x="503" y="2466"/>
                    </a:cubicBezTo>
                    <a:cubicBezTo>
                      <a:pt x="455" y="2418"/>
                      <a:pt x="527" y="2227"/>
                      <a:pt x="575" y="2179"/>
                    </a:cubicBezTo>
                    <a:cubicBezTo>
                      <a:pt x="646" y="2059"/>
                      <a:pt x="790" y="1964"/>
                      <a:pt x="885" y="1892"/>
                    </a:cubicBezTo>
                    <a:cubicBezTo>
                      <a:pt x="1531" y="1438"/>
                      <a:pt x="2296" y="1103"/>
                      <a:pt x="3037" y="840"/>
                    </a:cubicBezTo>
                    <a:cubicBezTo>
                      <a:pt x="3396" y="697"/>
                      <a:pt x="3778" y="577"/>
                      <a:pt x="4161" y="481"/>
                    </a:cubicBezTo>
                    <a:cubicBezTo>
                      <a:pt x="4321" y="446"/>
                      <a:pt x="4641" y="344"/>
                      <a:pt x="4883" y="344"/>
                    </a:cubicBezTo>
                    <a:cubicBezTo>
                      <a:pt x="4965" y="344"/>
                      <a:pt x="5038" y="355"/>
                      <a:pt x="5093" y="386"/>
                    </a:cubicBezTo>
                    <a:cubicBezTo>
                      <a:pt x="5452" y="553"/>
                      <a:pt x="4472" y="1199"/>
                      <a:pt x="4328" y="1342"/>
                    </a:cubicBezTo>
                    <a:cubicBezTo>
                      <a:pt x="4198" y="1472"/>
                      <a:pt x="4327" y="1659"/>
                      <a:pt x="4458" y="1659"/>
                    </a:cubicBezTo>
                    <a:cubicBezTo>
                      <a:pt x="4496" y="1659"/>
                      <a:pt x="4535" y="1643"/>
                      <a:pt x="4567" y="1605"/>
                    </a:cubicBezTo>
                    <a:cubicBezTo>
                      <a:pt x="4878" y="1318"/>
                      <a:pt x="5954" y="697"/>
                      <a:pt x="5428" y="147"/>
                    </a:cubicBezTo>
                    <a:cubicBezTo>
                      <a:pt x="5315" y="34"/>
                      <a:pt x="5150" y="0"/>
                      <a:pt x="498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
              <p:cNvSpPr/>
              <p:nvPr/>
            </p:nvSpPr>
            <p:spPr>
              <a:xfrm>
                <a:off x="7996625" y="1732750"/>
                <a:ext cx="96775" cy="222700"/>
              </a:xfrm>
              <a:custGeom>
                <a:rect b="b" l="l" r="r" t="t"/>
                <a:pathLst>
                  <a:path extrusionOk="0" h="8908" w="3871">
                    <a:moveTo>
                      <a:pt x="228" y="0"/>
                    </a:moveTo>
                    <a:cubicBezTo>
                      <a:pt x="115" y="0"/>
                      <a:pt x="0" y="87"/>
                      <a:pt x="44" y="217"/>
                    </a:cubicBezTo>
                    <a:cubicBezTo>
                      <a:pt x="1119" y="3110"/>
                      <a:pt x="2291" y="5979"/>
                      <a:pt x="3510" y="8824"/>
                    </a:cubicBezTo>
                    <a:cubicBezTo>
                      <a:pt x="3532" y="8883"/>
                      <a:pt x="3577" y="8908"/>
                      <a:pt x="3626" y="8908"/>
                    </a:cubicBezTo>
                    <a:cubicBezTo>
                      <a:pt x="3737" y="8908"/>
                      <a:pt x="3871" y="8782"/>
                      <a:pt x="3821" y="8633"/>
                    </a:cubicBezTo>
                    <a:cubicBezTo>
                      <a:pt x="2602" y="5812"/>
                      <a:pt x="1454" y="2991"/>
                      <a:pt x="402" y="122"/>
                    </a:cubicBezTo>
                    <a:cubicBezTo>
                      <a:pt x="374" y="37"/>
                      <a:pt x="301" y="0"/>
                      <a:pt x="22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
              <p:cNvSpPr/>
              <p:nvPr/>
            </p:nvSpPr>
            <p:spPr>
              <a:xfrm>
                <a:off x="7948175" y="2052475"/>
                <a:ext cx="367525" cy="271825"/>
              </a:xfrm>
              <a:custGeom>
                <a:rect b="b" l="l" r="r" t="t"/>
                <a:pathLst>
                  <a:path extrusionOk="0" h="10873" w="14701">
                    <a:moveTo>
                      <a:pt x="571" y="4044"/>
                    </a:moveTo>
                    <a:lnTo>
                      <a:pt x="514" y="4243"/>
                    </a:lnTo>
                    <a:lnTo>
                      <a:pt x="514" y="4243"/>
                    </a:lnTo>
                    <a:cubicBezTo>
                      <a:pt x="526" y="4207"/>
                      <a:pt x="537" y="4170"/>
                      <a:pt x="549" y="4133"/>
                    </a:cubicBezTo>
                    <a:lnTo>
                      <a:pt x="549" y="4133"/>
                    </a:lnTo>
                    <a:cubicBezTo>
                      <a:pt x="557" y="4104"/>
                      <a:pt x="564" y="4074"/>
                      <a:pt x="571" y="4044"/>
                    </a:cubicBezTo>
                    <a:close/>
                    <a:moveTo>
                      <a:pt x="514" y="4243"/>
                    </a:moveTo>
                    <a:lnTo>
                      <a:pt x="514" y="4243"/>
                    </a:lnTo>
                    <a:cubicBezTo>
                      <a:pt x="462" y="4409"/>
                      <a:pt x="417" y="4567"/>
                      <a:pt x="380" y="4714"/>
                    </a:cubicBezTo>
                    <a:lnTo>
                      <a:pt x="514" y="4243"/>
                    </a:lnTo>
                    <a:close/>
                    <a:moveTo>
                      <a:pt x="8973" y="0"/>
                    </a:moveTo>
                    <a:cubicBezTo>
                      <a:pt x="8793" y="0"/>
                      <a:pt x="8614" y="31"/>
                      <a:pt x="8437" y="99"/>
                    </a:cubicBezTo>
                    <a:cubicBezTo>
                      <a:pt x="7720" y="362"/>
                      <a:pt x="7289" y="1175"/>
                      <a:pt x="6548" y="1295"/>
                    </a:cubicBezTo>
                    <a:cubicBezTo>
                      <a:pt x="6500" y="1303"/>
                      <a:pt x="6451" y="1306"/>
                      <a:pt x="6403" y="1306"/>
                    </a:cubicBezTo>
                    <a:cubicBezTo>
                      <a:pt x="5581" y="1306"/>
                      <a:pt x="4741" y="242"/>
                      <a:pt x="3921" y="242"/>
                    </a:cubicBezTo>
                    <a:cubicBezTo>
                      <a:pt x="3904" y="242"/>
                      <a:pt x="3887" y="242"/>
                      <a:pt x="3870" y="243"/>
                    </a:cubicBezTo>
                    <a:cubicBezTo>
                      <a:pt x="3225" y="291"/>
                      <a:pt x="2460" y="769"/>
                      <a:pt x="2029" y="1271"/>
                    </a:cubicBezTo>
                    <a:cubicBezTo>
                      <a:pt x="1398" y="1981"/>
                      <a:pt x="864" y="3164"/>
                      <a:pt x="549" y="4133"/>
                    </a:cubicBezTo>
                    <a:lnTo>
                      <a:pt x="549" y="4133"/>
                    </a:lnTo>
                    <a:cubicBezTo>
                      <a:pt x="270" y="5278"/>
                      <a:pt x="1" y="6466"/>
                      <a:pt x="141" y="7654"/>
                    </a:cubicBezTo>
                    <a:cubicBezTo>
                      <a:pt x="284" y="8874"/>
                      <a:pt x="930" y="10093"/>
                      <a:pt x="2029" y="10595"/>
                    </a:cubicBezTo>
                    <a:cubicBezTo>
                      <a:pt x="2504" y="10803"/>
                      <a:pt x="3016" y="10873"/>
                      <a:pt x="3531" y="10873"/>
                    </a:cubicBezTo>
                    <a:cubicBezTo>
                      <a:pt x="3845" y="10873"/>
                      <a:pt x="4160" y="10847"/>
                      <a:pt x="4468" y="10810"/>
                    </a:cubicBezTo>
                    <a:cubicBezTo>
                      <a:pt x="7026" y="10571"/>
                      <a:pt x="9513" y="9878"/>
                      <a:pt x="11832" y="8802"/>
                    </a:cubicBezTo>
                    <a:cubicBezTo>
                      <a:pt x="12692" y="8396"/>
                      <a:pt x="13601" y="7894"/>
                      <a:pt x="14079" y="7033"/>
                    </a:cubicBezTo>
                    <a:cubicBezTo>
                      <a:pt x="14701" y="5933"/>
                      <a:pt x="14414" y="4499"/>
                      <a:pt x="13721" y="3447"/>
                    </a:cubicBezTo>
                    <a:cubicBezTo>
                      <a:pt x="13027" y="2395"/>
                      <a:pt x="11975" y="1630"/>
                      <a:pt x="10947" y="888"/>
                    </a:cubicBezTo>
                    <a:cubicBezTo>
                      <a:pt x="10359" y="452"/>
                      <a:pt x="9665" y="0"/>
                      <a:pt x="897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
              <p:cNvSpPr/>
              <p:nvPr/>
            </p:nvSpPr>
            <p:spPr>
              <a:xfrm>
                <a:off x="8103500" y="2051950"/>
                <a:ext cx="12575" cy="9600"/>
              </a:xfrm>
              <a:custGeom>
                <a:rect b="b" l="l" r="r" t="t"/>
                <a:pathLst>
                  <a:path extrusionOk="0" h="384" w="503">
                    <a:moveTo>
                      <a:pt x="263" y="1"/>
                    </a:moveTo>
                    <a:cubicBezTo>
                      <a:pt x="0" y="1"/>
                      <a:pt x="0" y="383"/>
                      <a:pt x="263" y="383"/>
                    </a:cubicBezTo>
                    <a:cubicBezTo>
                      <a:pt x="502" y="383"/>
                      <a:pt x="502" y="1"/>
                      <a:pt x="26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
              <p:cNvSpPr/>
              <p:nvPr/>
            </p:nvSpPr>
            <p:spPr>
              <a:xfrm>
                <a:off x="8063225" y="2015475"/>
                <a:ext cx="22975" cy="21425"/>
              </a:xfrm>
              <a:custGeom>
                <a:rect b="b" l="l" r="r" t="t"/>
                <a:pathLst>
                  <a:path extrusionOk="0" h="857" w="919">
                    <a:moveTo>
                      <a:pt x="430" y="0"/>
                    </a:moveTo>
                    <a:cubicBezTo>
                      <a:pt x="288" y="0"/>
                      <a:pt x="167" y="76"/>
                      <a:pt x="90" y="189"/>
                    </a:cubicBezTo>
                    <a:lnTo>
                      <a:pt x="90" y="189"/>
                    </a:lnTo>
                    <a:cubicBezTo>
                      <a:pt x="37" y="251"/>
                      <a:pt x="7" y="329"/>
                      <a:pt x="6" y="413"/>
                    </a:cubicBezTo>
                    <a:lnTo>
                      <a:pt x="6" y="413"/>
                    </a:lnTo>
                    <a:cubicBezTo>
                      <a:pt x="1" y="458"/>
                      <a:pt x="2" y="505"/>
                      <a:pt x="10" y="551"/>
                    </a:cubicBezTo>
                    <a:cubicBezTo>
                      <a:pt x="22" y="614"/>
                      <a:pt x="58" y="654"/>
                      <a:pt x="102" y="673"/>
                    </a:cubicBezTo>
                    <a:lnTo>
                      <a:pt x="102" y="673"/>
                    </a:lnTo>
                    <a:cubicBezTo>
                      <a:pt x="152" y="750"/>
                      <a:pt x="227" y="810"/>
                      <a:pt x="320" y="838"/>
                    </a:cubicBezTo>
                    <a:cubicBezTo>
                      <a:pt x="363" y="851"/>
                      <a:pt x="405" y="857"/>
                      <a:pt x="446" y="857"/>
                    </a:cubicBezTo>
                    <a:cubicBezTo>
                      <a:pt x="638" y="857"/>
                      <a:pt x="807" y="728"/>
                      <a:pt x="846" y="551"/>
                    </a:cubicBezTo>
                    <a:cubicBezTo>
                      <a:pt x="918" y="288"/>
                      <a:pt x="751" y="2"/>
                      <a:pt x="464" y="2"/>
                    </a:cubicBezTo>
                    <a:cubicBezTo>
                      <a:pt x="453" y="1"/>
                      <a:pt x="441" y="0"/>
                      <a:pt x="43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
              <p:cNvSpPr/>
              <p:nvPr/>
            </p:nvSpPr>
            <p:spPr>
              <a:xfrm>
                <a:off x="8119750" y="2019550"/>
                <a:ext cx="11400" cy="10750"/>
              </a:xfrm>
              <a:custGeom>
                <a:rect b="b" l="l" r="r" t="t"/>
                <a:pathLst>
                  <a:path extrusionOk="0" h="430" w="456">
                    <a:moveTo>
                      <a:pt x="236" y="1"/>
                    </a:moveTo>
                    <a:cubicBezTo>
                      <a:pt x="122" y="1"/>
                      <a:pt x="1" y="101"/>
                      <a:pt x="44" y="245"/>
                    </a:cubicBezTo>
                    <a:cubicBezTo>
                      <a:pt x="44" y="269"/>
                      <a:pt x="44" y="269"/>
                      <a:pt x="44" y="293"/>
                    </a:cubicBezTo>
                    <a:cubicBezTo>
                      <a:pt x="63" y="388"/>
                      <a:pt x="134" y="430"/>
                      <a:pt x="211" y="430"/>
                    </a:cubicBezTo>
                    <a:cubicBezTo>
                      <a:pt x="327" y="430"/>
                      <a:pt x="455" y="332"/>
                      <a:pt x="426" y="173"/>
                    </a:cubicBezTo>
                    <a:cubicBezTo>
                      <a:pt x="426" y="173"/>
                      <a:pt x="402" y="149"/>
                      <a:pt x="402" y="149"/>
                    </a:cubicBezTo>
                    <a:cubicBezTo>
                      <a:pt x="383" y="45"/>
                      <a:pt x="311" y="1"/>
                      <a:pt x="23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
              <p:cNvSpPr/>
              <p:nvPr/>
            </p:nvSpPr>
            <p:spPr>
              <a:xfrm>
                <a:off x="8013175" y="2238950"/>
                <a:ext cx="49700" cy="41725"/>
              </a:xfrm>
              <a:custGeom>
                <a:rect b="b" l="l" r="r" t="t"/>
                <a:pathLst>
                  <a:path extrusionOk="0" h="1669" w="1988">
                    <a:moveTo>
                      <a:pt x="886" y="732"/>
                    </a:moveTo>
                    <a:cubicBezTo>
                      <a:pt x="917" y="732"/>
                      <a:pt x="945" y="750"/>
                      <a:pt x="960" y="793"/>
                    </a:cubicBezTo>
                    <a:cubicBezTo>
                      <a:pt x="989" y="868"/>
                      <a:pt x="954" y="905"/>
                      <a:pt x="906" y="905"/>
                    </a:cubicBezTo>
                    <a:cubicBezTo>
                      <a:pt x="877" y="905"/>
                      <a:pt x="843" y="892"/>
                      <a:pt x="816" y="865"/>
                    </a:cubicBezTo>
                    <a:cubicBezTo>
                      <a:pt x="799" y="842"/>
                      <a:pt x="780" y="826"/>
                      <a:pt x="760" y="815"/>
                    </a:cubicBezTo>
                    <a:lnTo>
                      <a:pt x="760" y="815"/>
                    </a:lnTo>
                    <a:cubicBezTo>
                      <a:pt x="787" y="770"/>
                      <a:pt x="840" y="732"/>
                      <a:pt x="886" y="732"/>
                    </a:cubicBezTo>
                    <a:close/>
                    <a:moveTo>
                      <a:pt x="856" y="1"/>
                    </a:moveTo>
                    <a:cubicBezTo>
                      <a:pt x="500" y="1"/>
                      <a:pt x="183" y="259"/>
                      <a:pt x="123" y="602"/>
                    </a:cubicBezTo>
                    <a:cubicBezTo>
                      <a:pt x="1" y="1228"/>
                      <a:pt x="542" y="1669"/>
                      <a:pt x="1061" y="1669"/>
                    </a:cubicBezTo>
                    <a:cubicBezTo>
                      <a:pt x="1354" y="1669"/>
                      <a:pt x="1641" y="1528"/>
                      <a:pt x="1796" y="1200"/>
                    </a:cubicBezTo>
                    <a:cubicBezTo>
                      <a:pt x="1988" y="769"/>
                      <a:pt x="1725" y="219"/>
                      <a:pt x="1270" y="76"/>
                    </a:cubicBezTo>
                    <a:cubicBezTo>
                      <a:pt x="1219" y="60"/>
                      <a:pt x="1167" y="50"/>
                      <a:pt x="1115" y="45"/>
                    </a:cubicBezTo>
                    <a:lnTo>
                      <a:pt x="1115" y="45"/>
                    </a:lnTo>
                    <a:cubicBezTo>
                      <a:pt x="1096" y="39"/>
                      <a:pt x="1076" y="33"/>
                      <a:pt x="1055" y="28"/>
                    </a:cubicBezTo>
                    <a:cubicBezTo>
                      <a:pt x="988" y="9"/>
                      <a:pt x="921" y="1"/>
                      <a:pt x="85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
              <p:cNvSpPr/>
              <p:nvPr/>
            </p:nvSpPr>
            <p:spPr>
              <a:xfrm>
                <a:off x="8027000" y="2187000"/>
                <a:ext cx="21125" cy="18225"/>
              </a:xfrm>
              <a:custGeom>
                <a:rect b="b" l="l" r="r" t="t"/>
                <a:pathLst>
                  <a:path extrusionOk="0" h="729" w="845">
                    <a:moveTo>
                      <a:pt x="356" y="0"/>
                    </a:moveTo>
                    <a:cubicBezTo>
                      <a:pt x="276" y="0"/>
                      <a:pt x="194" y="29"/>
                      <a:pt x="120" y="98"/>
                    </a:cubicBezTo>
                    <a:cubicBezTo>
                      <a:pt x="0" y="217"/>
                      <a:pt x="0" y="433"/>
                      <a:pt x="120" y="576"/>
                    </a:cubicBezTo>
                    <a:cubicBezTo>
                      <a:pt x="202" y="675"/>
                      <a:pt x="308" y="728"/>
                      <a:pt x="420" y="728"/>
                    </a:cubicBezTo>
                    <a:cubicBezTo>
                      <a:pt x="470" y="728"/>
                      <a:pt x="522" y="718"/>
                      <a:pt x="574" y="695"/>
                    </a:cubicBezTo>
                    <a:cubicBezTo>
                      <a:pt x="609" y="678"/>
                      <a:pt x="635" y="656"/>
                      <a:pt x="653" y="631"/>
                    </a:cubicBezTo>
                    <a:lnTo>
                      <a:pt x="653" y="631"/>
                    </a:lnTo>
                    <a:cubicBezTo>
                      <a:pt x="678" y="613"/>
                      <a:pt x="700" y="587"/>
                      <a:pt x="717" y="552"/>
                    </a:cubicBezTo>
                    <a:cubicBezTo>
                      <a:pt x="845" y="297"/>
                      <a:pt x="612" y="0"/>
                      <a:pt x="35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
              <p:cNvSpPr/>
              <p:nvPr/>
            </p:nvSpPr>
            <p:spPr>
              <a:xfrm>
                <a:off x="8072925" y="2214425"/>
                <a:ext cx="15300" cy="9925"/>
              </a:xfrm>
              <a:custGeom>
                <a:rect b="b" l="l" r="r" t="t"/>
                <a:pathLst>
                  <a:path extrusionOk="0" h="397" w="612">
                    <a:moveTo>
                      <a:pt x="331" y="1"/>
                    </a:moveTo>
                    <a:cubicBezTo>
                      <a:pt x="318" y="1"/>
                      <a:pt x="305" y="2"/>
                      <a:pt x="291" y="5"/>
                    </a:cubicBezTo>
                    <a:cubicBezTo>
                      <a:pt x="267" y="5"/>
                      <a:pt x="243" y="5"/>
                      <a:pt x="219" y="29"/>
                    </a:cubicBezTo>
                    <a:cubicBezTo>
                      <a:pt x="1" y="73"/>
                      <a:pt x="62" y="396"/>
                      <a:pt x="257" y="396"/>
                    </a:cubicBezTo>
                    <a:cubicBezTo>
                      <a:pt x="275" y="396"/>
                      <a:pt x="294" y="394"/>
                      <a:pt x="315" y="387"/>
                    </a:cubicBezTo>
                    <a:lnTo>
                      <a:pt x="387" y="387"/>
                    </a:lnTo>
                    <a:cubicBezTo>
                      <a:pt x="612" y="342"/>
                      <a:pt x="540" y="1"/>
                      <a:pt x="33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
              <p:cNvSpPr/>
              <p:nvPr/>
            </p:nvSpPr>
            <p:spPr>
              <a:xfrm>
                <a:off x="7928975" y="1549650"/>
                <a:ext cx="83100" cy="77325"/>
              </a:xfrm>
              <a:custGeom>
                <a:rect b="b" l="l" r="r" t="t"/>
                <a:pathLst>
                  <a:path extrusionOk="0" h="3093" w="3324">
                    <a:moveTo>
                      <a:pt x="1633" y="378"/>
                    </a:moveTo>
                    <a:cubicBezTo>
                      <a:pt x="1967" y="378"/>
                      <a:pt x="2310" y="527"/>
                      <a:pt x="2558" y="799"/>
                    </a:cubicBezTo>
                    <a:cubicBezTo>
                      <a:pt x="3060" y="1349"/>
                      <a:pt x="3084" y="2186"/>
                      <a:pt x="2391" y="2568"/>
                    </a:cubicBezTo>
                    <a:cubicBezTo>
                      <a:pt x="2176" y="2690"/>
                      <a:pt x="1927" y="2753"/>
                      <a:pt x="1681" y="2753"/>
                    </a:cubicBezTo>
                    <a:cubicBezTo>
                      <a:pt x="1300" y="2753"/>
                      <a:pt x="926" y="2601"/>
                      <a:pt x="694" y="2281"/>
                    </a:cubicBezTo>
                    <a:cubicBezTo>
                      <a:pt x="673" y="2249"/>
                      <a:pt x="646" y="2227"/>
                      <a:pt x="617" y="2213"/>
                    </a:cubicBezTo>
                    <a:lnTo>
                      <a:pt x="617" y="2213"/>
                    </a:lnTo>
                    <a:cubicBezTo>
                      <a:pt x="427" y="1787"/>
                      <a:pt x="489" y="1268"/>
                      <a:pt x="741" y="871"/>
                    </a:cubicBezTo>
                    <a:cubicBezTo>
                      <a:pt x="959" y="533"/>
                      <a:pt x="1292" y="378"/>
                      <a:pt x="1633" y="378"/>
                    </a:cubicBezTo>
                    <a:close/>
                    <a:moveTo>
                      <a:pt x="1643" y="1"/>
                    </a:moveTo>
                    <a:cubicBezTo>
                      <a:pt x="1133" y="1"/>
                      <a:pt x="659" y="291"/>
                      <a:pt x="383" y="751"/>
                    </a:cubicBezTo>
                    <a:cubicBezTo>
                      <a:pt x="0" y="1421"/>
                      <a:pt x="48" y="2305"/>
                      <a:pt x="622" y="2855"/>
                    </a:cubicBezTo>
                    <a:cubicBezTo>
                      <a:pt x="661" y="2884"/>
                      <a:pt x="701" y="2897"/>
                      <a:pt x="740" y="2897"/>
                    </a:cubicBezTo>
                    <a:cubicBezTo>
                      <a:pt x="777" y="2897"/>
                      <a:pt x="811" y="2886"/>
                      <a:pt x="841" y="2868"/>
                    </a:cubicBezTo>
                    <a:lnTo>
                      <a:pt x="841" y="2868"/>
                    </a:lnTo>
                    <a:cubicBezTo>
                      <a:pt x="1102" y="3020"/>
                      <a:pt x="1407" y="3093"/>
                      <a:pt x="1711" y="3093"/>
                    </a:cubicBezTo>
                    <a:cubicBezTo>
                      <a:pt x="2485" y="3093"/>
                      <a:pt x="3256" y="2619"/>
                      <a:pt x="3300" y="1755"/>
                    </a:cubicBezTo>
                    <a:cubicBezTo>
                      <a:pt x="3323" y="1014"/>
                      <a:pt x="2797" y="321"/>
                      <a:pt x="2104" y="82"/>
                    </a:cubicBezTo>
                    <a:cubicBezTo>
                      <a:pt x="1950" y="27"/>
                      <a:pt x="1795" y="1"/>
                      <a:pt x="164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
              <p:cNvSpPr/>
              <p:nvPr/>
            </p:nvSpPr>
            <p:spPr>
              <a:xfrm>
                <a:off x="7824975" y="1475550"/>
                <a:ext cx="59775" cy="53900"/>
              </a:xfrm>
              <a:custGeom>
                <a:rect b="b" l="l" r="r" t="t"/>
                <a:pathLst>
                  <a:path extrusionOk="0" h="2156" w="2391">
                    <a:moveTo>
                      <a:pt x="1190" y="367"/>
                    </a:moveTo>
                    <a:cubicBezTo>
                      <a:pt x="1357" y="367"/>
                      <a:pt x="1534" y="437"/>
                      <a:pt x="1698" y="607"/>
                    </a:cubicBezTo>
                    <a:cubicBezTo>
                      <a:pt x="1985" y="894"/>
                      <a:pt x="2008" y="1348"/>
                      <a:pt x="1674" y="1611"/>
                    </a:cubicBezTo>
                    <a:cubicBezTo>
                      <a:pt x="1519" y="1727"/>
                      <a:pt x="1323" y="1795"/>
                      <a:pt x="1133" y="1795"/>
                    </a:cubicBezTo>
                    <a:cubicBezTo>
                      <a:pt x="972" y="1795"/>
                      <a:pt x="815" y="1745"/>
                      <a:pt x="694" y="1635"/>
                    </a:cubicBezTo>
                    <a:cubicBezTo>
                      <a:pt x="677" y="1619"/>
                      <a:pt x="660" y="1607"/>
                      <a:pt x="643" y="1598"/>
                    </a:cubicBezTo>
                    <a:lnTo>
                      <a:pt x="643" y="1598"/>
                    </a:lnTo>
                    <a:cubicBezTo>
                      <a:pt x="638" y="1587"/>
                      <a:pt x="631" y="1575"/>
                      <a:pt x="622" y="1564"/>
                    </a:cubicBezTo>
                    <a:cubicBezTo>
                      <a:pt x="261" y="1040"/>
                      <a:pt x="677" y="367"/>
                      <a:pt x="1190" y="367"/>
                    </a:cubicBezTo>
                    <a:close/>
                    <a:moveTo>
                      <a:pt x="1148" y="1"/>
                    </a:moveTo>
                    <a:cubicBezTo>
                      <a:pt x="920" y="1"/>
                      <a:pt x="692" y="79"/>
                      <a:pt x="502" y="249"/>
                    </a:cubicBezTo>
                    <a:cubicBezTo>
                      <a:pt x="96" y="631"/>
                      <a:pt x="0" y="1277"/>
                      <a:pt x="311" y="1755"/>
                    </a:cubicBezTo>
                    <a:cubicBezTo>
                      <a:pt x="333" y="1785"/>
                      <a:pt x="360" y="1805"/>
                      <a:pt x="388" y="1818"/>
                    </a:cubicBezTo>
                    <a:lnTo>
                      <a:pt x="388" y="1818"/>
                    </a:lnTo>
                    <a:cubicBezTo>
                      <a:pt x="396" y="1838"/>
                      <a:pt x="410" y="1857"/>
                      <a:pt x="431" y="1874"/>
                    </a:cubicBezTo>
                    <a:cubicBezTo>
                      <a:pt x="646" y="2066"/>
                      <a:pt x="909" y="2155"/>
                      <a:pt x="1172" y="2155"/>
                    </a:cubicBezTo>
                    <a:cubicBezTo>
                      <a:pt x="1435" y="2155"/>
                      <a:pt x="1698" y="2066"/>
                      <a:pt x="1913" y="1898"/>
                    </a:cubicBezTo>
                    <a:cubicBezTo>
                      <a:pt x="2391" y="1516"/>
                      <a:pt x="2391" y="846"/>
                      <a:pt x="2008" y="416"/>
                    </a:cubicBezTo>
                    <a:cubicBezTo>
                      <a:pt x="1786" y="152"/>
                      <a:pt x="1466" y="1"/>
                      <a:pt x="114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
              <p:cNvSpPr/>
              <p:nvPr/>
            </p:nvSpPr>
            <p:spPr>
              <a:xfrm>
                <a:off x="7897375" y="1672875"/>
                <a:ext cx="30875" cy="24475"/>
              </a:xfrm>
              <a:custGeom>
                <a:rect b="b" l="l" r="r" t="t"/>
                <a:pathLst>
                  <a:path extrusionOk="0" h="979" w="1235">
                    <a:moveTo>
                      <a:pt x="603" y="356"/>
                    </a:moveTo>
                    <a:cubicBezTo>
                      <a:pt x="626" y="356"/>
                      <a:pt x="649" y="359"/>
                      <a:pt x="666" y="365"/>
                    </a:cubicBezTo>
                    <a:cubicBezTo>
                      <a:pt x="762" y="389"/>
                      <a:pt x="834" y="437"/>
                      <a:pt x="810" y="508"/>
                    </a:cubicBezTo>
                    <a:cubicBezTo>
                      <a:pt x="799" y="583"/>
                      <a:pt x="718" y="614"/>
                      <a:pt x="633" y="614"/>
                    </a:cubicBezTo>
                    <a:cubicBezTo>
                      <a:pt x="545" y="614"/>
                      <a:pt x="453" y="580"/>
                      <a:pt x="431" y="523"/>
                    </a:cubicBezTo>
                    <a:lnTo>
                      <a:pt x="431" y="523"/>
                    </a:lnTo>
                    <a:cubicBezTo>
                      <a:pt x="444" y="499"/>
                      <a:pt x="451" y="470"/>
                      <a:pt x="451" y="437"/>
                    </a:cubicBezTo>
                    <a:cubicBezTo>
                      <a:pt x="451" y="383"/>
                      <a:pt x="532" y="356"/>
                      <a:pt x="603" y="356"/>
                    </a:cubicBezTo>
                    <a:close/>
                    <a:moveTo>
                      <a:pt x="605" y="0"/>
                    </a:moveTo>
                    <a:cubicBezTo>
                      <a:pt x="403" y="0"/>
                      <a:pt x="206" y="90"/>
                      <a:pt x="127" y="284"/>
                    </a:cubicBezTo>
                    <a:lnTo>
                      <a:pt x="127" y="284"/>
                    </a:lnTo>
                    <a:cubicBezTo>
                      <a:pt x="100" y="306"/>
                      <a:pt x="78" y="341"/>
                      <a:pt x="69" y="389"/>
                    </a:cubicBezTo>
                    <a:cubicBezTo>
                      <a:pt x="0" y="758"/>
                      <a:pt x="339" y="979"/>
                      <a:pt x="660" y="979"/>
                    </a:cubicBezTo>
                    <a:cubicBezTo>
                      <a:pt x="899" y="979"/>
                      <a:pt x="1128" y="856"/>
                      <a:pt x="1169" y="580"/>
                    </a:cubicBezTo>
                    <a:cubicBezTo>
                      <a:pt x="1235" y="210"/>
                      <a:pt x="913" y="0"/>
                      <a:pt x="60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
              <p:cNvSpPr/>
              <p:nvPr/>
            </p:nvSpPr>
            <p:spPr>
              <a:xfrm>
                <a:off x="8133975" y="1451700"/>
                <a:ext cx="296500" cy="237125"/>
              </a:xfrm>
              <a:custGeom>
                <a:rect b="b" l="l" r="r" t="t"/>
                <a:pathLst>
                  <a:path extrusionOk="0" h="9485" w="11860">
                    <a:moveTo>
                      <a:pt x="7125" y="2207"/>
                    </a:moveTo>
                    <a:cubicBezTo>
                      <a:pt x="7137" y="2210"/>
                      <a:pt x="7146" y="2212"/>
                      <a:pt x="7153" y="2213"/>
                    </a:cubicBezTo>
                    <a:lnTo>
                      <a:pt x="7153" y="2213"/>
                    </a:lnTo>
                    <a:cubicBezTo>
                      <a:pt x="7153" y="2213"/>
                      <a:pt x="7153" y="2213"/>
                      <a:pt x="7153" y="2213"/>
                    </a:cubicBezTo>
                    <a:cubicBezTo>
                      <a:pt x="7144" y="2213"/>
                      <a:pt x="7134" y="2211"/>
                      <a:pt x="7125" y="2207"/>
                    </a:cubicBezTo>
                    <a:close/>
                    <a:moveTo>
                      <a:pt x="3788" y="4700"/>
                    </a:moveTo>
                    <a:lnTo>
                      <a:pt x="3788" y="4700"/>
                    </a:lnTo>
                    <a:cubicBezTo>
                      <a:pt x="3792" y="4700"/>
                      <a:pt x="3795" y="4709"/>
                      <a:pt x="3789" y="4735"/>
                    </a:cubicBezTo>
                    <a:lnTo>
                      <a:pt x="3789" y="4735"/>
                    </a:lnTo>
                    <a:cubicBezTo>
                      <a:pt x="3776" y="4716"/>
                      <a:pt x="3783" y="4700"/>
                      <a:pt x="3788" y="4700"/>
                    </a:cubicBezTo>
                    <a:close/>
                    <a:moveTo>
                      <a:pt x="3794" y="4742"/>
                    </a:moveTo>
                    <a:cubicBezTo>
                      <a:pt x="3813" y="4755"/>
                      <a:pt x="3826" y="4765"/>
                      <a:pt x="3826" y="4765"/>
                    </a:cubicBezTo>
                    <a:cubicBezTo>
                      <a:pt x="3811" y="4758"/>
                      <a:pt x="3801" y="4750"/>
                      <a:pt x="3794" y="4742"/>
                    </a:cubicBezTo>
                    <a:close/>
                    <a:moveTo>
                      <a:pt x="5948" y="523"/>
                    </a:moveTo>
                    <a:cubicBezTo>
                      <a:pt x="6175" y="981"/>
                      <a:pt x="6395" y="1427"/>
                      <a:pt x="6647" y="1872"/>
                    </a:cubicBezTo>
                    <a:cubicBezTo>
                      <a:pt x="6758" y="2093"/>
                      <a:pt x="6889" y="2478"/>
                      <a:pt x="7153" y="2478"/>
                    </a:cubicBezTo>
                    <a:cubicBezTo>
                      <a:pt x="7175" y="2478"/>
                      <a:pt x="7198" y="2475"/>
                      <a:pt x="7221" y="2470"/>
                    </a:cubicBezTo>
                    <a:cubicBezTo>
                      <a:pt x="7364" y="2446"/>
                      <a:pt x="7556" y="2350"/>
                      <a:pt x="7699" y="2278"/>
                    </a:cubicBezTo>
                    <a:cubicBezTo>
                      <a:pt x="7986" y="2159"/>
                      <a:pt x="8249" y="2015"/>
                      <a:pt x="8536" y="1896"/>
                    </a:cubicBezTo>
                    <a:cubicBezTo>
                      <a:pt x="9037" y="1654"/>
                      <a:pt x="9524" y="1413"/>
                      <a:pt x="10031" y="1194"/>
                    </a:cubicBezTo>
                    <a:lnTo>
                      <a:pt x="10031" y="1194"/>
                    </a:lnTo>
                    <a:cubicBezTo>
                      <a:pt x="9522" y="1959"/>
                      <a:pt x="9029" y="2737"/>
                      <a:pt x="8536" y="3498"/>
                    </a:cubicBezTo>
                    <a:cubicBezTo>
                      <a:pt x="8503" y="3556"/>
                      <a:pt x="8510" y="3611"/>
                      <a:pt x="8537" y="3651"/>
                    </a:cubicBezTo>
                    <a:lnTo>
                      <a:pt x="8537" y="3651"/>
                    </a:lnTo>
                    <a:cubicBezTo>
                      <a:pt x="8542" y="3699"/>
                      <a:pt x="8572" y="3744"/>
                      <a:pt x="8632" y="3761"/>
                    </a:cubicBezTo>
                    <a:cubicBezTo>
                      <a:pt x="9482" y="4004"/>
                      <a:pt x="10332" y="4264"/>
                      <a:pt x="11182" y="4555"/>
                    </a:cubicBezTo>
                    <a:lnTo>
                      <a:pt x="11182" y="4555"/>
                    </a:lnTo>
                    <a:cubicBezTo>
                      <a:pt x="10217" y="4772"/>
                      <a:pt x="9266" y="5016"/>
                      <a:pt x="8297" y="5243"/>
                    </a:cubicBezTo>
                    <a:cubicBezTo>
                      <a:pt x="8249" y="5267"/>
                      <a:pt x="8201" y="5339"/>
                      <a:pt x="8201" y="5387"/>
                    </a:cubicBezTo>
                    <a:cubicBezTo>
                      <a:pt x="8159" y="6555"/>
                      <a:pt x="8116" y="7741"/>
                      <a:pt x="8107" y="8914"/>
                    </a:cubicBezTo>
                    <a:lnTo>
                      <a:pt x="8107" y="8914"/>
                    </a:lnTo>
                    <a:cubicBezTo>
                      <a:pt x="7462" y="8038"/>
                      <a:pt x="6703" y="7246"/>
                      <a:pt x="6073" y="6343"/>
                    </a:cubicBezTo>
                    <a:cubicBezTo>
                      <a:pt x="6059" y="6301"/>
                      <a:pt x="6013" y="6276"/>
                      <a:pt x="5963" y="6276"/>
                    </a:cubicBezTo>
                    <a:cubicBezTo>
                      <a:pt x="5927" y="6276"/>
                      <a:pt x="5888" y="6289"/>
                      <a:pt x="5858" y="6319"/>
                    </a:cubicBezTo>
                    <a:cubicBezTo>
                      <a:pt x="5165" y="7180"/>
                      <a:pt x="4417" y="8023"/>
                      <a:pt x="3694" y="8863"/>
                    </a:cubicBezTo>
                    <a:lnTo>
                      <a:pt x="3694" y="8863"/>
                    </a:lnTo>
                    <a:cubicBezTo>
                      <a:pt x="3780" y="8135"/>
                      <a:pt x="3839" y="7410"/>
                      <a:pt x="3898" y="6701"/>
                    </a:cubicBezTo>
                    <a:cubicBezTo>
                      <a:pt x="3922" y="6271"/>
                      <a:pt x="3969" y="5841"/>
                      <a:pt x="3993" y="5410"/>
                    </a:cubicBezTo>
                    <a:cubicBezTo>
                      <a:pt x="4017" y="5195"/>
                      <a:pt x="4089" y="4932"/>
                      <a:pt x="4065" y="4717"/>
                    </a:cubicBezTo>
                    <a:cubicBezTo>
                      <a:pt x="4041" y="4574"/>
                      <a:pt x="3993" y="4550"/>
                      <a:pt x="3898" y="4478"/>
                    </a:cubicBezTo>
                    <a:cubicBezTo>
                      <a:pt x="3683" y="4311"/>
                      <a:pt x="3443" y="4143"/>
                      <a:pt x="3228" y="3952"/>
                    </a:cubicBezTo>
                    <a:cubicBezTo>
                      <a:pt x="2356" y="3308"/>
                      <a:pt x="1501" y="2664"/>
                      <a:pt x="633" y="2020"/>
                    </a:cubicBezTo>
                    <a:lnTo>
                      <a:pt x="633" y="2020"/>
                    </a:lnTo>
                    <a:cubicBezTo>
                      <a:pt x="2199" y="2122"/>
                      <a:pt x="3764" y="2304"/>
                      <a:pt x="5308" y="2565"/>
                    </a:cubicBezTo>
                    <a:cubicBezTo>
                      <a:pt x="5380" y="2565"/>
                      <a:pt x="5452" y="2541"/>
                      <a:pt x="5476" y="2470"/>
                    </a:cubicBezTo>
                    <a:cubicBezTo>
                      <a:pt x="5638" y="1821"/>
                      <a:pt x="5800" y="1172"/>
                      <a:pt x="5948" y="523"/>
                    </a:cubicBezTo>
                    <a:close/>
                    <a:moveTo>
                      <a:pt x="5902" y="0"/>
                    </a:moveTo>
                    <a:cubicBezTo>
                      <a:pt x="5839" y="0"/>
                      <a:pt x="5776" y="37"/>
                      <a:pt x="5763" y="103"/>
                    </a:cubicBezTo>
                    <a:cubicBezTo>
                      <a:pt x="5605" y="821"/>
                      <a:pt x="5427" y="1539"/>
                      <a:pt x="5248" y="2257"/>
                    </a:cubicBezTo>
                    <a:lnTo>
                      <a:pt x="5248" y="2257"/>
                    </a:lnTo>
                    <a:cubicBezTo>
                      <a:pt x="3569" y="1982"/>
                      <a:pt x="1869" y="1798"/>
                      <a:pt x="168" y="1705"/>
                    </a:cubicBezTo>
                    <a:cubicBezTo>
                      <a:pt x="25" y="1705"/>
                      <a:pt x="1" y="1896"/>
                      <a:pt x="96" y="1968"/>
                    </a:cubicBezTo>
                    <a:cubicBezTo>
                      <a:pt x="1077" y="2685"/>
                      <a:pt x="2057" y="3426"/>
                      <a:pt x="3013" y="4143"/>
                    </a:cubicBezTo>
                    <a:cubicBezTo>
                      <a:pt x="3252" y="4335"/>
                      <a:pt x="3491" y="4502"/>
                      <a:pt x="3706" y="4693"/>
                    </a:cubicBezTo>
                    <a:cubicBezTo>
                      <a:pt x="3720" y="4693"/>
                      <a:pt x="3758" y="4717"/>
                      <a:pt x="3788" y="4738"/>
                    </a:cubicBezTo>
                    <a:lnTo>
                      <a:pt x="3788" y="4738"/>
                    </a:lnTo>
                    <a:cubicBezTo>
                      <a:pt x="3785" y="4745"/>
                      <a:pt x="3782" y="4754"/>
                      <a:pt x="3778" y="4765"/>
                    </a:cubicBezTo>
                    <a:cubicBezTo>
                      <a:pt x="3706" y="5004"/>
                      <a:pt x="3730" y="5315"/>
                      <a:pt x="3706" y="5554"/>
                    </a:cubicBezTo>
                    <a:cubicBezTo>
                      <a:pt x="3683" y="5960"/>
                      <a:pt x="3635" y="6367"/>
                      <a:pt x="3611" y="6773"/>
                    </a:cubicBezTo>
                    <a:cubicBezTo>
                      <a:pt x="3539" y="7634"/>
                      <a:pt x="3467" y="8471"/>
                      <a:pt x="3372" y="9331"/>
                    </a:cubicBezTo>
                    <a:cubicBezTo>
                      <a:pt x="3355" y="9400"/>
                      <a:pt x="3436" y="9456"/>
                      <a:pt x="3509" y="9456"/>
                    </a:cubicBezTo>
                    <a:cubicBezTo>
                      <a:pt x="3539" y="9456"/>
                      <a:pt x="3567" y="9447"/>
                      <a:pt x="3587" y="9427"/>
                    </a:cubicBezTo>
                    <a:cubicBezTo>
                      <a:pt x="4383" y="8494"/>
                      <a:pt x="5179" y="7605"/>
                      <a:pt x="5955" y="6656"/>
                    </a:cubicBezTo>
                    <a:lnTo>
                      <a:pt x="5955" y="6656"/>
                    </a:lnTo>
                    <a:cubicBezTo>
                      <a:pt x="6649" y="7613"/>
                      <a:pt x="7475" y="8456"/>
                      <a:pt x="8129" y="9427"/>
                    </a:cubicBezTo>
                    <a:cubicBezTo>
                      <a:pt x="8158" y="9465"/>
                      <a:pt x="8206" y="9484"/>
                      <a:pt x="8253" y="9484"/>
                    </a:cubicBezTo>
                    <a:cubicBezTo>
                      <a:pt x="8324" y="9484"/>
                      <a:pt x="8392" y="9441"/>
                      <a:pt x="8392" y="9355"/>
                    </a:cubicBezTo>
                    <a:cubicBezTo>
                      <a:pt x="8369" y="8078"/>
                      <a:pt x="8436" y="6779"/>
                      <a:pt x="8484" y="5501"/>
                    </a:cubicBezTo>
                    <a:lnTo>
                      <a:pt x="8484" y="5501"/>
                    </a:lnTo>
                    <a:cubicBezTo>
                      <a:pt x="9568" y="5223"/>
                      <a:pt x="10630" y="4948"/>
                      <a:pt x="11716" y="4717"/>
                    </a:cubicBezTo>
                    <a:cubicBezTo>
                      <a:pt x="11859" y="4693"/>
                      <a:pt x="11835" y="4502"/>
                      <a:pt x="11716" y="4454"/>
                    </a:cubicBezTo>
                    <a:cubicBezTo>
                      <a:pt x="10781" y="4089"/>
                      <a:pt x="9802" y="3811"/>
                      <a:pt x="8842" y="3537"/>
                    </a:cubicBezTo>
                    <a:lnTo>
                      <a:pt x="8842" y="3537"/>
                    </a:lnTo>
                    <a:cubicBezTo>
                      <a:pt x="9394" y="2686"/>
                      <a:pt x="9946" y="1813"/>
                      <a:pt x="10520" y="940"/>
                    </a:cubicBezTo>
                    <a:cubicBezTo>
                      <a:pt x="10577" y="845"/>
                      <a:pt x="10499" y="751"/>
                      <a:pt x="10405" y="751"/>
                    </a:cubicBezTo>
                    <a:cubicBezTo>
                      <a:pt x="10380" y="751"/>
                      <a:pt x="10354" y="757"/>
                      <a:pt x="10329" y="772"/>
                    </a:cubicBezTo>
                    <a:cubicBezTo>
                      <a:pt x="9301" y="1203"/>
                      <a:pt x="8273" y="1681"/>
                      <a:pt x="7269" y="2159"/>
                    </a:cubicBezTo>
                    <a:cubicBezTo>
                      <a:pt x="7237" y="2175"/>
                      <a:pt x="7205" y="2202"/>
                      <a:pt x="7173" y="2210"/>
                    </a:cubicBezTo>
                    <a:lnTo>
                      <a:pt x="7173" y="2210"/>
                    </a:lnTo>
                    <a:cubicBezTo>
                      <a:pt x="7167" y="2200"/>
                      <a:pt x="7139" y="2175"/>
                      <a:pt x="7125" y="2135"/>
                    </a:cubicBezTo>
                    <a:cubicBezTo>
                      <a:pt x="7030" y="1944"/>
                      <a:pt x="6886" y="1753"/>
                      <a:pt x="6791" y="1561"/>
                    </a:cubicBezTo>
                    <a:cubicBezTo>
                      <a:pt x="6528" y="1059"/>
                      <a:pt x="6265" y="557"/>
                      <a:pt x="6026" y="79"/>
                    </a:cubicBezTo>
                    <a:cubicBezTo>
                      <a:pt x="6004" y="25"/>
                      <a:pt x="5953" y="0"/>
                      <a:pt x="590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
              <p:cNvSpPr/>
              <p:nvPr/>
            </p:nvSpPr>
            <p:spPr>
              <a:xfrm>
                <a:off x="8228600" y="1514050"/>
                <a:ext cx="115200" cy="92125"/>
              </a:xfrm>
              <a:custGeom>
                <a:rect b="b" l="l" r="r" t="t"/>
                <a:pathLst>
                  <a:path extrusionOk="0" h="3685" w="4608">
                    <a:moveTo>
                      <a:pt x="2330" y="575"/>
                    </a:moveTo>
                    <a:lnTo>
                      <a:pt x="2330" y="575"/>
                    </a:lnTo>
                    <a:cubicBezTo>
                      <a:pt x="2443" y="828"/>
                      <a:pt x="2592" y="1099"/>
                      <a:pt x="2790" y="1099"/>
                    </a:cubicBezTo>
                    <a:cubicBezTo>
                      <a:pt x="2910" y="1099"/>
                      <a:pt x="3125" y="956"/>
                      <a:pt x="3245" y="908"/>
                    </a:cubicBezTo>
                    <a:cubicBezTo>
                      <a:pt x="3358" y="846"/>
                      <a:pt x="3472" y="789"/>
                      <a:pt x="3586" y="734"/>
                    </a:cubicBezTo>
                    <a:lnTo>
                      <a:pt x="3586" y="734"/>
                    </a:lnTo>
                    <a:cubicBezTo>
                      <a:pt x="3456" y="935"/>
                      <a:pt x="3326" y="1137"/>
                      <a:pt x="3197" y="1339"/>
                    </a:cubicBezTo>
                    <a:cubicBezTo>
                      <a:pt x="3172" y="1376"/>
                      <a:pt x="3170" y="1414"/>
                      <a:pt x="3182" y="1446"/>
                    </a:cubicBezTo>
                    <a:lnTo>
                      <a:pt x="3182" y="1446"/>
                    </a:lnTo>
                    <a:cubicBezTo>
                      <a:pt x="3190" y="1493"/>
                      <a:pt x="3225" y="1537"/>
                      <a:pt x="3292" y="1554"/>
                    </a:cubicBezTo>
                    <a:cubicBezTo>
                      <a:pt x="3499" y="1622"/>
                      <a:pt x="3713" y="1691"/>
                      <a:pt x="3926" y="1760"/>
                    </a:cubicBezTo>
                    <a:lnTo>
                      <a:pt x="3926" y="1760"/>
                    </a:lnTo>
                    <a:cubicBezTo>
                      <a:pt x="3672" y="1821"/>
                      <a:pt x="3415" y="1886"/>
                      <a:pt x="3149" y="1960"/>
                    </a:cubicBezTo>
                    <a:cubicBezTo>
                      <a:pt x="3101" y="1960"/>
                      <a:pt x="3053" y="2032"/>
                      <a:pt x="3053" y="2080"/>
                    </a:cubicBezTo>
                    <a:cubicBezTo>
                      <a:pt x="3037" y="2432"/>
                      <a:pt x="3032" y="2773"/>
                      <a:pt x="3030" y="3111"/>
                    </a:cubicBezTo>
                    <a:lnTo>
                      <a:pt x="3030" y="3111"/>
                    </a:lnTo>
                    <a:cubicBezTo>
                      <a:pt x="2840" y="2831"/>
                      <a:pt x="2653" y="2551"/>
                      <a:pt x="2456" y="2271"/>
                    </a:cubicBezTo>
                    <a:cubicBezTo>
                      <a:pt x="2428" y="2229"/>
                      <a:pt x="2384" y="2204"/>
                      <a:pt x="2338" y="2204"/>
                    </a:cubicBezTo>
                    <a:cubicBezTo>
                      <a:pt x="2305" y="2204"/>
                      <a:pt x="2271" y="2217"/>
                      <a:pt x="2241" y="2247"/>
                    </a:cubicBezTo>
                    <a:cubicBezTo>
                      <a:pt x="2027" y="2510"/>
                      <a:pt x="1813" y="2795"/>
                      <a:pt x="1600" y="3072"/>
                    </a:cubicBezTo>
                    <a:lnTo>
                      <a:pt x="1600" y="3072"/>
                    </a:lnTo>
                    <a:cubicBezTo>
                      <a:pt x="1617" y="2883"/>
                      <a:pt x="1630" y="2693"/>
                      <a:pt x="1643" y="2510"/>
                    </a:cubicBezTo>
                    <a:cubicBezTo>
                      <a:pt x="1667" y="2295"/>
                      <a:pt x="1738" y="2008"/>
                      <a:pt x="1691" y="1817"/>
                    </a:cubicBezTo>
                    <a:cubicBezTo>
                      <a:pt x="1667" y="1673"/>
                      <a:pt x="1523" y="1601"/>
                      <a:pt x="1404" y="1530"/>
                    </a:cubicBezTo>
                    <a:cubicBezTo>
                      <a:pt x="1154" y="1327"/>
                      <a:pt x="905" y="1135"/>
                      <a:pt x="655" y="946"/>
                    </a:cubicBezTo>
                    <a:lnTo>
                      <a:pt x="655" y="946"/>
                    </a:lnTo>
                    <a:cubicBezTo>
                      <a:pt x="1120" y="985"/>
                      <a:pt x="1585" y="1034"/>
                      <a:pt x="2049" y="1123"/>
                    </a:cubicBezTo>
                    <a:cubicBezTo>
                      <a:pt x="2121" y="1123"/>
                      <a:pt x="2193" y="1099"/>
                      <a:pt x="2217" y="1028"/>
                    </a:cubicBezTo>
                    <a:cubicBezTo>
                      <a:pt x="2254" y="877"/>
                      <a:pt x="2292" y="726"/>
                      <a:pt x="2330" y="575"/>
                    </a:cubicBezTo>
                    <a:close/>
                    <a:moveTo>
                      <a:pt x="2304" y="0"/>
                    </a:moveTo>
                    <a:cubicBezTo>
                      <a:pt x="2245" y="0"/>
                      <a:pt x="2183" y="40"/>
                      <a:pt x="2169" y="95"/>
                    </a:cubicBezTo>
                    <a:cubicBezTo>
                      <a:pt x="2107" y="342"/>
                      <a:pt x="2045" y="589"/>
                      <a:pt x="1984" y="836"/>
                    </a:cubicBezTo>
                    <a:lnTo>
                      <a:pt x="1984" y="836"/>
                    </a:lnTo>
                    <a:cubicBezTo>
                      <a:pt x="1409" y="735"/>
                      <a:pt x="835" y="673"/>
                      <a:pt x="260" y="648"/>
                    </a:cubicBezTo>
                    <a:lnTo>
                      <a:pt x="260" y="648"/>
                    </a:lnTo>
                    <a:cubicBezTo>
                      <a:pt x="259" y="647"/>
                      <a:pt x="257" y="646"/>
                      <a:pt x="256" y="645"/>
                    </a:cubicBezTo>
                    <a:cubicBezTo>
                      <a:pt x="256" y="646"/>
                      <a:pt x="256" y="647"/>
                      <a:pt x="255" y="648"/>
                    </a:cubicBezTo>
                    <a:lnTo>
                      <a:pt x="255" y="648"/>
                    </a:lnTo>
                    <a:cubicBezTo>
                      <a:pt x="232" y="647"/>
                      <a:pt x="208" y="646"/>
                      <a:pt x="184" y="645"/>
                    </a:cubicBezTo>
                    <a:cubicBezTo>
                      <a:pt x="175" y="644"/>
                      <a:pt x="165" y="643"/>
                      <a:pt x="157" y="643"/>
                    </a:cubicBezTo>
                    <a:cubicBezTo>
                      <a:pt x="15" y="643"/>
                      <a:pt x="0" y="817"/>
                      <a:pt x="113" y="884"/>
                    </a:cubicBezTo>
                    <a:cubicBezTo>
                      <a:pt x="447" y="1147"/>
                      <a:pt x="806" y="1410"/>
                      <a:pt x="1141" y="1673"/>
                    </a:cubicBezTo>
                    <a:cubicBezTo>
                      <a:pt x="1212" y="1721"/>
                      <a:pt x="1356" y="1864"/>
                      <a:pt x="1428" y="1888"/>
                    </a:cubicBezTo>
                    <a:cubicBezTo>
                      <a:pt x="1332" y="2056"/>
                      <a:pt x="1380" y="2438"/>
                      <a:pt x="1356" y="2630"/>
                    </a:cubicBezTo>
                    <a:cubicBezTo>
                      <a:pt x="1332" y="2940"/>
                      <a:pt x="1308" y="3227"/>
                      <a:pt x="1260" y="3538"/>
                    </a:cubicBezTo>
                    <a:cubicBezTo>
                      <a:pt x="1260" y="3619"/>
                      <a:pt x="1337" y="3678"/>
                      <a:pt x="1409" y="3678"/>
                    </a:cubicBezTo>
                    <a:cubicBezTo>
                      <a:pt x="1443" y="3678"/>
                      <a:pt x="1476" y="3665"/>
                      <a:pt x="1499" y="3634"/>
                    </a:cubicBezTo>
                    <a:cubicBezTo>
                      <a:pt x="1797" y="3294"/>
                      <a:pt x="2056" y="2935"/>
                      <a:pt x="2329" y="2574"/>
                    </a:cubicBezTo>
                    <a:lnTo>
                      <a:pt x="2329" y="2574"/>
                    </a:lnTo>
                    <a:lnTo>
                      <a:pt x="3053" y="3610"/>
                    </a:lnTo>
                    <a:cubicBezTo>
                      <a:pt x="3083" y="3660"/>
                      <a:pt x="3134" y="3684"/>
                      <a:pt x="3181" y="3684"/>
                    </a:cubicBezTo>
                    <a:cubicBezTo>
                      <a:pt x="3247" y="3684"/>
                      <a:pt x="3306" y="3636"/>
                      <a:pt x="3292" y="3538"/>
                    </a:cubicBezTo>
                    <a:cubicBezTo>
                      <a:pt x="3292" y="3097"/>
                      <a:pt x="3313" y="2657"/>
                      <a:pt x="3335" y="2197"/>
                    </a:cubicBezTo>
                    <a:lnTo>
                      <a:pt x="3335" y="2197"/>
                    </a:lnTo>
                    <a:cubicBezTo>
                      <a:pt x="3711" y="2089"/>
                      <a:pt x="4088" y="2001"/>
                      <a:pt x="4464" y="1912"/>
                    </a:cubicBezTo>
                    <a:cubicBezTo>
                      <a:pt x="4607" y="1888"/>
                      <a:pt x="4584" y="1697"/>
                      <a:pt x="4464" y="1649"/>
                    </a:cubicBezTo>
                    <a:cubicBezTo>
                      <a:pt x="4159" y="1527"/>
                      <a:pt x="3836" y="1440"/>
                      <a:pt x="3526" y="1343"/>
                    </a:cubicBezTo>
                    <a:lnTo>
                      <a:pt x="3526" y="1343"/>
                    </a:lnTo>
                    <a:cubicBezTo>
                      <a:pt x="3711" y="1054"/>
                      <a:pt x="3896" y="766"/>
                      <a:pt x="4081" y="478"/>
                    </a:cubicBezTo>
                    <a:cubicBezTo>
                      <a:pt x="4142" y="377"/>
                      <a:pt x="4049" y="276"/>
                      <a:pt x="3947" y="276"/>
                    </a:cubicBezTo>
                    <a:cubicBezTo>
                      <a:pt x="3928" y="276"/>
                      <a:pt x="3909" y="279"/>
                      <a:pt x="3890" y="287"/>
                    </a:cubicBezTo>
                    <a:cubicBezTo>
                      <a:pt x="3699" y="382"/>
                      <a:pt x="3508" y="478"/>
                      <a:pt x="3316" y="550"/>
                    </a:cubicBezTo>
                    <a:cubicBezTo>
                      <a:pt x="3173" y="621"/>
                      <a:pt x="2934" y="693"/>
                      <a:pt x="2814" y="789"/>
                    </a:cubicBezTo>
                    <a:cubicBezTo>
                      <a:pt x="2805" y="789"/>
                      <a:pt x="2795" y="793"/>
                      <a:pt x="2785" y="797"/>
                    </a:cubicBezTo>
                    <a:lnTo>
                      <a:pt x="2785" y="797"/>
                    </a:lnTo>
                    <a:cubicBezTo>
                      <a:pt x="2760" y="731"/>
                      <a:pt x="2717" y="664"/>
                      <a:pt x="2695" y="597"/>
                    </a:cubicBezTo>
                    <a:cubicBezTo>
                      <a:pt x="2599" y="430"/>
                      <a:pt x="2504" y="239"/>
                      <a:pt x="2408" y="71"/>
                    </a:cubicBezTo>
                    <a:cubicBezTo>
                      <a:pt x="2388" y="21"/>
                      <a:pt x="2347" y="0"/>
                      <a:pt x="230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 name="Google Shape;193;p2"/>
            <p:cNvGrpSpPr/>
            <p:nvPr/>
          </p:nvGrpSpPr>
          <p:grpSpPr>
            <a:xfrm>
              <a:off x="6971200" y="1500588"/>
              <a:ext cx="504925" cy="509725"/>
              <a:chOff x="1964875" y="2473875"/>
              <a:chExt cx="504925" cy="509725"/>
            </a:xfrm>
          </p:grpSpPr>
          <p:sp>
            <p:nvSpPr>
              <p:cNvPr id="194" name="Google Shape;194;p2"/>
              <p:cNvSpPr/>
              <p:nvPr/>
            </p:nvSpPr>
            <p:spPr>
              <a:xfrm>
                <a:off x="1964875" y="2575950"/>
                <a:ext cx="500300" cy="304300"/>
              </a:xfrm>
              <a:custGeom>
                <a:rect b="b" l="l" r="r" t="t"/>
                <a:pathLst>
                  <a:path extrusionOk="0" h="12172" w="20012">
                    <a:moveTo>
                      <a:pt x="4921" y="1"/>
                    </a:moveTo>
                    <a:cubicBezTo>
                      <a:pt x="4131" y="1"/>
                      <a:pt x="3346" y="99"/>
                      <a:pt x="2630" y="395"/>
                    </a:cubicBezTo>
                    <a:cubicBezTo>
                      <a:pt x="1196" y="1017"/>
                      <a:pt x="1" y="2475"/>
                      <a:pt x="455" y="4101"/>
                    </a:cubicBezTo>
                    <a:cubicBezTo>
                      <a:pt x="909" y="5751"/>
                      <a:pt x="2391" y="6970"/>
                      <a:pt x="3515" y="8189"/>
                    </a:cubicBezTo>
                    <a:cubicBezTo>
                      <a:pt x="3548" y="8222"/>
                      <a:pt x="3585" y="8236"/>
                      <a:pt x="3620" y="8236"/>
                    </a:cubicBezTo>
                    <a:cubicBezTo>
                      <a:pt x="3739" y="8236"/>
                      <a:pt x="3841" y="8079"/>
                      <a:pt x="3730" y="7950"/>
                    </a:cubicBezTo>
                    <a:cubicBezTo>
                      <a:pt x="2774" y="6898"/>
                      <a:pt x="1626" y="5894"/>
                      <a:pt x="1005" y="4603"/>
                    </a:cubicBezTo>
                    <a:cubicBezTo>
                      <a:pt x="670" y="3934"/>
                      <a:pt x="574" y="3240"/>
                      <a:pt x="837" y="2547"/>
                    </a:cubicBezTo>
                    <a:cubicBezTo>
                      <a:pt x="1100" y="1854"/>
                      <a:pt x="1674" y="1280"/>
                      <a:pt x="2320" y="921"/>
                    </a:cubicBezTo>
                    <a:cubicBezTo>
                      <a:pt x="3115" y="462"/>
                      <a:pt x="4018" y="336"/>
                      <a:pt x="4929" y="336"/>
                    </a:cubicBezTo>
                    <a:cubicBezTo>
                      <a:pt x="5442" y="336"/>
                      <a:pt x="5956" y="376"/>
                      <a:pt x="6456" y="419"/>
                    </a:cubicBezTo>
                    <a:cubicBezTo>
                      <a:pt x="7914" y="563"/>
                      <a:pt x="9373" y="873"/>
                      <a:pt x="10759" y="1328"/>
                    </a:cubicBezTo>
                    <a:cubicBezTo>
                      <a:pt x="13652" y="2260"/>
                      <a:pt x="16354" y="3886"/>
                      <a:pt x="18290" y="6253"/>
                    </a:cubicBezTo>
                    <a:cubicBezTo>
                      <a:pt x="18792" y="6874"/>
                      <a:pt x="19342" y="7568"/>
                      <a:pt x="19510" y="8381"/>
                    </a:cubicBezTo>
                    <a:cubicBezTo>
                      <a:pt x="19701" y="9217"/>
                      <a:pt x="19342" y="10078"/>
                      <a:pt x="18721" y="10652"/>
                    </a:cubicBezTo>
                    <a:cubicBezTo>
                      <a:pt x="17661" y="11649"/>
                      <a:pt x="16024" y="11834"/>
                      <a:pt x="14578" y="11834"/>
                    </a:cubicBezTo>
                    <a:cubicBezTo>
                      <a:pt x="14360" y="11834"/>
                      <a:pt x="14146" y="11830"/>
                      <a:pt x="13939" y="11823"/>
                    </a:cubicBezTo>
                    <a:cubicBezTo>
                      <a:pt x="10281" y="11704"/>
                      <a:pt x="7030" y="10006"/>
                      <a:pt x="4017" y="8094"/>
                    </a:cubicBezTo>
                    <a:cubicBezTo>
                      <a:pt x="3989" y="8079"/>
                      <a:pt x="3961" y="8073"/>
                      <a:pt x="3936" y="8073"/>
                    </a:cubicBezTo>
                    <a:cubicBezTo>
                      <a:pt x="3790" y="8073"/>
                      <a:pt x="3707" y="8279"/>
                      <a:pt x="3850" y="8381"/>
                    </a:cubicBezTo>
                    <a:cubicBezTo>
                      <a:pt x="6791" y="10222"/>
                      <a:pt x="9922" y="11895"/>
                      <a:pt x="13461" y="12134"/>
                    </a:cubicBezTo>
                    <a:cubicBezTo>
                      <a:pt x="13825" y="12156"/>
                      <a:pt x="14210" y="12171"/>
                      <a:pt x="14604" y="12171"/>
                    </a:cubicBezTo>
                    <a:cubicBezTo>
                      <a:pt x="15966" y="12171"/>
                      <a:pt x="17435" y="11986"/>
                      <a:pt x="18529" y="11226"/>
                    </a:cubicBezTo>
                    <a:cubicBezTo>
                      <a:pt x="19127" y="10819"/>
                      <a:pt x="19605" y="10222"/>
                      <a:pt x="19797" y="9528"/>
                    </a:cubicBezTo>
                    <a:cubicBezTo>
                      <a:pt x="20012" y="8739"/>
                      <a:pt x="19797" y="7974"/>
                      <a:pt x="19414" y="7281"/>
                    </a:cubicBezTo>
                    <a:cubicBezTo>
                      <a:pt x="18625" y="5894"/>
                      <a:pt x="17406" y="4699"/>
                      <a:pt x="16139" y="3742"/>
                    </a:cubicBezTo>
                    <a:cubicBezTo>
                      <a:pt x="14824" y="2714"/>
                      <a:pt x="13341" y="1925"/>
                      <a:pt x="11787" y="1352"/>
                    </a:cubicBezTo>
                    <a:cubicBezTo>
                      <a:pt x="10281" y="778"/>
                      <a:pt x="8703" y="395"/>
                      <a:pt x="7101" y="180"/>
                    </a:cubicBezTo>
                    <a:cubicBezTo>
                      <a:pt x="6407" y="88"/>
                      <a:pt x="5662" y="1"/>
                      <a:pt x="492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
              <p:cNvSpPr/>
              <p:nvPr/>
            </p:nvSpPr>
            <p:spPr>
              <a:xfrm>
                <a:off x="2080825" y="2473875"/>
                <a:ext cx="267800" cy="509725"/>
              </a:xfrm>
              <a:custGeom>
                <a:rect b="b" l="l" r="r" t="t"/>
                <a:pathLst>
                  <a:path extrusionOk="0" h="20389" w="10712">
                    <a:moveTo>
                      <a:pt x="6477" y="1"/>
                    </a:moveTo>
                    <a:cubicBezTo>
                      <a:pt x="6253" y="1"/>
                      <a:pt x="6015" y="26"/>
                      <a:pt x="5763" y="79"/>
                    </a:cubicBezTo>
                    <a:cubicBezTo>
                      <a:pt x="4161" y="438"/>
                      <a:pt x="3181" y="1681"/>
                      <a:pt x="2463" y="3044"/>
                    </a:cubicBezTo>
                    <a:cubicBezTo>
                      <a:pt x="1722" y="4526"/>
                      <a:pt x="1172" y="6104"/>
                      <a:pt x="790" y="7706"/>
                    </a:cubicBezTo>
                    <a:cubicBezTo>
                      <a:pt x="1" y="11173"/>
                      <a:pt x="96" y="14926"/>
                      <a:pt x="1627" y="18202"/>
                    </a:cubicBezTo>
                    <a:cubicBezTo>
                      <a:pt x="1937" y="18871"/>
                      <a:pt x="2344" y="19564"/>
                      <a:pt x="2989" y="19995"/>
                    </a:cubicBezTo>
                    <a:cubicBezTo>
                      <a:pt x="3417" y="20270"/>
                      <a:pt x="3913" y="20388"/>
                      <a:pt x="4409" y="20388"/>
                    </a:cubicBezTo>
                    <a:cubicBezTo>
                      <a:pt x="4689" y="20388"/>
                      <a:pt x="4969" y="20351"/>
                      <a:pt x="5237" y="20282"/>
                    </a:cubicBezTo>
                    <a:cubicBezTo>
                      <a:pt x="6862" y="19851"/>
                      <a:pt x="7914" y="18273"/>
                      <a:pt x="8679" y="16887"/>
                    </a:cubicBezTo>
                    <a:cubicBezTo>
                      <a:pt x="10568" y="13492"/>
                      <a:pt x="10712" y="9619"/>
                      <a:pt x="10496" y="5817"/>
                    </a:cubicBezTo>
                    <a:cubicBezTo>
                      <a:pt x="10484" y="5710"/>
                      <a:pt x="10401" y="5656"/>
                      <a:pt x="10320" y="5656"/>
                    </a:cubicBezTo>
                    <a:cubicBezTo>
                      <a:pt x="10239" y="5656"/>
                      <a:pt x="10162" y="5710"/>
                      <a:pt x="10162" y="5817"/>
                    </a:cubicBezTo>
                    <a:cubicBezTo>
                      <a:pt x="10329" y="8901"/>
                      <a:pt x="10329" y="12057"/>
                      <a:pt x="9205" y="14998"/>
                    </a:cubicBezTo>
                    <a:cubicBezTo>
                      <a:pt x="8656" y="16456"/>
                      <a:pt x="7843" y="17986"/>
                      <a:pt x="6695" y="19062"/>
                    </a:cubicBezTo>
                    <a:cubicBezTo>
                      <a:pt x="6073" y="19636"/>
                      <a:pt x="5284" y="20066"/>
                      <a:pt x="4424" y="20066"/>
                    </a:cubicBezTo>
                    <a:cubicBezTo>
                      <a:pt x="3539" y="20066"/>
                      <a:pt x="2822" y="19588"/>
                      <a:pt x="2344" y="18847"/>
                    </a:cubicBezTo>
                    <a:cubicBezTo>
                      <a:pt x="1483" y="17532"/>
                      <a:pt x="1029" y="15859"/>
                      <a:pt x="790" y="14305"/>
                    </a:cubicBezTo>
                    <a:cubicBezTo>
                      <a:pt x="527" y="12607"/>
                      <a:pt x="575" y="10862"/>
                      <a:pt x="838" y="9164"/>
                    </a:cubicBezTo>
                    <a:cubicBezTo>
                      <a:pt x="1077" y="7658"/>
                      <a:pt x="1507" y="6152"/>
                      <a:pt x="2081" y="4717"/>
                    </a:cubicBezTo>
                    <a:cubicBezTo>
                      <a:pt x="2607" y="3402"/>
                      <a:pt x="3228" y="1872"/>
                      <a:pt x="4424" y="1036"/>
                    </a:cubicBezTo>
                    <a:cubicBezTo>
                      <a:pt x="5015" y="616"/>
                      <a:pt x="5743" y="333"/>
                      <a:pt x="6475" y="333"/>
                    </a:cubicBezTo>
                    <a:cubicBezTo>
                      <a:pt x="6660" y="333"/>
                      <a:pt x="6846" y="351"/>
                      <a:pt x="7030" y="390"/>
                    </a:cubicBezTo>
                    <a:cubicBezTo>
                      <a:pt x="7723" y="533"/>
                      <a:pt x="8225" y="988"/>
                      <a:pt x="8608" y="1561"/>
                    </a:cubicBezTo>
                    <a:cubicBezTo>
                      <a:pt x="9397" y="2733"/>
                      <a:pt x="9731" y="4191"/>
                      <a:pt x="10186" y="5506"/>
                    </a:cubicBezTo>
                    <a:cubicBezTo>
                      <a:pt x="10205" y="5585"/>
                      <a:pt x="10269" y="5619"/>
                      <a:pt x="10334" y="5619"/>
                    </a:cubicBezTo>
                    <a:cubicBezTo>
                      <a:pt x="10428" y="5619"/>
                      <a:pt x="10525" y="5548"/>
                      <a:pt x="10496" y="5435"/>
                    </a:cubicBezTo>
                    <a:cubicBezTo>
                      <a:pt x="9792" y="3366"/>
                      <a:pt x="9068" y="1"/>
                      <a:pt x="647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
              <p:cNvSpPr/>
              <p:nvPr/>
            </p:nvSpPr>
            <p:spPr>
              <a:xfrm>
                <a:off x="1985200" y="2552400"/>
                <a:ext cx="467425" cy="347675"/>
              </a:xfrm>
              <a:custGeom>
                <a:rect b="b" l="l" r="r" t="t"/>
                <a:pathLst>
                  <a:path extrusionOk="0" h="13907" w="18697">
                    <a:moveTo>
                      <a:pt x="14610" y="1"/>
                    </a:moveTo>
                    <a:cubicBezTo>
                      <a:pt x="13739" y="1"/>
                      <a:pt x="12855" y="195"/>
                      <a:pt x="12002" y="429"/>
                    </a:cubicBezTo>
                    <a:cubicBezTo>
                      <a:pt x="10448" y="859"/>
                      <a:pt x="8942" y="1433"/>
                      <a:pt x="7508" y="2198"/>
                    </a:cubicBezTo>
                    <a:cubicBezTo>
                      <a:pt x="4663" y="3752"/>
                      <a:pt x="2104" y="6047"/>
                      <a:pt x="670" y="8988"/>
                    </a:cubicBezTo>
                    <a:cubicBezTo>
                      <a:pt x="311" y="9729"/>
                      <a:pt x="0" y="10566"/>
                      <a:pt x="144" y="11403"/>
                    </a:cubicBezTo>
                    <a:cubicBezTo>
                      <a:pt x="263" y="12096"/>
                      <a:pt x="718" y="12718"/>
                      <a:pt x="1292" y="13148"/>
                    </a:cubicBezTo>
                    <a:cubicBezTo>
                      <a:pt x="2090" y="13720"/>
                      <a:pt x="3065" y="13907"/>
                      <a:pt x="4054" y="13907"/>
                    </a:cubicBezTo>
                    <a:cubicBezTo>
                      <a:pt x="4842" y="13907"/>
                      <a:pt x="5639" y="13788"/>
                      <a:pt x="6360" y="13650"/>
                    </a:cubicBezTo>
                    <a:cubicBezTo>
                      <a:pt x="10090" y="12957"/>
                      <a:pt x="13126" y="10638"/>
                      <a:pt x="15875" y="8175"/>
                    </a:cubicBezTo>
                    <a:cubicBezTo>
                      <a:pt x="16007" y="8063"/>
                      <a:pt x="15888" y="7892"/>
                      <a:pt x="15762" y="7892"/>
                    </a:cubicBezTo>
                    <a:cubicBezTo>
                      <a:pt x="15727" y="7892"/>
                      <a:pt x="15691" y="7905"/>
                      <a:pt x="15660" y="7936"/>
                    </a:cubicBezTo>
                    <a:cubicBezTo>
                      <a:pt x="13365" y="9992"/>
                      <a:pt x="10926" y="11952"/>
                      <a:pt x="7986" y="12909"/>
                    </a:cubicBezTo>
                    <a:cubicBezTo>
                      <a:pt x="6774" y="13293"/>
                      <a:pt x="5439" y="13585"/>
                      <a:pt x="4142" y="13585"/>
                    </a:cubicBezTo>
                    <a:cubicBezTo>
                      <a:pt x="3827" y="13585"/>
                      <a:pt x="3513" y="13568"/>
                      <a:pt x="3204" y="13530"/>
                    </a:cubicBezTo>
                    <a:cubicBezTo>
                      <a:pt x="2391" y="13411"/>
                      <a:pt x="1578" y="13100"/>
                      <a:pt x="1005" y="12455"/>
                    </a:cubicBezTo>
                    <a:cubicBezTo>
                      <a:pt x="383" y="11737"/>
                      <a:pt x="311" y="10829"/>
                      <a:pt x="598" y="9968"/>
                    </a:cubicBezTo>
                    <a:cubicBezTo>
                      <a:pt x="1100" y="8510"/>
                      <a:pt x="2080" y="7123"/>
                      <a:pt x="3109" y="5999"/>
                    </a:cubicBezTo>
                    <a:cubicBezTo>
                      <a:pt x="4137" y="4900"/>
                      <a:pt x="5308" y="3919"/>
                      <a:pt x="6575" y="3130"/>
                    </a:cubicBezTo>
                    <a:cubicBezTo>
                      <a:pt x="7866" y="2318"/>
                      <a:pt x="9253" y="1672"/>
                      <a:pt x="10664" y="1170"/>
                    </a:cubicBezTo>
                    <a:cubicBezTo>
                      <a:pt x="11912" y="746"/>
                      <a:pt x="13306" y="302"/>
                      <a:pt x="14651" y="302"/>
                    </a:cubicBezTo>
                    <a:cubicBezTo>
                      <a:pt x="14749" y="302"/>
                      <a:pt x="14846" y="304"/>
                      <a:pt x="14943" y="309"/>
                    </a:cubicBezTo>
                    <a:cubicBezTo>
                      <a:pt x="16545" y="405"/>
                      <a:pt x="18338" y="1600"/>
                      <a:pt x="18147" y="3369"/>
                    </a:cubicBezTo>
                    <a:cubicBezTo>
                      <a:pt x="17979" y="4995"/>
                      <a:pt x="16736" y="6430"/>
                      <a:pt x="15899" y="7745"/>
                    </a:cubicBezTo>
                    <a:cubicBezTo>
                      <a:pt x="15817" y="7876"/>
                      <a:pt x="15927" y="7996"/>
                      <a:pt x="16035" y="7996"/>
                    </a:cubicBezTo>
                    <a:cubicBezTo>
                      <a:pt x="16084" y="7996"/>
                      <a:pt x="16133" y="7972"/>
                      <a:pt x="16162" y="7912"/>
                    </a:cubicBezTo>
                    <a:cubicBezTo>
                      <a:pt x="17023" y="6597"/>
                      <a:pt x="18123" y="5282"/>
                      <a:pt x="18434" y="3704"/>
                    </a:cubicBezTo>
                    <a:cubicBezTo>
                      <a:pt x="18697" y="2246"/>
                      <a:pt x="17812" y="979"/>
                      <a:pt x="16497" y="381"/>
                    </a:cubicBezTo>
                    <a:cubicBezTo>
                      <a:pt x="15888" y="107"/>
                      <a:pt x="15252" y="1"/>
                      <a:pt x="1461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
              <p:cNvSpPr/>
              <p:nvPr/>
            </p:nvSpPr>
            <p:spPr>
              <a:xfrm>
                <a:off x="2189875" y="2685725"/>
                <a:ext cx="68450" cy="68850"/>
              </a:xfrm>
              <a:custGeom>
                <a:rect b="b" l="l" r="r" t="t"/>
                <a:pathLst>
                  <a:path extrusionOk="0" h="2754" w="2738">
                    <a:moveTo>
                      <a:pt x="1573" y="0"/>
                    </a:moveTo>
                    <a:cubicBezTo>
                      <a:pt x="1494" y="0"/>
                      <a:pt x="1413" y="14"/>
                      <a:pt x="1329" y="45"/>
                    </a:cubicBezTo>
                    <a:cubicBezTo>
                      <a:pt x="1260" y="68"/>
                      <a:pt x="1192" y="96"/>
                      <a:pt x="1126" y="130"/>
                    </a:cubicBezTo>
                    <a:lnTo>
                      <a:pt x="1126" y="130"/>
                    </a:lnTo>
                    <a:cubicBezTo>
                      <a:pt x="688" y="230"/>
                      <a:pt x="287" y="542"/>
                      <a:pt x="134" y="977"/>
                    </a:cubicBezTo>
                    <a:cubicBezTo>
                      <a:pt x="1" y="1354"/>
                      <a:pt x="73" y="1854"/>
                      <a:pt x="389" y="2116"/>
                    </a:cubicBezTo>
                    <a:lnTo>
                      <a:pt x="389" y="2116"/>
                    </a:lnTo>
                    <a:cubicBezTo>
                      <a:pt x="426" y="2251"/>
                      <a:pt x="491" y="2377"/>
                      <a:pt x="588" y="2483"/>
                    </a:cubicBezTo>
                    <a:cubicBezTo>
                      <a:pt x="764" y="2659"/>
                      <a:pt x="964" y="2734"/>
                      <a:pt x="1166" y="2734"/>
                    </a:cubicBezTo>
                    <a:cubicBezTo>
                      <a:pt x="1235" y="2734"/>
                      <a:pt x="1305" y="2725"/>
                      <a:pt x="1374" y="2708"/>
                    </a:cubicBezTo>
                    <a:lnTo>
                      <a:pt x="1374" y="2708"/>
                    </a:lnTo>
                    <a:cubicBezTo>
                      <a:pt x="1447" y="2739"/>
                      <a:pt x="1519" y="2753"/>
                      <a:pt x="1587" y="2753"/>
                    </a:cubicBezTo>
                    <a:cubicBezTo>
                      <a:pt x="1831" y="2753"/>
                      <a:pt x="2035" y="2570"/>
                      <a:pt x="2150" y="2328"/>
                    </a:cubicBezTo>
                    <a:lnTo>
                      <a:pt x="2150" y="2328"/>
                    </a:lnTo>
                    <a:cubicBezTo>
                      <a:pt x="2155" y="2324"/>
                      <a:pt x="2160" y="2320"/>
                      <a:pt x="2166" y="2316"/>
                    </a:cubicBezTo>
                    <a:cubicBezTo>
                      <a:pt x="2698" y="1911"/>
                      <a:pt x="2737" y="1108"/>
                      <a:pt x="2367" y="582"/>
                    </a:cubicBezTo>
                    <a:lnTo>
                      <a:pt x="2367" y="582"/>
                    </a:lnTo>
                    <a:cubicBezTo>
                      <a:pt x="2191" y="255"/>
                      <a:pt x="1908" y="0"/>
                      <a:pt x="157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
              <p:cNvSpPr/>
              <p:nvPr/>
            </p:nvSpPr>
            <p:spPr>
              <a:xfrm>
                <a:off x="2122000" y="2532275"/>
                <a:ext cx="39675" cy="38750"/>
              </a:xfrm>
              <a:custGeom>
                <a:rect b="b" l="l" r="r" t="t"/>
                <a:pathLst>
                  <a:path extrusionOk="0" h="1550" w="1587">
                    <a:moveTo>
                      <a:pt x="806" y="632"/>
                    </a:moveTo>
                    <a:cubicBezTo>
                      <a:pt x="980" y="632"/>
                      <a:pt x="949" y="947"/>
                      <a:pt x="792" y="947"/>
                    </a:cubicBezTo>
                    <a:cubicBezTo>
                      <a:pt x="754" y="951"/>
                      <a:pt x="723" y="965"/>
                      <a:pt x="698" y="985"/>
                    </a:cubicBezTo>
                    <a:lnTo>
                      <a:pt x="698" y="985"/>
                    </a:lnTo>
                    <a:cubicBezTo>
                      <a:pt x="534" y="902"/>
                      <a:pt x="585" y="659"/>
                      <a:pt x="768" y="636"/>
                    </a:cubicBezTo>
                    <a:cubicBezTo>
                      <a:pt x="782" y="633"/>
                      <a:pt x="794" y="632"/>
                      <a:pt x="806" y="632"/>
                    </a:cubicBezTo>
                    <a:close/>
                    <a:moveTo>
                      <a:pt x="736" y="1"/>
                    </a:moveTo>
                    <a:cubicBezTo>
                      <a:pt x="578" y="1"/>
                      <a:pt x="421" y="68"/>
                      <a:pt x="290" y="230"/>
                    </a:cubicBezTo>
                    <a:cubicBezTo>
                      <a:pt x="220" y="309"/>
                      <a:pt x="170" y="401"/>
                      <a:pt x="137" y="499"/>
                    </a:cubicBezTo>
                    <a:lnTo>
                      <a:pt x="137" y="499"/>
                    </a:lnTo>
                    <a:cubicBezTo>
                      <a:pt x="1" y="735"/>
                      <a:pt x="55" y="1039"/>
                      <a:pt x="237" y="1256"/>
                    </a:cubicBezTo>
                    <a:lnTo>
                      <a:pt x="237" y="1256"/>
                    </a:lnTo>
                    <a:cubicBezTo>
                      <a:pt x="326" y="1388"/>
                      <a:pt x="457" y="1493"/>
                      <a:pt x="625" y="1545"/>
                    </a:cubicBezTo>
                    <a:cubicBezTo>
                      <a:pt x="639" y="1548"/>
                      <a:pt x="652" y="1550"/>
                      <a:pt x="664" y="1550"/>
                    </a:cubicBezTo>
                    <a:cubicBezTo>
                      <a:pt x="691" y="1550"/>
                      <a:pt x="714" y="1543"/>
                      <a:pt x="735" y="1531"/>
                    </a:cubicBezTo>
                    <a:lnTo>
                      <a:pt x="735" y="1531"/>
                    </a:lnTo>
                    <a:cubicBezTo>
                      <a:pt x="773" y="1537"/>
                      <a:pt x="810" y="1540"/>
                      <a:pt x="846" y="1540"/>
                    </a:cubicBezTo>
                    <a:cubicBezTo>
                      <a:pt x="1277" y="1540"/>
                      <a:pt x="1587" y="1126"/>
                      <a:pt x="1486" y="660"/>
                    </a:cubicBezTo>
                    <a:cubicBezTo>
                      <a:pt x="1405" y="303"/>
                      <a:pt x="1070" y="1"/>
                      <a:pt x="73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
              <p:cNvSpPr/>
              <p:nvPr/>
            </p:nvSpPr>
            <p:spPr>
              <a:xfrm>
                <a:off x="2147650" y="2815600"/>
                <a:ext cx="39150" cy="38725"/>
              </a:xfrm>
              <a:custGeom>
                <a:rect b="b" l="l" r="r" t="t"/>
                <a:pathLst>
                  <a:path extrusionOk="0" h="1549" w="1566">
                    <a:moveTo>
                      <a:pt x="782" y="631"/>
                    </a:moveTo>
                    <a:cubicBezTo>
                      <a:pt x="934" y="631"/>
                      <a:pt x="904" y="924"/>
                      <a:pt x="771" y="946"/>
                    </a:cubicBezTo>
                    <a:cubicBezTo>
                      <a:pt x="732" y="951"/>
                      <a:pt x="700" y="965"/>
                      <a:pt x="676" y="985"/>
                    </a:cubicBezTo>
                    <a:lnTo>
                      <a:pt x="676" y="985"/>
                    </a:lnTo>
                    <a:cubicBezTo>
                      <a:pt x="487" y="903"/>
                      <a:pt x="540" y="659"/>
                      <a:pt x="747" y="636"/>
                    </a:cubicBezTo>
                    <a:cubicBezTo>
                      <a:pt x="759" y="632"/>
                      <a:pt x="771" y="631"/>
                      <a:pt x="782" y="631"/>
                    </a:cubicBezTo>
                    <a:close/>
                    <a:moveTo>
                      <a:pt x="707" y="0"/>
                    </a:moveTo>
                    <a:cubicBezTo>
                      <a:pt x="546" y="0"/>
                      <a:pt x="383" y="68"/>
                      <a:pt x="245" y="229"/>
                    </a:cubicBezTo>
                    <a:cubicBezTo>
                      <a:pt x="169" y="321"/>
                      <a:pt x="118" y="429"/>
                      <a:pt x="90" y="544"/>
                    </a:cubicBezTo>
                    <a:lnTo>
                      <a:pt x="90" y="544"/>
                    </a:lnTo>
                    <a:cubicBezTo>
                      <a:pt x="1" y="738"/>
                      <a:pt x="32" y="968"/>
                      <a:pt x="153" y="1159"/>
                    </a:cubicBezTo>
                    <a:lnTo>
                      <a:pt x="153" y="1159"/>
                    </a:lnTo>
                    <a:cubicBezTo>
                      <a:pt x="237" y="1336"/>
                      <a:pt x="381" y="1481"/>
                      <a:pt x="579" y="1544"/>
                    </a:cubicBezTo>
                    <a:cubicBezTo>
                      <a:pt x="595" y="1547"/>
                      <a:pt x="609" y="1549"/>
                      <a:pt x="623" y="1549"/>
                    </a:cubicBezTo>
                    <a:cubicBezTo>
                      <a:pt x="653" y="1549"/>
                      <a:pt x="680" y="1541"/>
                      <a:pt x="702" y="1528"/>
                    </a:cubicBezTo>
                    <a:lnTo>
                      <a:pt x="702" y="1528"/>
                    </a:lnTo>
                    <a:cubicBezTo>
                      <a:pt x="744" y="1536"/>
                      <a:pt x="784" y="1539"/>
                      <a:pt x="824" y="1539"/>
                    </a:cubicBezTo>
                    <a:cubicBezTo>
                      <a:pt x="1255" y="1539"/>
                      <a:pt x="1565" y="1125"/>
                      <a:pt x="1464" y="659"/>
                    </a:cubicBezTo>
                    <a:cubicBezTo>
                      <a:pt x="1383" y="302"/>
                      <a:pt x="1048" y="0"/>
                      <a:pt x="70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
              <p:cNvSpPr/>
              <p:nvPr/>
            </p:nvSpPr>
            <p:spPr>
              <a:xfrm>
                <a:off x="2419475" y="2608900"/>
                <a:ext cx="50325" cy="54950"/>
              </a:xfrm>
              <a:custGeom>
                <a:rect b="b" l="l" r="r" t="t"/>
                <a:pathLst>
                  <a:path extrusionOk="0" h="2198" w="2013">
                    <a:moveTo>
                      <a:pt x="1158" y="852"/>
                    </a:moveTo>
                    <a:cubicBezTo>
                      <a:pt x="1218" y="855"/>
                      <a:pt x="1276" y="870"/>
                      <a:pt x="1330" y="900"/>
                    </a:cubicBezTo>
                    <a:lnTo>
                      <a:pt x="1330" y="900"/>
                    </a:lnTo>
                    <a:cubicBezTo>
                      <a:pt x="1346" y="928"/>
                      <a:pt x="1360" y="957"/>
                      <a:pt x="1371" y="988"/>
                    </a:cubicBezTo>
                    <a:lnTo>
                      <a:pt x="1371" y="988"/>
                    </a:lnTo>
                    <a:cubicBezTo>
                      <a:pt x="1337" y="1005"/>
                      <a:pt x="1300" y="1013"/>
                      <a:pt x="1263" y="1013"/>
                    </a:cubicBezTo>
                    <a:cubicBezTo>
                      <a:pt x="1253" y="1013"/>
                      <a:pt x="1244" y="1012"/>
                      <a:pt x="1235" y="1012"/>
                    </a:cubicBezTo>
                    <a:lnTo>
                      <a:pt x="1235" y="1012"/>
                    </a:lnTo>
                    <a:cubicBezTo>
                      <a:pt x="1216" y="955"/>
                      <a:pt x="1191" y="901"/>
                      <a:pt x="1158" y="852"/>
                    </a:cubicBezTo>
                    <a:close/>
                    <a:moveTo>
                      <a:pt x="1398" y="1321"/>
                    </a:moveTo>
                    <a:lnTo>
                      <a:pt x="1398" y="1321"/>
                    </a:lnTo>
                    <a:cubicBezTo>
                      <a:pt x="1395" y="1342"/>
                      <a:pt x="1391" y="1362"/>
                      <a:pt x="1386" y="1383"/>
                    </a:cubicBezTo>
                    <a:lnTo>
                      <a:pt x="1386" y="1383"/>
                    </a:lnTo>
                    <a:cubicBezTo>
                      <a:pt x="1369" y="1384"/>
                      <a:pt x="1352" y="1384"/>
                      <a:pt x="1335" y="1384"/>
                    </a:cubicBezTo>
                    <a:cubicBezTo>
                      <a:pt x="1307" y="1384"/>
                      <a:pt x="1279" y="1383"/>
                      <a:pt x="1251" y="1380"/>
                    </a:cubicBezTo>
                    <a:lnTo>
                      <a:pt x="1251" y="1380"/>
                    </a:lnTo>
                    <a:cubicBezTo>
                      <a:pt x="1255" y="1363"/>
                      <a:pt x="1258" y="1346"/>
                      <a:pt x="1261" y="1329"/>
                    </a:cubicBezTo>
                    <a:lnTo>
                      <a:pt x="1261" y="1329"/>
                    </a:lnTo>
                    <a:cubicBezTo>
                      <a:pt x="1273" y="1329"/>
                      <a:pt x="1285" y="1329"/>
                      <a:pt x="1297" y="1329"/>
                    </a:cubicBezTo>
                    <a:cubicBezTo>
                      <a:pt x="1331" y="1329"/>
                      <a:pt x="1365" y="1327"/>
                      <a:pt x="1398" y="1321"/>
                    </a:cubicBezTo>
                    <a:close/>
                    <a:moveTo>
                      <a:pt x="1117" y="1"/>
                    </a:moveTo>
                    <a:cubicBezTo>
                      <a:pt x="950" y="1"/>
                      <a:pt x="778" y="61"/>
                      <a:pt x="632" y="201"/>
                    </a:cubicBezTo>
                    <a:cubicBezTo>
                      <a:pt x="630" y="203"/>
                      <a:pt x="629" y="204"/>
                      <a:pt x="627" y="206"/>
                    </a:cubicBezTo>
                    <a:lnTo>
                      <a:pt x="627" y="206"/>
                    </a:lnTo>
                    <a:cubicBezTo>
                      <a:pt x="342" y="329"/>
                      <a:pt x="108" y="578"/>
                      <a:pt x="35" y="894"/>
                    </a:cubicBezTo>
                    <a:cubicBezTo>
                      <a:pt x="0" y="1032"/>
                      <a:pt x="4" y="1171"/>
                      <a:pt x="38" y="1303"/>
                    </a:cubicBezTo>
                    <a:lnTo>
                      <a:pt x="38" y="1303"/>
                    </a:lnTo>
                    <a:cubicBezTo>
                      <a:pt x="50" y="1489"/>
                      <a:pt x="111" y="1673"/>
                      <a:pt x="226" y="1827"/>
                    </a:cubicBezTo>
                    <a:cubicBezTo>
                      <a:pt x="409" y="2062"/>
                      <a:pt x="713" y="2197"/>
                      <a:pt x="1014" y="2197"/>
                    </a:cubicBezTo>
                    <a:cubicBezTo>
                      <a:pt x="1264" y="2197"/>
                      <a:pt x="1511" y="2104"/>
                      <a:pt x="1684" y="1898"/>
                    </a:cubicBezTo>
                    <a:cubicBezTo>
                      <a:pt x="1789" y="1779"/>
                      <a:pt x="1849" y="1627"/>
                      <a:pt x="1868" y="1467"/>
                    </a:cubicBezTo>
                    <a:lnTo>
                      <a:pt x="1868" y="1467"/>
                    </a:lnTo>
                    <a:cubicBezTo>
                      <a:pt x="2013" y="1219"/>
                      <a:pt x="1985" y="910"/>
                      <a:pt x="1856" y="653"/>
                    </a:cubicBezTo>
                    <a:lnTo>
                      <a:pt x="1856" y="653"/>
                    </a:lnTo>
                    <a:cubicBezTo>
                      <a:pt x="1820" y="281"/>
                      <a:pt x="1478" y="1"/>
                      <a:pt x="111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
              <p:cNvSpPr/>
              <p:nvPr/>
            </p:nvSpPr>
            <p:spPr>
              <a:xfrm>
                <a:off x="2128725" y="2536925"/>
                <a:ext cx="19575" cy="24450"/>
              </a:xfrm>
              <a:custGeom>
                <a:rect b="b" l="l" r="r" t="t"/>
                <a:pathLst>
                  <a:path extrusionOk="0" h="978" w="783">
                    <a:moveTo>
                      <a:pt x="305" y="0"/>
                    </a:moveTo>
                    <a:cubicBezTo>
                      <a:pt x="280" y="0"/>
                      <a:pt x="257" y="6"/>
                      <a:pt x="237" y="20"/>
                    </a:cubicBezTo>
                    <a:cubicBezTo>
                      <a:pt x="46" y="141"/>
                      <a:pt x="6" y="350"/>
                      <a:pt x="71" y="537"/>
                    </a:cubicBezTo>
                    <a:lnTo>
                      <a:pt x="71" y="537"/>
                    </a:lnTo>
                    <a:cubicBezTo>
                      <a:pt x="70" y="540"/>
                      <a:pt x="70" y="543"/>
                      <a:pt x="69" y="546"/>
                    </a:cubicBezTo>
                    <a:cubicBezTo>
                      <a:pt x="0" y="786"/>
                      <a:pt x="215" y="977"/>
                      <a:pt x="431" y="977"/>
                    </a:cubicBezTo>
                    <a:cubicBezTo>
                      <a:pt x="515" y="977"/>
                      <a:pt x="599" y="948"/>
                      <a:pt x="667" y="880"/>
                    </a:cubicBezTo>
                    <a:cubicBezTo>
                      <a:pt x="696" y="856"/>
                      <a:pt x="710" y="827"/>
                      <a:pt x="713" y="798"/>
                    </a:cubicBezTo>
                    <a:lnTo>
                      <a:pt x="713" y="798"/>
                    </a:lnTo>
                    <a:cubicBezTo>
                      <a:pt x="772" y="728"/>
                      <a:pt x="783" y="625"/>
                      <a:pt x="739" y="522"/>
                    </a:cubicBezTo>
                    <a:cubicBezTo>
                      <a:pt x="702" y="441"/>
                      <a:pt x="630" y="380"/>
                      <a:pt x="548" y="345"/>
                    </a:cubicBezTo>
                    <a:lnTo>
                      <a:pt x="548" y="345"/>
                    </a:lnTo>
                    <a:cubicBezTo>
                      <a:pt x="532" y="257"/>
                      <a:pt x="500" y="172"/>
                      <a:pt x="452" y="91"/>
                    </a:cubicBezTo>
                    <a:cubicBezTo>
                      <a:pt x="434" y="40"/>
                      <a:pt x="368" y="0"/>
                      <a:pt x="30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
              <p:cNvSpPr/>
              <p:nvPr/>
            </p:nvSpPr>
            <p:spPr>
              <a:xfrm>
                <a:off x="2154950" y="2822075"/>
                <a:ext cx="18575" cy="14800"/>
              </a:xfrm>
              <a:custGeom>
                <a:rect b="b" l="l" r="r" t="t"/>
                <a:pathLst>
                  <a:path extrusionOk="0" h="592" w="743">
                    <a:moveTo>
                      <a:pt x="407" y="257"/>
                    </a:moveTo>
                    <a:cubicBezTo>
                      <a:pt x="423" y="257"/>
                      <a:pt x="433" y="259"/>
                      <a:pt x="437" y="262"/>
                    </a:cubicBezTo>
                    <a:lnTo>
                      <a:pt x="437" y="262"/>
                    </a:lnTo>
                    <a:cubicBezTo>
                      <a:pt x="427" y="260"/>
                      <a:pt x="417" y="258"/>
                      <a:pt x="407" y="257"/>
                    </a:cubicBezTo>
                    <a:close/>
                    <a:moveTo>
                      <a:pt x="383" y="0"/>
                    </a:moveTo>
                    <a:cubicBezTo>
                      <a:pt x="325" y="0"/>
                      <a:pt x="267" y="20"/>
                      <a:pt x="216" y="66"/>
                    </a:cubicBezTo>
                    <a:cubicBezTo>
                      <a:pt x="0" y="257"/>
                      <a:pt x="168" y="568"/>
                      <a:pt x="407" y="592"/>
                    </a:cubicBezTo>
                    <a:cubicBezTo>
                      <a:pt x="482" y="592"/>
                      <a:pt x="531" y="554"/>
                      <a:pt x="553" y="504"/>
                    </a:cubicBezTo>
                    <a:lnTo>
                      <a:pt x="553" y="504"/>
                    </a:lnTo>
                    <a:cubicBezTo>
                      <a:pt x="606" y="498"/>
                      <a:pt x="653" y="466"/>
                      <a:pt x="670" y="400"/>
                    </a:cubicBezTo>
                    <a:cubicBezTo>
                      <a:pt x="743" y="200"/>
                      <a:pt x="566" y="0"/>
                      <a:pt x="38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2"/>
            <p:cNvGrpSpPr/>
            <p:nvPr/>
          </p:nvGrpSpPr>
          <p:grpSpPr>
            <a:xfrm rot="1509030">
              <a:off x="3003444" y="3860988"/>
              <a:ext cx="962081" cy="959206"/>
              <a:chOff x="2754175" y="3560650"/>
              <a:chExt cx="962075" cy="959200"/>
            </a:xfrm>
          </p:grpSpPr>
          <p:sp>
            <p:nvSpPr>
              <p:cNvPr id="204" name="Google Shape;204;p2"/>
              <p:cNvSpPr/>
              <p:nvPr/>
            </p:nvSpPr>
            <p:spPr>
              <a:xfrm>
                <a:off x="2872525" y="4240550"/>
                <a:ext cx="93200" cy="176350"/>
              </a:xfrm>
              <a:custGeom>
                <a:rect b="b" l="l" r="r" t="t"/>
                <a:pathLst>
                  <a:path extrusionOk="0" h="7054" w="3728">
                    <a:moveTo>
                      <a:pt x="247" y="1"/>
                    </a:moveTo>
                    <a:cubicBezTo>
                      <a:pt x="124" y="1"/>
                      <a:pt x="0" y="127"/>
                      <a:pt x="83" y="276"/>
                    </a:cubicBezTo>
                    <a:cubicBezTo>
                      <a:pt x="1159" y="2499"/>
                      <a:pt x="2258" y="4723"/>
                      <a:pt x="3334" y="6970"/>
                    </a:cubicBezTo>
                    <a:cubicBezTo>
                      <a:pt x="3371" y="7029"/>
                      <a:pt x="3426" y="7054"/>
                      <a:pt x="3481" y="7054"/>
                    </a:cubicBezTo>
                    <a:cubicBezTo>
                      <a:pt x="3604" y="7054"/>
                      <a:pt x="3728" y="6928"/>
                      <a:pt x="3645" y="6779"/>
                    </a:cubicBezTo>
                    <a:cubicBezTo>
                      <a:pt x="2569" y="4555"/>
                      <a:pt x="1469" y="2332"/>
                      <a:pt x="394" y="84"/>
                    </a:cubicBezTo>
                    <a:cubicBezTo>
                      <a:pt x="357" y="26"/>
                      <a:pt x="302" y="1"/>
                      <a:pt x="24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
              <p:cNvSpPr/>
              <p:nvPr/>
            </p:nvSpPr>
            <p:spPr>
              <a:xfrm>
                <a:off x="2914300" y="4284750"/>
                <a:ext cx="80175" cy="56275"/>
              </a:xfrm>
              <a:custGeom>
                <a:rect b="b" l="l" r="r" t="t"/>
                <a:pathLst>
                  <a:path extrusionOk="0" h="2251" w="3207">
                    <a:moveTo>
                      <a:pt x="2960" y="1"/>
                    </a:moveTo>
                    <a:cubicBezTo>
                      <a:pt x="2928" y="1"/>
                      <a:pt x="2893" y="12"/>
                      <a:pt x="2859" y="38"/>
                    </a:cubicBezTo>
                    <a:cubicBezTo>
                      <a:pt x="1950" y="659"/>
                      <a:pt x="1066" y="1281"/>
                      <a:pt x="157" y="1903"/>
                    </a:cubicBezTo>
                    <a:cubicBezTo>
                      <a:pt x="0" y="2020"/>
                      <a:pt x="101" y="2250"/>
                      <a:pt x="247" y="2250"/>
                    </a:cubicBezTo>
                    <a:cubicBezTo>
                      <a:pt x="279" y="2250"/>
                      <a:pt x="314" y="2239"/>
                      <a:pt x="348" y="2214"/>
                    </a:cubicBezTo>
                    <a:cubicBezTo>
                      <a:pt x="1233" y="1592"/>
                      <a:pt x="2141" y="970"/>
                      <a:pt x="3050" y="349"/>
                    </a:cubicBezTo>
                    <a:cubicBezTo>
                      <a:pt x="3207" y="231"/>
                      <a:pt x="3106" y="1"/>
                      <a:pt x="296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
              <p:cNvSpPr/>
              <p:nvPr/>
            </p:nvSpPr>
            <p:spPr>
              <a:xfrm>
                <a:off x="2936275" y="4194525"/>
                <a:ext cx="109125" cy="196975"/>
              </a:xfrm>
              <a:custGeom>
                <a:rect b="b" l="l" r="r" t="t"/>
                <a:pathLst>
                  <a:path extrusionOk="0" h="7879" w="4365">
                    <a:moveTo>
                      <a:pt x="247" y="1"/>
                    </a:moveTo>
                    <a:cubicBezTo>
                      <a:pt x="129" y="1"/>
                      <a:pt x="1" y="127"/>
                      <a:pt x="67" y="276"/>
                    </a:cubicBezTo>
                    <a:cubicBezTo>
                      <a:pt x="1382" y="2786"/>
                      <a:pt x="2673" y="5273"/>
                      <a:pt x="3988" y="7783"/>
                    </a:cubicBezTo>
                    <a:cubicBezTo>
                      <a:pt x="4018" y="7851"/>
                      <a:pt x="4069" y="7878"/>
                      <a:pt x="4122" y="7878"/>
                    </a:cubicBezTo>
                    <a:cubicBezTo>
                      <a:pt x="4239" y="7878"/>
                      <a:pt x="4364" y="7747"/>
                      <a:pt x="4299" y="7616"/>
                    </a:cubicBezTo>
                    <a:cubicBezTo>
                      <a:pt x="2984" y="5105"/>
                      <a:pt x="1693" y="2595"/>
                      <a:pt x="378" y="85"/>
                    </a:cubicBezTo>
                    <a:cubicBezTo>
                      <a:pt x="348" y="26"/>
                      <a:pt x="299" y="1"/>
                      <a:pt x="24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
              <p:cNvSpPr/>
              <p:nvPr/>
            </p:nvSpPr>
            <p:spPr>
              <a:xfrm>
                <a:off x="3051025" y="4280125"/>
                <a:ext cx="102375" cy="90125"/>
              </a:xfrm>
              <a:custGeom>
                <a:rect b="b" l="l" r="r" t="t"/>
                <a:pathLst>
                  <a:path extrusionOk="0" h="3605" w="4095">
                    <a:moveTo>
                      <a:pt x="1706" y="1"/>
                    </a:moveTo>
                    <a:cubicBezTo>
                      <a:pt x="955" y="1"/>
                      <a:pt x="290" y="485"/>
                      <a:pt x="43" y="1179"/>
                    </a:cubicBezTo>
                    <a:cubicBezTo>
                      <a:pt x="0" y="1310"/>
                      <a:pt x="106" y="1396"/>
                      <a:pt x="217" y="1396"/>
                    </a:cubicBezTo>
                    <a:cubicBezTo>
                      <a:pt x="290" y="1396"/>
                      <a:pt x="364" y="1360"/>
                      <a:pt x="402" y="1275"/>
                    </a:cubicBezTo>
                    <a:cubicBezTo>
                      <a:pt x="599" y="728"/>
                      <a:pt x="1116" y="381"/>
                      <a:pt x="1697" y="381"/>
                    </a:cubicBezTo>
                    <a:cubicBezTo>
                      <a:pt x="1704" y="381"/>
                      <a:pt x="1710" y="381"/>
                      <a:pt x="1717" y="381"/>
                    </a:cubicBezTo>
                    <a:lnTo>
                      <a:pt x="1717" y="381"/>
                    </a:lnTo>
                    <a:cubicBezTo>
                      <a:pt x="2051" y="1368"/>
                      <a:pt x="2038" y="2395"/>
                      <a:pt x="1741" y="3379"/>
                    </a:cubicBezTo>
                    <a:cubicBezTo>
                      <a:pt x="1707" y="3498"/>
                      <a:pt x="1806" y="3605"/>
                      <a:pt x="1918" y="3605"/>
                    </a:cubicBezTo>
                    <a:cubicBezTo>
                      <a:pt x="1963" y="3605"/>
                      <a:pt x="2010" y="3587"/>
                      <a:pt x="2052" y="3546"/>
                    </a:cubicBezTo>
                    <a:cubicBezTo>
                      <a:pt x="2673" y="2877"/>
                      <a:pt x="3319" y="2183"/>
                      <a:pt x="3964" y="1514"/>
                    </a:cubicBezTo>
                    <a:cubicBezTo>
                      <a:pt x="4094" y="1384"/>
                      <a:pt x="3966" y="1197"/>
                      <a:pt x="3834" y="1197"/>
                    </a:cubicBezTo>
                    <a:cubicBezTo>
                      <a:pt x="3796" y="1197"/>
                      <a:pt x="3758" y="1213"/>
                      <a:pt x="3725" y="1251"/>
                    </a:cubicBezTo>
                    <a:cubicBezTo>
                      <a:pt x="3231" y="1782"/>
                      <a:pt x="2737" y="2299"/>
                      <a:pt x="2243" y="2823"/>
                    </a:cubicBezTo>
                    <a:lnTo>
                      <a:pt x="2243" y="2823"/>
                    </a:lnTo>
                    <a:cubicBezTo>
                      <a:pt x="2411" y="1927"/>
                      <a:pt x="2335" y="1016"/>
                      <a:pt x="2028" y="151"/>
                    </a:cubicBezTo>
                    <a:cubicBezTo>
                      <a:pt x="2004" y="79"/>
                      <a:pt x="1932" y="32"/>
                      <a:pt x="1861" y="8"/>
                    </a:cubicBezTo>
                    <a:cubicBezTo>
                      <a:pt x="1809" y="3"/>
                      <a:pt x="1757" y="1"/>
                      <a:pt x="170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
              <p:cNvSpPr/>
              <p:nvPr/>
            </p:nvSpPr>
            <p:spPr>
              <a:xfrm>
                <a:off x="3137575" y="4086775"/>
                <a:ext cx="163500" cy="189600"/>
              </a:xfrm>
              <a:custGeom>
                <a:rect b="b" l="l" r="r" t="t"/>
                <a:pathLst>
                  <a:path extrusionOk="0" h="7584" w="6540">
                    <a:moveTo>
                      <a:pt x="2651" y="1"/>
                    </a:moveTo>
                    <a:cubicBezTo>
                      <a:pt x="1942" y="1"/>
                      <a:pt x="1307" y="394"/>
                      <a:pt x="861" y="976"/>
                    </a:cubicBezTo>
                    <a:cubicBezTo>
                      <a:pt x="239" y="1741"/>
                      <a:pt x="0" y="2697"/>
                      <a:pt x="72" y="3653"/>
                    </a:cubicBezTo>
                    <a:cubicBezTo>
                      <a:pt x="239" y="5590"/>
                      <a:pt x="1602" y="7407"/>
                      <a:pt x="3634" y="7574"/>
                    </a:cubicBezTo>
                    <a:cubicBezTo>
                      <a:pt x="3720" y="7580"/>
                      <a:pt x="3806" y="7583"/>
                      <a:pt x="3892" y="7583"/>
                    </a:cubicBezTo>
                    <a:cubicBezTo>
                      <a:pt x="4839" y="7583"/>
                      <a:pt x="5796" y="7220"/>
                      <a:pt x="6432" y="6475"/>
                    </a:cubicBezTo>
                    <a:cubicBezTo>
                      <a:pt x="6540" y="6349"/>
                      <a:pt x="6417" y="6169"/>
                      <a:pt x="6289" y="6169"/>
                    </a:cubicBezTo>
                    <a:cubicBezTo>
                      <a:pt x="6247" y="6169"/>
                      <a:pt x="6204" y="6188"/>
                      <a:pt x="6169" y="6235"/>
                    </a:cubicBezTo>
                    <a:cubicBezTo>
                      <a:pt x="5592" y="6892"/>
                      <a:pt x="4750" y="7234"/>
                      <a:pt x="3892" y="7234"/>
                    </a:cubicBezTo>
                    <a:cubicBezTo>
                      <a:pt x="3718" y="7234"/>
                      <a:pt x="3544" y="7220"/>
                      <a:pt x="3371" y="7192"/>
                    </a:cubicBezTo>
                    <a:cubicBezTo>
                      <a:pt x="2296" y="7001"/>
                      <a:pt x="1411" y="6259"/>
                      <a:pt x="909" y="5303"/>
                    </a:cubicBezTo>
                    <a:cubicBezTo>
                      <a:pt x="407" y="4323"/>
                      <a:pt x="263" y="3104"/>
                      <a:pt x="646" y="2075"/>
                    </a:cubicBezTo>
                    <a:cubicBezTo>
                      <a:pt x="958" y="1221"/>
                      <a:pt x="1707" y="367"/>
                      <a:pt x="2637" y="367"/>
                    </a:cubicBezTo>
                    <a:cubicBezTo>
                      <a:pt x="2775" y="367"/>
                      <a:pt x="2916" y="386"/>
                      <a:pt x="3061" y="426"/>
                    </a:cubicBezTo>
                    <a:cubicBezTo>
                      <a:pt x="3075" y="429"/>
                      <a:pt x="3089" y="430"/>
                      <a:pt x="3102" y="430"/>
                    </a:cubicBezTo>
                    <a:cubicBezTo>
                      <a:pt x="3287" y="430"/>
                      <a:pt x="3357" y="134"/>
                      <a:pt x="3156" y="67"/>
                    </a:cubicBezTo>
                    <a:cubicBezTo>
                      <a:pt x="2985" y="22"/>
                      <a:pt x="2816" y="1"/>
                      <a:pt x="265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
              <p:cNvSpPr/>
              <p:nvPr/>
            </p:nvSpPr>
            <p:spPr>
              <a:xfrm>
                <a:off x="3272100" y="4002975"/>
                <a:ext cx="178100" cy="186450"/>
              </a:xfrm>
              <a:custGeom>
                <a:rect b="b" l="l" r="r" t="t"/>
                <a:pathLst>
                  <a:path extrusionOk="0" h="7458" w="7124">
                    <a:moveTo>
                      <a:pt x="2872" y="361"/>
                    </a:moveTo>
                    <a:cubicBezTo>
                      <a:pt x="3631" y="361"/>
                      <a:pt x="4406" y="633"/>
                      <a:pt x="4972" y="1100"/>
                    </a:cubicBezTo>
                    <a:cubicBezTo>
                      <a:pt x="6143" y="2080"/>
                      <a:pt x="6860" y="3945"/>
                      <a:pt x="6550" y="5451"/>
                    </a:cubicBezTo>
                    <a:cubicBezTo>
                      <a:pt x="6314" y="6573"/>
                      <a:pt x="5313" y="7092"/>
                      <a:pt x="4280" y="7092"/>
                    </a:cubicBezTo>
                    <a:cubicBezTo>
                      <a:pt x="3948" y="7092"/>
                      <a:pt x="3612" y="7038"/>
                      <a:pt x="3298" y="6934"/>
                    </a:cubicBezTo>
                    <a:cubicBezTo>
                      <a:pt x="2241" y="6571"/>
                      <a:pt x="1547" y="5675"/>
                      <a:pt x="1052" y="4672"/>
                    </a:cubicBezTo>
                    <a:lnTo>
                      <a:pt x="1052" y="4672"/>
                    </a:lnTo>
                    <a:cubicBezTo>
                      <a:pt x="1098" y="4702"/>
                      <a:pt x="1145" y="4731"/>
                      <a:pt x="1194" y="4758"/>
                    </a:cubicBezTo>
                    <a:cubicBezTo>
                      <a:pt x="1226" y="4776"/>
                      <a:pt x="1257" y="4784"/>
                      <a:pt x="1286" y="4784"/>
                    </a:cubicBezTo>
                    <a:cubicBezTo>
                      <a:pt x="1451" y="4784"/>
                      <a:pt x="1548" y="4529"/>
                      <a:pt x="1385" y="4447"/>
                    </a:cubicBezTo>
                    <a:cubicBezTo>
                      <a:pt x="993" y="4235"/>
                      <a:pt x="718" y="3891"/>
                      <a:pt x="561" y="3494"/>
                    </a:cubicBezTo>
                    <a:lnTo>
                      <a:pt x="561" y="3494"/>
                    </a:lnTo>
                    <a:cubicBezTo>
                      <a:pt x="542" y="3440"/>
                      <a:pt x="523" y="3388"/>
                      <a:pt x="505" y="3335"/>
                    </a:cubicBezTo>
                    <a:lnTo>
                      <a:pt x="505" y="3335"/>
                    </a:lnTo>
                    <a:cubicBezTo>
                      <a:pt x="277" y="2598"/>
                      <a:pt x="427" y="1720"/>
                      <a:pt x="955" y="1148"/>
                    </a:cubicBezTo>
                    <a:cubicBezTo>
                      <a:pt x="1454" y="603"/>
                      <a:pt x="2156" y="361"/>
                      <a:pt x="2872" y="361"/>
                    </a:cubicBezTo>
                    <a:close/>
                    <a:moveTo>
                      <a:pt x="2867" y="1"/>
                    </a:moveTo>
                    <a:cubicBezTo>
                      <a:pt x="2147" y="1"/>
                      <a:pt x="1441" y="224"/>
                      <a:pt x="883" y="718"/>
                    </a:cubicBezTo>
                    <a:cubicBezTo>
                      <a:pt x="287" y="1242"/>
                      <a:pt x="6" y="2052"/>
                      <a:pt x="52" y="2830"/>
                    </a:cubicBezTo>
                    <a:lnTo>
                      <a:pt x="52" y="2830"/>
                    </a:lnTo>
                    <a:cubicBezTo>
                      <a:pt x="17" y="2868"/>
                      <a:pt x="1" y="2923"/>
                      <a:pt x="23" y="2989"/>
                    </a:cubicBezTo>
                    <a:cubicBezTo>
                      <a:pt x="54" y="3091"/>
                      <a:pt x="87" y="3193"/>
                      <a:pt x="120" y="3297"/>
                    </a:cubicBezTo>
                    <a:lnTo>
                      <a:pt x="120" y="3297"/>
                    </a:lnTo>
                    <a:cubicBezTo>
                      <a:pt x="159" y="3460"/>
                      <a:pt x="214" y="3619"/>
                      <a:pt x="284" y="3769"/>
                    </a:cubicBezTo>
                    <a:lnTo>
                      <a:pt x="284" y="3769"/>
                    </a:lnTo>
                    <a:cubicBezTo>
                      <a:pt x="795" y="5174"/>
                      <a:pt x="1577" y="6592"/>
                      <a:pt x="2987" y="7197"/>
                    </a:cubicBezTo>
                    <a:cubicBezTo>
                      <a:pt x="3396" y="7368"/>
                      <a:pt x="3855" y="7458"/>
                      <a:pt x="4313" y="7458"/>
                    </a:cubicBezTo>
                    <a:cubicBezTo>
                      <a:pt x="5328" y="7458"/>
                      <a:pt x="6336" y="7014"/>
                      <a:pt x="6765" y="6025"/>
                    </a:cubicBezTo>
                    <a:cubicBezTo>
                      <a:pt x="7123" y="5141"/>
                      <a:pt x="6980" y="4089"/>
                      <a:pt x="6717" y="3204"/>
                    </a:cubicBezTo>
                    <a:cubicBezTo>
                      <a:pt x="6454" y="2343"/>
                      <a:pt x="6000" y="1530"/>
                      <a:pt x="5330" y="933"/>
                    </a:cubicBezTo>
                    <a:cubicBezTo>
                      <a:pt x="4658" y="339"/>
                      <a:pt x="3752" y="1"/>
                      <a:pt x="286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
              <p:cNvSpPr/>
              <p:nvPr/>
            </p:nvSpPr>
            <p:spPr>
              <a:xfrm>
                <a:off x="3490525" y="4050150"/>
                <a:ext cx="69350" cy="92500"/>
              </a:xfrm>
              <a:custGeom>
                <a:rect b="b" l="l" r="r" t="t"/>
                <a:pathLst>
                  <a:path extrusionOk="0" h="3700" w="2774">
                    <a:moveTo>
                      <a:pt x="873" y="1"/>
                    </a:moveTo>
                    <a:cubicBezTo>
                      <a:pt x="395" y="1"/>
                      <a:pt x="35" y="353"/>
                      <a:pt x="12" y="839"/>
                    </a:cubicBezTo>
                    <a:cubicBezTo>
                      <a:pt x="0" y="958"/>
                      <a:pt x="84" y="1018"/>
                      <a:pt x="173" y="1018"/>
                    </a:cubicBezTo>
                    <a:cubicBezTo>
                      <a:pt x="263" y="1018"/>
                      <a:pt x="359" y="958"/>
                      <a:pt x="371" y="839"/>
                    </a:cubicBezTo>
                    <a:cubicBezTo>
                      <a:pt x="391" y="575"/>
                      <a:pt x="567" y="397"/>
                      <a:pt x="795" y="364"/>
                    </a:cubicBezTo>
                    <a:lnTo>
                      <a:pt x="795" y="364"/>
                    </a:lnTo>
                    <a:cubicBezTo>
                      <a:pt x="964" y="1005"/>
                      <a:pt x="924" y="1627"/>
                      <a:pt x="658" y="2249"/>
                    </a:cubicBezTo>
                    <a:cubicBezTo>
                      <a:pt x="607" y="2384"/>
                      <a:pt x="722" y="2459"/>
                      <a:pt x="836" y="2459"/>
                    </a:cubicBezTo>
                    <a:cubicBezTo>
                      <a:pt x="884" y="2459"/>
                      <a:pt x="933" y="2445"/>
                      <a:pt x="968" y="2417"/>
                    </a:cubicBezTo>
                    <a:cubicBezTo>
                      <a:pt x="1131" y="2292"/>
                      <a:pt x="1359" y="2219"/>
                      <a:pt x="1580" y="2219"/>
                    </a:cubicBezTo>
                    <a:cubicBezTo>
                      <a:pt x="1782" y="2219"/>
                      <a:pt x="1979" y="2280"/>
                      <a:pt x="2116" y="2417"/>
                    </a:cubicBezTo>
                    <a:cubicBezTo>
                      <a:pt x="2413" y="2736"/>
                      <a:pt x="2144" y="3356"/>
                      <a:pt x="1745" y="3356"/>
                    </a:cubicBezTo>
                    <a:cubicBezTo>
                      <a:pt x="1695" y="3356"/>
                      <a:pt x="1643" y="3347"/>
                      <a:pt x="1590" y="3325"/>
                    </a:cubicBezTo>
                    <a:cubicBezTo>
                      <a:pt x="1562" y="3313"/>
                      <a:pt x="1534" y="3307"/>
                      <a:pt x="1508" y="3307"/>
                    </a:cubicBezTo>
                    <a:cubicBezTo>
                      <a:pt x="1332" y="3307"/>
                      <a:pt x="1212" y="3553"/>
                      <a:pt x="1399" y="3636"/>
                    </a:cubicBezTo>
                    <a:cubicBezTo>
                      <a:pt x="1504" y="3680"/>
                      <a:pt x="1609" y="3699"/>
                      <a:pt x="1712" y="3699"/>
                    </a:cubicBezTo>
                    <a:cubicBezTo>
                      <a:pt x="2288" y="3699"/>
                      <a:pt x="2773" y="3077"/>
                      <a:pt x="2570" y="2489"/>
                    </a:cubicBezTo>
                    <a:cubicBezTo>
                      <a:pt x="2423" y="2048"/>
                      <a:pt x="2030" y="1861"/>
                      <a:pt x="1616" y="1861"/>
                    </a:cubicBezTo>
                    <a:cubicBezTo>
                      <a:pt x="1459" y="1861"/>
                      <a:pt x="1300" y="1887"/>
                      <a:pt x="1150" y="1937"/>
                    </a:cubicBezTo>
                    <a:lnTo>
                      <a:pt x="1150" y="1937"/>
                    </a:lnTo>
                    <a:cubicBezTo>
                      <a:pt x="1303" y="1342"/>
                      <a:pt x="1282" y="724"/>
                      <a:pt x="1088" y="122"/>
                    </a:cubicBezTo>
                    <a:cubicBezTo>
                      <a:pt x="1064" y="50"/>
                      <a:pt x="1016" y="2"/>
                      <a:pt x="921" y="2"/>
                    </a:cubicBezTo>
                    <a:cubicBezTo>
                      <a:pt x="905" y="1"/>
                      <a:pt x="889" y="1"/>
                      <a:pt x="87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
              <p:cNvSpPr/>
              <p:nvPr/>
            </p:nvSpPr>
            <p:spPr>
              <a:xfrm>
                <a:off x="2754175" y="4226525"/>
                <a:ext cx="177475" cy="283050"/>
              </a:xfrm>
              <a:custGeom>
                <a:rect b="b" l="l" r="r" t="t"/>
                <a:pathLst>
                  <a:path extrusionOk="0" h="11322" w="7099">
                    <a:moveTo>
                      <a:pt x="244" y="1"/>
                    </a:moveTo>
                    <a:cubicBezTo>
                      <a:pt x="121" y="1"/>
                      <a:pt x="1" y="132"/>
                      <a:pt x="83" y="263"/>
                    </a:cubicBezTo>
                    <a:cubicBezTo>
                      <a:pt x="2187" y="3993"/>
                      <a:pt x="4386" y="7651"/>
                      <a:pt x="6706" y="11237"/>
                    </a:cubicBezTo>
                    <a:cubicBezTo>
                      <a:pt x="6743" y="11296"/>
                      <a:pt x="6799" y="11321"/>
                      <a:pt x="6854" y="11321"/>
                    </a:cubicBezTo>
                    <a:cubicBezTo>
                      <a:pt x="6977" y="11321"/>
                      <a:pt x="7099" y="11201"/>
                      <a:pt x="7016" y="11069"/>
                    </a:cubicBezTo>
                    <a:cubicBezTo>
                      <a:pt x="4697" y="7459"/>
                      <a:pt x="2498" y="3801"/>
                      <a:pt x="394" y="96"/>
                    </a:cubicBezTo>
                    <a:cubicBezTo>
                      <a:pt x="356" y="28"/>
                      <a:pt x="300" y="1"/>
                      <a:pt x="24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
              <p:cNvSpPr/>
              <p:nvPr/>
            </p:nvSpPr>
            <p:spPr>
              <a:xfrm>
                <a:off x="2760575" y="3804450"/>
                <a:ext cx="679225" cy="411400"/>
              </a:xfrm>
              <a:custGeom>
                <a:rect b="b" l="l" r="r" t="t"/>
                <a:pathLst>
                  <a:path extrusionOk="0" h="16456" w="27169">
                    <a:moveTo>
                      <a:pt x="26893" y="1"/>
                    </a:moveTo>
                    <a:cubicBezTo>
                      <a:pt x="26862" y="1"/>
                      <a:pt x="26829" y="9"/>
                      <a:pt x="26795" y="28"/>
                    </a:cubicBezTo>
                    <a:cubicBezTo>
                      <a:pt x="19838" y="4116"/>
                      <a:pt x="12905" y="8300"/>
                      <a:pt x="6019" y="12508"/>
                    </a:cubicBezTo>
                    <a:cubicBezTo>
                      <a:pt x="4059" y="13703"/>
                      <a:pt x="2122" y="14923"/>
                      <a:pt x="162" y="16118"/>
                    </a:cubicBezTo>
                    <a:cubicBezTo>
                      <a:pt x="0" y="16219"/>
                      <a:pt x="111" y="16456"/>
                      <a:pt x="265" y="16456"/>
                    </a:cubicBezTo>
                    <a:cubicBezTo>
                      <a:pt x="293" y="16456"/>
                      <a:pt x="323" y="16447"/>
                      <a:pt x="353" y="16429"/>
                    </a:cubicBezTo>
                    <a:cubicBezTo>
                      <a:pt x="7215" y="12173"/>
                      <a:pt x="14148" y="7965"/>
                      <a:pt x="21081" y="3829"/>
                    </a:cubicBezTo>
                    <a:cubicBezTo>
                      <a:pt x="23042" y="2658"/>
                      <a:pt x="25026" y="1510"/>
                      <a:pt x="26987" y="339"/>
                    </a:cubicBezTo>
                    <a:cubicBezTo>
                      <a:pt x="27168" y="238"/>
                      <a:pt x="27060" y="1"/>
                      <a:pt x="2689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
              <p:cNvSpPr/>
              <p:nvPr/>
            </p:nvSpPr>
            <p:spPr>
              <a:xfrm>
                <a:off x="3440925" y="3809625"/>
                <a:ext cx="178750" cy="276050"/>
              </a:xfrm>
              <a:custGeom>
                <a:rect b="b" l="l" r="r" t="t"/>
                <a:pathLst>
                  <a:path extrusionOk="0" h="11042" w="7150">
                    <a:moveTo>
                      <a:pt x="258" y="0"/>
                    </a:moveTo>
                    <a:cubicBezTo>
                      <a:pt x="136" y="0"/>
                      <a:pt x="1" y="126"/>
                      <a:pt x="83" y="275"/>
                    </a:cubicBezTo>
                    <a:cubicBezTo>
                      <a:pt x="2068" y="3981"/>
                      <a:pt x="4291" y="7543"/>
                      <a:pt x="6730" y="10962"/>
                    </a:cubicBezTo>
                    <a:cubicBezTo>
                      <a:pt x="6772" y="11018"/>
                      <a:pt x="6828" y="11041"/>
                      <a:pt x="6884" y="11041"/>
                    </a:cubicBezTo>
                    <a:cubicBezTo>
                      <a:pt x="7018" y="11041"/>
                      <a:pt x="7149" y="10906"/>
                      <a:pt x="7065" y="10771"/>
                    </a:cubicBezTo>
                    <a:cubicBezTo>
                      <a:pt x="4602" y="7352"/>
                      <a:pt x="2379" y="3790"/>
                      <a:pt x="394" y="84"/>
                    </a:cubicBezTo>
                    <a:cubicBezTo>
                      <a:pt x="365" y="25"/>
                      <a:pt x="313" y="0"/>
                      <a:pt x="25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
              <p:cNvSpPr/>
              <p:nvPr/>
            </p:nvSpPr>
            <p:spPr>
              <a:xfrm>
                <a:off x="3033675" y="4117400"/>
                <a:ext cx="636200" cy="402450"/>
              </a:xfrm>
              <a:custGeom>
                <a:rect b="b" l="l" r="r" t="t"/>
                <a:pathLst>
                  <a:path extrusionOk="0" h="16098" w="25448">
                    <a:moveTo>
                      <a:pt x="25201" y="1"/>
                    </a:moveTo>
                    <a:cubicBezTo>
                      <a:pt x="25169" y="1"/>
                      <a:pt x="25134" y="12"/>
                      <a:pt x="25100" y="38"/>
                    </a:cubicBezTo>
                    <a:cubicBezTo>
                      <a:pt x="18908" y="4580"/>
                      <a:pt x="12476" y="8764"/>
                      <a:pt x="5830" y="12613"/>
                    </a:cubicBezTo>
                    <a:cubicBezTo>
                      <a:pt x="3965" y="13689"/>
                      <a:pt x="2076" y="14741"/>
                      <a:pt x="188" y="15769"/>
                    </a:cubicBezTo>
                    <a:cubicBezTo>
                      <a:pt x="1" y="15852"/>
                      <a:pt x="121" y="16098"/>
                      <a:pt x="281" y="16098"/>
                    </a:cubicBezTo>
                    <a:cubicBezTo>
                      <a:pt x="305" y="16098"/>
                      <a:pt x="330" y="16092"/>
                      <a:pt x="355" y="16080"/>
                    </a:cubicBezTo>
                    <a:cubicBezTo>
                      <a:pt x="7121" y="12446"/>
                      <a:pt x="13696" y="8429"/>
                      <a:pt x="20007" y="4078"/>
                    </a:cubicBezTo>
                    <a:cubicBezTo>
                      <a:pt x="21801" y="2859"/>
                      <a:pt x="23546" y="1616"/>
                      <a:pt x="25291" y="348"/>
                    </a:cubicBezTo>
                    <a:cubicBezTo>
                      <a:pt x="25448" y="231"/>
                      <a:pt x="25348" y="1"/>
                      <a:pt x="2520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
              <p:cNvSpPr/>
              <p:nvPr/>
            </p:nvSpPr>
            <p:spPr>
              <a:xfrm>
                <a:off x="3568725" y="3572025"/>
                <a:ext cx="125925" cy="315300"/>
              </a:xfrm>
              <a:custGeom>
                <a:rect b="b" l="l" r="r" t="t"/>
                <a:pathLst>
                  <a:path extrusionOk="0" h="12612" w="5037">
                    <a:moveTo>
                      <a:pt x="3551" y="0"/>
                    </a:moveTo>
                    <a:cubicBezTo>
                      <a:pt x="3426" y="0"/>
                      <a:pt x="3304" y="93"/>
                      <a:pt x="3363" y="240"/>
                    </a:cubicBezTo>
                    <a:cubicBezTo>
                      <a:pt x="5037" y="4304"/>
                      <a:pt x="3817" y="9636"/>
                      <a:pt x="159" y="12265"/>
                    </a:cubicBezTo>
                    <a:cubicBezTo>
                      <a:pt x="1" y="12365"/>
                      <a:pt x="105" y="12611"/>
                      <a:pt x="254" y="12611"/>
                    </a:cubicBezTo>
                    <a:cubicBezTo>
                      <a:pt x="285" y="12611"/>
                      <a:pt x="318" y="12601"/>
                      <a:pt x="351" y="12576"/>
                    </a:cubicBezTo>
                    <a:cubicBezTo>
                      <a:pt x="3291" y="10496"/>
                      <a:pt x="4726" y="6695"/>
                      <a:pt x="4439" y="3156"/>
                    </a:cubicBezTo>
                    <a:cubicBezTo>
                      <a:pt x="4367" y="2105"/>
                      <a:pt x="4128" y="1100"/>
                      <a:pt x="3746" y="120"/>
                    </a:cubicBezTo>
                    <a:cubicBezTo>
                      <a:pt x="3709" y="37"/>
                      <a:pt x="3629" y="0"/>
                      <a:pt x="355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
              <p:cNvSpPr/>
              <p:nvPr/>
            </p:nvSpPr>
            <p:spPr>
              <a:xfrm>
                <a:off x="3643225" y="3560650"/>
                <a:ext cx="73025" cy="101950"/>
              </a:xfrm>
              <a:custGeom>
                <a:rect b="b" l="l" r="r" t="t"/>
                <a:pathLst>
                  <a:path extrusionOk="0" h="4078" w="2921">
                    <a:moveTo>
                      <a:pt x="247" y="0"/>
                    </a:moveTo>
                    <a:cubicBezTo>
                      <a:pt x="158" y="0"/>
                      <a:pt x="72" y="55"/>
                      <a:pt x="72" y="169"/>
                    </a:cubicBezTo>
                    <a:cubicBezTo>
                      <a:pt x="48" y="1412"/>
                      <a:pt x="25" y="2655"/>
                      <a:pt x="1" y="3898"/>
                    </a:cubicBezTo>
                    <a:cubicBezTo>
                      <a:pt x="1" y="4018"/>
                      <a:pt x="90" y="4078"/>
                      <a:pt x="183" y="4078"/>
                    </a:cubicBezTo>
                    <a:cubicBezTo>
                      <a:pt x="276" y="4078"/>
                      <a:pt x="371" y="4018"/>
                      <a:pt x="383" y="3898"/>
                    </a:cubicBezTo>
                    <a:cubicBezTo>
                      <a:pt x="383" y="2837"/>
                      <a:pt x="401" y="1776"/>
                      <a:pt x="421" y="714"/>
                    </a:cubicBezTo>
                    <a:lnTo>
                      <a:pt x="421" y="714"/>
                    </a:lnTo>
                    <a:cubicBezTo>
                      <a:pt x="1120" y="1688"/>
                      <a:pt x="1807" y="2658"/>
                      <a:pt x="2511" y="3611"/>
                    </a:cubicBezTo>
                    <a:cubicBezTo>
                      <a:pt x="2556" y="3671"/>
                      <a:pt x="2617" y="3696"/>
                      <a:pt x="2675" y="3696"/>
                    </a:cubicBezTo>
                    <a:cubicBezTo>
                      <a:pt x="2804" y="3696"/>
                      <a:pt x="2920" y="3576"/>
                      <a:pt x="2822" y="3444"/>
                    </a:cubicBezTo>
                    <a:cubicBezTo>
                      <a:pt x="2009" y="2320"/>
                      <a:pt x="1220" y="1197"/>
                      <a:pt x="407" y="73"/>
                    </a:cubicBezTo>
                    <a:cubicBezTo>
                      <a:pt x="369" y="25"/>
                      <a:pt x="307" y="0"/>
                      <a:pt x="24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 name="Google Shape;217;p2"/>
            <p:cNvGrpSpPr/>
            <p:nvPr/>
          </p:nvGrpSpPr>
          <p:grpSpPr>
            <a:xfrm>
              <a:off x="5648679" y="3629530"/>
              <a:ext cx="1092399" cy="1078568"/>
              <a:chOff x="462455" y="2771570"/>
              <a:chExt cx="1237285" cy="1221619"/>
            </a:xfrm>
          </p:grpSpPr>
          <p:sp>
            <p:nvSpPr>
              <p:cNvPr id="218" name="Google Shape;218;p2"/>
              <p:cNvSpPr/>
              <p:nvPr/>
            </p:nvSpPr>
            <p:spPr>
              <a:xfrm>
                <a:off x="1335215" y="2771570"/>
                <a:ext cx="15360" cy="185336"/>
              </a:xfrm>
              <a:custGeom>
                <a:rect b="b" l="l" r="r" t="t"/>
                <a:pathLst>
                  <a:path extrusionOk="0" h="9074" w="752">
                    <a:moveTo>
                      <a:pt x="384" y="0"/>
                    </a:moveTo>
                    <a:cubicBezTo>
                      <a:pt x="226" y="0"/>
                      <a:pt x="67" y="100"/>
                      <a:pt x="67" y="300"/>
                    </a:cubicBezTo>
                    <a:cubicBezTo>
                      <a:pt x="1" y="3102"/>
                      <a:pt x="34" y="5938"/>
                      <a:pt x="101" y="8773"/>
                    </a:cubicBezTo>
                    <a:cubicBezTo>
                      <a:pt x="117" y="8973"/>
                      <a:pt x="284" y="9073"/>
                      <a:pt x="443" y="9073"/>
                    </a:cubicBezTo>
                    <a:cubicBezTo>
                      <a:pt x="601" y="9073"/>
                      <a:pt x="751" y="8973"/>
                      <a:pt x="735" y="8773"/>
                    </a:cubicBezTo>
                    <a:cubicBezTo>
                      <a:pt x="634" y="5938"/>
                      <a:pt x="634" y="3102"/>
                      <a:pt x="701" y="300"/>
                    </a:cubicBezTo>
                    <a:cubicBezTo>
                      <a:pt x="701" y="100"/>
                      <a:pt x="543" y="0"/>
                      <a:pt x="38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
              <p:cNvSpPr/>
              <p:nvPr/>
            </p:nvSpPr>
            <p:spPr>
              <a:xfrm>
                <a:off x="1293283" y="2837052"/>
                <a:ext cx="144139" cy="44241"/>
              </a:xfrm>
              <a:custGeom>
                <a:rect b="b" l="l" r="r" t="t"/>
                <a:pathLst>
                  <a:path extrusionOk="0" h="2166" w="7057">
                    <a:moveTo>
                      <a:pt x="386" y="1"/>
                    </a:moveTo>
                    <a:cubicBezTo>
                      <a:pt x="87" y="1"/>
                      <a:pt x="0" y="483"/>
                      <a:pt x="352" y="630"/>
                    </a:cubicBezTo>
                    <a:cubicBezTo>
                      <a:pt x="2387" y="1397"/>
                      <a:pt x="4489" y="1898"/>
                      <a:pt x="6657" y="2165"/>
                    </a:cubicBezTo>
                    <a:cubicBezTo>
                      <a:pt x="6667" y="2166"/>
                      <a:pt x="6677" y="2166"/>
                      <a:pt x="6687" y="2166"/>
                    </a:cubicBezTo>
                    <a:cubicBezTo>
                      <a:pt x="7057" y="2166"/>
                      <a:pt x="7047" y="1563"/>
                      <a:pt x="6657" y="1531"/>
                    </a:cubicBezTo>
                    <a:cubicBezTo>
                      <a:pt x="4522" y="1297"/>
                      <a:pt x="2487" y="797"/>
                      <a:pt x="519" y="30"/>
                    </a:cubicBezTo>
                    <a:cubicBezTo>
                      <a:pt x="471" y="10"/>
                      <a:pt x="427" y="1"/>
                      <a:pt x="38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
              <p:cNvSpPr/>
              <p:nvPr/>
            </p:nvSpPr>
            <p:spPr>
              <a:xfrm>
                <a:off x="1413913" y="2786562"/>
                <a:ext cx="21487" cy="165320"/>
              </a:xfrm>
              <a:custGeom>
                <a:rect b="b" l="l" r="r" t="t"/>
                <a:pathLst>
                  <a:path extrusionOk="0" h="8094" w="1052">
                    <a:moveTo>
                      <a:pt x="747" y="0"/>
                    </a:moveTo>
                    <a:cubicBezTo>
                      <a:pt x="593" y="0"/>
                      <a:pt x="434" y="100"/>
                      <a:pt x="417" y="300"/>
                    </a:cubicBezTo>
                    <a:cubicBezTo>
                      <a:pt x="417" y="2802"/>
                      <a:pt x="284" y="5304"/>
                      <a:pt x="17" y="7806"/>
                    </a:cubicBezTo>
                    <a:cubicBezTo>
                      <a:pt x="1" y="8001"/>
                      <a:pt x="144" y="8093"/>
                      <a:pt x="299" y="8093"/>
                    </a:cubicBezTo>
                    <a:cubicBezTo>
                      <a:pt x="460" y="8093"/>
                      <a:pt x="634" y="7993"/>
                      <a:pt x="651" y="7806"/>
                    </a:cubicBezTo>
                    <a:cubicBezTo>
                      <a:pt x="884" y="5304"/>
                      <a:pt x="1051" y="2802"/>
                      <a:pt x="1051" y="300"/>
                    </a:cubicBezTo>
                    <a:cubicBezTo>
                      <a:pt x="1051" y="100"/>
                      <a:pt x="901" y="0"/>
                      <a:pt x="74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
              <p:cNvSpPr/>
              <p:nvPr/>
            </p:nvSpPr>
            <p:spPr>
              <a:xfrm>
                <a:off x="829635" y="3485526"/>
                <a:ext cx="538995" cy="501761"/>
              </a:xfrm>
              <a:custGeom>
                <a:rect b="b" l="l" r="r" t="t"/>
                <a:pathLst>
                  <a:path extrusionOk="0" h="24566" w="26389">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
              <p:cNvSpPr/>
              <p:nvPr/>
            </p:nvSpPr>
            <p:spPr>
              <a:xfrm>
                <a:off x="513660" y="3172329"/>
                <a:ext cx="180455" cy="164605"/>
              </a:xfrm>
              <a:custGeom>
                <a:rect b="b" l="l" r="r" t="t"/>
                <a:pathLst>
                  <a:path extrusionOk="0" h="8059" w="8835">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
              <p:cNvSpPr/>
              <p:nvPr/>
            </p:nvSpPr>
            <p:spPr>
              <a:xfrm>
                <a:off x="1461911" y="3154661"/>
                <a:ext cx="237829" cy="216771"/>
              </a:xfrm>
              <a:custGeom>
                <a:rect b="b" l="l" r="r" t="t"/>
                <a:pathLst>
                  <a:path extrusionOk="0" h="10613" w="11644">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
              <p:cNvSpPr/>
              <p:nvPr/>
            </p:nvSpPr>
            <p:spPr>
              <a:xfrm>
                <a:off x="730880" y="3369409"/>
                <a:ext cx="119425" cy="109049"/>
              </a:xfrm>
              <a:custGeom>
                <a:rect b="b" l="l" r="r" t="t"/>
                <a:pathLst>
                  <a:path extrusionOk="0" h="5339" w="5847">
                    <a:moveTo>
                      <a:pt x="459" y="1"/>
                    </a:moveTo>
                    <a:cubicBezTo>
                      <a:pt x="212" y="1"/>
                      <a:pt x="0" y="310"/>
                      <a:pt x="234" y="518"/>
                    </a:cubicBezTo>
                    <a:cubicBezTo>
                      <a:pt x="1969" y="2019"/>
                      <a:pt x="3603" y="3587"/>
                      <a:pt x="5205" y="5255"/>
                    </a:cubicBezTo>
                    <a:cubicBezTo>
                      <a:pt x="5263" y="5313"/>
                      <a:pt x="5329" y="5338"/>
                      <a:pt x="5395" y="5338"/>
                    </a:cubicBezTo>
                    <a:cubicBezTo>
                      <a:pt x="5628" y="5338"/>
                      <a:pt x="5847" y="5022"/>
                      <a:pt x="5638" y="4788"/>
                    </a:cubicBezTo>
                    <a:cubicBezTo>
                      <a:pt x="4070" y="3153"/>
                      <a:pt x="2403" y="1586"/>
                      <a:pt x="668" y="84"/>
                    </a:cubicBezTo>
                    <a:cubicBezTo>
                      <a:pt x="602" y="26"/>
                      <a:pt x="529" y="1"/>
                      <a:pt x="45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
              <p:cNvSpPr/>
              <p:nvPr/>
            </p:nvSpPr>
            <p:spPr>
              <a:xfrm>
                <a:off x="734822" y="3358074"/>
                <a:ext cx="67545" cy="86827"/>
              </a:xfrm>
              <a:custGeom>
                <a:rect b="b" l="l" r="r" t="t"/>
                <a:pathLst>
                  <a:path extrusionOk="0" h="4251" w="3307">
                    <a:moveTo>
                      <a:pt x="2967" y="1"/>
                    </a:moveTo>
                    <a:cubicBezTo>
                      <a:pt x="2949" y="1"/>
                      <a:pt x="2930" y="2"/>
                      <a:pt x="2910" y="6"/>
                    </a:cubicBezTo>
                    <a:cubicBezTo>
                      <a:pt x="2076" y="72"/>
                      <a:pt x="1242" y="172"/>
                      <a:pt x="408" y="273"/>
                    </a:cubicBezTo>
                    <a:cubicBezTo>
                      <a:pt x="161" y="303"/>
                      <a:pt x="29" y="477"/>
                      <a:pt x="90" y="688"/>
                    </a:cubicBezTo>
                    <a:lnTo>
                      <a:pt x="90" y="688"/>
                    </a:lnTo>
                    <a:cubicBezTo>
                      <a:pt x="28" y="754"/>
                      <a:pt x="1" y="851"/>
                      <a:pt x="41" y="973"/>
                    </a:cubicBezTo>
                    <a:cubicBezTo>
                      <a:pt x="375" y="2007"/>
                      <a:pt x="742" y="3008"/>
                      <a:pt x="1142" y="4009"/>
                    </a:cubicBezTo>
                    <a:cubicBezTo>
                      <a:pt x="1212" y="4176"/>
                      <a:pt x="1346" y="4250"/>
                      <a:pt x="1471" y="4250"/>
                    </a:cubicBezTo>
                    <a:cubicBezTo>
                      <a:pt x="1645" y="4250"/>
                      <a:pt x="1801" y="4108"/>
                      <a:pt x="1743" y="3875"/>
                    </a:cubicBezTo>
                    <a:cubicBezTo>
                      <a:pt x="1538" y="2824"/>
                      <a:pt x="1232" y="1825"/>
                      <a:pt x="846" y="854"/>
                    </a:cubicBezTo>
                    <a:lnTo>
                      <a:pt x="846" y="854"/>
                    </a:lnTo>
                    <a:cubicBezTo>
                      <a:pt x="1534" y="771"/>
                      <a:pt x="2222" y="689"/>
                      <a:pt x="2910" y="606"/>
                    </a:cubicBezTo>
                    <a:cubicBezTo>
                      <a:pt x="3259" y="574"/>
                      <a:pt x="3306" y="1"/>
                      <a:pt x="296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
              <p:cNvSpPr/>
              <p:nvPr/>
            </p:nvSpPr>
            <p:spPr>
              <a:xfrm>
                <a:off x="1323634" y="3416060"/>
                <a:ext cx="98714" cy="93056"/>
              </a:xfrm>
              <a:custGeom>
                <a:rect b="b" l="l" r="r" t="t"/>
                <a:pathLst>
                  <a:path extrusionOk="0" h="4556" w="4833">
                    <a:moveTo>
                      <a:pt x="4382" y="1"/>
                    </a:moveTo>
                    <a:cubicBezTo>
                      <a:pt x="4309" y="1"/>
                      <a:pt x="4234" y="31"/>
                      <a:pt x="4170" y="102"/>
                    </a:cubicBezTo>
                    <a:lnTo>
                      <a:pt x="234" y="4038"/>
                    </a:lnTo>
                    <a:cubicBezTo>
                      <a:pt x="0" y="4246"/>
                      <a:pt x="232" y="4556"/>
                      <a:pt x="472" y="4556"/>
                    </a:cubicBezTo>
                    <a:cubicBezTo>
                      <a:pt x="540" y="4556"/>
                      <a:pt x="609" y="4531"/>
                      <a:pt x="668" y="4472"/>
                    </a:cubicBezTo>
                    <a:cubicBezTo>
                      <a:pt x="1969" y="3171"/>
                      <a:pt x="3303" y="1837"/>
                      <a:pt x="4604" y="536"/>
                    </a:cubicBezTo>
                    <a:cubicBezTo>
                      <a:pt x="4833" y="307"/>
                      <a:pt x="4616" y="1"/>
                      <a:pt x="438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
              <p:cNvSpPr/>
              <p:nvPr/>
            </p:nvSpPr>
            <p:spPr>
              <a:xfrm>
                <a:off x="1363585" y="3402355"/>
                <a:ext cx="60560" cy="75756"/>
              </a:xfrm>
              <a:custGeom>
                <a:rect b="b" l="l" r="r" t="t"/>
                <a:pathLst>
                  <a:path extrusionOk="0" h="3709" w="2965">
                    <a:moveTo>
                      <a:pt x="485" y="1"/>
                    </a:moveTo>
                    <a:cubicBezTo>
                      <a:pt x="130" y="1"/>
                      <a:pt x="0" y="543"/>
                      <a:pt x="380" y="606"/>
                    </a:cubicBezTo>
                    <a:cubicBezTo>
                      <a:pt x="453" y="623"/>
                      <a:pt x="544" y="629"/>
                      <a:pt x="646" y="629"/>
                    </a:cubicBezTo>
                    <a:cubicBezTo>
                      <a:pt x="834" y="629"/>
                      <a:pt x="1058" y="610"/>
                      <a:pt x="1272" y="610"/>
                    </a:cubicBezTo>
                    <a:cubicBezTo>
                      <a:pt x="1630" y="610"/>
                      <a:pt x="1961" y="662"/>
                      <a:pt x="2047" y="940"/>
                    </a:cubicBezTo>
                    <a:cubicBezTo>
                      <a:pt x="2181" y="1307"/>
                      <a:pt x="2181" y="1807"/>
                      <a:pt x="2214" y="2174"/>
                    </a:cubicBezTo>
                    <a:cubicBezTo>
                      <a:pt x="2248" y="2608"/>
                      <a:pt x="2281" y="3008"/>
                      <a:pt x="2314" y="3408"/>
                    </a:cubicBezTo>
                    <a:cubicBezTo>
                      <a:pt x="2348" y="3609"/>
                      <a:pt x="2514" y="3709"/>
                      <a:pt x="2669" y="3709"/>
                    </a:cubicBezTo>
                    <a:cubicBezTo>
                      <a:pt x="2823" y="3709"/>
                      <a:pt x="2965" y="3609"/>
                      <a:pt x="2948" y="3408"/>
                    </a:cubicBezTo>
                    <a:cubicBezTo>
                      <a:pt x="2915" y="2808"/>
                      <a:pt x="2848" y="2207"/>
                      <a:pt x="2815" y="1640"/>
                    </a:cubicBezTo>
                    <a:cubicBezTo>
                      <a:pt x="2810" y="1583"/>
                      <a:pt x="2793" y="1534"/>
                      <a:pt x="2767" y="1494"/>
                    </a:cubicBezTo>
                    <a:lnTo>
                      <a:pt x="2767" y="1494"/>
                    </a:lnTo>
                    <a:cubicBezTo>
                      <a:pt x="2752" y="1166"/>
                      <a:pt x="2743" y="749"/>
                      <a:pt x="2581" y="506"/>
                    </a:cubicBezTo>
                    <a:cubicBezTo>
                      <a:pt x="2298" y="99"/>
                      <a:pt x="1958" y="30"/>
                      <a:pt x="1588" y="30"/>
                    </a:cubicBezTo>
                    <a:cubicBezTo>
                      <a:pt x="1397" y="30"/>
                      <a:pt x="1199" y="48"/>
                      <a:pt x="995" y="48"/>
                    </a:cubicBezTo>
                    <a:cubicBezTo>
                      <a:pt x="848" y="48"/>
                      <a:pt x="698" y="39"/>
                      <a:pt x="546" y="6"/>
                    </a:cubicBezTo>
                    <a:cubicBezTo>
                      <a:pt x="525" y="2"/>
                      <a:pt x="505"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
              <p:cNvSpPr/>
              <p:nvPr/>
            </p:nvSpPr>
            <p:spPr>
              <a:xfrm>
                <a:off x="1051103" y="3343082"/>
                <a:ext cx="25531" cy="87337"/>
              </a:xfrm>
              <a:custGeom>
                <a:rect b="b" l="l" r="r" t="t"/>
                <a:pathLst>
                  <a:path extrusionOk="0" h="4276" w="1250">
                    <a:moveTo>
                      <a:pt x="867" y="0"/>
                    </a:moveTo>
                    <a:cubicBezTo>
                      <a:pt x="744" y="0"/>
                      <a:pt x="620" y="62"/>
                      <a:pt x="568" y="206"/>
                    </a:cubicBezTo>
                    <a:cubicBezTo>
                      <a:pt x="134" y="1440"/>
                      <a:pt x="1" y="2708"/>
                      <a:pt x="101" y="3975"/>
                    </a:cubicBezTo>
                    <a:cubicBezTo>
                      <a:pt x="117" y="4175"/>
                      <a:pt x="284" y="4276"/>
                      <a:pt x="443" y="4276"/>
                    </a:cubicBezTo>
                    <a:cubicBezTo>
                      <a:pt x="601" y="4276"/>
                      <a:pt x="751" y="4175"/>
                      <a:pt x="735" y="3975"/>
                    </a:cubicBezTo>
                    <a:cubicBezTo>
                      <a:pt x="635" y="2741"/>
                      <a:pt x="768" y="1574"/>
                      <a:pt x="1168" y="373"/>
                    </a:cubicBezTo>
                    <a:cubicBezTo>
                      <a:pt x="1249" y="150"/>
                      <a:pt x="1059" y="0"/>
                      <a:pt x="86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
              <p:cNvSpPr/>
              <p:nvPr/>
            </p:nvSpPr>
            <p:spPr>
              <a:xfrm>
                <a:off x="1093894" y="3202925"/>
                <a:ext cx="55801" cy="64584"/>
              </a:xfrm>
              <a:custGeom>
                <a:rect b="b" l="l" r="r" t="t"/>
                <a:pathLst>
                  <a:path extrusionOk="0" h="3162" w="2732">
                    <a:moveTo>
                      <a:pt x="2365" y="1"/>
                    </a:moveTo>
                    <a:cubicBezTo>
                      <a:pt x="2327" y="1"/>
                      <a:pt x="2286" y="10"/>
                      <a:pt x="2242" y="30"/>
                    </a:cubicBezTo>
                    <a:cubicBezTo>
                      <a:pt x="1041" y="497"/>
                      <a:pt x="207" y="1497"/>
                      <a:pt x="41" y="2765"/>
                    </a:cubicBezTo>
                    <a:cubicBezTo>
                      <a:pt x="1" y="3005"/>
                      <a:pt x="201" y="3161"/>
                      <a:pt x="382" y="3161"/>
                    </a:cubicBezTo>
                    <a:cubicBezTo>
                      <a:pt x="502" y="3161"/>
                      <a:pt x="614" y="3092"/>
                      <a:pt x="641" y="2932"/>
                    </a:cubicBezTo>
                    <a:cubicBezTo>
                      <a:pt x="774" y="1898"/>
                      <a:pt x="1408" y="997"/>
                      <a:pt x="2409" y="630"/>
                    </a:cubicBezTo>
                    <a:cubicBezTo>
                      <a:pt x="2732" y="483"/>
                      <a:pt x="2641" y="1"/>
                      <a:pt x="236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
              <p:cNvSpPr/>
              <p:nvPr/>
            </p:nvSpPr>
            <p:spPr>
              <a:xfrm>
                <a:off x="1204332" y="3097879"/>
                <a:ext cx="87970" cy="50491"/>
              </a:xfrm>
              <a:custGeom>
                <a:rect b="b" l="l" r="r" t="t"/>
                <a:pathLst>
                  <a:path extrusionOk="0" h="2472" w="4307">
                    <a:moveTo>
                      <a:pt x="3938" y="1"/>
                    </a:moveTo>
                    <a:cubicBezTo>
                      <a:pt x="3928" y="1"/>
                      <a:pt x="3918" y="1"/>
                      <a:pt x="3907" y="2"/>
                    </a:cubicBezTo>
                    <a:cubicBezTo>
                      <a:pt x="2473" y="202"/>
                      <a:pt x="1172" y="836"/>
                      <a:pt x="204" y="1937"/>
                    </a:cubicBezTo>
                    <a:cubicBezTo>
                      <a:pt x="1" y="2166"/>
                      <a:pt x="204" y="2472"/>
                      <a:pt x="431" y="2472"/>
                    </a:cubicBezTo>
                    <a:cubicBezTo>
                      <a:pt x="501" y="2472"/>
                      <a:pt x="574" y="2442"/>
                      <a:pt x="638" y="2371"/>
                    </a:cubicBezTo>
                    <a:cubicBezTo>
                      <a:pt x="1505" y="1403"/>
                      <a:pt x="2639" y="803"/>
                      <a:pt x="3907" y="636"/>
                    </a:cubicBezTo>
                    <a:cubicBezTo>
                      <a:pt x="4296" y="571"/>
                      <a:pt x="4307" y="1"/>
                      <a:pt x="393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
              <p:cNvSpPr/>
              <p:nvPr/>
            </p:nvSpPr>
            <p:spPr>
              <a:xfrm>
                <a:off x="1536218" y="3278457"/>
                <a:ext cx="16360" cy="12970"/>
              </a:xfrm>
              <a:custGeom>
                <a:rect b="b" l="l" r="r" t="t"/>
                <a:pathLst>
                  <a:path extrusionOk="0" h="635" w="801">
                    <a:moveTo>
                      <a:pt x="400" y="1"/>
                    </a:moveTo>
                    <a:cubicBezTo>
                      <a:pt x="0" y="1"/>
                      <a:pt x="0" y="635"/>
                      <a:pt x="400" y="635"/>
                    </a:cubicBezTo>
                    <a:cubicBezTo>
                      <a:pt x="801" y="635"/>
                      <a:pt x="801" y="1"/>
                      <a:pt x="40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
              <p:cNvSpPr/>
              <p:nvPr/>
            </p:nvSpPr>
            <p:spPr>
              <a:xfrm>
                <a:off x="1546430" y="3234175"/>
                <a:ext cx="16360" cy="12970"/>
              </a:xfrm>
              <a:custGeom>
                <a:rect b="b" l="l" r="r" t="t"/>
                <a:pathLst>
                  <a:path extrusionOk="0" h="635" w="801">
                    <a:moveTo>
                      <a:pt x="401" y="1"/>
                    </a:moveTo>
                    <a:cubicBezTo>
                      <a:pt x="0" y="1"/>
                      <a:pt x="0" y="634"/>
                      <a:pt x="401" y="634"/>
                    </a:cubicBezTo>
                    <a:cubicBezTo>
                      <a:pt x="801" y="634"/>
                      <a:pt x="801" y="1"/>
                      <a:pt x="40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
              <p:cNvSpPr/>
              <p:nvPr/>
            </p:nvSpPr>
            <p:spPr>
              <a:xfrm>
                <a:off x="1575719" y="3292101"/>
                <a:ext cx="16381" cy="12949"/>
              </a:xfrm>
              <a:custGeom>
                <a:rect b="b" l="l" r="r" t="t"/>
                <a:pathLst>
                  <a:path extrusionOk="0" h="634" w="802">
                    <a:moveTo>
                      <a:pt x="401" y="0"/>
                    </a:moveTo>
                    <a:cubicBezTo>
                      <a:pt x="1" y="0"/>
                      <a:pt x="1" y="634"/>
                      <a:pt x="401" y="634"/>
                    </a:cubicBezTo>
                    <a:cubicBezTo>
                      <a:pt x="801" y="634"/>
                      <a:pt x="801" y="0"/>
                      <a:pt x="40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
              <p:cNvSpPr/>
              <p:nvPr/>
            </p:nvSpPr>
            <p:spPr>
              <a:xfrm>
                <a:off x="1613199" y="3252578"/>
                <a:ext cx="16360" cy="12970"/>
              </a:xfrm>
              <a:custGeom>
                <a:rect b="b" l="l" r="r" t="t"/>
                <a:pathLst>
                  <a:path extrusionOk="0" h="635" w="801">
                    <a:moveTo>
                      <a:pt x="401" y="0"/>
                    </a:moveTo>
                    <a:cubicBezTo>
                      <a:pt x="0" y="0"/>
                      <a:pt x="0" y="634"/>
                      <a:pt x="401" y="634"/>
                    </a:cubicBezTo>
                    <a:cubicBezTo>
                      <a:pt x="801" y="634"/>
                      <a:pt x="801" y="0"/>
                      <a:pt x="40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
              <p:cNvSpPr/>
              <p:nvPr/>
            </p:nvSpPr>
            <p:spPr>
              <a:xfrm>
                <a:off x="1589343" y="3206929"/>
                <a:ext cx="16381" cy="12275"/>
              </a:xfrm>
              <a:custGeom>
                <a:rect b="b" l="l" r="r" t="t"/>
                <a:pathLst>
                  <a:path extrusionOk="0" h="601" w="802">
                    <a:moveTo>
                      <a:pt x="401" y="0"/>
                    </a:moveTo>
                    <a:cubicBezTo>
                      <a:pt x="1" y="0"/>
                      <a:pt x="1" y="601"/>
                      <a:pt x="401" y="601"/>
                    </a:cubicBezTo>
                    <a:cubicBezTo>
                      <a:pt x="801" y="601"/>
                      <a:pt x="801" y="0"/>
                      <a:pt x="40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
              <p:cNvSpPr/>
              <p:nvPr/>
            </p:nvSpPr>
            <p:spPr>
              <a:xfrm>
                <a:off x="1580499" y="3254621"/>
                <a:ext cx="17055" cy="12970"/>
              </a:xfrm>
              <a:custGeom>
                <a:rect b="b" l="l" r="r" t="t"/>
                <a:pathLst>
                  <a:path extrusionOk="0" h="635" w="835">
                    <a:moveTo>
                      <a:pt x="434" y="0"/>
                    </a:moveTo>
                    <a:cubicBezTo>
                      <a:pt x="0" y="0"/>
                      <a:pt x="0" y="634"/>
                      <a:pt x="434" y="634"/>
                    </a:cubicBezTo>
                    <a:cubicBezTo>
                      <a:pt x="834" y="634"/>
                      <a:pt x="834" y="0"/>
                      <a:pt x="43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
              <p:cNvSpPr/>
              <p:nvPr/>
            </p:nvSpPr>
            <p:spPr>
              <a:xfrm>
                <a:off x="1625454" y="3300945"/>
                <a:ext cx="16381" cy="12296"/>
              </a:xfrm>
              <a:custGeom>
                <a:rect b="b" l="l" r="r" t="t"/>
                <a:pathLst>
                  <a:path extrusionOk="0" h="602" w="802">
                    <a:moveTo>
                      <a:pt x="401" y="1"/>
                    </a:moveTo>
                    <a:cubicBezTo>
                      <a:pt x="1" y="1"/>
                      <a:pt x="1" y="601"/>
                      <a:pt x="401" y="601"/>
                    </a:cubicBezTo>
                    <a:cubicBezTo>
                      <a:pt x="801" y="601"/>
                      <a:pt x="801" y="1"/>
                      <a:pt x="40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
              <p:cNvSpPr/>
              <p:nvPr/>
            </p:nvSpPr>
            <p:spPr>
              <a:xfrm>
                <a:off x="1008190" y="3523067"/>
                <a:ext cx="12970" cy="230986"/>
              </a:xfrm>
              <a:custGeom>
                <a:rect b="b" l="l" r="r" t="t"/>
                <a:pathLst>
                  <a:path extrusionOk="0" h="11309" w="635">
                    <a:moveTo>
                      <a:pt x="317" y="0"/>
                    </a:moveTo>
                    <a:cubicBezTo>
                      <a:pt x="159" y="0"/>
                      <a:pt x="0" y="100"/>
                      <a:pt x="0" y="300"/>
                    </a:cubicBezTo>
                    <a:lnTo>
                      <a:pt x="0" y="11008"/>
                    </a:lnTo>
                    <a:cubicBezTo>
                      <a:pt x="0" y="11208"/>
                      <a:pt x="159" y="11308"/>
                      <a:pt x="317" y="11308"/>
                    </a:cubicBezTo>
                    <a:cubicBezTo>
                      <a:pt x="476" y="11308"/>
                      <a:pt x="634" y="11208"/>
                      <a:pt x="634" y="11008"/>
                    </a:cubicBezTo>
                    <a:lnTo>
                      <a:pt x="634" y="300"/>
                    </a:lnTo>
                    <a:cubicBezTo>
                      <a:pt x="634" y="100"/>
                      <a:pt x="476" y="0"/>
                      <a:pt x="31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
              <p:cNvSpPr/>
              <p:nvPr/>
            </p:nvSpPr>
            <p:spPr>
              <a:xfrm>
                <a:off x="1080413" y="3796271"/>
                <a:ext cx="12275" cy="196917"/>
              </a:xfrm>
              <a:custGeom>
                <a:rect b="b" l="l" r="r" t="t"/>
                <a:pathLst>
                  <a:path extrusionOk="0" h="9641" w="601">
                    <a:moveTo>
                      <a:pt x="300" y="0"/>
                    </a:moveTo>
                    <a:cubicBezTo>
                      <a:pt x="150" y="0"/>
                      <a:pt x="0" y="100"/>
                      <a:pt x="0" y="301"/>
                    </a:cubicBezTo>
                    <a:lnTo>
                      <a:pt x="0" y="9340"/>
                    </a:lnTo>
                    <a:cubicBezTo>
                      <a:pt x="0" y="9541"/>
                      <a:pt x="150" y="9641"/>
                      <a:pt x="300" y="9641"/>
                    </a:cubicBezTo>
                    <a:cubicBezTo>
                      <a:pt x="450" y="9641"/>
                      <a:pt x="601" y="9541"/>
                      <a:pt x="601" y="9340"/>
                    </a:cubicBezTo>
                    <a:lnTo>
                      <a:pt x="601" y="301"/>
                    </a:lnTo>
                    <a:cubicBezTo>
                      <a:pt x="601" y="100"/>
                      <a:pt x="450" y="0"/>
                      <a:pt x="30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
              <p:cNvSpPr/>
              <p:nvPr/>
            </p:nvSpPr>
            <p:spPr>
              <a:xfrm>
                <a:off x="1148531" y="3502621"/>
                <a:ext cx="12970" cy="263687"/>
              </a:xfrm>
              <a:custGeom>
                <a:rect b="b" l="l" r="r" t="t"/>
                <a:pathLst>
                  <a:path extrusionOk="0" h="12910" w="635">
                    <a:moveTo>
                      <a:pt x="318" y="0"/>
                    </a:moveTo>
                    <a:cubicBezTo>
                      <a:pt x="159" y="0"/>
                      <a:pt x="1" y="101"/>
                      <a:pt x="1" y="301"/>
                    </a:cubicBezTo>
                    <a:lnTo>
                      <a:pt x="1" y="12609"/>
                    </a:lnTo>
                    <a:cubicBezTo>
                      <a:pt x="1" y="12810"/>
                      <a:pt x="159" y="12910"/>
                      <a:pt x="318" y="12910"/>
                    </a:cubicBezTo>
                    <a:cubicBezTo>
                      <a:pt x="476" y="12910"/>
                      <a:pt x="635" y="12810"/>
                      <a:pt x="635" y="12609"/>
                    </a:cubicBezTo>
                    <a:lnTo>
                      <a:pt x="635" y="301"/>
                    </a:lnTo>
                    <a:cubicBezTo>
                      <a:pt x="635" y="101"/>
                      <a:pt x="476" y="0"/>
                      <a:pt x="31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
              <p:cNvSpPr/>
              <p:nvPr/>
            </p:nvSpPr>
            <p:spPr>
              <a:xfrm>
                <a:off x="1232334" y="3733077"/>
                <a:ext cx="12970" cy="205618"/>
              </a:xfrm>
              <a:custGeom>
                <a:rect b="b" l="l" r="r" t="t"/>
                <a:pathLst>
                  <a:path extrusionOk="0" h="10067" w="635">
                    <a:moveTo>
                      <a:pt x="318" y="1"/>
                    </a:moveTo>
                    <a:cubicBezTo>
                      <a:pt x="159" y="1"/>
                      <a:pt x="1" y="109"/>
                      <a:pt x="1" y="326"/>
                    </a:cubicBezTo>
                    <a:lnTo>
                      <a:pt x="1" y="9766"/>
                    </a:lnTo>
                    <a:cubicBezTo>
                      <a:pt x="1" y="9966"/>
                      <a:pt x="159" y="10066"/>
                      <a:pt x="318" y="10066"/>
                    </a:cubicBezTo>
                    <a:cubicBezTo>
                      <a:pt x="476" y="10066"/>
                      <a:pt x="635" y="9966"/>
                      <a:pt x="635" y="9766"/>
                    </a:cubicBezTo>
                    <a:lnTo>
                      <a:pt x="635" y="326"/>
                    </a:lnTo>
                    <a:cubicBezTo>
                      <a:pt x="635" y="109"/>
                      <a:pt x="476" y="1"/>
                      <a:pt x="31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
              <p:cNvSpPr/>
              <p:nvPr/>
            </p:nvSpPr>
            <p:spPr>
              <a:xfrm>
                <a:off x="927798" y="3736488"/>
                <a:ext cx="12949" cy="172898"/>
              </a:xfrm>
              <a:custGeom>
                <a:rect b="b" l="l" r="r" t="t"/>
                <a:pathLst>
                  <a:path extrusionOk="0" h="8465" w="634">
                    <a:moveTo>
                      <a:pt x="317" y="0"/>
                    </a:moveTo>
                    <a:cubicBezTo>
                      <a:pt x="159" y="0"/>
                      <a:pt x="0" y="109"/>
                      <a:pt x="0" y="326"/>
                    </a:cubicBezTo>
                    <a:lnTo>
                      <a:pt x="0" y="8164"/>
                    </a:lnTo>
                    <a:cubicBezTo>
                      <a:pt x="0" y="8365"/>
                      <a:pt x="159" y="8465"/>
                      <a:pt x="317" y="8465"/>
                    </a:cubicBezTo>
                    <a:cubicBezTo>
                      <a:pt x="475" y="8465"/>
                      <a:pt x="634" y="8365"/>
                      <a:pt x="634" y="8164"/>
                    </a:cubicBezTo>
                    <a:lnTo>
                      <a:pt x="634" y="326"/>
                    </a:lnTo>
                    <a:cubicBezTo>
                      <a:pt x="634" y="109"/>
                      <a:pt x="475" y="0"/>
                      <a:pt x="31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
              <p:cNvSpPr/>
              <p:nvPr/>
            </p:nvSpPr>
            <p:spPr>
              <a:xfrm>
                <a:off x="1077676" y="3492409"/>
                <a:ext cx="12970" cy="218037"/>
              </a:xfrm>
              <a:custGeom>
                <a:rect b="b" l="l" r="r" t="t"/>
                <a:pathLst>
                  <a:path extrusionOk="0" h="10675" w="635">
                    <a:moveTo>
                      <a:pt x="318" y="0"/>
                    </a:moveTo>
                    <a:cubicBezTo>
                      <a:pt x="159" y="0"/>
                      <a:pt x="1" y="100"/>
                      <a:pt x="1" y="300"/>
                    </a:cubicBezTo>
                    <a:lnTo>
                      <a:pt x="1" y="10374"/>
                    </a:lnTo>
                    <a:cubicBezTo>
                      <a:pt x="1" y="10574"/>
                      <a:pt x="159" y="10674"/>
                      <a:pt x="318" y="10674"/>
                    </a:cubicBezTo>
                    <a:cubicBezTo>
                      <a:pt x="476" y="10674"/>
                      <a:pt x="634" y="10574"/>
                      <a:pt x="634" y="10374"/>
                    </a:cubicBezTo>
                    <a:lnTo>
                      <a:pt x="634" y="300"/>
                    </a:lnTo>
                    <a:cubicBezTo>
                      <a:pt x="634" y="100"/>
                      <a:pt x="476" y="0"/>
                      <a:pt x="31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
              <p:cNvSpPr/>
              <p:nvPr/>
            </p:nvSpPr>
            <p:spPr>
              <a:xfrm>
                <a:off x="1004779" y="3809895"/>
                <a:ext cx="12970" cy="154679"/>
              </a:xfrm>
              <a:custGeom>
                <a:rect b="b" l="l" r="r" t="t"/>
                <a:pathLst>
                  <a:path extrusionOk="0" h="7573" w="635">
                    <a:moveTo>
                      <a:pt x="317" y="1"/>
                    </a:moveTo>
                    <a:cubicBezTo>
                      <a:pt x="159" y="1"/>
                      <a:pt x="0" y="101"/>
                      <a:pt x="0" y="301"/>
                    </a:cubicBezTo>
                    <a:lnTo>
                      <a:pt x="0" y="7272"/>
                    </a:lnTo>
                    <a:cubicBezTo>
                      <a:pt x="0" y="7473"/>
                      <a:pt x="159" y="7573"/>
                      <a:pt x="317" y="7573"/>
                    </a:cubicBezTo>
                    <a:cubicBezTo>
                      <a:pt x="476" y="7573"/>
                      <a:pt x="634" y="7473"/>
                      <a:pt x="634" y="7272"/>
                    </a:cubicBezTo>
                    <a:lnTo>
                      <a:pt x="634" y="301"/>
                    </a:lnTo>
                    <a:cubicBezTo>
                      <a:pt x="634" y="101"/>
                      <a:pt x="476" y="1"/>
                      <a:pt x="31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
              <p:cNvSpPr/>
              <p:nvPr/>
            </p:nvSpPr>
            <p:spPr>
              <a:xfrm>
                <a:off x="919607" y="3584383"/>
                <a:ext cx="12970" cy="104944"/>
              </a:xfrm>
              <a:custGeom>
                <a:rect b="b" l="l" r="r" t="t"/>
                <a:pathLst>
                  <a:path extrusionOk="0" h="5138" w="635">
                    <a:moveTo>
                      <a:pt x="318" y="0"/>
                    </a:moveTo>
                    <a:cubicBezTo>
                      <a:pt x="159" y="0"/>
                      <a:pt x="1" y="100"/>
                      <a:pt x="1" y="301"/>
                    </a:cubicBezTo>
                    <a:lnTo>
                      <a:pt x="1" y="4837"/>
                    </a:lnTo>
                    <a:cubicBezTo>
                      <a:pt x="1" y="5037"/>
                      <a:pt x="159" y="5137"/>
                      <a:pt x="318" y="5137"/>
                    </a:cubicBezTo>
                    <a:cubicBezTo>
                      <a:pt x="476" y="5137"/>
                      <a:pt x="635" y="5037"/>
                      <a:pt x="635" y="4837"/>
                    </a:cubicBezTo>
                    <a:lnTo>
                      <a:pt x="635" y="301"/>
                    </a:lnTo>
                    <a:cubicBezTo>
                      <a:pt x="635" y="100"/>
                      <a:pt x="476" y="0"/>
                      <a:pt x="31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
              <p:cNvSpPr/>
              <p:nvPr/>
            </p:nvSpPr>
            <p:spPr>
              <a:xfrm>
                <a:off x="1242567" y="3572107"/>
                <a:ext cx="12949" cy="120630"/>
              </a:xfrm>
              <a:custGeom>
                <a:rect b="b" l="l" r="r" t="t"/>
                <a:pathLst>
                  <a:path extrusionOk="0" h="5906" w="634">
                    <a:moveTo>
                      <a:pt x="317" y="1"/>
                    </a:moveTo>
                    <a:cubicBezTo>
                      <a:pt x="159" y="1"/>
                      <a:pt x="0" y="101"/>
                      <a:pt x="0" y="301"/>
                    </a:cubicBezTo>
                    <a:lnTo>
                      <a:pt x="0" y="5605"/>
                    </a:lnTo>
                    <a:cubicBezTo>
                      <a:pt x="0" y="5805"/>
                      <a:pt x="159" y="5905"/>
                      <a:pt x="317" y="5905"/>
                    </a:cubicBezTo>
                    <a:cubicBezTo>
                      <a:pt x="475" y="5905"/>
                      <a:pt x="634" y="5805"/>
                      <a:pt x="634" y="5605"/>
                    </a:cubicBezTo>
                    <a:lnTo>
                      <a:pt x="634" y="301"/>
                    </a:lnTo>
                    <a:cubicBezTo>
                      <a:pt x="634" y="101"/>
                      <a:pt x="475" y="1"/>
                      <a:pt x="31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
              <p:cNvSpPr/>
              <p:nvPr/>
            </p:nvSpPr>
            <p:spPr>
              <a:xfrm>
                <a:off x="1153984" y="3829646"/>
                <a:ext cx="12970" cy="143792"/>
              </a:xfrm>
              <a:custGeom>
                <a:rect b="b" l="l" r="r" t="t"/>
                <a:pathLst>
                  <a:path extrusionOk="0" h="7040" w="635">
                    <a:moveTo>
                      <a:pt x="318" y="1"/>
                    </a:moveTo>
                    <a:cubicBezTo>
                      <a:pt x="159" y="1"/>
                      <a:pt x="1" y="101"/>
                      <a:pt x="1" y="301"/>
                    </a:cubicBezTo>
                    <a:lnTo>
                      <a:pt x="1" y="6739"/>
                    </a:lnTo>
                    <a:cubicBezTo>
                      <a:pt x="1" y="6939"/>
                      <a:pt x="159" y="7039"/>
                      <a:pt x="318" y="7039"/>
                    </a:cubicBezTo>
                    <a:cubicBezTo>
                      <a:pt x="476" y="7039"/>
                      <a:pt x="634" y="6939"/>
                      <a:pt x="634" y="6739"/>
                    </a:cubicBezTo>
                    <a:lnTo>
                      <a:pt x="634" y="301"/>
                    </a:lnTo>
                    <a:cubicBezTo>
                      <a:pt x="634" y="101"/>
                      <a:pt x="476" y="1"/>
                      <a:pt x="31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
              <p:cNvSpPr/>
              <p:nvPr/>
            </p:nvSpPr>
            <p:spPr>
              <a:xfrm>
                <a:off x="462455" y="3719964"/>
                <a:ext cx="92668" cy="126063"/>
              </a:xfrm>
              <a:custGeom>
                <a:rect b="b" l="l" r="r" t="t"/>
                <a:pathLst>
                  <a:path extrusionOk="0" h="6172" w="4537">
                    <a:moveTo>
                      <a:pt x="4220" y="0"/>
                    </a:moveTo>
                    <a:cubicBezTo>
                      <a:pt x="4061" y="0"/>
                      <a:pt x="3903" y="100"/>
                      <a:pt x="3903" y="301"/>
                    </a:cubicBezTo>
                    <a:cubicBezTo>
                      <a:pt x="3903" y="1793"/>
                      <a:pt x="3903" y="3265"/>
                      <a:pt x="3886" y="4749"/>
                    </a:cubicBezTo>
                    <a:lnTo>
                      <a:pt x="3886" y="4749"/>
                    </a:lnTo>
                    <a:cubicBezTo>
                      <a:pt x="2980" y="3266"/>
                      <a:pt x="2074" y="1783"/>
                      <a:pt x="1168" y="301"/>
                    </a:cubicBezTo>
                    <a:cubicBezTo>
                      <a:pt x="1108" y="195"/>
                      <a:pt x="1000" y="144"/>
                      <a:pt x="894" y="144"/>
                    </a:cubicBezTo>
                    <a:cubicBezTo>
                      <a:pt x="765" y="144"/>
                      <a:pt x="637" y="221"/>
                      <a:pt x="601" y="367"/>
                    </a:cubicBezTo>
                    <a:cubicBezTo>
                      <a:pt x="134" y="2169"/>
                      <a:pt x="0" y="4003"/>
                      <a:pt x="134" y="5871"/>
                    </a:cubicBezTo>
                    <a:cubicBezTo>
                      <a:pt x="150" y="6071"/>
                      <a:pt x="317" y="6171"/>
                      <a:pt x="475" y="6171"/>
                    </a:cubicBezTo>
                    <a:cubicBezTo>
                      <a:pt x="634" y="6171"/>
                      <a:pt x="784" y="6071"/>
                      <a:pt x="767" y="5871"/>
                    </a:cubicBezTo>
                    <a:cubicBezTo>
                      <a:pt x="653" y="4327"/>
                      <a:pt x="735" y="2807"/>
                      <a:pt x="1034" y="1291"/>
                    </a:cubicBezTo>
                    <a:lnTo>
                      <a:pt x="1034" y="1291"/>
                    </a:lnTo>
                    <a:cubicBezTo>
                      <a:pt x="2016" y="2862"/>
                      <a:pt x="2976" y="4433"/>
                      <a:pt x="3936" y="6005"/>
                    </a:cubicBezTo>
                    <a:cubicBezTo>
                      <a:pt x="4003" y="6111"/>
                      <a:pt x="4107" y="6159"/>
                      <a:pt x="4208" y="6159"/>
                    </a:cubicBezTo>
                    <a:cubicBezTo>
                      <a:pt x="4359" y="6159"/>
                      <a:pt x="4503" y="6051"/>
                      <a:pt x="4503" y="5871"/>
                    </a:cubicBezTo>
                    <a:cubicBezTo>
                      <a:pt x="4503" y="4003"/>
                      <a:pt x="4537" y="2169"/>
                      <a:pt x="4537" y="301"/>
                    </a:cubicBezTo>
                    <a:cubicBezTo>
                      <a:pt x="4537" y="100"/>
                      <a:pt x="4378" y="0"/>
                      <a:pt x="422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
              <p:cNvSpPr/>
              <p:nvPr/>
            </p:nvSpPr>
            <p:spPr>
              <a:xfrm>
                <a:off x="583718" y="3682606"/>
                <a:ext cx="59416" cy="57435"/>
              </a:xfrm>
              <a:custGeom>
                <a:rect b="b" l="l" r="r" t="t"/>
                <a:pathLst>
                  <a:path extrusionOk="0" h="2812" w="2909">
                    <a:moveTo>
                      <a:pt x="1185" y="664"/>
                    </a:moveTo>
                    <a:cubicBezTo>
                      <a:pt x="1751" y="664"/>
                      <a:pt x="2059" y="1875"/>
                      <a:pt x="1569" y="2163"/>
                    </a:cubicBezTo>
                    <a:cubicBezTo>
                      <a:pt x="1514" y="2190"/>
                      <a:pt x="1456" y="2202"/>
                      <a:pt x="1399" y="2202"/>
                    </a:cubicBezTo>
                    <a:cubicBezTo>
                      <a:pt x="1175" y="2202"/>
                      <a:pt x="948" y="2022"/>
                      <a:pt x="868" y="1863"/>
                    </a:cubicBezTo>
                    <a:cubicBezTo>
                      <a:pt x="680" y="1541"/>
                      <a:pt x="730" y="1134"/>
                      <a:pt x="825" y="796"/>
                    </a:cubicBezTo>
                    <a:lnTo>
                      <a:pt x="825" y="796"/>
                    </a:lnTo>
                    <a:cubicBezTo>
                      <a:pt x="850" y="788"/>
                      <a:pt x="876" y="777"/>
                      <a:pt x="901" y="762"/>
                    </a:cubicBezTo>
                    <a:cubicBezTo>
                      <a:pt x="1001" y="694"/>
                      <a:pt x="1096" y="664"/>
                      <a:pt x="1185" y="664"/>
                    </a:cubicBezTo>
                    <a:close/>
                    <a:moveTo>
                      <a:pt x="1183" y="0"/>
                    </a:moveTo>
                    <a:cubicBezTo>
                      <a:pt x="1011" y="0"/>
                      <a:pt x="830" y="51"/>
                      <a:pt x="644" y="167"/>
                    </a:cubicBezTo>
                    <a:lnTo>
                      <a:pt x="644" y="167"/>
                    </a:lnTo>
                    <a:cubicBezTo>
                      <a:pt x="632" y="166"/>
                      <a:pt x="620" y="166"/>
                      <a:pt x="608" y="166"/>
                    </a:cubicBezTo>
                    <a:cubicBezTo>
                      <a:pt x="482" y="166"/>
                      <a:pt x="354" y="235"/>
                      <a:pt x="301" y="395"/>
                    </a:cubicBezTo>
                    <a:cubicBezTo>
                      <a:pt x="101" y="1062"/>
                      <a:pt x="1" y="1863"/>
                      <a:pt x="501" y="2430"/>
                    </a:cubicBezTo>
                    <a:cubicBezTo>
                      <a:pt x="719" y="2668"/>
                      <a:pt x="1056" y="2812"/>
                      <a:pt x="1384" y="2812"/>
                    </a:cubicBezTo>
                    <a:cubicBezTo>
                      <a:pt x="1607" y="2812"/>
                      <a:pt x="1827" y="2745"/>
                      <a:pt x="2002" y="2597"/>
                    </a:cubicBezTo>
                    <a:cubicBezTo>
                      <a:pt x="2909" y="1888"/>
                      <a:pt x="2227" y="0"/>
                      <a:pt x="118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
              <p:cNvSpPr/>
              <p:nvPr/>
            </p:nvSpPr>
            <p:spPr>
              <a:xfrm>
                <a:off x="673997" y="3717921"/>
                <a:ext cx="18750" cy="118567"/>
              </a:xfrm>
              <a:custGeom>
                <a:rect b="b" l="l" r="r" t="t"/>
                <a:pathLst>
                  <a:path extrusionOk="0" h="5805" w="918">
                    <a:moveTo>
                      <a:pt x="309" y="0"/>
                    </a:moveTo>
                    <a:cubicBezTo>
                      <a:pt x="151" y="0"/>
                      <a:pt x="1" y="100"/>
                      <a:pt x="17" y="301"/>
                    </a:cubicBezTo>
                    <a:cubicBezTo>
                      <a:pt x="217" y="2002"/>
                      <a:pt x="284" y="3736"/>
                      <a:pt x="284" y="5504"/>
                    </a:cubicBezTo>
                    <a:cubicBezTo>
                      <a:pt x="284" y="5704"/>
                      <a:pt x="443" y="5804"/>
                      <a:pt x="601" y="5804"/>
                    </a:cubicBezTo>
                    <a:cubicBezTo>
                      <a:pt x="759" y="5804"/>
                      <a:pt x="918" y="5704"/>
                      <a:pt x="918" y="5504"/>
                    </a:cubicBezTo>
                    <a:cubicBezTo>
                      <a:pt x="918" y="3736"/>
                      <a:pt x="818" y="2002"/>
                      <a:pt x="651" y="301"/>
                    </a:cubicBezTo>
                    <a:cubicBezTo>
                      <a:pt x="634" y="100"/>
                      <a:pt x="468" y="0"/>
                      <a:pt x="30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
              <p:cNvSpPr/>
              <p:nvPr/>
            </p:nvSpPr>
            <p:spPr>
              <a:xfrm>
                <a:off x="658678" y="3763040"/>
                <a:ext cx="79024" cy="15646"/>
              </a:xfrm>
              <a:custGeom>
                <a:rect b="b" l="l" r="r" t="t"/>
                <a:pathLst>
                  <a:path extrusionOk="0" h="766" w="3869">
                    <a:moveTo>
                      <a:pt x="1226" y="0"/>
                    </a:moveTo>
                    <a:cubicBezTo>
                      <a:pt x="952" y="0"/>
                      <a:pt x="677" y="8"/>
                      <a:pt x="400" y="26"/>
                    </a:cubicBezTo>
                    <a:cubicBezTo>
                      <a:pt x="10" y="26"/>
                      <a:pt x="0" y="628"/>
                      <a:pt x="370" y="628"/>
                    </a:cubicBezTo>
                    <a:cubicBezTo>
                      <a:pt x="380" y="628"/>
                      <a:pt x="390" y="628"/>
                      <a:pt x="400" y="627"/>
                    </a:cubicBezTo>
                    <a:cubicBezTo>
                      <a:pt x="583" y="621"/>
                      <a:pt x="766" y="618"/>
                      <a:pt x="947" y="618"/>
                    </a:cubicBezTo>
                    <a:cubicBezTo>
                      <a:pt x="1790" y="618"/>
                      <a:pt x="2618" y="678"/>
                      <a:pt x="3469" y="760"/>
                    </a:cubicBezTo>
                    <a:cubicBezTo>
                      <a:pt x="3489" y="763"/>
                      <a:pt x="3508" y="765"/>
                      <a:pt x="3526" y="765"/>
                    </a:cubicBezTo>
                    <a:cubicBezTo>
                      <a:pt x="3868" y="765"/>
                      <a:pt x="3849" y="191"/>
                      <a:pt x="3469" y="160"/>
                    </a:cubicBezTo>
                    <a:cubicBezTo>
                      <a:pt x="2712" y="62"/>
                      <a:pt x="1973" y="0"/>
                      <a:pt x="122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
              <p:cNvSpPr/>
              <p:nvPr/>
            </p:nvSpPr>
            <p:spPr>
              <a:xfrm>
                <a:off x="725447" y="3717411"/>
                <a:ext cx="15686" cy="121120"/>
              </a:xfrm>
              <a:custGeom>
                <a:rect b="b" l="l" r="r" t="t"/>
                <a:pathLst>
                  <a:path extrusionOk="0" h="5930" w="768">
                    <a:moveTo>
                      <a:pt x="317" y="0"/>
                    </a:moveTo>
                    <a:cubicBezTo>
                      <a:pt x="158" y="0"/>
                      <a:pt x="0" y="109"/>
                      <a:pt x="0" y="326"/>
                    </a:cubicBezTo>
                    <a:cubicBezTo>
                      <a:pt x="67" y="2093"/>
                      <a:pt x="100" y="3861"/>
                      <a:pt x="133" y="5629"/>
                    </a:cubicBezTo>
                    <a:cubicBezTo>
                      <a:pt x="150" y="5829"/>
                      <a:pt x="309" y="5930"/>
                      <a:pt x="463" y="5930"/>
                    </a:cubicBezTo>
                    <a:cubicBezTo>
                      <a:pt x="617" y="5930"/>
                      <a:pt x="767" y="5829"/>
                      <a:pt x="767" y="5629"/>
                    </a:cubicBezTo>
                    <a:cubicBezTo>
                      <a:pt x="734" y="3861"/>
                      <a:pt x="667" y="2093"/>
                      <a:pt x="634" y="326"/>
                    </a:cubicBezTo>
                    <a:cubicBezTo>
                      <a:pt x="634" y="109"/>
                      <a:pt x="475" y="0"/>
                      <a:pt x="31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 name="Google Shape;253;p2"/>
            <p:cNvGrpSpPr/>
            <p:nvPr/>
          </p:nvGrpSpPr>
          <p:grpSpPr>
            <a:xfrm>
              <a:off x="7243255" y="538627"/>
              <a:ext cx="1454526" cy="701823"/>
              <a:chOff x="465968" y="3965227"/>
              <a:chExt cx="1454526" cy="701823"/>
            </a:xfrm>
          </p:grpSpPr>
          <p:sp>
            <p:nvSpPr>
              <p:cNvPr id="254" name="Google Shape;254;p2"/>
              <p:cNvSpPr/>
              <p:nvPr/>
            </p:nvSpPr>
            <p:spPr>
              <a:xfrm>
                <a:off x="498607" y="4198072"/>
                <a:ext cx="180516" cy="164768"/>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
              <p:cNvSpPr/>
              <p:nvPr/>
            </p:nvSpPr>
            <p:spPr>
              <a:xfrm>
                <a:off x="1634993" y="4321929"/>
                <a:ext cx="285501" cy="266219"/>
              </a:xfrm>
              <a:custGeom>
                <a:rect b="b" l="l" r="r" t="t"/>
                <a:pathLst>
                  <a:path extrusionOk="0" h="13034" w="13978">
                    <a:moveTo>
                      <a:pt x="7182" y="574"/>
                    </a:moveTo>
                    <a:cubicBezTo>
                      <a:pt x="8595" y="574"/>
                      <a:pt x="9821" y="1829"/>
                      <a:pt x="10775" y="2751"/>
                    </a:cubicBezTo>
                    <a:cubicBezTo>
                      <a:pt x="13244" y="5220"/>
                      <a:pt x="13010" y="8689"/>
                      <a:pt x="10542" y="11024"/>
                    </a:cubicBezTo>
                    <a:cubicBezTo>
                      <a:pt x="9525" y="11980"/>
                      <a:pt x="8274" y="12404"/>
                      <a:pt x="7009" y="12404"/>
                    </a:cubicBezTo>
                    <a:cubicBezTo>
                      <a:pt x="5491" y="12404"/>
                      <a:pt x="3952" y="11794"/>
                      <a:pt x="2769" y="10757"/>
                    </a:cubicBezTo>
                    <a:cubicBezTo>
                      <a:pt x="361" y="8580"/>
                      <a:pt x="791" y="4837"/>
                      <a:pt x="2833" y="2658"/>
                    </a:cubicBezTo>
                    <a:lnTo>
                      <a:pt x="2833" y="2658"/>
                    </a:lnTo>
                    <a:cubicBezTo>
                      <a:pt x="4059" y="1635"/>
                      <a:pt x="5309" y="740"/>
                      <a:pt x="6972" y="583"/>
                    </a:cubicBezTo>
                    <a:cubicBezTo>
                      <a:pt x="7043" y="577"/>
                      <a:pt x="7113" y="574"/>
                      <a:pt x="7182" y="574"/>
                    </a:cubicBezTo>
                    <a:close/>
                    <a:moveTo>
                      <a:pt x="7198" y="1"/>
                    </a:moveTo>
                    <a:cubicBezTo>
                      <a:pt x="5200" y="1"/>
                      <a:pt x="3668" y="1134"/>
                      <a:pt x="2136" y="2385"/>
                    </a:cubicBezTo>
                    <a:cubicBezTo>
                      <a:pt x="2062" y="2450"/>
                      <a:pt x="2034" y="2526"/>
                      <a:pt x="2040" y="2600"/>
                    </a:cubicBezTo>
                    <a:lnTo>
                      <a:pt x="2040" y="2600"/>
                    </a:lnTo>
                    <a:cubicBezTo>
                      <a:pt x="80" y="5003"/>
                      <a:pt x="0" y="8260"/>
                      <a:pt x="1936" y="10757"/>
                    </a:cubicBezTo>
                    <a:cubicBezTo>
                      <a:pt x="3100" y="12251"/>
                      <a:pt x="4974" y="13034"/>
                      <a:pt x="6832" y="13034"/>
                    </a:cubicBezTo>
                    <a:cubicBezTo>
                      <a:pt x="8168" y="13034"/>
                      <a:pt x="9495" y="12629"/>
                      <a:pt x="10542" y="11791"/>
                    </a:cubicBezTo>
                    <a:cubicBezTo>
                      <a:pt x="13510" y="9456"/>
                      <a:pt x="13977" y="5720"/>
                      <a:pt x="11609" y="2751"/>
                    </a:cubicBezTo>
                    <a:cubicBezTo>
                      <a:pt x="10708" y="1651"/>
                      <a:pt x="9141" y="150"/>
                      <a:pt x="7606" y="16"/>
                    </a:cubicBezTo>
                    <a:cubicBezTo>
                      <a:pt x="7468" y="6"/>
                      <a:pt x="7332" y="1"/>
                      <a:pt x="7198"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
              <p:cNvSpPr/>
              <p:nvPr/>
            </p:nvSpPr>
            <p:spPr>
              <a:xfrm>
                <a:off x="1320101" y="3965227"/>
                <a:ext cx="329190" cy="31131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
              <p:cNvSpPr/>
              <p:nvPr/>
            </p:nvSpPr>
            <p:spPr>
              <a:xfrm>
                <a:off x="1571389" y="4185980"/>
                <a:ext cx="87480" cy="99674"/>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
              <p:cNvSpPr/>
              <p:nvPr/>
            </p:nvSpPr>
            <p:spPr>
              <a:xfrm>
                <a:off x="717931" y="3988471"/>
                <a:ext cx="185316" cy="180169"/>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
              <p:cNvSpPr/>
              <p:nvPr/>
            </p:nvSpPr>
            <p:spPr>
              <a:xfrm>
                <a:off x="713519" y="4102871"/>
                <a:ext cx="105270" cy="72264"/>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
              <p:cNvSpPr/>
              <p:nvPr/>
            </p:nvSpPr>
            <p:spPr>
              <a:xfrm>
                <a:off x="1057925" y="4126707"/>
                <a:ext cx="35764" cy="115687"/>
              </a:xfrm>
              <a:custGeom>
                <a:rect b="b" l="l" r="r" t="t"/>
                <a:pathLst>
                  <a:path extrusionOk="0" h="5664" w="1751">
                    <a:moveTo>
                      <a:pt x="442" y="1"/>
                    </a:moveTo>
                    <a:cubicBezTo>
                      <a:pt x="284" y="1"/>
                      <a:pt x="117" y="101"/>
                      <a:pt x="100" y="301"/>
                    </a:cubicBezTo>
                    <a:cubicBezTo>
                      <a:pt x="0" y="2136"/>
                      <a:pt x="334" y="3837"/>
                      <a:pt x="1101" y="5505"/>
                    </a:cubicBezTo>
                    <a:cubicBezTo>
                      <a:pt x="1152" y="5617"/>
                      <a:pt x="1238" y="5664"/>
                      <a:pt x="1327" y="5664"/>
                    </a:cubicBezTo>
                    <a:cubicBezTo>
                      <a:pt x="1529" y="5664"/>
                      <a:pt x="1750" y="5425"/>
                      <a:pt x="1635" y="5171"/>
                    </a:cubicBezTo>
                    <a:cubicBezTo>
                      <a:pt x="934" y="3637"/>
                      <a:pt x="634" y="2002"/>
                      <a:pt x="734" y="301"/>
                    </a:cubicBezTo>
                    <a:cubicBezTo>
                      <a:pt x="751" y="101"/>
                      <a:pt x="601" y="1"/>
                      <a:pt x="44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
              <p:cNvSpPr/>
              <p:nvPr/>
            </p:nvSpPr>
            <p:spPr>
              <a:xfrm>
                <a:off x="1123061" y="4303853"/>
                <a:ext cx="84417" cy="88808"/>
              </a:xfrm>
              <a:custGeom>
                <a:rect b="b" l="l" r="r" t="t"/>
                <a:pathLst>
                  <a:path extrusionOk="0" h="4348" w="4133">
                    <a:moveTo>
                      <a:pt x="419" y="0"/>
                    </a:moveTo>
                    <a:cubicBezTo>
                      <a:pt x="210" y="0"/>
                      <a:pt x="0" y="219"/>
                      <a:pt x="114" y="468"/>
                    </a:cubicBezTo>
                    <a:cubicBezTo>
                      <a:pt x="914" y="2035"/>
                      <a:pt x="2082" y="3303"/>
                      <a:pt x="3549" y="4304"/>
                    </a:cubicBezTo>
                    <a:cubicBezTo>
                      <a:pt x="3600" y="4334"/>
                      <a:pt x="3651" y="4348"/>
                      <a:pt x="3698" y="4348"/>
                    </a:cubicBezTo>
                    <a:cubicBezTo>
                      <a:pt x="3960" y="4348"/>
                      <a:pt x="4132" y="3934"/>
                      <a:pt x="3850" y="3737"/>
                    </a:cubicBezTo>
                    <a:cubicBezTo>
                      <a:pt x="2482" y="2836"/>
                      <a:pt x="1415" y="1602"/>
                      <a:pt x="681" y="167"/>
                    </a:cubicBezTo>
                    <a:cubicBezTo>
                      <a:pt x="616" y="49"/>
                      <a:pt x="518" y="0"/>
                      <a:pt x="41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
              <p:cNvSpPr/>
              <p:nvPr/>
            </p:nvSpPr>
            <p:spPr>
              <a:xfrm>
                <a:off x="1287992" y="4441252"/>
                <a:ext cx="128575" cy="52819"/>
              </a:xfrm>
              <a:custGeom>
                <a:rect b="b" l="l" r="r" t="t"/>
                <a:pathLst>
                  <a:path extrusionOk="0" h="2586" w="6295">
                    <a:moveTo>
                      <a:pt x="460" y="1"/>
                    </a:moveTo>
                    <a:cubicBezTo>
                      <a:pt x="192" y="1"/>
                      <a:pt x="1" y="409"/>
                      <a:pt x="311" y="579"/>
                    </a:cubicBezTo>
                    <a:cubicBezTo>
                      <a:pt x="2012" y="1546"/>
                      <a:pt x="3814" y="2213"/>
                      <a:pt x="5748" y="2580"/>
                    </a:cubicBezTo>
                    <a:cubicBezTo>
                      <a:pt x="5769" y="2584"/>
                      <a:pt x="5790" y="2585"/>
                      <a:pt x="5809" y="2585"/>
                    </a:cubicBezTo>
                    <a:cubicBezTo>
                      <a:pt x="6165" y="2585"/>
                      <a:pt x="6295" y="2043"/>
                      <a:pt x="5915" y="1980"/>
                    </a:cubicBezTo>
                    <a:cubicBezTo>
                      <a:pt x="4047" y="1613"/>
                      <a:pt x="2279" y="979"/>
                      <a:pt x="611" y="45"/>
                    </a:cubicBezTo>
                    <a:cubicBezTo>
                      <a:pt x="560" y="14"/>
                      <a:pt x="509" y="1"/>
                      <a:pt x="46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
              <p:cNvSpPr/>
              <p:nvPr/>
            </p:nvSpPr>
            <p:spPr>
              <a:xfrm>
                <a:off x="1480335" y="4498034"/>
                <a:ext cx="94731" cy="12970"/>
              </a:xfrm>
              <a:custGeom>
                <a:rect b="b" l="l" r="r" t="t"/>
                <a:pathLst>
                  <a:path extrusionOk="0" h="635" w="4638">
                    <a:moveTo>
                      <a:pt x="401" y="0"/>
                    </a:moveTo>
                    <a:cubicBezTo>
                      <a:pt x="1" y="0"/>
                      <a:pt x="1" y="634"/>
                      <a:pt x="401" y="634"/>
                    </a:cubicBezTo>
                    <a:lnTo>
                      <a:pt x="4237" y="634"/>
                    </a:lnTo>
                    <a:cubicBezTo>
                      <a:pt x="4637" y="634"/>
                      <a:pt x="4637" y="0"/>
                      <a:pt x="423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
              <p:cNvSpPr/>
              <p:nvPr/>
            </p:nvSpPr>
            <p:spPr>
              <a:xfrm>
                <a:off x="1682011" y="4370622"/>
                <a:ext cx="179883" cy="12970"/>
              </a:xfrm>
              <a:custGeom>
                <a:rect b="b" l="l" r="r" t="t"/>
                <a:pathLst>
                  <a:path extrusionOk="0" h="635" w="8807">
                    <a:moveTo>
                      <a:pt x="401" y="1"/>
                    </a:moveTo>
                    <a:cubicBezTo>
                      <a:pt x="0" y="1"/>
                      <a:pt x="0" y="634"/>
                      <a:pt x="401" y="634"/>
                    </a:cubicBezTo>
                    <a:lnTo>
                      <a:pt x="8406" y="634"/>
                    </a:lnTo>
                    <a:cubicBezTo>
                      <a:pt x="8807" y="634"/>
                      <a:pt x="8807" y="1"/>
                      <a:pt x="840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
              <p:cNvSpPr/>
              <p:nvPr/>
            </p:nvSpPr>
            <p:spPr>
              <a:xfrm>
                <a:off x="1652722" y="4430570"/>
                <a:ext cx="245978" cy="12970"/>
              </a:xfrm>
              <a:custGeom>
                <a:rect b="b" l="l" r="r" t="t"/>
                <a:pathLst>
                  <a:path extrusionOk="0" h="635" w="12043">
                    <a:moveTo>
                      <a:pt x="434" y="1"/>
                    </a:moveTo>
                    <a:cubicBezTo>
                      <a:pt x="0" y="1"/>
                      <a:pt x="0" y="635"/>
                      <a:pt x="434" y="635"/>
                    </a:cubicBezTo>
                    <a:lnTo>
                      <a:pt x="11642" y="635"/>
                    </a:lnTo>
                    <a:cubicBezTo>
                      <a:pt x="12042" y="635"/>
                      <a:pt x="12042" y="1"/>
                      <a:pt x="1164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
              <p:cNvSpPr/>
              <p:nvPr/>
            </p:nvSpPr>
            <p:spPr>
              <a:xfrm>
                <a:off x="1654070" y="4483716"/>
                <a:ext cx="239177" cy="12970"/>
              </a:xfrm>
              <a:custGeom>
                <a:rect b="b" l="l" r="r" t="t"/>
                <a:pathLst>
                  <a:path extrusionOk="0" h="635" w="11710">
                    <a:moveTo>
                      <a:pt x="401" y="1"/>
                    </a:moveTo>
                    <a:cubicBezTo>
                      <a:pt x="1" y="1"/>
                      <a:pt x="1" y="635"/>
                      <a:pt x="401" y="635"/>
                    </a:cubicBezTo>
                    <a:lnTo>
                      <a:pt x="11309" y="635"/>
                    </a:lnTo>
                    <a:cubicBezTo>
                      <a:pt x="11709" y="635"/>
                      <a:pt x="11709" y="1"/>
                      <a:pt x="1130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
              <p:cNvSpPr/>
              <p:nvPr/>
            </p:nvSpPr>
            <p:spPr>
              <a:xfrm>
                <a:off x="1678600" y="4525955"/>
                <a:ext cx="197612" cy="12296"/>
              </a:xfrm>
              <a:custGeom>
                <a:rect b="b" l="l" r="r" t="t"/>
                <a:pathLst>
                  <a:path extrusionOk="0" h="602" w="9675">
                    <a:moveTo>
                      <a:pt x="401" y="1"/>
                    </a:moveTo>
                    <a:cubicBezTo>
                      <a:pt x="1" y="1"/>
                      <a:pt x="1" y="601"/>
                      <a:pt x="401" y="601"/>
                    </a:cubicBezTo>
                    <a:lnTo>
                      <a:pt x="9274" y="601"/>
                    </a:lnTo>
                    <a:cubicBezTo>
                      <a:pt x="9674" y="601"/>
                      <a:pt x="9674" y="1"/>
                      <a:pt x="927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
              <p:cNvSpPr/>
              <p:nvPr/>
            </p:nvSpPr>
            <p:spPr>
              <a:xfrm>
                <a:off x="630062" y="4221418"/>
                <a:ext cx="12949" cy="119241"/>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
              <p:cNvSpPr/>
              <p:nvPr/>
            </p:nvSpPr>
            <p:spPr>
              <a:xfrm>
                <a:off x="585761" y="4206426"/>
                <a:ext cx="12296" cy="156047"/>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
              <p:cNvSpPr/>
              <p:nvPr/>
            </p:nvSpPr>
            <p:spPr>
              <a:xfrm>
                <a:off x="544890" y="4211185"/>
                <a:ext cx="12970" cy="13697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
              <p:cNvSpPr/>
              <p:nvPr/>
            </p:nvSpPr>
            <p:spPr>
              <a:xfrm>
                <a:off x="886131" y="4430713"/>
                <a:ext cx="67668" cy="103310"/>
              </a:xfrm>
              <a:custGeom>
                <a:rect b="b" l="l" r="r" t="t"/>
                <a:pathLst>
                  <a:path extrusionOk="0" h="5058" w="3313">
                    <a:moveTo>
                      <a:pt x="2876" y="1"/>
                    </a:moveTo>
                    <a:cubicBezTo>
                      <a:pt x="2782" y="1"/>
                      <a:pt x="2692" y="47"/>
                      <a:pt x="2641" y="161"/>
                    </a:cubicBezTo>
                    <a:lnTo>
                      <a:pt x="139" y="4597"/>
                    </a:lnTo>
                    <a:cubicBezTo>
                      <a:pt x="1" y="4827"/>
                      <a:pt x="228" y="5058"/>
                      <a:pt x="448" y="5058"/>
                    </a:cubicBezTo>
                    <a:cubicBezTo>
                      <a:pt x="546" y="5058"/>
                      <a:pt x="644" y="5011"/>
                      <a:pt x="706" y="4897"/>
                    </a:cubicBezTo>
                    <a:lnTo>
                      <a:pt x="3174" y="461"/>
                    </a:lnTo>
                    <a:cubicBezTo>
                      <a:pt x="3312" y="231"/>
                      <a:pt x="3085" y="1"/>
                      <a:pt x="287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
              <p:cNvSpPr/>
              <p:nvPr/>
            </p:nvSpPr>
            <p:spPr>
              <a:xfrm>
                <a:off x="885436" y="4471399"/>
                <a:ext cx="66340" cy="49878"/>
              </a:xfrm>
              <a:custGeom>
                <a:rect b="b" l="l" r="r" t="t"/>
                <a:pathLst>
                  <a:path extrusionOk="0" h="2442" w="3248">
                    <a:moveTo>
                      <a:pt x="409" y="0"/>
                    </a:moveTo>
                    <a:cubicBezTo>
                      <a:pt x="173" y="0"/>
                      <a:pt x="0" y="413"/>
                      <a:pt x="273" y="604"/>
                    </a:cubicBezTo>
                    <a:cubicBezTo>
                      <a:pt x="1073" y="1204"/>
                      <a:pt x="1874" y="1805"/>
                      <a:pt x="2675" y="2372"/>
                    </a:cubicBezTo>
                    <a:cubicBezTo>
                      <a:pt x="2730" y="2421"/>
                      <a:pt x="2786" y="2442"/>
                      <a:pt x="2839" y="2442"/>
                    </a:cubicBezTo>
                    <a:cubicBezTo>
                      <a:pt x="3075" y="2442"/>
                      <a:pt x="3247" y="2029"/>
                      <a:pt x="2975" y="1838"/>
                    </a:cubicBezTo>
                    <a:lnTo>
                      <a:pt x="573" y="70"/>
                    </a:lnTo>
                    <a:cubicBezTo>
                      <a:pt x="518" y="21"/>
                      <a:pt x="462" y="0"/>
                      <a:pt x="40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
              <p:cNvSpPr/>
              <p:nvPr/>
            </p:nvSpPr>
            <p:spPr>
              <a:xfrm>
                <a:off x="465968" y="4474872"/>
                <a:ext cx="104821" cy="163359"/>
              </a:xfrm>
              <a:custGeom>
                <a:rect b="b" l="l" r="r" t="t"/>
                <a:pathLst>
                  <a:path extrusionOk="0" h="7998" w="5132">
                    <a:moveTo>
                      <a:pt x="2463" y="0"/>
                    </a:moveTo>
                    <a:cubicBezTo>
                      <a:pt x="1429" y="0"/>
                      <a:pt x="862" y="1168"/>
                      <a:pt x="595" y="2002"/>
                    </a:cubicBezTo>
                    <a:cubicBezTo>
                      <a:pt x="329" y="2869"/>
                      <a:pt x="896" y="3336"/>
                      <a:pt x="1696" y="3469"/>
                    </a:cubicBezTo>
                    <a:cubicBezTo>
                      <a:pt x="2697" y="3703"/>
                      <a:pt x="3698" y="3903"/>
                      <a:pt x="4331" y="4804"/>
                    </a:cubicBezTo>
                    <a:cubicBezTo>
                      <a:pt x="5099" y="5938"/>
                      <a:pt x="3898" y="7072"/>
                      <a:pt x="2997" y="7405"/>
                    </a:cubicBezTo>
                    <a:cubicBezTo>
                      <a:pt x="2795" y="7473"/>
                      <a:pt x="2589" y="7502"/>
                      <a:pt x="2383" y="7502"/>
                    </a:cubicBezTo>
                    <a:cubicBezTo>
                      <a:pt x="1772" y="7502"/>
                      <a:pt x="1161" y="7246"/>
                      <a:pt x="662" y="6972"/>
                    </a:cubicBezTo>
                    <a:cubicBezTo>
                      <a:pt x="608" y="6942"/>
                      <a:pt x="556" y="6930"/>
                      <a:pt x="507" y="6930"/>
                    </a:cubicBezTo>
                    <a:cubicBezTo>
                      <a:pt x="221" y="6930"/>
                      <a:pt x="44" y="7363"/>
                      <a:pt x="329" y="7506"/>
                    </a:cubicBezTo>
                    <a:cubicBezTo>
                      <a:pt x="894" y="7812"/>
                      <a:pt x="1661" y="7998"/>
                      <a:pt x="2414" y="7998"/>
                    </a:cubicBezTo>
                    <a:cubicBezTo>
                      <a:pt x="3793" y="7998"/>
                      <a:pt x="5132" y="7377"/>
                      <a:pt x="5132" y="5738"/>
                    </a:cubicBezTo>
                    <a:cubicBezTo>
                      <a:pt x="5132" y="4804"/>
                      <a:pt x="4765" y="4203"/>
                      <a:pt x="4031" y="3636"/>
                    </a:cubicBezTo>
                    <a:cubicBezTo>
                      <a:pt x="3631" y="3336"/>
                      <a:pt x="3064" y="3169"/>
                      <a:pt x="2597" y="3036"/>
                    </a:cubicBezTo>
                    <a:cubicBezTo>
                      <a:pt x="2263" y="2936"/>
                      <a:pt x="1896" y="2902"/>
                      <a:pt x="1529" y="2802"/>
                    </a:cubicBezTo>
                    <a:cubicBezTo>
                      <a:pt x="1" y="2514"/>
                      <a:pt x="2462" y="505"/>
                      <a:pt x="2962" y="505"/>
                    </a:cubicBezTo>
                    <a:cubicBezTo>
                      <a:pt x="3041" y="505"/>
                      <a:pt x="3071" y="554"/>
                      <a:pt x="3030" y="667"/>
                    </a:cubicBezTo>
                    <a:cubicBezTo>
                      <a:pt x="2929" y="891"/>
                      <a:pt x="3111" y="1040"/>
                      <a:pt x="3307" y="1040"/>
                    </a:cubicBezTo>
                    <a:cubicBezTo>
                      <a:pt x="3434" y="1040"/>
                      <a:pt x="3566" y="978"/>
                      <a:pt x="3631" y="834"/>
                    </a:cubicBezTo>
                    <a:cubicBezTo>
                      <a:pt x="3898" y="134"/>
                      <a:pt x="2930" y="0"/>
                      <a:pt x="246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
              <p:cNvSpPr/>
              <p:nvPr/>
            </p:nvSpPr>
            <p:spPr>
              <a:xfrm>
                <a:off x="595871" y="4596993"/>
                <a:ext cx="62807" cy="70058"/>
              </a:xfrm>
              <a:custGeom>
                <a:rect b="b" l="l" r="r" t="t"/>
                <a:pathLst>
                  <a:path extrusionOk="0" h="3430" w="3075">
                    <a:moveTo>
                      <a:pt x="908" y="0"/>
                    </a:moveTo>
                    <a:cubicBezTo>
                      <a:pt x="605" y="0"/>
                      <a:pt x="301" y="133"/>
                      <a:pt x="140" y="392"/>
                    </a:cubicBezTo>
                    <a:cubicBezTo>
                      <a:pt x="0" y="648"/>
                      <a:pt x="216" y="870"/>
                      <a:pt x="428" y="870"/>
                    </a:cubicBezTo>
                    <a:cubicBezTo>
                      <a:pt x="520" y="870"/>
                      <a:pt x="612" y="828"/>
                      <a:pt x="673" y="726"/>
                    </a:cubicBezTo>
                    <a:cubicBezTo>
                      <a:pt x="731" y="636"/>
                      <a:pt x="792" y="600"/>
                      <a:pt x="853" y="600"/>
                    </a:cubicBezTo>
                    <a:cubicBezTo>
                      <a:pt x="1039" y="600"/>
                      <a:pt x="1215" y="934"/>
                      <a:pt x="1240" y="1060"/>
                    </a:cubicBezTo>
                    <a:cubicBezTo>
                      <a:pt x="1240" y="1326"/>
                      <a:pt x="1107" y="1593"/>
                      <a:pt x="1007" y="1827"/>
                    </a:cubicBezTo>
                    <a:cubicBezTo>
                      <a:pt x="840" y="2194"/>
                      <a:pt x="673" y="2527"/>
                      <a:pt x="607" y="2928"/>
                    </a:cubicBezTo>
                    <a:cubicBezTo>
                      <a:pt x="573" y="3128"/>
                      <a:pt x="673" y="3294"/>
                      <a:pt x="907" y="3328"/>
                    </a:cubicBezTo>
                    <a:cubicBezTo>
                      <a:pt x="1474" y="3361"/>
                      <a:pt x="2074" y="3395"/>
                      <a:pt x="2675" y="3428"/>
                    </a:cubicBezTo>
                    <a:cubicBezTo>
                      <a:pt x="2685" y="3429"/>
                      <a:pt x="2695" y="3429"/>
                      <a:pt x="2705" y="3429"/>
                    </a:cubicBezTo>
                    <a:cubicBezTo>
                      <a:pt x="3075" y="3429"/>
                      <a:pt x="3065" y="2827"/>
                      <a:pt x="2675" y="2794"/>
                    </a:cubicBezTo>
                    <a:cubicBezTo>
                      <a:pt x="2210" y="2768"/>
                      <a:pt x="1745" y="2742"/>
                      <a:pt x="1296" y="2717"/>
                    </a:cubicBezTo>
                    <a:lnTo>
                      <a:pt x="1296" y="2717"/>
                    </a:lnTo>
                    <a:cubicBezTo>
                      <a:pt x="1539" y="1960"/>
                      <a:pt x="2081" y="1321"/>
                      <a:pt x="1707" y="459"/>
                    </a:cubicBezTo>
                    <a:cubicBezTo>
                      <a:pt x="1553" y="150"/>
                      <a:pt x="1230" y="0"/>
                      <a:pt x="90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2"/>
            <p:cNvGrpSpPr/>
            <p:nvPr/>
          </p:nvGrpSpPr>
          <p:grpSpPr>
            <a:xfrm>
              <a:off x="7047763" y="3987500"/>
              <a:ext cx="1665125" cy="362625"/>
              <a:chOff x="5286163" y="4745525"/>
              <a:chExt cx="1665125" cy="362625"/>
            </a:xfrm>
          </p:grpSpPr>
          <p:sp>
            <p:nvSpPr>
              <p:cNvPr id="276" name="Google Shape;276;p2"/>
              <p:cNvSpPr/>
              <p:nvPr/>
            </p:nvSpPr>
            <p:spPr>
              <a:xfrm>
                <a:off x="5287138" y="4811150"/>
                <a:ext cx="21300" cy="220175"/>
              </a:xfrm>
              <a:custGeom>
                <a:rect b="b" l="l" r="r" t="t"/>
                <a:pathLst>
                  <a:path extrusionOk="0" h="8807" w="852">
                    <a:moveTo>
                      <a:pt x="193" y="0"/>
                    </a:moveTo>
                    <a:cubicBezTo>
                      <a:pt x="93" y="0"/>
                      <a:pt x="1" y="67"/>
                      <a:pt x="18" y="200"/>
                    </a:cubicBezTo>
                    <a:cubicBezTo>
                      <a:pt x="351" y="3002"/>
                      <a:pt x="418" y="5804"/>
                      <a:pt x="218" y="8606"/>
                    </a:cubicBezTo>
                    <a:cubicBezTo>
                      <a:pt x="218" y="8740"/>
                      <a:pt x="318" y="8806"/>
                      <a:pt x="422" y="8806"/>
                    </a:cubicBezTo>
                    <a:cubicBezTo>
                      <a:pt x="526" y="8806"/>
                      <a:pt x="635" y="8740"/>
                      <a:pt x="651" y="8606"/>
                    </a:cubicBezTo>
                    <a:cubicBezTo>
                      <a:pt x="851" y="5804"/>
                      <a:pt x="785" y="3002"/>
                      <a:pt x="418" y="200"/>
                    </a:cubicBezTo>
                    <a:cubicBezTo>
                      <a:pt x="401" y="67"/>
                      <a:pt x="293" y="0"/>
                      <a:pt x="193"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
              <p:cNvSpPr/>
              <p:nvPr/>
            </p:nvSpPr>
            <p:spPr>
              <a:xfrm>
                <a:off x="5286163" y="4745525"/>
                <a:ext cx="414225" cy="362625"/>
              </a:xfrm>
              <a:custGeom>
                <a:rect b="b" l="l" r="r" t="t"/>
                <a:pathLst>
                  <a:path extrusionOk="0" h="14505" w="16569">
                    <a:moveTo>
                      <a:pt x="9375" y="0"/>
                    </a:moveTo>
                    <a:cubicBezTo>
                      <a:pt x="9290" y="0"/>
                      <a:pt x="9217" y="53"/>
                      <a:pt x="9196" y="157"/>
                    </a:cubicBezTo>
                    <a:cubicBezTo>
                      <a:pt x="8812" y="1501"/>
                      <a:pt x="8428" y="2846"/>
                      <a:pt x="8044" y="4190"/>
                    </a:cubicBezTo>
                    <a:lnTo>
                      <a:pt x="8044" y="4190"/>
                    </a:lnTo>
                    <a:cubicBezTo>
                      <a:pt x="5482" y="3771"/>
                      <a:pt x="2919" y="3380"/>
                      <a:pt x="357" y="2959"/>
                    </a:cubicBezTo>
                    <a:cubicBezTo>
                      <a:pt x="346" y="2957"/>
                      <a:pt x="336" y="2957"/>
                      <a:pt x="326" y="2957"/>
                    </a:cubicBezTo>
                    <a:cubicBezTo>
                      <a:pt x="82" y="2957"/>
                      <a:pt x="0" y="3327"/>
                      <a:pt x="257" y="3359"/>
                    </a:cubicBezTo>
                    <a:cubicBezTo>
                      <a:pt x="2892" y="3793"/>
                      <a:pt x="5527" y="4193"/>
                      <a:pt x="8129" y="4627"/>
                    </a:cubicBezTo>
                    <a:cubicBezTo>
                      <a:pt x="8262" y="4627"/>
                      <a:pt x="8362" y="4593"/>
                      <a:pt x="8396" y="4460"/>
                    </a:cubicBezTo>
                    <a:cubicBezTo>
                      <a:pt x="8765" y="3168"/>
                      <a:pt x="9134" y="1875"/>
                      <a:pt x="9503" y="583"/>
                    </a:cubicBezTo>
                    <a:lnTo>
                      <a:pt x="9503" y="583"/>
                    </a:lnTo>
                    <a:lnTo>
                      <a:pt x="12699" y="3226"/>
                    </a:lnTo>
                    <a:cubicBezTo>
                      <a:pt x="13333" y="3759"/>
                      <a:pt x="13966" y="4293"/>
                      <a:pt x="14600" y="4827"/>
                    </a:cubicBezTo>
                    <a:cubicBezTo>
                      <a:pt x="14900" y="5060"/>
                      <a:pt x="15234" y="5327"/>
                      <a:pt x="15534" y="5594"/>
                    </a:cubicBezTo>
                    <a:cubicBezTo>
                      <a:pt x="15968" y="5961"/>
                      <a:pt x="16035" y="6028"/>
                      <a:pt x="15668" y="6461"/>
                    </a:cubicBezTo>
                    <a:cubicBezTo>
                      <a:pt x="13758" y="8912"/>
                      <a:pt x="11879" y="11362"/>
                      <a:pt x="9973" y="13783"/>
                    </a:cubicBezTo>
                    <a:lnTo>
                      <a:pt x="9973" y="13783"/>
                    </a:lnTo>
                    <a:cubicBezTo>
                      <a:pt x="9819" y="12593"/>
                      <a:pt x="9645" y="11382"/>
                      <a:pt x="9497" y="10197"/>
                    </a:cubicBezTo>
                    <a:cubicBezTo>
                      <a:pt x="9400" y="9615"/>
                      <a:pt x="9428" y="8593"/>
                      <a:pt x="8669" y="8593"/>
                    </a:cubicBezTo>
                    <a:cubicBezTo>
                      <a:pt x="8645" y="8593"/>
                      <a:pt x="8621" y="8594"/>
                      <a:pt x="8596" y="8596"/>
                    </a:cubicBezTo>
                    <a:cubicBezTo>
                      <a:pt x="8229" y="8629"/>
                      <a:pt x="7862" y="8930"/>
                      <a:pt x="7562" y="9096"/>
                    </a:cubicBezTo>
                    <a:lnTo>
                      <a:pt x="5360" y="10197"/>
                    </a:lnTo>
                    <a:cubicBezTo>
                      <a:pt x="4026" y="10898"/>
                      <a:pt x="2692" y="11565"/>
                      <a:pt x="1357" y="12265"/>
                    </a:cubicBezTo>
                    <a:cubicBezTo>
                      <a:pt x="1159" y="12350"/>
                      <a:pt x="1274" y="12628"/>
                      <a:pt x="1456" y="12628"/>
                    </a:cubicBezTo>
                    <a:cubicBezTo>
                      <a:pt x="1488" y="12628"/>
                      <a:pt x="1522" y="12619"/>
                      <a:pt x="1558" y="12599"/>
                    </a:cubicBezTo>
                    <a:cubicBezTo>
                      <a:pt x="3492" y="11632"/>
                      <a:pt x="5460" y="10631"/>
                      <a:pt x="7395" y="9630"/>
                    </a:cubicBezTo>
                    <a:cubicBezTo>
                      <a:pt x="7640" y="9519"/>
                      <a:pt x="8184" y="9109"/>
                      <a:pt x="8567" y="9109"/>
                    </a:cubicBezTo>
                    <a:cubicBezTo>
                      <a:pt x="8757" y="9109"/>
                      <a:pt x="8908" y="9209"/>
                      <a:pt x="8963" y="9497"/>
                    </a:cubicBezTo>
                    <a:cubicBezTo>
                      <a:pt x="9096" y="9997"/>
                      <a:pt x="9130" y="10564"/>
                      <a:pt x="9196" y="11098"/>
                    </a:cubicBezTo>
                    <a:cubicBezTo>
                      <a:pt x="9330" y="12199"/>
                      <a:pt x="9497" y="13266"/>
                      <a:pt x="9630" y="14334"/>
                    </a:cubicBezTo>
                    <a:cubicBezTo>
                      <a:pt x="9651" y="14439"/>
                      <a:pt x="9752" y="14505"/>
                      <a:pt x="9849" y="14505"/>
                    </a:cubicBezTo>
                    <a:cubicBezTo>
                      <a:pt x="9906" y="14505"/>
                      <a:pt x="9960" y="14483"/>
                      <a:pt x="9997" y="14434"/>
                    </a:cubicBezTo>
                    <a:cubicBezTo>
                      <a:pt x="12132" y="11665"/>
                      <a:pt x="14300" y="8896"/>
                      <a:pt x="16468" y="6128"/>
                    </a:cubicBezTo>
                    <a:cubicBezTo>
                      <a:pt x="16535" y="6028"/>
                      <a:pt x="16568" y="5894"/>
                      <a:pt x="16468" y="5827"/>
                    </a:cubicBezTo>
                    <a:lnTo>
                      <a:pt x="9530" y="57"/>
                    </a:lnTo>
                    <a:cubicBezTo>
                      <a:pt x="9480" y="19"/>
                      <a:pt x="9425" y="0"/>
                      <a:pt x="937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
              <p:cNvSpPr/>
              <p:nvPr/>
            </p:nvSpPr>
            <p:spPr>
              <a:xfrm>
                <a:off x="5781238" y="4802575"/>
                <a:ext cx="155975" cy="222900"/>
              </a:xfrm>
              <a:custGeom>
                <a:rect b="b" l="l" r="r" t="t"/>
                <a:pathLst>
                  <a:path extrusionOk="0" h="8916" w="6239">
                    <a:moveTo>
                      <a:pt x="3258" y="840"/>
                    </a:moveTo>
                    <a:cubicBezTo>
                      <a:pt x="3423" y="1954"/>
                      <a:pt x="3525" y="3073"/>
                      <a:pt x="3571" y="4192"/>
                    </a:cubicBezTo>
                    <a:lnTo>
                      <a:pt x="3571" y="4192"/>
                    </a:lnTo>
                    <a:cubicBezTo>
                      <a:pt x="2634" y="4200"/>
                      <a:pt x="1697" y="4209"/>
                      <a:pt x="760" y="4212"/>
                    </a:cubicBezTo>
                    <a:lnTo>
                      <a:pt x="760" y="4212"/>
                    </a:lnTo>
                    <a:cubicBezTo>
                      <a:pt x="1733" y="3187"/>
                      <a:pt x="2577" y="2074"/>
                      <a:pt x="3258" y="840"/>
                    </a:cubicBezTo>
                    <a:close/>
                    <a:moveTo>
                      <a:pt x="3376" y="0"/>
                    </a:moveTo>
                    <a:cubicBezTo>
                      <a:pt x="3304" y="0"/>
                      <a:pt x="3233" y="35"/>
                      <a:pt x="3203" y="110"/>
                    </a:cubicBezTo>
                    <a:cubicBezTo>
                      <a:pt x="2369" y="1644"/>
                      <a:pt x="1369" y="3045"/>
                      <a:pt x="134" y="4279"/>
                    </a:cubicBezTo>
                    <a:cubicBezTo>
                      <a:pt x="1" y="4413"/>
                      <a:pt x="101" y="4646"/>
                      <a:pt x="268" y="4646"/>
                    </a:cubicBezTo>
                    <a:cubicBezTo>
                      <a:pt x="1374" y="4646"/>
                      <a:pt x="2480" y="4624"/>
                      <a:pt x="3586" y="4605"/>
                    </a:cubicBezTo>
                    <a:lnTo>
                      <a:pt x="3586" y="4605"/>
                    </a:lnTo>
                    <a:cubicBezTo>
                      <a:pt x="3626" y="5978"/>
                      <a:pt x="3584" y="7351"/>
                      <a:pt x="3470" y="8716"/>
                    </a:cubicBezTo>
                    <a:cubicBezTo>
                      <a:pt x="3453" y="8849"/>
                      <a:pt x="3554" y="8916"/>
                      <a:pt x="3658" y="8916"/>
                    </a:cubicBezTo>
                    <a:cubicBezTo>
                      <a:pt x="3762" y="8916"/>
                      <a:pt x="3870" y="8849"/>
                      <a:pt x="3870" y="8716"/>
                    </a:cubicBezTo>
                    <a:cubicBezTo>
                      <a:pt x="3999" y="7338"/>
                      <a:pt x="4042" y="5968"/>
                      <a:pt x="4001" y="4598"/>
                    </a:cubicBezTo>
                    <a:lnTo>
                      <a:pt x="4001" y="4598"/>
                    </a:lnTo>
                    <a:cubicBezTo>
                      <a:pt x="4658" y="4588"/>
                      <a:pt x="5315" y="4580"/>
                      <a:pt x="5972" y="4580"/>
                    </a:cubicBezTo>
                    <a:cubicBezTo>
                      <a:pt x="6239" y="4580"/>
                      <a:pt x="6239" y="4179"/>
                      <a:pt x="5972" y="4179"/>
                    </a:cubicBezTo>
                    <a:cubicBezTo>
                      <a:pt x="5310" y="4179"/>
                      <a:pt x="4648" y="4183"/>
                      <a:pt x="3986" y="4189"/>
                    </a:cubicBezTo>
                    <a:lnTo>
                      <a:pt x="3986" y="4189"/>
                    </a:lnTo>
                    <a:cubicBezTo>
                      <a:pt x="3929" y="2843"/>
                      <a:pt x="3791" y="1497"/>
                      <a:pt x="3570" y="143"/>
                    </a:cubicBezTo>
                    <a:cubicBezTo>
                      <a:pt x="3552" y="51"/>
                      <a:pt x="3463" y="0"/>
                      <a:pt x="337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
              <p:cNvSpPr/>
              <p:nvPr/>
            </p:nvSpPr>
            <p:spPr>
              <a:xfrm>
                <a:off x="5965138" y="4824475"/>
                <a:ext cx="20450" cy="185175"/>
              </a:xfrm>
              <a:custGeom>
                <a:rect b="b" l="l" r="r" t="t"/>
                <a:pathLst>
                  <a:path extrusionOk="0" h="7407" w="818">
                    <a:moveTo>
                      <a:pt x="205" y="1"/>
                    </a:moveTo>
                    <a:cubicBezTo>
                      <a:pt x="100" y="1"/>
                      <a:pt x="0" y="68"/>
                      <a:pt x="17" y="201"/>
                    </a:cubicBezTo>
                    <a:cubicBezTo>
                      <a:pt x="217" y="2536"/>
                      <a:pt x="350" y="4871"/>
                      <a:pt x="384" y="7206"/>
                    </a:cubicBezTo>
                    <a:cubicBezTo>
                      <a:pt x="384" y="7339"/>
                      <a:pt x="492" y="7406"/>
                      <a:pt x="601" y="7406"/>
                    </a:cubicBezTo>
                    <a:cubicBezTo>
                      <a:pt x="709" y="7406"/>
                      <a:pt x="817" y="7339"/>
                      <a:pt x="817" y="7206"/>
                    </a:cubicBezTo>
                    <a:cubicBezTo>
                      <a:pt x="751" y="4871"/>
                      <a:pt x="651" y="2536"/>
                      <a:pt x="417" y="201"/>
                    </a:cubicBezTo>
                    <a:cubicBezTo>
                      <a:pt x="417" y="68"/>
                      <a:pt x="309" y="1"/>
                      <a:pt x="20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
              <p:cNvSpPr/>
              <p:nvPr/>
            </p:nvSpPr>
            <p:spPr>
              <a:xfrm>
                <a:off x="5956388" y="4925450"/>
                <a:ext cx="85900" cy="14200"/>
              </a:xfrm>
              <a:custGeom>
                <a:rect b="b" l="l" r="r" t="t"/>
                <a:pathLst>
                  <a:path extrusionOk="0" h="568" w="3436">
                    <a:moveTo>
                      <a:pt x="2961" y="1"/>
                    </a:moveTo>
                    <a:cubicBezTo>
                      <a:pt x="2869" y="1"/>
                      <a:pt x="2794" y="68"/>
                      <a:pt x="2766" y="153"/>
                    </a:cubicBezTo>
                    <a:lnTo>
                      <a:pt x="2766" y="153"/>
                    </a:lnTo>
                    <a:cubicBezTo>
                      <a:pt x="2417" y="144"/>
                      <a:pt x="2068" y="140"/>
                      <a:pt x="1722" y="140"/>
                    </a:cubicBezTo>
                    <a:cubicBezTo>
                      <a:pt x="1243" y="140"/>
                      <a:pt x="767" y="148"/>
                      <a:pt x="300" y="165"/>
                    </a:cubicBezTo>
                    <a:cubicBezTo>
                      <a:pt x="11" y="165"/>
                      <a:pt x="0" y="567"/>
                      <a:pt x="268" y="567"/>
                    </a:cubicBezTo>
                    <a:cubicBezTo>
                      <a:pt x="278" y="567"/>
                      <a:pt x="289" y="566"/>
                      <a:pt x="300" y="565"/>
                    </a:cubicBezTo>
                    <a:cubicBezTo>
                      <a:pt x="767" y="549"/>
                      <a:pt x="1243" y="540"/>
                      <a:pt x="1722" y="540"/>
                    </a:cubicBezTo>
                    <a:cubicBezTo>
                      <a:pt x="2202" y="540"/>
                      <a:pt x="2685" y="549"/>
                      <a:pt x="3169" y="565"/>
                    </a:cubicBezTo>
                    <a:cubicBezTo>
                      <a:pt x="3369" y="565"/>
                      <a:pt x="3436" y="298"/>
                      <a:pt x="3269" y="198"/>
                    </a:cubicBezTo>
                    <a:cubicBezTo>
                      <a:pt x="3202" y="132"/>
                      <a:pt x="3136" y="98"/>
                      <a:pt x="3069" y="31"/>
                    </a:cubicBezTo>
                    <a:cubicBezTo>
                      <a:pt x="3031" y="10"/>
                      <a:pt x="2995" y="1"/>
                      <a:pt x="296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
              <p:cNvSpPr/>
              <p:nvPr/>
            </p:nvSpPr>
            <p:spPr>
              <a:xfrm>
                <a:off x="6023913" y="4808650"/>
                <a:ext cx="13375" cy="218500"/>
              </a:xfrm>
              <a:custGeom>
                <a:rect b="b" l="l" r="r" t="t"/>
                <a:pathLst>
                  <a:path extrusionOk="0" h="8740" w="535">
                    <a:moveTo>
                      <a:pt x="330" y="0"/>
                    </a:moveTo>
                    <a:cubicBezTo>
                      <a:pt x="226" y="0"/>
                      <a:pt x="118" y="67"/>
                      <a:pt x="101" y="200"/>
                    </a:cubicBezTo>
                    <a:cubicBezTo>
                      <a:pt x="1" y="2969"/>
                      <a:pt x="1" y="5738"/>
                      <a:pt x="101" y="8540"/>
                    </a:cubicBezTo>
                    <a:cubicBezTo>
                      <a:pt x="118" y="8673"/>
                      <a:pt x="226" y="8740"/>
                      <a:pt x="330" y="8740"/>
                    </a:cubicBezTo>
                    <a:cubicBezTo>
                      <a:pt x="435" y="8740"/>
                      <a:pt x="535" y="8673"/>
                      <a:pt x="535" y="8540"/>
                    </a:cubicBezTo>
                    <a:cubicBezTo>
                      <a:pt x="435" y="5738"/>
                      <a:pt x="435" y="2969"/>
                      <a:pt x="535" y="200"/>
                    </a:cubicBezTo>
                    <a:cubicBezTo>
                      <a:pt x="535" y="67"/>
                      <a:pt x="435" y="0"/>
                      <a:pt x="33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
              <p:cNvSpPr/>
              <p:nvPr/>
            </p:nvSpPr>
            <p:spPr>
              <a:xfrm>
                <a:off x="6059338" y="4977225"/>
                <a:ext cx="72575" cy="91850"/>
              </a:xfrm>
              <a:custGeom>
                <a:rect b="b" l="l" r="r" t="t"/>
                <a:pathLst>
                  <a:path extrusionOk="0" h="3674" w="2903">
                    <a:moveTo>
                      <a:pt x="740" y="0"/>
                    </a:moveTo>
                    <a:cubicBezTo>
                      <a:pt x="532" y="0"/>
                      <a:pt x="316" y="105"/>
                      <a:pt x="118" y="362"/>
                    </a:cubicBezTo>
                    <a:cubicBezTo>
                      <a:pt x="0" y="504"/>
                      <a:pt x="149" y="645"/>
                      <a:pt x="306" y="645"/>
                    </a:cubicBezTo>
                    <a:cubicBezTo>
                      <a:pt x="370" y="645"/>
                      <a:pt x="436" y="621"/>
                      <a:pt x="485" y="562"/>
                    </a:cubicBezTo>
                    <a:cubicBezTo>
                      <a:pt x="585" y="438"/>
                      <a:pt x="684" y="388"/>
                      <a:pt x="779" y="388"/>
                    </a:cubicBezTo>
                    <a:cubicBezTo>
                      <a:pt x="1064" y="388"/>
                      <a:pt x="1302" y="845"/>
                      <a:pt x="1353" y="1096"/>
                    </a:cubicBezTo>
                    <a:cubicBezTo>
                      <a:pt x="1453" y="1363"/>
                      <a:pt x="1386" y="1696"/>
                      <a:pt x="1319" y="1963"/>
                    </a:cubicBezTo>
                    <a:cubicBezTo>
                      <a:pt x="1152" y="2530"/>
                      <a:pt x="719" y="2931"/>
                      <a:pt x="185" y="3131"/>
                    </a:cubicBezTo>
                    <a:cubicBezTo>
                      <a:pt x="18" y="3231"/>
                      <a:pt x="85" y="3498"/>
                      <a:pt x="252" y="3531"/>
                    </a:cubicBezTo>
                    <a:cubicBezTo>
                      <a:pt x="623" y="3624"/>
                      <a:pt x="1002" y="3674"/>
                      <a:pt x="1381" y="3674"/>
                    </a:cubicBezTo>
                    <a:cubicBezTo>
                      <a:pt x="1819" y="3674"/>
                      <a:pt x="2258" y="3607"/>
                      <a:pt x="2687" y="3464"/>
                    </a:cubicBezTo>
                    <a:cubicBezTo>
                      <a:pt x="2903" y="3372"/>
                      <a:pt x="2834" y="3023"/>
                      <a:pt x="2611" y="3023"/>
                    </a:cubicBezTo>
                    <a:cubicBezTo>
                      <a:pt x="2593" y="3023"/>
                      <a:pt x="2574" y="3026"/>
                      <a:pt x="2553" y="3031"/>
                    </a:cubicBezTo>
                    <a:cubicBezTo>
                      <a:pt x="2134" y="3183"/>
                      <a:pt x="1726" y="3260"/>
                      <a:pt x="1309" y="3260"/>
                    </a:cubicBezTo>
                    <a:cubicBezTo>
                      <a:pt x="1166" y="3260"/>
                      <a:pt x="1022" y="3250"/>
                      <a:pt x="876" y="3232"/>
                    </a:cubicBezTo>
                    <a:lnTo>
                      <a:pt x="876" y="3232"/>
                    </a:lnTo>
                    <a:cubicBezTo>
                      <a:pt x="1505" y="2760"/>
                      <a:pt x="1922" y="1945"/>
                      <a:pt x="1786" y="1129"/>
                    </a:cubicBezTo>
                    <a:cubicBezTo>
                      <a:pt x="1692" y="590"/>
                      <a:pt x="1235" y="0"/>
                      <a:pt x="74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
              <p:cNvSpPr/>
              <p:nvPr/>
            </p:nvSpPr>
            <p:spPr>
              <a:xfrm>
                <a:off x="6121488" y="4818800"/>
                <a:ext cx="130625" cy="207800"/>
              </a:xfrm>
              <a:custGeom>
                <a:rect b="b" l="l" r="r" t="t"/>
                <a:pathLst>
                  <a:path extrusionOk="0" h="8312" w="5225">
                    <a:moveTo>
                      <a:pt x="2685" y="0"/>
                    </a:moveTo>
                    <a:cubicBezTo>
                      <a:pt x="1945" y="0"/>
                      <a:pt x="1288" y="504"/>
                      <a:pt x="835" y="1195"/>
                    </a:cubicBezTo>
                    <a:cubicBezTo>
                      <a:pt x="1" y="2496"/>
                      <a:pt x="34" y="4297"/>
                      <a:pt x="468" y="5698"/>
                    </a:cubicBezTo>
                    <a:cubicBezTo>
                      <a:pt x="801" y="6799"/>
                      <a:pt x="1735" y="8134"/>
                      <a:pt x="2969" y="8300"/>
                    </a:cubicBezTo>
                    <a:cubicBezTo>
                      <a:pt x="3048" y="8308"/>
                      <a:pt x="3126" y="8312"/>
                      <a:pt x="3204" y="8312"/>
                    </a:cubicBezTo>
                    <a:cubicBezTo>
                      <a:pt x="4155" y="8312"/>
                      <a:pt x="5050" y="7753"/>
                      <a:pt x="5204" y="6766"/>
                    </a:cubicBezTo>
                    <a:cubicBezTo>
                      <a:pt x="5224" y="6608"/>
                      <a:pt x="5093" y="6509"/>
                      <a:pt x="4975" y="6509"/>
                    </a:cubicBezTo>
                    <a:cubicBezTo>
                      <a:pt x="4893" y="6509"/>
                      <a:pt x="4818" y="6557"/>
                      <a:pt x="4804" y="6666"/>
                    </a:cubicBezTo>
                    <a:cubicBezTo>
                      <a:pt x="4684" y="7484"/>
                      <a:pt x="4025" y="7868"/>
                      <a:pt x="3316" y="7868"/>
                    </a:cubicBezTo>
                    <a:cubicBezTo>
                      <a:pt x="3043" y="7868"/>
                      <a:pt x="2762" y="7811"/>
                      <a:pt x="2502" y="7700"/>
                    </a:cubicBezTo>
                    <a:cubicBezTo>
                      <a:pt x="1535" y="7300"/>
                      <a:pt x="1035" y="6165"/>
                      <a:pt x="768" y="5265"/>
                    </a:cubicBezTo>
                    <a:cubicBezTo>
                      <a:pt x="391" y="4077"/>
                      <a:pt x="795" y="349"/>
                      <a:pt x="2523" y="349"/>
                    </a:cubicBezTo>
                    <a:cubicBezTo>
                      <a:pt x="2786" y="349"/>
                      <a:pt x="3078" y="435"/>
                      <a:pt x="3403" y="628"/>
                    </a:cubicBezTo>
                    <a:cubicBezTo>
                      <a:pt x="3438" y="648"/>
                      <a:pt x="3472" y="657"/>
                      <a:pt x="3504" y="657"/>
                    </a:cubicBezTo>
                    <a:cubicBezTo>
                      <a:pt x="3687" y="657"/>
                      <a:pt x="3802" y="375"/>
                      <a:pt x="3603" y="261"/>
                    </a:cubicBezTo>
                    <a:cubicBezTo>
                      <a:pt x="3289" y="80"/>
                      <a:pt x="2980" y="0"/>
                      <a:pt x="268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
              <p:cNvSpPr/>
              <p:nvPr/>
            </p:nvSpPr>
            <p:spPr>
              <a:xfrm>
                <a:off x="6264238" y="4816600"/>
                <a:ext cx="153325" cy="209650"/>
              </a:xfrm>
              <a:custGeom>
                <a:rect b="b" l="l" r="r" t="t"/>
                <a:pathLst>
                  <a:path extrusionOk="0" h="8386" w="6133">
                    <a:moveTo>
                      <a:pt x="2120" y="397"/>
                    </a:moveTo>
                    <a:lnTo>
                      <a:pt x="2120" y="397"/>
                    </a:lnTo>
                    <a:cubicBezTo>
                      <a:pt x="1991" y="456"/>
                      <a:pt x="1861" y="528"/>
                      <a:pt x="1729" y="616"/>
                    </a:cubicBezTo>
                    <a:cubicBezTo>
                      <a:pt x="1533" y="756"/>
                      <a:pt x="1643" y="1014"/>
                      <a:pt x="1821" y="1014"/>
                    </a:cubicBezTo>
                    <a:cubicBezTo>
                      <a:pt x="1855" y="1014"/>
                      <a:pt x="1892" y="1004"/>
                      <a:pt x="1929" y="983"/>
                    </a:cubicBezTo>
                    <a:cubicBezTo>
                      <a:pt x="2297" y="740"/>
                      <a:pt x="2652" y="636"/>
                      <a:pt x="2985" y="636"/>
                    </a:cubicBezTo>
                    <a:cubicBezTo>
                      <a:pt x="4163" y="636"/>
                      <a:pt x="5072" y="1948"/>
                      <a:pt x="5332" y="3118"/>
                    </a:cubicBezTo>
                    <a:cubicBezTo>
                      <a:pt x="5699" y="4719"/>
                      <a:pt x="5365" y="6754"/>
                      <a:pt x="3864" y="7654"/>
                    </a:cubicBezTo>
                    <a:cubicBezTo>
                      <a:pt x="3477" y="7890"/>
                      <a:pt x="3122" y="7991"/>
                      <a:pt x="2800" y="7991"/>
                    </a:cubicBezTo>
                    <a:cubicBezTo>
                      <a:pt x="1431" y="7991"/>
                      <a:pt x="657" y="6149"/>
                      <a:pt x="495" y="4852"/>
                    </a:cubicBezTo>
                    <a:cubicBezTo>
                      <a:pt x="405" y="4159"/>
                      <a:pt x="832" y="443"/>
                      <a:pt x="2120" y="397"/>
                    </a:cubicBezTo>
                    <a:close/>
                    <a:moveTo>
                      <a:pt x="2163" y="1"/>
                    </a:moveTo>
                    <a:cubicBezTo>
                      <a:pt x="692" y="1"/>
                      <a:pt x="91" y="3184"/>
                      <a:pt x="61" y="4185"/>
                    </a:cubicBezTo>
                    <a:cubicBezTo>
                      <a:pt x="0" y="5779"/>
                      <a:pt x="812" y="8386"/>
                      <a:pt x="2702" y="8386"/>
                    </a:cubicBezTo>
                    <a:cubicBezTo>
                      <a:pt x="2870" y="8386"/>
                      <a:pt x="3046" y="8365"/>
                      <a:pt x="3230" y="8322"/>
                    </a:cubicBezTo>
                    <a:cubicBezTo>
                      <a:pt x="5465" y="7788"/>
                      <a:pt x="6132" y="5353"/>
                      <a:pt x="5766" y="3285"/>
                    </a:cubicBezTo>
                    <a:cubicBezTo>
                      <a:pt x="5530" y="1846"/>
                      <a:pt x="4413" y="203"/>
                      <a:pt x="2977" y="203"/>
                    </a:cubicBezTo>
                    <a:cubicBezTo>
                      <a:pt x="2930" y="203"/>
                      <a:pt x="2882" y="205"/>
                      <a:pt x="2834" y="209"/>
                    </a:cubicBezTo>
                    <a:lnTo>
                      <a:pt x="2834" y="209"/>
                    </a:lnTo>
                    <a:cubicBezTo>
                      <a:pt x="2823" y="199"/>
                      <a:pt x="2811" y="190"/>
                      <a:pt x="2797" y="182"/>
                    </a:cubicBezTo>
                    <a:cubicBezTo>
                      <a:pt x="2570" y="57"/>
                      <a:pt x="2359" y="1"/>
                      <a:pt x="216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
              <p:cNvSpPr/>
              <p:nvPr/>
            </p:nvSpPr>
            <p:spPr>
              <a:xfrm>
                <a:off x="6450063" y="4812700"/>
                <a:ext cx="58875" cy="188975"/>
              </a:xfrm>
              <a:custGeom>
                <a:rect b="b" l="l" r="r" t="t"/>
                <a:pathLst>
                  <a:path extrusionOk="0" h="7559" w="2355">
                    <a:moveTo>
                      <a:pt x="1385" y="1"/>
                    </a:moveTo>
                    <a:cubicBezTo>
                      <a:pt x="1324" y="1"/>
                      <a:pt x="1266" y="31"/>
                      <a:pt x="1235" y="105"/>
                    </a:cubicBezTo>
                    <a:cubicBezTo>
                      <a:pt x="0" y="2473"/>
                      <a:pt x="234" y="5342"/>
                      <a:pt x="1868" y="7477"/>
                    </a:cubicBezTo>
                    <a:cubicBezTo>
                      <a:pt x="1916" y="7535"/>
                      <a:pt x="1981" y="7559"/>
                      <a:pt x="2045" y="7559"/>
                    </a:cubicBezTo>
                    <a:cubicBezTo>
                      <a:pt x="2202" y="7559"/>
                      <a:pt x="2354" y="7410"/>
                      <a:pt x="2235" y="7243"/>
                    </a:cubicBezTo>
                    <a:cubicBezTo>
                      <a:pt x="668" y="5242"/>
                      <a:pt x="401" y="2573"/>
                      <a:pt x="1568" y="305"/>
                    </a:cubicBezTo>
                    <a:cubicBezTo>
                      <a:pt x="1660" y="145"/>
                      <a:pt x="1516" y="1"/>
                      <a:pt x="13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
              <p:cNvSpPr/>
              <p:nvPr/>
            </p:nvSpPr>
            <p:spPr>
              <a:xfrm>
                <a:off x="6524613" y="4817275"/>
                <a:ext cx="150375" cy="164375"/>
              </a:xfrm>
              <a:custGeom>
                <a:rect b="b" l="l" r="r" t="t"/>
                <a:pathLst>
                  <a:path extrusionOk="0" h="6575" w="6015">
                    <a:moveTo>
                      <a:pt x="1787" y="1"/>
                    </a:moveTo>
                    <a:cubicBezTo>
                      <a:pt x="904" y="1"/>
                      <a:pt x="0" y="868"/>
                      <a:pt x="154" y="1923"/>
                    </a:cubicBezTo>
                    <a:cubicBezTo>
                      <a:pt x="168" y="2033"/>
                      <a:pt x="243" y="2080"/>
                      <a:pt x="324" y="2080"/>
                    </a:cubicBezTo>
                    <a:cubicBezTo>
                      <a:pt x="442" y="2080"/>
                      <a:pt x="574" y="1981"/>
                      <a:pt x="554" y="1823"/>
                    </a:cubicBezTo>
                    <a:cubicBezTo>
                      <a:pt x="432" y="931"/>
                      <a:pt x="934" y="515"/>
                      <a:pt x="1511" y="515"/>
                    </a:cubicBezTo>
                    <a:cubicBezTo>
                      <a:pt x="2034" y="515"/>
                      <a:pt x="2618" y="856"/>
                      <a:pt x="2856" y="1490"/>
                    </a:cubicBezTo>
                    <a:cubicBezTo>
                      <a:pt x="3056" y="2057"/>
                      <a:pt x="2923" y="2724"/>
                      <a:pt x="2756" y="3258"/>
                    </a:cubicBezTo>
                    <a:cubicBezTo>
                      <a:pt x="2389" y="4459"/>
                      <a:pt x="1355" y="5393"/>
                      <a:pt x="488" y="6193"/>
                    </a:cubicBezTo>
                    <a:cubicBezTo>
                      <a:pt x="354" y="6327"/>
                      <a:pt x="454" y="6560"/>
                      <a:pt x="621" y="6560"/>
                    </a:cubicBezTo>
                    <a:cubicBezTo>
                      <a:pt x="871" y="6570"/>
                      <a:pt x="1121" y="6574"/>
                      <a:pt x="1370" y="6574"/>
                    </a:cubicBezTo>
                    <a:cubicBezTo>
                      <a:pt x="2847" y="6574"/>
                      <a:pt x="4302" y="6407"/>
                      <a:pt x="5758" y="6093"/>
                    </a:cubicBezTo>
                    <a:cubicBezTo>
                      <a:pt x="6014" y="6061"/>
                      <a:pt x="5901" y="5691"/>
                      <a:pt x="5685" y="5691"/>
                    </a:cubicBezTo>
                    <a:cubicBezTo>
                      <a:pt x="5676" y="5691"/>
                      <a:pt x="5667" y="5691"/>
                      <a:pt x="5658" y="5693"/>
                    </a:cubicBezTo>
                    <a:cubicBezTo>
                      <a:pt x="4158" y="6023"/>
                      <a:pt x="2657" y="6164"/>
                      <a:pt x="1133" y="6165"/>
                    </a:cubicBezTo>
                    <a:lnTo>
                      <a:pt x="1133" y="6165"/>
                    </a:lnTo>
                    <a:cubicBezTo>
                      <a:pt x="2578" y="4756"/>
                      <a:pt x="4070" y="2859"/>
                      <a:pt x="2989" y="789"/>
                    </a:cubicBezTo>
                    <a:cubicBezTo>
                      <a:pt x="2694" y="232"/>
                      <a:pt x="2243" y="1"/>
                      <a:pt x="178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
              <p:cNvSpPr/>
              <p:nvPr/>
            </p:nvSpPr>
            <p:spPr>
              <a:xfrm>
                <a:off x="6679813" y="4827825"/>
                <a:ext cx="28275" cy="147975"/>
              </a:xfrm>
              <a:custGeom>
                <a:rect b="b" l="l" r="r" t="t"/>
                <a:pathLst>
                  <a:path extrusionOk="0" h="5919" w="1131">
                    <a:moveTo>
                      <a:pt x="192" y="0"/>
                    </a:moveTo>
                    <a:cubicBezTo>
                      <a:pt x="92" y="0"/>
                      <a:pt x="0" y="67"/>
                      <a:pt x="17" y="200"/>
                    </a:cubicBezTo>
                    <a:cubicBezTo>
                      <a:pt x="184" y="1501"/>
                      <a:pt x="217" y="2802"/>
                      <a:pt x="351" y="4103"/>
                    </a:cubicBezTo>
                    <a:cubicBezTo>
                      <a:pt x="384" y="4537"/>
                      <a:pt x="317" y="5504"/>
                      <a:pt x="651" y="5871"/>
                    </a:cubicBezTo>
                    <a:cubicBezTo>
                      <a:pt x="674" y="5895"/>
                      <a:pt x="731" y="5918"/>
                      <a:pt x="786" y="5918"/>
                    </a:cubicBezTo>
                    <a:cubicBezTo>
                      <a:pt x="809" y="5918"/>
                      <a:pt x="831" y="5914"/>
                      <a:pt x="851" y="5905"/>
                    </a:cubicBezTo>
                    <a:lnTo>
                      <a:pt x="884" y="5905"/>
                    </a:lnTo>
                    <a:cubicBezTo>
                      <a:pt x="1131" y="5843"/>
                      <a:pt x="1036" y="5497"/>
                      <a:pt x="836" y="5497"/>
                    </a:cubicBezTo>
                    <a:cubicBezTo>
                      <a:pt x="819" y="5497"/>
                      <a:pt x="802" y="5499"/>
                      <a:pt x="784" y="5504"/>
                    </a:cubicBezTo>
                    <a:cubicBezTo>
                      <a:pt x="1084" y="5404"/>
                      <a:pt x="517" y="801"/>
                      <a:pt x="417" y="200"/>
                    </a:cubicBezTo>
                    <a:cubicBezTo>
                      <a:pt x="401" y="67"/>
                      <a:pt x="292" y="0"/>
                      <a:pt x="19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
              <p:cNvSpPr/>
              <p:nvPr/>
            </p:nvSpPr>
            <p:spPr>
              <a:xfrm>
                <a:off x="6670538" y="4803525"/>
                <a:ext cx="126950" cy="194200"/>
              </a:xfrm>
              <a:custGeom>
                <a:rect b="b" l="l" r="r" t="t"/>
                <a:pathLst>
                  <a:path extrusionOk="0" h="7768" w="5078">
                    <a:moveTo>
                      <a:pt x="3602" y="1"/>
                    </a:moveTo>
                    <a:cubicBezTo>
                      <a:pt x="3515" y="1"/>
                      <a:pt x="3425" y="51"/>
                      <a:pt x="3390" y="138"/>
                    </a:cubicBezTo>
                    <a:cubicBezTo>
                      <a:pt x="3007" y="1023"/>
                      <a:pt x="2650" y="1908"/>
                      <a:pt x="2295" y="2769"/>
                    </a:cubicBezTo>
                    <a:lnTo>
                      <a:pt x="2295" y="2769"/>
                    </a:lnTo>
                    <a:cubicBezTo>
                      <a:pt x="1723" y="2018"/>
                      <a:pt x="1102" y="1315"/>
                      <a:pt x="455" y="639"/>
                    </a:cubicBezTo>
                    <a:cubicBezTo>
                      <a:pt x="408" y="592"/>
                      <a:pt x="356" y="573"/>
                      <a:pt x="306" y="573"/>
                    </a:cubicBezTo>
                    <a:cubicBezTo>
                      <a:pt x="142" y="573"/>
                      <a:pt x="1" y="785"/>
                      <a:pt x="154" y="939"/>
                    </a:cubicBezTo>
                    <a:cubicBezTo>
                      <a:pt x="888" y="1673"/>
                      <a:pt x="1555" y="2440"/>
                      <a:pt x="2156" y="3274"/>
                    </a:cubicBezTo>
                    <a:cubicBezTo>
                      <a:pt x="2216" y="3349"/>
                      <a:pt x="2290" y="3384"/>
                      <a:pt x="2359" y="3384"/>
                    </a:cubicBezTo>
                    <a:cubicBezTo>
                      <a:pt x="2443" y="3384"/>
                      <a:pt x="2520" y="3332"/>
                      <a:pt x="2556" y="3241"/>
                    </a:cubicBezTo>
                    <a:cubicBezTo>
                      <a:pt x="2867" y="2464"/>
                      <a:pt x="3177" y="1688"/>
                      <a:pt x="3503" y="927"/>
                    </a:cubicBezTo>
                    <a:lnTo>
                      <a:pt x="3503" y="927"/>
                    </a:lnTo>
                    <a:lnTo>
                      <a:pt x="4658" y="7610"/>
                    </a:lnTo>
                    <a:cubicBezTo>
                      <a:pt x="4671" y="7720"/>
                      <a:pt x="4746" y="7767"/>
                      <a:pt x="4828" y="7767"/>
                    </a:cubicBezTo>
                    <a:cubicBezTo>
                      <a:pt x="4946" y="7767"/>
                      <a:pt x="5078" y="7668"/>
                      <a:pt x="5058" y="7510"/>
                    </a:cubicBezTo>
                    <a:lnTo>
                      <a:pt x="3790" y="138"/>
                    </a:lnTo>
                    <a:cubicBezTo>
                      <a:pt x="3759" y="43"/>
                      <a:pt x="3681" y="1"/>
                      <a:pt x="3602"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
              <p:cNvSpPr/>
              <p:nvPr/>
            </p:nvSpPr>
            <p:spPr>
              <a:xfrm>
                <a:off x="6780613" y="4891050"/>
                <a:ext cx="111450" cy="156875"/>
              </a:xfrm>
              <a:custGeom>
                <a:rect b="b" l="l" r="r" t="t"/>
                <a:pathLst>
                  <a:path extrusionOk="0" h="6275" w="4458">
                    <a:moveTo>
                      <a:pt x="2891" y="0"/>
                    </a:moveTo>
                    <a:cubicBezTo>
                      <a:pt x="2354" y="0"/>
                      <a:pt x="1850" y="179"/>
                      <a:pt x="1389" y="574"/>
                    </a:cubicBezTo>
                    <a:cubicBezTo>
                      <a:pt x="855" y="1041"/>
                      <a:pt x="688" y="2141"/>
                      <a:pt x="1189" y="2675"/>
                    </a:cubicBezTo>
                    <a:cubicBezTo>
                      <a:pt x="1503" y="2989"/>
                      <a:pt x="1968" y="3258"/>
                      <a:pt x="2422" y="3258"/>
                    </a:cubicBezTo>
                    <a:cubicBezTo>
                      <a:pt x="2643" y="3258"/>
                      <a:pt x="2860" y="3195"/>
                      <a:pt x="3057" y="3042"/>
                    </a:cubicBezTo>
                    <a:cubicBezTo>
                      <a:pt x="3263" y="2865"/>
                      <a:pt x="3409" y="2662"/>
                      <a:pt x="3506" y="2443"/>
                    </a:cubicBezTo>
                    <a:lnTo>
                      <a:pt x="3506" y="2443"/>
                    </a:lnTo>
                    <a:cubicBezTo>
                      <a:pt x="3590" y="3028"/>
                      <a:pt x="3596" y="3619"/>
                      <a:pt x="3457" y="4209"/>
                    </a:cubicBezTo>
                    <a:cubicBezTo>
                      <a:pt x="3249" y="5132"/>
                      <a:pt x="2404" y="5863"/>
                      <a:pt x="1550" y="5863"/>
                    </a:cubicBezTo>
                    <a:cubicBezTo>
                      <a:pt x="1168" y="5863"/>
                      <a:pt x="784" y="5717"/>
                      <a:pt x="455" y="5377"/>
                    </a:cubicBezTo>
                    <a:cubicBezTo>
                      <a:pt x="408" y="5330"/>
                      <a:pt x="356" y="5311"/>
                      <a:pt x="307" y="5311"/>
                    </a:cubicBezTo>
                    <a:cubicBezTo>
                      <a:pt x="142" y="5311"/>
                      <a:pt x="1" y="5524"/>
                      <a:pt x="155" y="5677"/>
                    </a:cubicBezTo>
                    <a:cubicBezTo>
                      <a:pt x="553" y="6090"/>
                      <a:pt x="1042" y="6275"/>
                      <a:pt x="1538" y="6275"/>
                    </a:cubicBezTo>
                    <a:cubicBezTo>
                      <a:pt x="2166" y="6275"/>
                      <a:pt x="2806" y="5980"/>
                      <a:pt x="3290" y="5477"/>
                    </a:cubicBezTo>
                    <a:cubicBezTo>
                      <a:pt x="4458" y="4209"/>
                      <a:pt x="3957" y="2175"/>
                      <a:pt x="3524" y="740"/>
                    </a:cubicBezTo>
                    <a:cubicBezTo>
                      <a:pt x="3496" y="631"/>
                      <a:pt x="3413" y="583"/>
                      <a:pt x="3329" y="583"/>
                    </a:cubicBezTo>
                    <a:cubicBezTo>
                      <a:pt x="3208" y="583"/>
                      <a:pt x="3084" y="683"/>
                      <a:pt x="3123" y="840"/>
                    </a:cubicBezTo>
                    <a:cubicBezTo>
                      <a:pt x="3123" y="840"/>
                      <a:pt x="3123" y="840"/>
                      <a:pt x="3123" y="840"/>
                    </a:cubicBezTo>
                    <a:lnTo>
                      <a:pt x="3123" y="840"/>
                    </a:lnTo>
                    <a:cubicBezTo>
                      <a:pt x="3319" y="1511"/>
                      <a:pt x="3327" y="2838"/>
                      <a:pt x="2442" y="2838"/>
                    </a:cubicBezTo>
                    <a:cubicBezTo>
                      <a:pt x="2270" y="2838"/>
                      <a:pt x="2066" y="2789"/>
                      <a:pt x="1822" y="2675"/>
                    </a:cubicBezTo>
                    <a:cubicBezTo>
                      <a:pt x="622" y="2141"/>
                      <a:pt x="1622" y="740"/>
                      <a:pt x="2323" y="473"/>
                    </a:cubicBezTo>
                    <a:cubicBezTo>
                      <a:pt x="2480" y="413"/>
                      <a:pt x="2641" y="388"/>
                      <a:pt x="2801" y="388"/>
                    </a:cubicBezTo>
                    <a:cubicBezTo>
                      <a:pt x="3085" y="388"/>
                      <a:pt x="3368" y="467"/>
                      <a:pt x="3624" y="574"/>
                    </a:cubicBezTo>
                    <a:cubicBezTo>
                      <a:pt x="3644" y="579"/>
                      <a:pt x="3663" y="581"/>
                      <a:pt x="3682" y="581"/>
                    </a:cubicBezTo>
                    <a:cubicBezTo>
                      <a:pt x="3904" y="581"/>
                      <a:pt x="3973" y="232"/>
                      <a:pt x="3757" y="140"/>
                    </a:cubicBezTo>
                    <a:cubicBezTo>
                      <a:pt x="3460" y="49"/>
                      <a:pt x="3171" y="0"/>
                      <a:pt x="289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
              <p:cNvSpPr/>
              <p:nvPr/>
            </p:nvSpPr>
            <p:spPr>
              <a:xfrm>
                <a:off x="6878013" y="4780350"/>
                <a:ext cx="73275" cy="202000"/>
              </a:xfrm>
              <a:custGeom>
                <a:rect b="b" l="l" r="r" t="t"/>
                <a:pathLst>
                  <a:path extrusionOk="0" h="8080" w="2931">
                    <a:moveTo>
                      <a:pt x="285" y="0"/>
                    </a:moveTo>
                    <a:cubicBezTo>
                      <a:pt x="138" y="0"/>
                      <a:pt x="1" y="158"/>
                      <a:pt x="95" y="298"/>
                    </a:cubicBezTo>
                    <a:cubicBezTo>
                      <a:pt x="895" y="1299"/>
                      <a:pt x="1462" y="2400"/>
                      <a:pt x="1829" y="3634"/>
                    </a:cubicBezTo>
                    <a:cubicBezTo>
                      <a:pt x="2129" y="4535"/>
                      <a:pt x="2730" y="6970"/>
                      <a:pt x="1796" y="7703"/>
                    </a:cubicBezTo>
                    <a:cubicBezTo>
                      <a:pt x="1632" y="7813"/>
                      <a:pt x="1737" y="8080"/>
                      <a:pt x="1891" y="8080"/>
                    </a:cubicBezTo>
                    <a:cubicBezTo>
                      <a:pt x="1924" y="8080"/>
                      <a:pt x="1960" y="8067"/>
                      <a:pt x="1996" y="8037"/>
                    </a:cubicBezTo>
                    <a:cubicBezTo>
                      <a:pt x="2930" y="7337"/>
                      <a:pt x="2697" y="5869"/>
                      <a:pt x="2530" y="4868"/>
                    </a:cubicBezTo>
                    <a:cubicBezTo>
                      <a:pt x="2230" y="3100"/>
                      <a:pt x="1562" y="1499"/>
                      <a:pt x="462" y="98"/>
                    </a:cubicBezTo>
                    <a:cubicBezTo>
                      <a:pt x="412" y="29"/>
                      <a:pt x="348" y="0"/>
                      <a:pt x="28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 name="Google Shape;291;p2"/>
            <p:cNvGrpSpPr/>
            <p:nvPr/>
          </p:nvGrpSpPr>
          <p:grpSpPr>
            <a:xfrm>
              <a:off x="5287838" y="3148250"/>
              <a:ext cx="641950" cy="553775"/>
              <a:chOff x="5836800" y="3976350"/>
              <a:chExt cx="641950" cy="553775"/>
            </a:xfrm>
          </p:grpSpPr>
          <p:sp>
            <p:nvSpPr>
              <p:cNvPr id="292" name="Google Shape;292;p2"/>
              <p:cNvSpPr/>
              <p:nvPr/>
            </p:nvSpPr>
            <p:spPr>
              <a:xfrm>
                <a:off x="6148400" y="4269500"/>
                <a:ext cx="111000" cy="93075"/>
              </a:xfrm>
              <a:custGeom>
                <a:rect b="b" l="l" r="r" t="t"/>
                <a:pathLst>
                  <a:path extrusionOk="0" h="3723" w="4440">
                    <a:moveTo>
                      <a:pt x="2292" y="0"/>
                    </a:moveTo>
                    <a:cubicBezTo>
                      <a:pt x="1106" y="0"/>
                      <a:pt x="1" y="1328"/>
                      <a:pt x="423" y="2489"/>
                    </a:cubicBezTo>
                    <a:lnTo>
                      <a:pt x="232" y="1963"/>
                    </a:lnTo>
                    <a:lnTo>
                      <a:pt x="232" y="1963"/>
                    </a:lnTo>
                    <a:cubicBezTo>
                      <a:pt x="302" y="2977"/>
                      <a:pt x="1331" y="3723"/>
                      <a:pt x="2309" y="3723"/>
                    </a:cubicBezTo>
                    <a:cubicBezTo>
                      <a:pt x="2668" y="3723"/>
                      <a:pt x="3020" y="3622"/>
                      <a:pt x="3316" y="3397"/>
                    </a:cubicBezTo>
                    <a:cubicBezTo>
                      <a:pt x="4440" y="2561"/>
                      <a:pt x="4081" y="481"/>
                      <a:pt x="2766" y="74"/>
                    </a:cubicBezTo>
                    <a:cubicBezTo>
                      <a:pt x="2609" y="24"/>
                      <a:pt x="2450" y="0"/>
                      <a:pt x="229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
              <p:cNvSpPr/>
              <p:nvPr/>
            </p:nvSpPr>
            <p:spPr>
              <a:xfrm>
                <a:off x="6152375" y="4267275"/>
                <a:ext cx="99225" cy="97350"/>
              </a:xfrm>
              <a:custGeom>
                <a:rect b="b" l="l" r="r" t="t"/>
                <a:pathLst>
                  <a:path extrusionOk="0" h="3894" w="3969">
                    <a:moveTo>
                      <a:pt x="2174" y="158"/>
                    </a:moveTo>
                    <a:cubicBezTo>
                      <a:pt x="3073" y="158"/>
                      <a:pt x="3689" y="1062"/>
                      <a:pt x="3755" y="1908"/>
                    </a:cubicBezTo>
                    <a:cubicBezTo>
                      <a:pt x="3826" y="2889"/>
                      <a:pt x="3157" y="3725"/>
                      <a:pt x="2153" y="3749"/>
                    </a:cubicBezTo>
                    <a:cubicBezTo>
                      <a:pt x="2138" y="3750"/>
                      <a:pt x="2123" y="3750"/>
                      <a:pt x="2108" y="3750"/>
                    </a:cubicBezTo>
                    <a:cubicBezTo>
                      <a:pt x="1368" y="3750"/>
                      <a:pt x="635" y="3296"/>
                      <a:pt x="311" y="2633"/>
                    </a:cubicBezTo>
                    <a:lnTo>
                      <a:pt x="311" y="2633"/>
                    </a:lnTo>
                    <a:cubicBezTo>
                      <a:pt x="332" y="2616"/>
                      <a:pt x="344" y="2588"/>
                      <a:pt x="336" y="2554"/>
                    </a:cubicBezTo>
                    <a:cubicBezTo>
                      <a:pt x="1" y="1478"/>
                      <a:pt x="838" y="402"/>
                      <a:pt x="1890" y="187"/>
                    </a:cubicBezTo>
                    <a:cubicBezTo>
                      <a:pt x="1987" y="167"/>
                      <a:pt x="2082" y="158"/>
                      <a:pt x="2174" y="158"/>
                    </a:cubicBezTo>
                    <a:close/>
                    <a:moveTo>
                      <a:pt x="2173" y="1"/>
                    </a:moveTo>
                    <a:cubicBezTo>
                      <a:pt x="2096" y="1"/>
                      <a:pt x="2017" y="7"/>
                      <a:pt x="1938" y="20"/>
                    </a:cubicBezTo>
                    <a:cubicBezTo>
                      <a:pt x="970" y="158"/>
                      <a:pt x="150" y="1029"/>
                      <a:pt x="108" y="1989"/>
                    </a:cubicBezTo>
                    <a:lnTo>
                      <a:pt x="108" y="1989"/>
                    </a:lnTo>
                    <a:cubicBezTo>
                      <a:pt x="97" y="1983"/>
                      <a:pt x="85" y="1980"/>
                      <a:pt x="73" y="1980"/>
                    </a:cubicBezTo>
                    <a:cubicBezTo>
                      <a:pt x="37" y="1980"/>
                      <a:pt x="1" y="2004"/>
                      <a:pt x="1" y="2052"/>
                    </a:cubicBezTo>
                    <a:cubicBezTo>
                      <a:pt x="97" y="3128"/>
                      <a:pt x="1101" y="3869"/>
                      <a:pt x="2153" y="3893"/>
                    </a:cubicBezTo>
                    <a:cubicBezTo>
                      <a:pt x="2166" y="3893"/>
                      <a:pt x="2179" y="3893"/>
                      <a:pt x="2192" y="3893"/>
                    </a:cubicBezTo>
                    <a:cubicBezTo>
                      <a:pt x="3316" y="3893"/>
                      <a:pt x="3969" y="2877"/>
                      <a:pt x="3898" y="1837"/>
                    </a:cubicBezTo>
                    <a:cubicBezTo>
                      <a:pt x="3832" y="909"/>
                      <a:pt x="3112" y="1"/>
                      <a:pt x="2173"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
              <p:cNvSpPr/>
              <p:nvPr/>
            </p:nvSpPr>
            <p:spPr>
              <a:xfrm>
                <a:off x="5878050" y="4319150"/>
                <a:ext cx="304250" cy="138700"/>
              </a:xfrm>
              <a:custGeom>
                <a:rect b="b" l="l" r="r" t="t"/>
                <a:pathLst>
                  <a:path extrusionOk="0" h="5548" w="12170">
                    <a:moveTo>
                      <a:pt x="12169" y="1"/>
                    </a:moveTo>
                    <a:cubicBezTo>
                      <a:pt x="10137" y="921"/>
                      <a:pt x="8111" y="1848"/>
                      <a:pt x="6085" y="2774"/>
                    </a:cubicBezTo>
                    <a:lnTo>
                      <a:pt x="6085" y="2774"/>
                    </a:lnTo>
                    <a:lnTo>
                      <a:pt x="12169" y="1"/>
                    </a:lnTo>
                    <a:close/>
                    <a:moveTo>
                      <a:pt x="6085" y="2774"/>
                    </a:moveTo>
                    <a:lnTo>
                      <a:pt x="0" y="5547"/>
                    </a:lnTo>
                    <a:cubicBezTo>
                      <a:pt x="2032" y="4627"/>
                      <a:pt x="4059" y="3701"/>
                      <a:pt x="6085" y="2774"/>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
              <p:cNvSpPr/>
              <p:nvPr/>
            </p:nvSpPr>
            <p:spPr>
              <a:xfrm>
                <a:off x="5871500" y="4314525"/>
                <a:ext cx="317275" cy="147950"/>
              </a:xfrm>
              <a:custGeom>
                <a:rect b="b" l="l" r="r" t="t"/>
                <a:pathLst>
                  <a:path extrusionOk="0" h="5918" w="12691">
                    <a:moveTo>
                      <a:pt x="12417" y="0"/>
                    </a:moveTo>
                    <a:cubicBezTo>
                      <a:pt x="12391" y="0"/>
                      <a:pt x="12364" y="6"/>
                      <a:pt x="12336" y="18"/>
                    </a:cubicBezTo>
                    <a:cubicBezTo>
                      <a:pt x="8271" y="1883"/>
                      <a:pt x="4231" y="3724"/>
                      <a:pt x="167" y="5589"/>
                    </a:cubicBezTo>
                    <a:cubicBezTo>
                      <a:pt x="0" y="5672"/>
                      <a:pt x="105" y="5918"/>
                      <a:pt x="277" y="5918"/>
                    </a:cubicBezTo>
                    <a:cubicBezTo>
                      <a:pt x="302" y="5918"/>
                      <a:pt x="330" y="5912"/>
                      <a:pt x="358" y="5900"/>
                    </a:cubicBezTo>
                    <a:cubicBezTo>
                      <a:pt x="4422" y="4035"/>
                      <a:pt x="8463" y="2194"/>
                      <a:pt x="12503" y="329"/>
                    </a:cubicBezTo>
                    <a:cubicBezTo>
                      <a:pt x="12690" y="246"/>
                      <a:pt x="12588" y="0"/>
                      <a:pt x="1241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
              <p:cNvSpPr/>
              <p:nvPr/>
            </p:nvSpPr>
            <p:spPr>
              <a:xfrm>
                <a:off x="6009525" y="4215150"/>
                <a:ext cx="185925" cy="94475"/>
              </a:xfrm>
              <a:custGeom>
                <a:rect b="b" l="l" r="r" t="t"/>
                <a:pathLst>
                  <a:path extrusionOk="0" h="3779" w="7437">
                    <a:moveTo>
                      <a:pt x="1" y="1"/>
                    </a:moveTo>
                    <a:lnTo>
                      <a:pt x="7436" y="3778"/>
                    </a:lnTo>
                    <a:cubicBezTo>
                      <a:pt x="4974" y="2463"/>
                      <a:pt x="2511" y="1196"/>
                      <a:pt x="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
              <p:cNvSpPr/>
              <p:nvPr/>
            </p:nvSpPr>
            <p:spPr>
              <a:xfrm>
                <a:off x="6003000" y="4210525"/>
                <a:ext cx="198875" cy="103350"/>
              </a:xfrm>
              <a:custGeom>
                <a:rect b="b" l="l" r="r" t="t"/>
                <a:pathLst>
                  <a:path extrusionOk="0" h="4134" w="7955">
                    <a:moveTo>
                      <a:pt x="276" y="0"/>
                    </a:moveTo>
                    <a:cubicBezTo>
                      <a:pt x="105" y="0"/>
                      <a:pt x="0" y="246"/>
                      <a:pt x="166" y="329"/>
                    </a:cubicBezTo>
                    <a:cubicBezTo>
                      <a:pt x="2677" y="1548"/>
                      <a:pt x="5163" y="2792"/>
                      <a:pt x="7602" y="4107"/>
                    </a:cubicBezTo>
                    <a:cubicBezTo>
                      <a:pt x="7632" y="4125"/>
                      <a:pt x="7662" y="4134"/>
                      <a:pt x="7690" y="4134"/>
                    </a:cubicBezTo>
                    <a:cubicBezTo>
                      <a:pt x="7844" y="4134"/>
                      <a:pt x="7954" y="3897"/>
                      <a:pt x="7793" y="3796"/>
                    </a:cubicBezTo>
                    <a:cubicBezTo>
                      <a:pt x="5330" y="2481"/>
                      <a:pt x="2868" y="1238"/>
                      <a:pt x="358" y="18"/>
                    </a:cubicBezTo>
                    <a:cubicBezTo>
                      <a:pt x="329" y="6"/>
                      <a:pt x="302" y="0"/>
                      <a:pt x="27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
              <p:cNvSpPr/>
              <p:nvPr/>
            </p:nvSpPr>
            <p:spPr>
              <a:xfrm>
                <a:off x="6212750" y="4005950"/>
                <a:ext cx="89675" cy="302475"/>
              </a:xfrm>
              <a:custGeom>
                <a:rect b="b" l="l" r="r" t="t"/>
                <a:pathLst>
                  <a:path extrusionOk="0" h="12099" w="3587">
                    <a:moveTo>
                      <a:pt x="3587" y="1"/>
                    </a:moveTo>
                    <a:lnTo>
                      <a:pt x="1" y="12098"/>
                    </a:lnTo>
                    <a:cubicBezTo>
                      <a:pt x="1340" y="8130"/>
                      <a:pt x="2535" y="4089"/>
                      <a:pt x="358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
              <p:cNvSpPr/>
              <p:nvPr/>
            </p:nvSpPr>
            <p:spPr>
              <a:xfrm>
                <a:off x="6206900" y="4001725"/>
                <a:ext cx="100450" cy="311350"/>
              </a:xfrm>
              <a:custGeom>
                <a:rect b="b" l="l" r="r" t="t"/>
                <a:pathLst>
                  <a:path extrusionOk="0" h="12454" w="4018">
                    <a:moveTo>
                      <a:pt x="3797" y="1"/>
                    </a:moveTo>
                    <a:cubicBezTo>
                      <a:pt x="3727" y="1"/>
                      <a:pt x="3658" y="37"/>
                      <a:pt x="3630" y="122"/>
                    </a:cubicBezTo>
                    <a:cubicBezTo>
                      <a:pt x="2602" y="4210"/>
                      <a:pt x="1406" y="8251"/>
                      <a:pt x="43" y="12220"/>
                    </a:cubicBezTo>
                    <a:cubicBezTo>
                      <a:pt x="1" y="12362"/>
                      <a:pt x="111" y="12454"/>
                      <a:pt x="222" y="12454"/>
                    </a:cubicBezTo>
                    <a:cubicBezTo>
                      <a:pt x="297" y="12454"/>
                      <a:pt x="373" y="12412"/>
                      <a:pt x="402" y="12315"/>
                    </a:cubicBezTo>
                    <a:cubicBezTo>
                      <a:pt x="1741" y="8346"/>
                      <a:pt x="2936" y="4306"/>
                      <a:pt x="3988" y="218"/>
                    </a:cubicBezTo>
                    <a:cubicBezTo>
                      <a:pt x="4017" y="87"/>
                      <a:pt x="3906" y="1"/>
                      <a:pt x="379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
              <p:cNvSpPr/>
              <p:nvPr/>
            </p:nvSpPr>
            <p:spPr>
              <a:xfrm>
                <a:off x="6201400" y="4243250"/>
                <a:ext cx="237300" cy="75325"/>
              </a:xfrm>
              <a:custGeom>
                <a:rect b="b" l="l" r="r" t="t"/>
                <a:pathLst>
                  <a:path extrusionOk="0" h="3013" w="9492">
                    <a:moveTo>
                      <a:pt x="9492" y="0"/>
                    </a:moveTo>
                    <a:cubicBezTo>
                      <a:pt x="8488" y="311"/>
                      <a:pt x="6617" y="909"/>
                      <a:pt x="4746" y="1507"/>
                    </a:cubicBezTo>
                    <a:lnTo>
                      <a:pt x="4746" y="1507"/>
                    </a:lnTo>
                    <a:lnTo>
                      <a:pt x="9492" y="0"/>
                    </a:lnTo>
                    <a:close/>
                    <a:moveTo>
                      <a:pt x="4746" y="1507"/>
                    </a:moveTo>
                    <a:lnTo>
                      <a:pt x="0" y="3013"/>
                    </a:lnTo>
                    <a:cubicBezTo>
                      <a:pt x="1005" y="2702"/>
                      <a:pt x="2875" y="2104"/>
                      <a:pt x="4746" y="1507"/>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
              <p:cNvSpPr/>
              <p:nvPr/>
            </p:nvSpPr>
            <p:spPr>
              <a:xfrm>
                <a:off x="6194775" y="4238825"/>
                <a:ext cx="250025" cy="84175"/>
              </a:xfrm>
              <a:custGeom>
                <a:rect b="b" l="l" r="r" t="t"/>
                <a:pathLst>
                  <a:path extrusionOk="0" h="3367" w="10001">
                    <a:moveTo>
                      <a:pt x="9764" y="1"/>
                    </a:moveTo>
                    <a:cubicBezTo>
                      <a:pt x="9747" y="1"/>
                      <a:pt x="9729" y="4"/>
                      <a:pt x="9709" y="10"/>
                    </a:cubicBezTo>
                    <a:cubicBezTo>
                      <a:pt x="6529" y="966"/>
                      <a:pt x="3397" y="2042"/>
                      <a:pt x="218" y="2999"/>
                    </a:cubicBezTo>
                    <a:cubicBezTo>
                      <a:pt x="0" y="3064"/>
                      <a:pt x="60" y="3367"/>
                      <a:pt x="252" y="3367"/>
                    </a:cubicBezTo>
                    <a:cubicBezTo>
                      <a:pt x="271" y="3367"/>
                      <a:pt x="292" y="3364"/>
                      <a:pt x="313" y="3357"/>
                    </a:cubicBezTo>
                    <a:cubicBezTo>
                      <a:pt x="3493" y="2401"/>
                      <a:pt x="6625" y="1325"/>
                      <a:pt x="9805" y="369"/>
                    </a:cubicBezTo>
                    <a:cubicBezTo>
                      <a:pt x="10001" y="303"/>
                      <a:pt x="9939" y="1"/>
                      <a:pt x="976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
              <p:cNvSpPr/>
              <p:nvPr/>
            </p:nvSpPr>
            <p:spPr>
              <a:xfrm>
                <a:off x="6203200" y="4323350"/>
                <a:ext cx="214000" cy="154225"/>
              </a:xfrm>
              <a:custGeom>
                <a:rect b="b" l="l" r="r" t="t"/>
                <a:pathLst>
                  <a:path extrusionOk="0" h="6169" w="8560">
                    <a:moveTo>
                      <a:pt x="0" y="0"/>
                    </a:moveTo>
                    <a:lnTo>
                      <a:pt x="8559" y="6168"/>
                    </a:lnTo>
                    <a:cubicBezTo>
                      <a:pt x="5858" y="3897"/>
                      <a:pt x="2989" y="1841"/>
                      <a:pt x="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
              <p:cNvSpPr/>
              <p:nvPr/>
            </p:nvSpPr>
            <p:spPr>
              <a:xfrm>
                <a:off x="6196775" y="4318475"/>
                <a:ext cx="227300" cy="163175"/>
              </a:xfrm>
              <a:custGeom>
                <a:rect b="b" l="l" r="r" t="t"/>
                <a:pathLst>
                  <a:path extrusionOk="0" h="6527" w="9092">
                    <a:moveTo>
                      <a:pt x="256" y="1"/>
                    </a:moveTo>
                    <a:cubicBezTo>
                      <a:pt x="94" y="1"/>
                      <a:pt x="0" y="238"/>
                      <a:pt x="162" y="339"/>
                    </a:cubicBezTo>
                    <a:cubicBezTo>
                      <a:pt x="3150" y="2179"/>
                      <a:pt x="5995" y="4236"/>
                      <a:pt x="8697" y="6483"/>
                    </a:cubicBezTo>
                    <a:cubicBezTo>
                      <a:pt x="8733" y="6514"/>
                      <a:pt x="8773" y="6527"/>
                      <a:pt x="8813" y="6527"/>
                    </a:cubicBezTo>
                    <a:cubicBezTo>
                      <a:pt x="8957" y="6527"/>
                      <a:pt x="9091" y="6351"/>
                      <a:pt x="8960" y="6220"/>
                    </a:cubicBezTo>
                    <a:cubicBezTo>
                      <a:pt x="6234" y="3949"/>
                      <a:pt x="3365" y="1893"/>
                      <a:pt x="353" y="28"/>
                    </a:cubicBezTo>
                    <a:cubicBezTo>
                      <a:pt x="319" y="9"/>
                      <a:pt x="287" y="1"/>
                      <a:pt x="25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
              <p:cNvSpPr/>
              <p:nvPr/>
            </p:nvSpPr>
            <p:spPr>
              <a:xfrm>
                <a:off x="6196025" y="4331700"/>
                <a:ext cx="10175" cy="167975"/>
              </a:xfrm>
              <a:custGeom>
                <a:rect b="b" l="l" r="r" t="t"/>
                <a:pathLst>
                  <a:path extrusionOk="0" h="6719" w="407">
                    <a:moveTo>
                      <a:pt x="144" y="1"/>
                    </a:moveTo>
                    <a:lnTo>
                      <a:pt x="0" y="6719"/>
                    </a:lnTo>
                    <a:cubicBezTo>
                      <a:pt x="359" y="4519"/>
                      <a:pt x="407" y="2248"/>
                      <a:pt x="14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
              <p:cNvSpPr/>
              <p:nvPr/>
            </p:nvSpPr>
            <p:spPr>
              <a:xfrm>
                <a:off x="6190875" y="4327675"/>
                <a:ext cx="19525" cy="176675"/>
              </a:xfrm>
              <a:custGeom>
                <a:rect b="b" l="l" r="r" t="t"/>
                <a:pathLst>
                  <a:path extrusionOk="0" h="7067" w="781">
                    <a:moveTo>
                      <a:pt x="320" y="0"/>
                    </a:moveTo>
                    <a:cubicBezTo>
                      <a:pt x="230" y="0"/>
                      <a:pt x="147" y="54"/>
                      <a:pt x="158" y="162"/>
                    </a:cubicBezTo>
                    <a:cubicBezTo>
                      <a:pt x="421" y="2385"/>
                      <a:pt x="374" y="4633"/>
                      <a:pt x="15" y="6832"/>
                    </a:cubicBezTo>
                    <a:cubicBezTo>
                      <a:pt x="1" y="6975"/>
                      <a:pt x="114" y="7066"/>
                      <a:pt x="218" y="7066"/>
                    </a:cubicBezTo>
                    <a:cubicBezTo>
                      <a:pt x="288" y="7066"/>
                      <a:pt x="354" y="7024"/>
                      <a:pt x="374" y="6928"/>
                    </a:cubicBezTo>
                    <a:cubicBezTo>
                      <a:pt x="732" y="4704"/>
                      <a:pt x="780" y="2433"/>
                      <a:pt x="517" y="162"/>
                    </a:cubicBezTo>
                    <a:cubicBezTo>
                      <a:pt x="505" y="54"/>
                      <a:pt x="409" y="0"/>
                      <a:pt x="32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
              <p:cNvSpPr/>
              <p:nvPr/>
            </p:nvSpPr>
            <p:spPr>
              <a:xfrm>
                <a:off x="5845300" y="4439225"/>
                <a:ext cx="46525" cy="40750"/>
              </a:xfrm>
              <a:custGeom>
                <a:rect b="b" l="l" r="r" t="t"/>
                <a:pathLst>
                  <a:path extrusionOk="0" h="1630" w="1861">
                    <a:moveTo>
                      <a:pt x="814" y="0"/>
                    </a:moveTo>
                    <a:cubicBezTo>
                      <a:pt x="440" y="0"/>
                      <a:pt x="156" y="311"/>
                      <a:pt x="56" y="664"/>
                    </a:cubicBezTo>
                    <a:lnTo>
                      <a:pt x="56" y="664"/>
                    </a:lnTo>
                    <a:cubicBezTo>
                      <a:pt x="16" y="759"/>
                      <a:pt x="1" y="863"/>
                      <a:pt x="18" y="976"/>
                    </a:cubicBezTo>
                    <a:lnTo>
                      <a:pt x="18" y="976"/>
                    </a:lnTo>
                    <a:cubicBezTo>
                      <a:pt x="27" y="1183"/>
                      <a:pt x="109" y="1379"/>
                      <a:pt x="282" y="1509"/>
                    </a:cubicBezTo>
                    <a:cubicBezTo>
                      <a:pt x="398" y="1593"/>
                      <a:pt x="528" y="1630"/>
                      <a:pt x="659" y="1630"/>
                    </a:cubicBezTo>
                    <a:cubicBezTo>
                      <a:pt x="819" y="1630"/>
                      <a:pt x="981" y="1575"/>
                      <a:pt x="1122" y="1485"/>
                    </a:cubicBezTo>
                    <a:lnTo>
                      <a:pt x="1122" y="1485"/>
                    </a:lnTo>
                    <a:lnTo>
                      <a:pt x="1238" y="1629"/>
                    </a:lnTo>
                    <a:cubicBezTo>
                      <a:pt x="1860" y="1223"/>
                      <a:pt x="1597" y="75"/>
                      <a:pt x="880" y="3"/>
                    </a:cubicBezTo>
                    <a:cubicBezTo>
                      <a:pt x="857" y="1"/>
                      <a:pt x="835" y="0"/>
                      <a:pt x="81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
              <p:cNvSpPr/>
              <p:nvPr/>
            </p:nvSpPr>
            <p:spPr>
              <a:xfrm>
                <a:off x="5836800" y="4432975"/>
                <a:ext cx="55700" cy="53525"/>
              </a:xfrm>
              <a:custGeom>
                <a:rect b="b" l="l" r="r" t="t"/>
                <a:pathLst>
                  <a:path extrusionOk="0" h="2141" w="2228">
                    <a:moveTo>
                      <a:pt x="1230" y="673"/>
                    </a:moveTo>
                    <a:cubicBezTo>
                      <a:pt x="1401" y="673"/>
                      <a:pt x="1560" y="740"/>
                      <a:pt x="1626" y="923"/>
                    </a:cubicBezTo>
                    <a:cubicBezTo>
                      <a:pt x="1642" y="973"/>
                      <a:pt x="1646" y="1022"/>
                      <a:pt x="1641" y="1070"/>
                    </a:cubicBezTo>
                    <a:lnTo>
                      <a:pt x="1641" y="1070"/>
                    </a:lnTo>
                    <a:cubicBezTo>
                      <a:pt x="1580" y="830"/>
                      <a:pt x="1333" y="711"/>
                      <a:pt x="1085" y="711"/>
                    </a:cubicBezTo>
                    <a:cubicBezTo>
                      <a:pt x="1047" y="711"/>
                      <a:pt x="1008" y="714"/>
                      <a:pt x="970" y="720"/>
                    </a:cubicBezTo>
                    <a:lnTo>
                      <a:pt x="970" y="720"/>
                    </a:lnTo>
                    <a:cubicBezTo>
                      <a:pt x="982" y="715"/>
                      <a:pt x="993" y="711"/>
                      <a:pt x="1005" y="708"/>
                    </a:cubicBezTo>
                    <a:cubicBezTo>
                      <a:pt x="1078" y="686"/>
                      <a:pt x="1155" y="673"/>
                      <a:pt x="1230" y="673"/>
                    </a:cubicBezTo>
                    <a:close/>
                    <a:moveTo>
                      <a:pt x="1165" y="1"/>
                    </a:moveTo>
                    <a:cubicBezTo>
                      <a:pt x="1025" y="1"/>
                      <a:pt x="875" y="34"/>
                      <a:pt x="718" y="110"/>
                    </a:cubicBezTo>
                    <a:cubicBezTo>
                      <a:pt x="216" y="349"/>
                      <a:pt x="0" y="1018"/>
                      <a:pt x="144" y="1520"/>
                    </a:cubicBezTo>
                    <a:cubicBezTo>
                      <a:pt x="273" y="1939"/>
                      <a:pt x="629" y="2119"/>
                      <a:pt x="1002" y="2119"/>
                    </a:cubicBezTo>
                    <a:cubicBezTo>
                      <a:pt x="1139" y="2119"/>
                      <a:pt x="1278" y="2095"/>
                      <a:pt x="1409" y="2049"/>
                    </a:cubicBezTo>
                    <a:lnTo>
                      <a:pt x="1409" y="2049"/>
                    </a:lnTo>
                    <a:cubicBezTo>
                      <a:pt x="1452" y="2104"/>
                      <a:pt x="1513" y="2140"/>
                      <a:pt x="1583" y="2140"/>
                    </a:cubicBezTo>
                    <a:cubicBezTo>
                      <a:pt x="1627" y="2140"/>
                      <a:pt x="1674" y="2126"/>
                      <a:pt x="1722" y="2094"/>
                    </a:cubicBezTo>
                    <a:cubicBezTo>
                      <a:pt x="2122" y="1801"/>
                      <a:pt x="2227" y="1322"/>
                      <a:pt x="2131" y="895"/>
                    </a:cubicBezTo>
                    <a:lnTo>
                      <a:pt x="2131" y="895"/>
                    </a:lnTo>
                    <a:cubicBezTo>
                      <a:pt x="2116" y="774"/>
                      <a:pt x="2076" y="654"/>
                      <a:pt x="2009" y="540"/>
                    </a:cubicBezTo>
                    <a:cubicBezTo>
                      <a:pt x="1988" y="508"/>
                      <a:pt x="1966" y="479"/>
                      <a:pt x="1942" y="451"/>
                    </a:cubicBezTo>
                    <a:lnTo>
                      <a:pt x="1942" y="451"/>
                    </a:lnTo>
                    <a:cubicBezTo>
                      <a:pt x="1765" y="185"/>
                      <a:pt x="1493" y="1"/>
                      <a:pt x="116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
              <p:cNvSpPr/>
              <p:nvPr/>
            </p:nvSpPr>
            <p:spPr>
              <a:xfrm>
                <a:off x="6174350" y="4482850"/>
                <a:ext cx="53375" cy="40775"/>
              </a:xfrm>
              <a:custGeom>
                <a:rect b="b" l="l" r="r" t="t"/>
                <a:pathLst>
                  <a:path extrusionOk="0" h="1631" w="2135">
                    <a:moveTo>
                      <a:pt x="1090" y="0"/>
                    </a:moveTo>
                    <a:cubicBezTo>
                      <a:pt x="411" y="0"/>
                      <a:pt x="1" y="1092"/>
                      <a:pt x="580" y="1510"/>
                    </a:cubicBezTo>
                    <a:cubicBezTo>
                      <a:pt x="692" y="1593"/>
                      <a:pt x="818" y="1630"/>
                      <a:pt x="946" y="1630"/>
                    </a:cubicBezTo>
                    <a:cubicBezTo>
                      <a:pt x="1110" y="1630"/>
                      <a:pt x="1277" y="1570"/>
                      <a:pt x="1422" y="1472"/>
                    </a:cubicBezTo>
                    <a:lnTo>
                      <a:pt x="1422" y="1472"/>
                    </a:lnTo>
                    <a:lnTo>
                      <a:pt x="1537" y="1605"/>
                    </a:lnTo>
                    <a:cubicBezTo>
                      <a:pt x="2134" y="1223"/>
                      <a:pt x="1871" y="75"/>
                      <a:pt x="1154" y="4"/>
                    </a:cubicBezTo>
                    <a:cubicBezTo>
                      <a:pt x="1133" y="1"/>
                      <a:pt x="1111" y="0"/>
                      <a:pt x="109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
              <p:cNvSpPr/>
              <p:nvPr/>
            </p:nvSpPr>
            <p:spPr>
              <a:xfrm>
                <a:off x="6172700" y="4476600"/>
                <a:ext cx="55900" cy="53525"/>
              </a:xfrm>
              <a:custGeom>
                <a:rect b="b" l="l" r="r" t="t"/>
                <a:pathLst>
                  <a:path extrusionOk="0" h="2141" w="2236">
                    <a:moveTo>
                      <a:pt x="1254" y="673"/>
                    </a:moveTo>
                    <a:cubicBezTo>
                      <a:pt x="1423" y="673"/>
                      <a:pt x="1577" y="740"/>
                      <a:pt x="1627" y="923"/>
                    </a:cubicBezTo>
                    <a:cubicBezTo>
                      <a:pt x="1641" y="960"/>
                      <a:pt x="1648" y="996"/>
                      <a:pt x="1650" y="1031"/>
                    </a:cubicBezTo>
                    <a:lnTo>
                      <a:pt x="1650" y="1031"/>
                    </a:lnTo>
                    <a:cubicBezTo>
                      <a:pt x="1564" y="817"/>
                      <a:pt x="1332" y="712"/>
                      <a:pt x="1098" y="712"/>
                    </a:cubicBezTo>
                    <a:cubicBezTo>
                      <a:pt x="1066" y="712"/>
                      <a:pt x="1033" y="714"/>
                      <a:pt x="1001" y="717"/>
                    </a:cubicBezTo>
                    <a:lnTo>
                      <a:pt x="1001" y="717"/>
                    </a:lnTo>
                    <a:cubicBezTo>
                      <a:pt x="1011" y="714"/>
                      <a:pt x="1020" y="711"/>
                      <a:pt x="1029" y="708"/>
                    </a:cubicBezTo>
                    <a:cubicBezTo>
                      <a:pt x="1102" y="686"/>
                      <a:pt x="1179" y="673"/>
                      <a:pt x="1254" y="673"/>
                    </a:cubicBezTo>
                    <a:close/>
                    <a:moveTo>
                      <a:pt x="1167" y="1"/>
                    </a:moveTo>
                    <a:cubicBezTo>
                      <a:pt x="1026" y="1"/>
                      <a:pt x="875" y="35"/>
                      <a:pt x="718" y="110"/>
                    </a:cubicBezTo>
                    <a:cubicBezTo>
                      <a:pt x="240" y="349"/>
                      <a:pt x="1" y="1019"/>
                      <a:pt x="168" y="1521"/>
                    </a:cubicBezTo>
                    <a:cubicBezTo>
                      <a:pt x="296" y="1921"/>
                      <a:pt x="639" y="2107"/>
                      <a:pt x="1002" y="2107"/>
                    </a:cubicBezTo>
                    <a:cubicBezTo>
                      <a:pt x="1137" y="2107"/>
                      <a:pt x="1275" y="2081"/>
                      <a:pt x="1406" y="2031"/>
                    </a:cubicBezTo>
                    <a:lnTo>
                      <a:pt x="1406" y="2031"/>
                    </a:lnTo>
                    <a:cubicBezTo>
                      <a:pt x="1451" y="2096"/>
                      <a:pt x="1517" y="2141"/>
                      <a:pt x="1592" y="2141"/>
                    </a:cubicBezTo>
                    <a:cubicBezTo>
                      <a:pt x="1634" y="2141"/>
                      <a:pt x="1678" y="2127"/>
                      <a:pt x="1722" y="2094"/>
                    </a:cubicBezTo>
                    <a:cubicBezTo>
                      <a:pt x="2125" y="1807"/>
                      <a:pt x="2235" y="1339"/>
                      <a:pt x="2146" y="919"/>
                    </a:cubicBezTo>
                    <a:lnTo>
                      <a:pt x="2146" y="919"/>
                    </a:lnTo>
                    <a:cubicBezTo>
                      <a:pt x="2131" y="790"/>
                      <a:pt x="2087" y="662"/>
                      <a:pt x="2009" y="540"/>
                    </a:cubicBezTo>
                    <a:cubicBezTo>
                      <a:pt x="1996" y="519"/>
                      <a:pt x="1983" y="499"/>
                      <a:pt x="1969" y="480"/>
                    </a:cubicBezTo>
                    <a:lnTo>
                      <a:pt x="1969" y="480"/>
                    </a:lnTo>
                    <a:cubicBezTo>
                      <a:pt x="1790" y="199"/>
                      <a:pt x="1507" y="1"/>
                      <a:pt x="116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
              <p:cNvSpPr/>
              <p:nvPr/>
            </p:nvSpPr>
            <p:spPr>
              <a:xfrm>
                <a:off x="6431700" y="4219850"/>
                <a:ext cx="46450" cy="40775"/>
              </a:xfrm>
              <a:custGeom>
                <a:rect b="b" l="l" r="r" t="t"/>
                <a:pathLst>
                  <a:path extrusionOk="0" h="1631" w="1858">
                    <a:moveTo>
                      <a:pt x="790" y="1"/>
                    </a:moveTo>
                    <a:cubicBezTo>
                      <a:pt x="421" y="1"/>
                      <a:pt x="138" y="324"/>
                      <a:pt x="46" y="685"/>
                    </a:cubicBezTo>
                    <a:lnTo>
                      <a:pt x="46" y="685"/>
                    </a:lnTo>
                    <a:cubicBezTo>
                      <a:pt x="13" y="772"/>
                      <a:pt x="0" y="868"/>
                      <a:pt x="15" y="970"/>
                    </a:cubicBezTo>
                    <a:lnTo>
                      <a:pt x="15" y="970"/>
                    </a:lnTo>
                    <a:cubicBezTo>
                      <a:pt x="23" y="1180"/>
                      <a:pt x="105" y="1379"/>
                      <a:pt x="280" y="1510"/>
                    </a:cubicBezTo>
                    <a:cubicBezTo>
                      <a:pt x="396" y="1594"/>
                      <a:pt x="526" y="1631"/>
                      <a:pt x="657" y="1631"/>
                    </a:cubicBezTo>
                    <a:cubicBezTo>
                      <a:pt x="816" y="1631"/>
                      <a:pt x="977" y="1577"/>
                      <a:pt x="1117" y="1488"/>
                    </a:cubicBezTo>
                    <a:lnTo>
                      <a:pt x="1117" y="1488"/>
                    </a:lnTo>
                    <a:lnTo>
                      <a:pt x="1236" y="1630"/>
                    </a:lnTo>
                    <a:cubicBezTo>
                      <a:pt x="1858" y="1223"/>
                      <a:pt x="1595" y="76"/>
                      <a:pt x="854" y="4"/>
                    </a:cubicBezTo>
                    <a:cubicBezTo>
                      <a:pt x="832" y="2"/>
                      <a:pt x="811" y="1"/>
                      <a:pt x="79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
              <p:cNvSpPr/>
              <p:nvPr/>
            </p:nvSpPr>
            <p:spPr>
              <a:xfrm>
                <a:off x="6423150" y="4213650"/>
                <a:ext cx="55600" cy="53475"/>
              </a:xfrm>
              <a:custGeom>
                <a:rect b="b" l="l" r="r" t="t"/>
                <a:pathLst>
                  <a:path extrusionOk="0" h="2139" w="2224">
                    <a:moveTo>
                      <a:pt x="1209" y="676"/>
                    </a:moveTo>
                    <a:cubicBezTo>
                      <a:pt x="1388" y="676"/>
                      <a:pt x="1557" y="749"/>
                      <a:pt x="1626" y="921"/>
                    </a:cubicBezTo>
                    <a:cubicBezTo>
                      <a:pt x="1642" y="973"/>
                      <a:pt x="1646" y="1024"/>
                      <a:pt x="1641" y="1074"/>
                    </a:cubicBezTo>
                    <a:lnTo>
                      <a:pt x="1641" y="1074"/>
                    </a:lnTo>
                    <a:cubicBezTo>
                      <a:pt x="1572" y="837"/>
                      <a:pt x="1337" y="724"/>
                      <a:pt x="1097" y="724"/>
                    </a:cubicBezTo>
                    <a:cubicBezTo>
                      <a:pt x="1032" y="724"/>
                      <a:pt x="966" y="732"/>
                      <a:pt x="904" y="749"/>
                    </a:cubicBezTo>
                    <a:lnTo>
                      <a:pt x="904" y="749"/>
                    </a:lnTo>
                    <a:cubicBezTo>
                      <a:pt x="937" y="732"/>
                      <a:pt x="972" y="717"/>
                      <a:pt x="1005" y="706"/>
                    </a:cubicBezTo>
                    <a:cubicBezTo>
                      <a:pt x="1071" y="686"/>
                      <a:pt x="1141" y="676"/>
                      <a:pt x="1209" y="676"/>
                    </a:cubicBezTo>
                    <a:close/>
                    <a:moveTo>
                      <a:pt x="1145" y="0"/>
                    </a:moveTo>
                    <a:cubicBezTo>
                      <a:pt x="1004" y="0"/>
                      <a:pt x="852" y="34"/>
                      <a:pt x="694" y="109"/>
                    </a:cubicBezTo>
                    <a:cubicBezTo>
                      <a:pt x="216" y="348"/>
                      <a:pt x="0" y="1041"/>
                      <a:pt x="144" y="1519"/>
                    </a:cubicBezTo>
                    <a:cubicBezTo>
                      <a:pt x="273" y="1938"/>
                      <a:pt x="629" y="2118"/>
                      <a:pt x="1001" y="2118"/>
                    </a:cubicBezTo>
                    <a:cubicBezTo>
                      <a:pt x="1139" y="2118"/>
                      <a:pt x="1278" y="2093"/>
                      <a:pt x="1409" y="2047"/>
                    </a:cubicBezTo>
                    <a:lnTo>
                      <a:pt x="1409" y="2047"/>
                    </a:lnTo>
                    <a:cubicBezTo>
                      <a:pt x="1452" y="2102"/>
                      <a:pt x="1513" y="2139"/>
                      <a:pt x="1583" y="2139"/>
                    </a:cubicBezTo>
                    <a:cubicBezTo>
                      <a:pt x="1627" y="2139"/>
                      <a:pt x="1674" y="2125"/>
                      <a:pt x="1722" y="2093"/>
                    </a:cubicBezTo>
                    <a:cubicBezTo>
                      <a:pt x="2115" y="1815"/>
                      <a:pt x="2224" y="1348"/>
                      <a:pt x="2134" y="926"/>
                    </a:cubicBezTo>
                    <a:lnTo>
                      <a:pt x="2134" y="926"/>
                    </a:lnTo>
                    <a:cubicBezTo>
                      <a:pt x="2122" y="793"/>
                      <a:pt x="2082" y="662"/>
                      <a:pt x="2009" y="539"/>
                    </a:cubicBezTo>
                    <a:cubicBezTo>
                      <a:pt x="1977" y="490"/>
                      <a:pt x="1942" y="447"/>
                      <a:pt x="1904" y="409"/>
                    </a:cubicBezTo>
                    <a:lnTo>
                      <a:pt x="1904" y="409"/>
                    </a:lnTo>
                    <a:cubicBezTo>
                      <a:pt x="1723" y="166"/>
                      <a:pt x="1460" y="0"/>
                      <a:pt x="1145"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
              <p:cNvSpPr/>
              <p:nvPr/>
            </p:nvSpPr>
            <p:spPr>
              <a:xfrm>
                <a:off x="5974700" y="4185800"/>
                <a:ext cx="53400" cy="40750"/>
              </a:xfrm>
              <a:custGeom>
                <a:rect b="b" l="l" r="r" t="t"/>
                <a:pathLst>
                  <a:path extrusionOk="0" h="1630" w="2136">
                    <a:moveTo>
                      <a:pt x="1089" y="0"/>
                    </a:moveTo>
                    <a:cubicBezTo>
                      <a:pt x="389" y="0"/>
                      <a:pt x="1" y="1092"/>
                      <a:pt x="557" y="1509"/>
                    </a:cubicBezTo>
                    <a:cubicBezTo>
                      <a:pt x="673" y="1593"/>
                      <a:pt x="803" y="1630"/>
                      <a:pt x="934" y="1630"/>
                    </a:cubicBezTo>
                    <a:cubicBezTo>
                      <a:pt x="1094" y="1630"/>
                      <a:pt x="1256" y="1575"/>
                      <a:pt x="1397" y="1485"/>
                    </a:cubicBezTo>
                    <a:lnTo>
                      <a:pt x="1397" y="1485"/>
                    </a:lnTo>
                    <a:lnTo>
                      <a:pt x="1513" y="1629"/>
                    </a:lnTo>
                    <a:cubicBezTo>
                      <a:pt x="2135" y="1223"/>
                      <a:pt x="1872" y="75"/>
                      <a:pt x="1155" y="3"/>
                    </a:cubicBezTo>
                    <a:cubicBezTo>
                      <a:pt x="1133" y="1"/>
                      <a:pt x="1110" y="0"/>
                      <a:pt x="108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
              <p:cNvSpPr/>
              <p:nvPr/>
            </p:nvSpPr>
            <p:spPr>
              <a:xfrm>
                <a:off x="5973075" y="4179550"/>
                <a:ext cx="56375" cy="53525"/>
              </a:xfrm>
              <a:custGeom>
                <a:rect b="b" l="l" r="r" t="t"/>
                <a:pathLst>
                  <a:path extrusionOk="0" h="2141" w="2255">
                    <a:moveTo>
                      <a:pt x="1230" y="673"/>
                    </a:moveTo>
                    <a:cubicBezTo>
                      <a:pt x="1401" y="673"/>
                      <a:pt x="1560" y="740"/>
                      <a:pt x="1626" y="923"/>
                    </a:cubicBezTo>
                    <a:cubicBezTo>
                      <a:pt x="1642" y="972"/>
                      <a:pt x="1646" y="1022"/>
                      <a:pt x="1641" y="1070"/>
                    </a:cubicBezTo>
                    <a:lnTo>
                      <a:pt x="1641" y="1070"/>
                    </a:lnTo>
                    <a:cubicBezTo>
                      <a:pt x="1580" y="829"/>
                      <a:pt x="1334" y="711"/>
                      <a:pt x="1085" y="711"/>
                    </a:cubicBezTo>
                    <a:cubicBezTo>
                      <a:pt x="1047" y="711"/>
                      <a:pt x="1008" y="714"/>
                      <a:pt x="970" y="720"/>
                    </a:cubicBezTo>
                    <a:lnTo>
                      <a:pt x="970" y="720"/>
                    </a:lnTo>
                    <a:cubicBezTo>
                      <a:pt x="982" y="715"/>
                      <a:pt x="993" y="711"/>
                      <a:pt x="1005" y="707"/>
                    </a:cubicBezTo>
                    <a:cubicBezTo>
                      <a:pt x="1078" y="686"/>
                      <a:pt x="1155" y="673"/>
                      <a:pt x="1230" y="673"/>
                    </a:cubicBezTo>
                    <a:close/>
                    <a:moveTo>
                      <a:pt x="1166" y="1"/>
                    </a:moveTo>
                    <a:cubicBezTo>
                      <a:pt x="1026" y="1"/>
                      <a:pt x="875" y="34"/>
                      <a:pt x="718" y="110"/>
                    </a:cubicBezTo>
                    <a:cubicBezTo>
                      <a:pt x="216" y="349"/>
                      <a:pt x="1" y="1018"/>
                      <a:pt x="168" y="1520"/>
                    </a:cubicBezTo>
                    <a:cubicBezTo>
                      <a:pt x="281" y="1939"/>
                      <a:pt x="632" y="2119"/>
                      <a:pt x="1002" y="2119"/>
                    </a:cubicBezTo>
                    <a:cubicBezTo>
                      <a:pt x="1139" y="2119"/>
                      <a:pt x="1278" y="2095"/>
                      <a:pt x="1409" y="2049"/>
                    </a:cubicBezTo>
                    <a:lnTo>
                      <a:pt x="1409" y="2049"/>
                    </a:lnTo>
                    <a:cubicBezTo>
                      <a:pt x="1452" y="2103"/>
                      <a:pt x="1513" y="2140"/>
                      <a:pt x="1584" y="2140"/>
                    </a:cubicBezTo>
                    <a:cubicBezTo>
                      <a:pt x="1627" y="2140"/>
                      <a:pt x="1674" y="2126"/>
                      <a:pt x="1722" y="2094"/>
                    </a:cubicBezTo>
                    <a:cubicBezTo>
                      <a:pt x="2165" y="1777"/>
                      <a:pt x="2254" y="1241"/>
                      <a:pt x="2113" y="791"/>
                    </a:cubicBezTo>
                    <a:lnTo>
                      <a:pt x="2113" y="791"/>
                    </a:lnTo>
                    <a:cubicBezTo>
                      <a:pt x="2091" y="705"/>
                      <a:pt x="2057" y="621"/>
                      <a:pt x="2009" y="540"/>
                    </a:cubicBezTo>
                    <a:cubicBezTo>
                      <a:pt x="2000" y="527"/>
                      <a:pt x="1991" y="513"/>
                      <a:pt x="1981" y="501"/>
                    </a:cubicBezTo>
                    <a:lnTo>
                      <a:pt x="1981" y="501"/>
                    </a:lnTo>
                    <a:cubicBezTo>
                      <a:pt x="1804" y="208"/>
                      <a:pt x="1515" y="1"/>
                      <a:pt x="116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
              <p:cNvSpPr/>
              <p:nvPr/>
            </p:nvSpPr>
            <p:spPr>
              <a:xfrm>
                <a:off x="6414100" y="4463125"/>
                <a:ext cx="46725" cy="40500"/>
              </a:xfrm>
              <a:custGeom>
                <a:rect b="b" l="l" r="r" t="t"/>
                <a:pathLst>
                  <a:path extrusionOk="0" h="1620" w="1869">
                    <a:moveTo>
                      <a:pt x="824" y="0"/>
                    </a:moveTo>
                    <a:cubicBezTo>
                      <a:pt x="466" y="0"/>
                      <a:pt x="182" y="304"/>
                      <a:pt x="76" y="652"/>
                    </a:cubicBezTo>
                    <a:lnTo>
                      <a:pt x="76" y="652"/>
                    </a:lnTo>
                    <a:cubicBezTo>
                      <a:pt x="58" y="699"/>
                      <a:pt x="46" y="749"/>
                      <a:pt x="42" y="800"/>
                    </a:cubicBezTo>
                    <a:lnTo>
                      <a:pt x="42" y="800"/>
                    </a:lnTo>
                    <a:cubicBezTo>
                      <a:pt x="0" y="1069"/>
                      <a:pt x="69" y="1343"/>
                      <a:pt x="291" y="1510"/>
                    </a:cubicBezTo>
                    <a:cubicBezTo>
                      <a:pt x="402" y="1586"/>
                      <a:pt x="527" y="1619"/>
                      <a:pt x="652" y="1619"/>
                    </a:cubicBezTo>
                    <a:cubicBezTo>
                      <a:pt x="823" y="1619"/>
                      <a:pt x="996" y="1558"/>
                      <a:pt x="1145" y="1459"/>
                    </a:cubicBezTo>
                    <a:lnTo>
                      <a:pt x="1145" y="1459"/>
                    </a:lnTo>
                    <a:lnTo>
                      <a:pt x="1271" y="1605"/>
                    </a:lnTo>
                    <a:cubicBezTo>
                      <a:pt x="1869" y="1223"/>
                      <a:pt x="1606" y="51"/>
                      <a:pt x="888" y="4"/>
                    </a:cubicBezTo>
                    <a:cubicBezTo>
                      <a:pt x="867" y="1"/>
                      <a:pt x="845" y="0"/>
                      <a:pt x="8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
              <p:cNvSpPr/>
              <p:nvPr/>
            </p:nvSpPr>
            <p:spPr>
              <a:xfrm>
                <a:off x="6405825" y="4456700"/>
                <a:ext cx="56400" cy="53150"/>
              </a:xfrm>
              <a:custGeom>
                <a:rect b="b" l="l" r="r" t="t"/>
                <a:pathLst>
                  <a:path extrusionOk="0" h="2126" w="2256">
                    <a:moveTo>
                      <a:pt x="1241" y="669"/>
                    </a:moveTo>
                    <a:cubicBezTo>
                      <a:pt x="1402" y="669"/>
                      <a:pt x="1560" y="748"/>
                      <a:pt x="1626" y="930"/>
                    </a:cubicBezTo>
                    <a:cubicBezTo>
                      <a:pt x="1640" y="965"/>
                      <a:pt x="1648" y="1000"/>
                      <a:pt x="1649" y="1035"/>
                    </a:cubicBezTo>
                    <a:lnTo>
                      <a:pt x="1649" y="1035"/>
                    </a:lnTo>
                    <a:cubicBezTo>
                      <a:pt x="1565" y="815"/>
                      <a:pt x="1339" y="711"/>
                      <a:pt x="1109" y="711"/>
                    </a:cubicBezTo>
                    <a:cubicBezTo>
                      <a:pt x="1081" y="711"/>
                      <a:pt x="1054" y="712"/>
                      <a:pt x="1027" y="715"/>
                    </a:cubicBezTo>
                    <a:lnTo>
                      <a:pt x="1027" y="715"/>
                    </a:lnTo>
                    <a:cubicBezTo>
                      <a:pt x="1027" y="715"/>
                      <a:pt x="1028" y="715"/>
                      <a:pt x="1028" y="715"/>
                    </a:cubicBezTo>
                    <a:cubicBezTo>
                      <a:pt x="1095" y="685"/>
                      <a:pt x="1168" y="669"/>
                      <a:pt x="1241" y="669"/>
                    </a:cubicBezTo>
                    <a:close/>
                    <a:moveTo>
                      <a:pt x="1176" y="1"/>
                    </a:moveTo>
                    <a:cubicBezTo>
                      <a:pt x="1033" y="1"/>
                      <a:pt x="878" y="37"/>
                      <a:pt x="717" y="117"/>
                    </a:cubicBezTo>
                    <a:cubicBezTo>
                      <a:pt x="215" y="356"/>
                      <a:pt x="0" y="1026"/>
                      <a:pt x="167" y="1528"/>
                    </a:cubicBezTo>
                    <a:cubicBezTo>
                      <a:pt x="296" y="1928"/>
                      <a:pt x="638" y="2114"/>
                      <a:pt x="1001" y="2114"/>
                    </a:cubicBezTo>
                    <a:cubicBezTo>
                      <a:pt x="1139" y="2114"/>
                      <a:pt x="1280" y="2087"/>
                      <a:pt x="1413" y="2035"/>
                    </a:cubicBezTo>
                    <a:lnTo>
                      <a:pt x="1413" y="2035"/>
                    </a:lnTo>
                    <a:cubicBezTo>
                      <a:pt x="1456" y="2089"/>
                      <a:pt x="1518" y="2126"/>
                      <a:pt x="1586" y="2126"/>
                    </a:cubicBezTo>
                    <a:cubicBezTo>
                      <a:pt x="1629" y="2126"/>
                      <a:pt x="1675" y="2111"/>
                      <a:pt x="1721" y="2078"/>
                    </a:cubicBezTo>
                    <a:cubicBezTo>
                      <a:pt x="2170" y="1768"/>
                      <a:pt x="2256" y="1225"/>
                      <a:pt x="2107" y="772"/>
                    </a:cubicBezTo>
                    <a:lnTo>
                      <a:pt x="2107" y="772"/>
                    </a:lnTo>
                    <a:cubicBezTo>
                      <a:pt x="2089" y="708"/>
                      <a:pt x="2064" y="646"/>
                      <a:pt x="2031" y="586"/>
                    </a:cubicBezTo>
                    <a:lnTo>
                      <a:pt x="2031" y="586"/>
                    </a:lnTo>
                    <a:cubicBezTo>
                      <a:pt x="1862" y="250"/>
                      <a:pt x="1555" y="1"/>
                      <a:pt x="1176"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
              <p:cNvSpPr/>
              <p:nvPr/>
            </p:nvSpPr>
            <p:spPr>
              <a:xfrm>
                <a:off x="6283450" y="3982625"/>
                <a:ext cx="46475" cy="40725"/>
              </a:xfrm>
              <a:custGeom>
                <a:rect b="b" l="l" r="r" t="t"/>
                <a:pathLst>
                  <a:path extrusionOk="0" h="1629" w="1859">
                    <a:moveTo>
                      <a:pt x="810" y="0"/>
                    </a:moveTo>
                    <a:cubicBezTo>
                      <a:pt x="440" y="0"/>
                      <a:pt x="153" y="312"/>
                      <a:pt x="53" y="666"/>
                    </a:cubicBezTo>
                    <a:lnTo>
                      <a:pt x="53" y="666"/>
                    </a:lnTo>
                    <a:cubicBezTo>
                      <a:pt x="15" y="757"/>
                      <a:pt x="0" y="858"/>
                      <a:pt x="15" y="966"/>
                    </a:cubicBezTo>
                    <a:lnTo>
                      <a:pt x="15" y="966"/>
                    </a:lnTo>
                    <a:cubicBezTo>
                      <a:pt x="22" y="1176"/>
                      <a:pt x="104" y="1375"/>
                      <a:pt x="281" y="1508"/>
                    </a:cubicBezTo>
                    <a:cubicBezTo>
                      <a:pt x="397" y="1591"/>
                      <a:pt x="527" y="1628"/>
                      <a:pt x="658" y="1628"/>
                    </a:cubicBezTo>
                    <a:cubicBezTo>
                      <a:pt x="816" y="1628"/>
                      <a:pt x="976" y="1575"/>
                      <a:pt x="1116" y="1486"/>
                    </a:cubicBezTo>
                    <a:lnTo>
                      <a:pt x="1116" y="1486"/>
                    </a:lnTo>
                    <a:lnTo>
                      <a:pt x="1237" y="1627"/>
                    </a:lnTo>
                    <a:cubicBezTo>
                      <a:pt x="1859" y="1245"/>
                      <a:pt x="1596" y="73"/>
                      <a:pt x="855" y="1"/>
                    </a:cubicBezTo>
                    <a:cubicBezTo>
                      <a:pt x="840" y="0"/>
                      <a:pt x="825" y="0"/>
                      <a:pt x="810"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
              <p:cNvSpPr/>
              <p:nvPr/>
            </p:nvSpPr>
            <p:spPr>
              <a:xfrm>
                <a:off x="6274925" y="3976350"/>
                <a:ext cx="55650" cy="53500"/>
              </a:xfrm>
              <a:custGeom>
                <a:rect b="b" l="l" r="r" t="t"/>
                <a:pathLst>
                  <a:path extrusionOk="0" h="2140" w="2226">
                    <a:moveTo>
                      <a:pt x="1204" y="677"/>
                    </a:moveTo>
                    <a:cubicBezTo>
                      <a:pt x="1385" y="677"/>
                      <a:pt x="1556" y="754"/>
                      <a:pt x="1626" y="946"/>
                    </a:cubicBezTo>
                    <a:cubicBezTo>
                      <a:pt x="1642" y="995"/>
                      <a:pt x="1646" y="1045"/>
                      <a:pt x="1640" y="1094"/>
                    </a:cubicBezTo>
                    <a:lnTo>
                      <a:pt x="1640" y="1094"/>
                    </a:lnTo>
                    <a:cubicBezTo>
                      <a:pt x="1570" y="844"/>
                      <a:pt x="1330" y="727"/>
                      <a:pt x="1089" y="727"/>
                    </a:cubicBezTo>
                    <a:cubicBezTo>
                      <a:pt x="1025" y="727"/>
                      <a:pt x="962" y="735"/>
                      <a:pt x="901" y="751"/>
                    </a:cubicBezTo>
                    <a:lnTo>
                      <a:pt x="901" y="751"/>
                    </a:lnTo>
                    <a:cubicBezTo>
                      <a:pt x="935" y="733"/>
                      <a:pt x="970" y="718"/>
                      <a:pt x="1004" y="707"/>
                    </a:cubicBezTo>
                    <a:cubicBezTo>
                      <a:pt x="1069" y="687"/>
                      <a:pt x="1137" y="677"/>
                      <a:pt x="1204" y="677"/>
                    </a:cubicBezTo>
                    <a:close/>
                    <a:moveTo>
                      <a:pt x="1145" y="1"/>
                    </a:moveTo>
                    <a:cubicBezTo>
                      <a:pt x="1004" y="1"/>
                      <a:pt x="852" y="34"/>
                      <a:pt x="693" y="109"/>
                    </a:cubicBezTo>
                    <a:cubicBezTo>
                      <a:pt x="215" y="348"/>
                      <a:pt x="0" y="1041"/>
                      <a:pt x="144" y="1544"/>
                    </a:cubicBezTo>
                    <a:cubicBezTo>
                      <a:pt x="272" y="1944"/>
                      <a:pt x="625" y="2130"/>
                      <a:pt x="995" y="2130"/>
                    </a:cubicBezTo>
                    <a:cubicBezTo>
                      <a:pt x="1135" y="2130"/>
                      <a:pt x="1277" y="2103"/>
                      <a:pt x="1411" y="2052"/>
                    </a:cubicBezTo>
                    <a:lnTo>
                      <a:pt x="1411" y="2052"/>
                    </a:lnTo>
                    <a:cubicBezTo>
                      <a:pt x="1453" y="2104"/>
                      <a:pt x="1513" y="2140"/>
                      <a:pt x="1583" y="2140"/>
                    </a:cubicBezTo>
                    <a:cubicBezTo>
                      <a:pt x="1626" y="2140"/>
                      <a:pt x="1673" y="2126"/>
                      <a:pt x="1722" y="2093"/>
                    </a:cubicBezTo>
                    <a:cubicBezTo>
                      <a:pt x="2118" y="1813"/>
                      <a:pt x="2225" y="1341"/>
                      <a:pt x="2131" y="916"/>
                    </a:cubicBezTo>
                    <a:lnTo>
                      <a:pt x="2131" y="916"/>
                    </a:lnTo>
                    <a:cubicBezTo>
                      <a:pt x="2117" y="794"/>
                      <a:pt x="2077" y="675"/>
                      <a:pt x="2008" y="563"/>
                    </a:cubicBezTo>
                    <a:cubicBezTo>
                      <a:pt x="1993" y="539"/>
                      <a:pt x="1977" y="515"/>
                      <a:pt x="1960" y="493"/>
                    </a:cubicBezTo>
                    <a:lnTo>
                      <a:pt x="1960" y="493"/>
                    </a:lnTo>
                    <a:cubicBezTo>
                      <a:pt x="1781" y="205"/>
                      <a:pt x="1494" y="1"/>
                      <a:pt x="114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 name="Google Shape;318;p2"/>
            <p:cNvGrpSpPr/>
            <p:nvPr/>
          </p:nvGrpSpPr>
          <p:grpSpPr>
            <a:xfrm>
              <a:off x="2153219" y="4037381"/>
              <a:ext cx="233550" cy="262875"/>
              <a:chOff x="3332019" y="5513256"/>
              <a:chExt cx="233550" cy="262875"/>
            </a:xfrm>
          </p:grpSpPr>
          <p:sp>
            <p:nvSpPr>
              <p:cNvPr id="319" name="Google Shape;319;p2"/>
              <p:cNvSpPr/>
              <p:nvPr/>
            </p:nvSpPr>
            <p:spPr>
              <a:xfrm rot="5400000">
                <a:off x="3496631" y="5634569"/>
                <a:ext cx="73850" cy="64025"/>
              </a:xfrm>
              <a:custGeom>
                <a:rect b="b" l="l" r="r" t="t"/>
                <a:pathLst>
                  <a:path extrusionOk="0" h="2561" w="2954">
                    <a:moveTo>
                      <a:pt x="1615" y="429"/>
                    </a:moveTo>
                    <a:cubicBezTo>
                      <a:pt x="1795" y="429"/>
                      <a:pt x="1984" y="489"/>
                      <a:pt x="2167" y="632"/>
                    </a:cubicBezTo>
                    <a:cubicBezTo>
                      <a:pt x="2777" y="1105"/>
                      <a:pt x="2172" y="2106"/>
                      <a:pt x="1497" y="2106"/>
                    </a:cubicBezTo>
                    <a:cubicBezTo>
                      <a:pt x="1407" y="2106"/>
                      <a:pt x="1316" y="2088"/>
                      <a:pt x="1227" y="2049"/>
                    </a:cubicBezTo>
                    <a:cubicBezTo>
                      <a:pt x="249" y="1565"/>
                      <a:pt x="837" y="429"/>
                      <a:pt x="1615" y="429"/>
                    </a:cubicBezTo>
                    <a:close/>
                    <a:moveTo>
                      <a:pt x="1604" y="0"/>
                    </a:moveTo>
                    <a:cubicBezTo>
                      <a:pt x="1146" y="0"/>
                      <a:pt x="700" y="226"/>
                      <a:pt x="429" y="632"/>
                    </a:cubicBezTo>
                    <a:cubicBezTo>
                      <a:pt x="0" y="1287"/>
                      <a:pt x="334" y="2108"/>
                      <a:pt x="1000" y="2442"/>
                    </a:cubicBezTo>
                    <a:cubicBezTo>
                      <a:pt x="1181" y="2522"/>
                      <a:pt x="1362" y="2560"/>
                      <a:pt x="1535" y="2560"/>
                    </a:cubicBezTo>
                    <a:cubicBezTo>
                      <a:pt x="1977" y="2560"/>
                      <a:pt x="2375" y="2313"/>
                      <a:pt x="2632" y="1894"/>
                    </a:cubicBezTo>
                    <a:cubicBezTo>
                      <a:pt x="2953" y="1370"/>
                      <a:pt x="2929" y="596"/>
                      <a:pt x="2382" y="239"/>
                    </a:cubicBezTo>
                    <a:cubicBezTo>
                      <a:pt x="2140" y="77"/>
                      <a:pt x="1870" y="0"/>
                      <a:pt x="160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
              <p:cNvSpPr/>
              <p:nvPr/>
            </p:nvSpPr>
            <p:spPr>
              <a:xfrm rot="5400000">
                <a:off x="3409456" y="5717569"/>
                <a:ext cx="64325" cy="52800"/>
              </a:xfrm>
              <a:custGeom>
                <a:rect b="b" l="l" r="r" t="t"/>
                <a:pathLst>
                  <a:path extrusionOk="0" h="2112" w="2573">
                    <a:moveTo>
                      <a:pt x="1416" y="443"/>
                    </a:moveTo>
                    <a:cubicBezTo>
                      <a:pt x="1553" y="443"/>
                      <a:pt x="1686" y="478"/>
                      <a:pt x="1798" y="564"/>
                    </a:cubicBezTo>
                    <a:cubicBezTo>
                      <a:pt x="2084" y="802"/>
                      <a:pt x="1989" y="1231"/>
                      <a:pt x="1763" y="1457"/>
                    </a:cubicBezTo>
                    <a:cubicBezTo>
                      <a:pt x="1622" y="1589"/>
                      <a:pt x="1420" y="1666"/>
                      <a:pt x="1224" y="1666"/>
                    </a:cubicBezTo>
                    <a:cubicBezTo>
                      <a:pt x="1121" y="1666"/>
                      <a:pt x="1019" y="1645"/>
                      <a:pt x="929" y="1600"/>
                    </a:cubicBezTo>
                    <a:cubicBezTo>
                      <a:pt x="477" y="1385"/>
                      <a:pt x="560" y="802"/>
                      <a:pt x="929" y="576"/>
                    </a:cubicBezTo>
                    <a:cubicBezTo>
                      <a:pt x="1074" y="497"/>
                      <a:pt x="1247" y="443"/>
                      <a:pt x="1416" y="443"/>
                    </a:cubicBezTo>
                    <a:close/>
                    <a:moveTo>
                      <a:pt x="1429" y="1"/>
                    </a:moveTo>
                    <a:cubicBezTo>
                      <a:pt x="1175" y="1"/>
                      <a:pt x="914" y="72"/>
                      <a:pt x="703" y="183"/>
                    </a:cubicBezTo>
                    <a:cubicBezTo>
                      <a:pt x="108" y="552"/>
                      <a:pt x="0" y="1254"/>
                      <a:pt x="453" y="1790"/>
                    </a:cubicBezTo>
                    <a:cubicBezTo>
                      <a:pt x="637" y="2018"/>
                      <a:pt x="911" y="2112"/>
                      <a:pt x="1192" y="2112"/>
                    </a:cubicBezTo>
                    <a:cubicBezTo>
                      <a:pt x="1454" y="2112"/>
                      <a:pt x="1722" y="2030"/>
                      <a:pt x="1929" y="1897"/>
                    </a:cubicBezTo>
                    <a:cubicBezTo>
                      <a:pt x="2429" y="1576"/>
                      <a:pt x="2572" y="897"/>
                      <a:pt x="2239" y="397"/>
                    </a:cubicBezTo>
                    <a:cubicBezTo>
                      <a:pt x="2053" y="112"/>
                      <a:pt x="1746" y="1"/>
                      <a:pt x="1429"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
              <p:cNvSpPr/>
              <p:nvPr/>
            </p:nvSpPr>
            <p:spPr>
              <a:xfrm rot="5400000">
                <a:off x="3328594" y="5516681"/>
                <a:ext cx="68200" cy="61350"/>
              </a:xfrm>
              <a:custGeom>
                <a:rect b="b" l="l" r="r" t="t"/>
                <a:pathLst>
                  <a:path extrusionOk="0" h="2454" w="2728">
                    <a:moveTo>
                      <a:pt x="1430" y="451"/>
                    </a:moveTo>
                    <a:cubicBezTo>
                      <a:pt x="1488" y="451"/>
                      <a:pt x="1548" y="457"/>
                      <a:pt x="1608" y="471"/>
                    </a:cubicBezTo>
                    <a:cubicBezTo>
                      <a:pt x="2430" y="697"/>
                      <a:pt x="2275" y="1912"/>
                      <a:pt x="1454" y="1995"/>
                    </a:cubicBezTo>
                    <a:cubicBezTo>
                      <a:pt x="1425" y="1998"/>
                      <a:pt x="1397" y="1999"/>
                      <a:pt x="1369" y="1999"/>
                    </a:cubicBezTo>
                    <a:cubicBezTo>
                      <a:pt x="908" y="1999"/>
                      <a:pt x="541" y="1634"/>
                      <a:pt x="620" y="1173"/>
                    </a:cubicBezTo>
                    <a:cubicBezTo>
                      <a:pt x="693" y="758"/>
                      <a:pt x="1029" y="451"/>
                      <a:pt x="1430" y="451"/>
                    </a:cubicBezTo>
                    <a:close/>
                    <a:moveTo>
                      <a:pt x="1441" y="0"/>
                    </a:moveTo>
                    <a:cubicBezTo>
                      <a:pt x="833" y="0"/>
                      <a:pt x="346" y="423"/>
                      <a:pt x="191" y="1042"/>
                    </a:cubicBezTo>
                    <a:cubicBezTo>
                      <a:pt x="1" y="1816"/>
                      <a:pt x="596" y="2364"/>
                      <a:pt x="1311" y="2447"/>
                    </a:cubicBezTo>
                    <a:cubicBezTo>
                      <a:pt x="1349" y="2452"/>
                      <a:pt x="1387" y="2454"/>
                      <a:pt x="1424" y="2454"/>
                    </a:cubicBezTo>
                    <a:cubicBezTo>
                      <a:pt x="2002" y="2454"/>
                      <a:pt x="2462" y="1948"/>
                      <a:pt x="2585" y="1412"/>
                    </a:cubicBezTo>
                    <a:cubicBezTo>
                      <a:pt x="2727" y="769"/>
                      <a:pt x="2346" y="209"/>
                      <a:pt x="1727" y="30"/>
                    </a:cubicBezTo>
                    <a:cubicBezTo>
                      <a:pt x="1630" y="10"/>
                      <a:pt x="1534" y="0"/>
                      <a:pt x="144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2"/>
            <p:cNvGrpSpPr/>
            <p:nvPr/>
          </p:nvGrpSpPr>
          <p:grpSpPr>
            <a:xfrm>
              <a:off x="3768381" y="419906"/>
              <a:ext cx="382400" cy="245575"/>
              <a:chOff x="2294431" y="5364581"/>
              <a:chExt cx="382400" cy="245575"/>
            </a:xfrm>
          </p:grpSpPr>
          <p:sp>
            <p:nvSpPr>
              <p:cNvPr id="323" name="Google Shape;323;p2"/>
              <p:cNvSpPr/>
              <p:nvPr/>
            </p:nvSpPr>
            <p:spPr>
              <a:xfrm rot="5400000">
                <a:off x="2381719" y="5397244"/>
                <a:ext cx="47350" cy="42125"/>
              </a:xfrm>
              <a:custGeom>
                <a:rect b="b" l="l" r="r" t="t"/>
                <a:pathLst>
                  <a:path extrusionOk="0" h="1685" w="1894">
                    <a:moveTo>
                      <a:pt x="1001" y="446"/>
                    </a:moveTo>
                    <a:cubicBezTo>
                      <a:pt x="1096" y="446"/>
                      <a:pt x="1191" y="470"/>
                      <a:pt x="1263" y="506"/>
                    </a:cubicBezTo>
                    <a:cubicBezTo>
                      <a:pt x="1370" y="577"/>
                      <a:pt x="1429" y="696"/>
                      <a:pt x="1441" y="863"/>
                    </a:cubicBezTo>
                    <a:cubicBezTo>
                      <a:pt x="1441" y="970"/>
                      <a:pt x="1417" y="1053"/>
                      <a:pt x="1358" y="1113"/>
                    </a:cubicBezTo>
                    <a:cubicBezTo>
                      <a:pt x="1282" y="1189"/>
                      <a:pt x="1141" y="1228"/>
                      <a:pt x="994" y="1228"/>
                    </a:cubicBezTo>
                    <a:cubicBezTo>
                      <a:pt x="750" y="1228"/>
                      <a:pt x="487" y="1121"/>
                      <a:pt x="465" y="899"/>
                    </a:cubicBezTo>
                    <a:cubicBezTo>
                      <a:pt x="465" y="791"/>
                      <a:pt x="489" y="696"/>
                      <a:pt x="560" y="625"/>
                    </a:cubicBezTo>
                    <a:cubicBezTo>
                      <a:pt x="655" y="518"/>
                      <a:pt x="822" y="446"/>
                      <a:pt x="1001" y="446"/>
                    </a:cubicBezTo>
                    <a:close/>
                    <a:moveTo>
                      <a:pt x="1004" y="1"/>
                    </a:moveTo>
                    <a:cubicBezTo>
                      <a:pt x="713" y="1"/>
                      <a:pt x="414" y="113"/>
                      <a:pt x="227" y="315"/>
                    </a:cubicBezTo>
                    <a:cubicBezTo>
                      <a:pt x="72" y="494"/>
                      <a:pt x="1" y="696"/>
                      <a:pt x="24" y="934"/>
                    </a:cubicBezTo>
                    <a:cubicBezTo>
                      <a:pt x="72" y="1422"/>
                      <a:pt x="548" y="1684"/>
                      <a:pt x="989" y="1684"/>
                    </a:cubicBezTo>
                    <a:cubicBezTo>
                      <a:pt x="1263" y="1684"/>
                      <a:pt x="1513" y="1589"/>
                      <a:pt x="1679" y="1422"/>
                    </a:cubicBezTo>
                    <a:cubicBezTo>
                      <a:pt x="1822" y="1280"/>
                      <a:pt x="1894" y="1077"/>
                      <a:pt x="1894" y="851"/>
                    </a:cubicBezTo>
                    <a:cubicBezTo>
                      <a:pt x="1882" y="530"/>
                      <a:pt x="1739" y="268"/>
                      <a:pt x="1489" y="125"/>
                    </a:cubicBezTo>
                    <a:cubicBezTo>
                      <a:pt x="1347" y="40"/>
                      <a:pt x="1177" y="1"/>
                      <a:pt x="100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
              <p:cNvSpPr/>
              <p:nvPr/>
            </p:nvSpPr>
            <p:spPr>
              <a:xfrm rot="5400000">
                <a:off x="2478694" y="5367844"/>
                <a:ext cx="71750" cy="65225"/>
              </a:xfrm>
              <a:custGeom>
                <a:rect b="b" l="l" r="r" t="t"/>
                <a:pathLst>
                  <a:path extrusionOk="0" h="2609" w="2870">
                    <a:moveTo>
                      <a:pt x="1548" y="453"/>
                    </a:moveTo>
                    <a:cubicBezTo>
                      <a:pt x="1869" y="501"/>
                      <a:pt x="2119" y="667"/>
                      <a:pt x="2262" y="941"/>
                    </a:cubicBezTo>
                    <a:cubicBezTo>
                      <a:pt x="2381" y="1144"/>
                      <a:pt x="2405" y="1382"/>
                      <a:pt x="2334" y="1596"/>
                    </a:cubicBezTo>
                    <a:cubicBezTo>
                      <a:pt x="2250" y="1810"/>
                      <a:pt x="2084" y="1977"/>
                      <a:pt x="1834" y="2084"/>
                    </a:cubicBezTo>
                    <a:cubicBezTo>
                      <a:pt x="1715" y="2132"/>
                      <a:pt x="1584" y="2168"/>
                      <a:pt x="1453" y="2168"/>
                    </a:cubicBezTo>
                    <a:cubicBezTo>
                      <a:pt x="1048" y="2156"/>
                      <a:pt x="679" y="1918"/>
                      <a:pt x="560" y="1560"/>
                    </a:cubicBezTo>
                    <a:cubicBezTo>
                      <a:pt x="476" y="1322"/>
                      <a:pt x="512" y="1084"/>
                      <a:pt x="655" y="870"/>
                    </a:cubicBezTo>
                    <a:cubicBezTo>
                      <a:pt x="834" y="608"/>
                      <a:pt x="1143" y="453"/>
                      <a:pt x="1441" y="453"/>
                    </a:cubicBezTo>
                    <a:close/>
                    <a:moveTo>
                      <a:pt x="1432" y="0"/>
                    </a:moveTo>
                    <a:cubicBezTo>
                      <a:pt x="981" y="0"/>
                      <a:pt x="549" y="239"/>
                      <a:pt x="286" y="608"/>
                    </a:cubicBezTo>
                    <a:cubicBezTo>
                      <a:pt x="60" y="941"/>
                      <a:pt x="0" y="1346"/>
                      <a:pt x="131" y="1715"/>
                    </a:cubicBezTo>
                    <a:cubicBezTo>
                      <a:pt x="322" y="2251"/>
                      <a:pt x="857" y="2608"/>
                      <a:pt x="1453" y="2608"/>
                    </a:cubicBezTo>
                    <a:cubicBezTo>
                      <a:pt x="1643" y="2608"/>
                      <a:pt x="1834" y="2572"/>
                      <a:pt x="2012" y="2501"/>
                    </a:cubicBezTo>
                    <a:cubicBezTo>
                      <a:pt x="2477" y="2299"/>
                      <a:pt x="2667" y="1977"/>
                      <a:pt x="2750" y="1739"/>
                    </a:cubicBezTo>
                    <a:cubicBezTo>
                      <a:pt x="2869" y="1418"/>
                      <a:pt x="2834" y="1048"/>
                      <a:pt x="2667" y="727"/>
                    </a:cubicBezTo>
                    <a:cubicBezTo>
                      <a:pt x="2453" y="334"/>
                      <a:pt x="2072" y="72"/>
                      <a:pt x="1607" y="13"/>
                    </a:cubicBezTo>
                    <a:cubicBezTo>
                      <a:pt x="1549" y="4"/>
                      <a:pt x="1490" y="0"/>
                      <a:pt x="143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
              <p:cNvSpPr/>
              <p:nvPr/>
            </p:nvSpPr>
            <p:spPr>
              <a:xfrm rot="5400000">
                <a:off x="2621656" y="5554981"/>
                <a:ext cx="56875" cy="53475"/>
              </a:xfrm>
              <a:custGeom>
                <a:rect b="b" l="l" r="r" t="t"/>
                <a:pathLst>
                  <a:path extrusionOk="0" h="2139" w="2275">
                    <a:moveTo>
                      <a:pt x="1025" y="448"/>
                    </a:moveTo>
                    <a:cubicBezTo>
                      <a:pt x="1215" y="448"/>
                      <a:pt x="1441" y="603"/>
                      <a:pt x="1584" y="817"/>
                    </a:cubicBezTo>
                    <a:cubicBezTo>
                      <a:pt x="1632" y="889"/>
                      <a:pt x="1870" y="1281"/>
                      <a:pt x="1560" y="1520"/>
                    </a:cubicBezTo>
                    <a:cubicBezTo>
                      <a:pt x="1417" y="1639"/>
                      <a:pt x="1275" y="1698"/>
                      <a:pt x="1144" y="1698"/>
                    </a:cubicBezTo>
                    <a:cubicBezTo>
                      <a:pt x="846" y="1698"/>
                      <a:pt x="620" y="1436"/>
                      <a:pt x="560" y="1174"/>
                    </a:cubicBezTo>
                    <a:cubicBezTo>
                      <a:pt x="525" y="1043"/>
                      <a:pt x="477" y="698"/>
                      <a:pt x="858" y="496"/>
                    </a:cubicBezTo>
                    <a:cubicBezTo>
                      <a:pt x="906" y="460"/>
                      <a:pt x="965" y="448"/>
                      <a:pt x="1025" y="448"/>
                    </a:cubicBezTo>
                    <a:close/>
                    <a:moveTo>
                      <a:pt x="1010" y="1"/>
                    </a:moveTo>
                    <a:cubicBezTo>
                      <a:pt x="881" y="1"/>
                      <a:pt x="756" y="30"/>
                      <a:pt x="644" y="91"/>
                    </a:cubicBezTo>
                    <a:cubicBezTo>
                      <a:pt x="191" y="341"/>
                      <a:pt x="1" y="793"/>
                      <a:pt x="120" y="1293"/>
                    </a:cubicBezTo>
                    <a:cubicBezTo>
                      <a:pt x="251" y="1793"/>
                      <a:pt x="667" y="2139"/>
                      <a:pt x="1144" y="2139"/>
                    </a:cubicBezTo>
                    <a:cubicBezTo>
                      <a:pt x="1382" y="2139"/>
                      <a:pt x="1620" y="2055"/>
                      <a:pt x="1834" y="1877"/>
                    </a:cubicBezTo>
                    <a:cubicBezTo>
                      <a:pt x="2227" y="1567"/>
                      <a:pt x="2275" y="1043"/>
                      <a:pt x="1965" y="567"/>
                    </a:cubicBezTo>
                    <a:cubicBezTo>
                      <a:pt x="1731" y="211"/>
                      <a:pt x="1357" y="1"/>
                      <a:pt x="101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
              <p:cNvSpPr/>
              <p:nvPr/>
            </p:nvSpPr>
            <p:spPr>
              <a:xfrm rot="5400000">
                <a:off x="2290131" y="5426031"/>
                <a:ext cx="108650" cy="100050"/>
              </a:xfrm>
              <a:custGeom>
                <a:rect b="b" l="l" r="r" t="t"/>
                <a:pathLst>
                  <a:path extrusionOk="0" h="4002" w="4346">
                    <a:moveTo>
                      <a:pt x="2167" y="453"/>
                    </a:moveTo>
                    <a:cubicBezTo>
                      <a:pt x="2953" y="453"/>
                      <a:pt x="3893" y="1132"/>
                      <a:pt x="3893" y="1977"/>
                    </a:cubicBezTo>
                    <a:cubicBezTo>
                      <a:pt x="3893" y="3132"/>
                      <a:pt x="3143" y="3549"/>
                      <a:pt x="2500" y="3549"/>
                    </a:cubicBezTo>
                    <a:cubicBezTo>
                      <a:pt x="1953" y="3549"/>
                      <a:pt x="1226" y="3251"/>
                      <a:pt x="822" y="2429"/>
                    </a:cubicBezTo>
                    <a:cubicBezTo>
                      <a:pt x="512" y="1787"/>
                      <a:pt x="929" y="1036"/>
                      <a:pt x="1465" y="667"/>
                    </a:cubicBezTo>
                    <a:cubicBezTo>
                      <a:pt x="1667" y="524"/>
                      <a:pt x="1905" y="453"/>
                      <a:pt x="2167" y="453"/>
                    </a:cubicBezTo>
                    <a:close/>
                    <a:moveTo>
                      <a:pt x="2167" y="1"/>
                    </a:moveTo>
                    <a:cubicBezTo>
                      <a:pt x="1810" y="1"/>
                      <a:pt x="1488" y="108"/>
                      <a:pt x="1215" y="286"/>
                    </a:cubicBezTo>
                    <a:cubicBezTo>
                      <a:pt x="500" y="786"/>
                      <a:pt x="0" y="1739"/>
                      <a:pt x="417" y="2620"/>
                    </a:cubicBezTo>
                    <a:cubicBezTo>
                      <a:pt x="834" y="3477"/>
                      <a:pt x="1619" y="4001"/>
                      <a:pt x="2500" y="4001"/>
                    </a:cubicBezTo>
                    <a:cubicBezTo>
                      <a:pt x="3417" y="4001"/>
                      <a:pt x="4346" y="3370"/>
                      <a:pt x="4346" y="1977"/>
                    </a:cubicBezTo>
                    <a:cubicBezTo>
                      <a:pt x="4346" y="846"/>
                      <a:pt x="3191" y="1"/>
                      <a:pt x="216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 name="Google Shape;327;p2"/>
            <p:cNvGrpSpPr/>
            <p:nvPr/>
          </p:nvGrpSpPr>
          <p:grpSpPr>
            <a:xfrm>
              <a:off x="8038650" y="3466650"/>
              <a:ext cx="520025" cy="392800"/>
              <a:chOff x="5486025" y="2178950"/>
              <a:chExt cx="520025" cy="392800"/>
            </a:xfrm>
          </p:grpSpPr>
          <p:sp>
            <p:nvSpPr>
              <p:cNvPr id="328" name="Google Shape;328;p2"/>
              <p:cNvSpPr/>
              <p:nvPr/>
            </p:nvSpPr>
            <p:spPr>
              <a:xfrm>
                <a:off x="5874750" y="2493450"/>
                <a:ext cx="88725" cy="78300"/>
              </a:xfrm>
              <a:custGeom>
                <a:rect b="b" l="l" r="r" t="t"/>
                <a:pathLst>
                  <a:path extrusionOk="0" h="3132" w="3549">
                    <a:moveTo>
                      <a:pt x="1679" y="453"/>
                    </a:moveTo>
                    <a:cubicBezTo>
                      <a:pt x="2310" y="453"/>
                      <a:pt x="2941" y="953"/>
                      <a:pt x="3049" y="1524"/>
                    </a:cubicBezTo>
                    <a:cubicBezTo>
                      <a:pt x="3108" y="1905"/>
                      <a:pt x="2930" y="2239"/>
                      <a:pt x="2513" y="2501"/>
                    </a:cubicBezTo>
                    <a:cubicBezTo>
                      <a:pt x="2310" y="2620"/>
                      <a:pt x="2108" y="2679"/>
                      <a:pt x="1882" y="2679"/>
                    </a:cubicBezTo>
                    <a:cubicBezTo>
                      <a:pt x="1358" y="2679"/>
                      <a:pt x="822" y="2322"/>
                      <a:pt x="632" y="1834"/>
                    </a:cubicBezTo>
                    <a:cubicBezTo>
                      <a:pt x="548" y="1608"/>
                      <a:pt x="465" y="1167"/>
                      <a:pt x="917" y="762"/>
                    </a:cubicBezTo>
                    <a:cubicBezTo>
                      <a:pt x="1144" y="560"/>
                      <a:pt x="1394" y="453"/>
                      <a:pt x="1679" y="453"/>
                    </a:cubicBezTo>
                    <a:close/>
                    <a:moveTo>
                      <a:pt x="1679" y="0"/>
                    </a:moveTo>
                    <a:cubicBezTo>
                      <a:pt x="1287" y="0"/>
                      <a:pt x="917" y="155"/>
                      <a:pt x="608" y="429"/>
                    </a:cubicBezTo>
                    <a:cubicBezTo>
                      <a:pt x="144" y="858"/>
                      <a:pt x="1" y="1429"/>
                      <a:pt x="215" y="1989"/>
                    </a:cubicBezTo>
                    <a:cubicBezTo>
                      <a:pt x="477" y="2656"/>
                      <a:pt x="1179" y="3132"/>
                      <a:pt x="1882" y="3132"/>
                    </a:cubicBezTo>
                    <a:cubicBezTo>
                      <a:pt x="2191" y="3132"/>
                      <a:pt x="2477" y="3048"/>
                      <a:pt x="2751" y="2882"/>
                    </a:cubicBezTo>
                    <a:cubicBezTo>
                      <a:pt x="3525" y="2394"/>
                      <a:pt x="3549" y="1775"/>
                      <a:pt x="3489" y="1441"/>
                    </a:cubicBezTo>
                    <a:cubicBezTo>
                      <a:pt x="3346" y="667"/>
                      <a:pt x="2525" y="0"/>
                      <a:pt x="1679"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
              <p:cNvSpPr/>
              <p:nvPr/>
            </p:nvSpPr>
            <p:spPr>
              <a:xfrm>
                <a:off x="5516075" y="2429325"/>
                <a:ext cx="47350" cy="42125"/>
              </a:xfrm>
              <a:custGeom>
                <a:rect b="b" l="l" r="r" t="t"/>
                <a:pathLst>
                  <a:path extrusionOk="0" h="1685" w="1894">
                    <a:moveTo>
                      <a:pt x="1001" y="446"/>
                    </a:moveTo>
                    <a:cubicBezTo>
                      <a:pt x="1096" y="446"/>
                      <a:pt x="1191" y="470"/>
                      <a:pt x="1263" y="506"/>
                    </a:cubicBezTo>
                    <a:cubicBezTo>
                      <a:pt x="1370" y="577"/>
                      <a:pt x="1429" y="696"/>
                      <a:pt x="1441" y="863"/>
                    </a:cubicBezTo>
                    <a:cubicBezTo>
                      <a:pt x="1441" y="970"/>
                      <a:pt x="1417" y="1053"/>
                      <a:pt x="1358" y="1113"/>
                    </a:cubicBezTo>
                    <a:cubicBezTo>
                      <a:pt x="1282" y="1189"/>
                      <a:pt x="1141" y="1228"/>
                      <a:pt x="994" y="1228"/>
                    </a:cubicBezTo>
                    <a:cubicBezTo>
                      <a:pt x="750" y="1228"/>
                      <a:pt x="487" y="1121"/>
                      <a:pt x="465" y="899"/>
                    </a:cubicBezTo>
                    <a:cubicBezTo>
                      <a:pt x="465" y="791"/>
                      <a:pt x="489" y="696"/>
                      <a:pt x="560" y="625"/>
                    </a:cubicBezTo>
                    <a:cubicBezTo>
                      <a:pt x="655" y="518"/>
                      <a:pt x="822" y="446"/>
                      <a:pt x="1001" y="446"/>
                    </a:cubicBezTo>
                    <a:close/>
                    <a:moveTo>
                      <a:pt x="1004" y="1"/>
                    </a:moveTo>
                    <a:cubicBezTo>
                      <a:pt x="713" y="1"/>
                      <a:pt x="414" y="113"/>
                      <a:pt x="227" y="315"/>
                    </a:cubicBezTo>
                    <a:cubicBezTo>
                      <a:pt x="72" y="494"/>
                      <a:pt x="1" y="696"/>
                      <a:pt x="24" y="934"/>
                    </a:cubicBezTo>
                    <a:cubicBezTo>
                      <a:pt x="72" y="1422"/>
                      <a:pt x="548" y="1684"/>
                      <a:pt x="989" y="1684"/>
                    </a:cubicBezTo>
                    <a:cubicBezTo>
                      <a:pt x="1263" y="1684"/>
                      <a:pt x="1513" y="1589"/>
                      <a:pt x="1679" y="1422"/>
                    </a:cubicBezTo>
                    <a:cubicBezTo>
                      <a:pt x="1822" y="1280"/>
                      <a:pt x="1894" y="1077"/>
                      <a:pt x="1894" y="851"/>
                    </a:cubicBezTo>
                    <a:cubicBezTo>
                      <a:pt x="1882" y="530"/>
                      <a:pt x="1739" y="268"/>
                      <a:pt x="1489" y="125"/>
                    </a:cubicBezTo>
                    <a:cubicBezTo>
                      <a:pt x="1347" y="40"/>
                      <a:pt x="1177" y="1"/>
                      <a:pt x="100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
              <p:cNvSpPr/>
              <p:nvPr/>
            </p:nvSpPr>
            <p:spPr>
              <a:xfrm>
                <a:off x="5486025" y="2308600"/>
                <a:ext cx="71750" cy="65225"/>
              </a:xfrm>
              <a:custGeom>
                <a:rect b="b" l="l" r="r" t="t"/>
                <a:pathLst>
                  <a:path extrusionOk="0" h="2609" w="2870">
                    <a:moveTo>
                      <a:pt x="1548" y="453"/>
                    </a:moveTo>
                    <a:cubicBezTo>
                      <a:pt x="1869" y="501"/>
                      <a:pt x="2119" y="667"/>
                      <a:pt x="2262" y="941"/>
                    </a:cubicBezTo>
                    <a:cubicBezTo>
                      <a:pt x="2381" y="1144"/>
                      <a:pt x="2405" y="1382"/>
                      <a:pt x="2334" y="1596"/>
                    </a:cubicBezTo>
                    <a:cubicBezTo>
                      <a:pt x="2250" y="1810"/>
                      <a:pt x="2084" y="1977"/>
                      <a:pt x="1834" y="2084"/>
                    </a:cubicBezTo>
                    <a:cubicBezTo>
                      <a:pt x="1715" y="2132"/>
                      <a:pt x="1584" y="2168"/>
                      <a:pt x="1453" y="2168"/>
                    </a:cubicBezTo>
                    <a:cubicBezTo>
                      <a:pt x="1048" y="2156"/>
                      <a:pt x="679" y="1918"/>
                      <a:pt x="560" y="1560"/>
                    </a:cubicBezTo>
                    <a:cubicBezTo>
                      <a:pt x="476" y="1322"/>
                      <a:pt x="512" y="1084"/>
                      <a:pt x="655" y="870"/>
                    </a:cubicBezTo>
                    <a:cubicBezTo>
                      <a:pt x="834" y="608"/>
                      <a:pt x="1143" y="453"/>
                      <a:pt x="1441" y="453"/>
                    </a:cubicBezTo>
                    <a:close/>
                    <a:moveTo>
                      <a:pt x="1432" y="0"/>
                    </a:moveTo>
                    <a:cubicBezTo>
                      <a:pt x="981" y="0"/>
                      <a:pt x="549" y="239"/>
                      <a:pt x="286" y="608"/>
                    </a:cubicBezTo>
                    <a:cubicBezTo>
                      <a:pt x="60" y="941"/>
                      <a:pt x="0" y="1346"/>
                      <a:pt x="131" y="1715"/>
                    </a:cubicBezTo>
                    <a:cubicBezTo>
                      <a:pt x="322" y="2251"/>
                      <a:pt x="857" y="2608"/>
                      <a:pt x="1453" y="2608"/>
                    </a:cubicBezTo>
                    <a:cubicBezTo>
                      <a:pt x="1643" y="2608"/>
                      <a:pt x="1834" y="2572"/>
                      <a:pt x="2012" y="2501"/>
                    </a:cubicBezTo>
                    <a:cubicBezTo>
                      <a:pt x="2477" y="2299"/>
                      <a:pt x="2667" y="1977"/>
                      <a:pt x="2750" y="1739"/>
                    </a:cubicBezTo>
                    <a:cubicBezTo>
                      <a:pt x="2869" y="1418"/>
                      <a:pt x="2834" y="1048"/>
                      <a:pt x="2667" y="727"/>
                    </a:cubicBezTo>
                    <a:cubicBezTo>
                      <a:pt x="2453" y="334"/>
                      <a:pt x="2072" y="72"/>
                      <a:pt x="1607" y="13"/>
                    </a:cubicBezTo>
                    <a:cubicBezTo>
                      <a:pt x="1549" y="4"/>
                      <a:pt x="1490" y="0"/>
                      <a:pt x="143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
              <p:cNvSpPr/>
              <p:nvPr/>
            </p:nvSpPr>
            <p:spPr>
              <a:xfrm>
                <a:off x="5674725" y="2178950"/>
                <a:ext cx="56875" cy="53475"/>
              </a:xfrm>
              <a:custGeom>
                <a:rect b="b" l="l" r="r" t="t"/>
                <a:pathLst>
                  <a:path extrusionOk="0" h="2139" w="2275">
                    <a:moveTo>
                      <a:pt x="1025" y="448"/>
                    </a:moveTo>
                    <a:cubicBezTo>
                      <a:pt x="1215" y="448"/>
                      <a:pt x="1441" y="603"/>
                      <a:pt x="1584" y="817"/>
                    </a:cubicBezTo>
                    <a:cubicBezTo>
                      <a:pt x="1632" y="889"/>
                      <a:pt x="1870" y="1281"/>
                      <a:pt x="1560" y="1520"/>
                    </a:cubicBezTo>
                    <a:cubicBezTo>
                      <a:pt x="1417" y="1639"/>
                      <a:pt x="1275" y="1698"/>
                      <a:pt x="1144" y="1698"/>
                    </a:cubicBezTo>
                    <a:cubicBezTo>
                      <a:pt x="846" y="1698"/>
                      <a:pt x="620" y="1436"/>
                      <a:pt x="560" y="1174"/>
                    </a:cubicBezTo>
                    <a:cubicBezTo>
                      <a:pt x="525" y="1043"/>
                      <a:pt x="477" y="698"/>
                      <a:pt x="858" y="496"/>
                    </a:cubicBezTo>
                    <a:cubicBezTo>
                      <a:pt x="906" y="460"/>
                      <a:pt x="965" y="448"/>
                      <a:pt x="1025" y="448"/>
                    </a:cubicBezTo>
                    <a:close/>
                    <a:moveTo>
                      <a:pt x="1010" y="1"/>
                    </a:moveTo>
                    <a:cubicBezTo>
                      <a:pt x="881" y="1"/>
                      <a:pt x="756" y="30"/>
                      <a:pt x="644" y="91"/>
                    </a:cubicBezTo>
                    <a:cubicBezTo>
                      <a:pt x="191" y="341"/>
                      <a:pt x="1" y="793"/>
                      <a:pt x="120" y="1293"/>
                    </a:cubicBezTo>
                    <a:cubicBezTo>
                      <a:pt x="251" y="1793"/>
                      <a:pt x="667" y="2139"/>
                      <a:pt x="1144" y="2139"/>
                    </a:cubicBezTo>
                    <a:cubicBezTo>
                      <a:pt x="1382" y="2139"/>
                      <a:pt x="1620" y="2055"/>
                      <a:pt x="1834" y="1877"/>
                    </a:cubicBezTo>
                    <a:cubicBezTo>
                      <a:pt x="2227" y="1567"/>
                      <a:pt x="2275" y="1043"/>
                      <a:pt x="1965" y="567"/>
                    </a:cubicBezTo>
                    <a:cubicBezTo>
                      <a:pt x="1731" y="211"/>
                      <a:pt x="1357" y="1"/>
                      <a:pt x="101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
              <p:cNvSpPr/>
              <p:nvPr/>
            </p:nvSpPr>
            <p:spPr>
              <a:xfrm>
                <a:off x="5880700" y="2214775"/>
                <a:ext cx="55100" cy="51300"/>
              </a:xfrm>
              <a:custGeom>
                <a:rect b="b" l="l" r="r" t="t"/>
                <a:pathLst>
                  <a:path extrusionOk="0" h="2052" w="2204">
                    <a:moveTo>
                      <a:pt x="1049" y="444"/>
                    </a:moveTo>
                    <a:cubicBezTo>
                      <a:pt x="1120" y="444"/>
                      <a:pt x="1191" y="456"/>
                      <a:pt x="1251" y="480"/>
                    </a:cubicBezTo>
                    <a:cubicBezTo>
                      <a:pt x="1453" y="539"/>
                      <a:pt x="1584" y="634"/>
                      <a:pt x="1656" y="753"/>
                    </a:cubicBezTo>
                    <a:cubicBezTo>
                      <a:pt x="1727" y="908"/>
                      <a:pt x="1703" y="1099"/>
                      <a:pt x="1596" y="1277"/>
                    </a:cubicBezTo>
                    <a:cubicBezTo>
                      <a:pt x="1475" y="1472"/>
                      <a:pt x="1293" y="1584"/>
                      <a:pt x="1106" y="1584"/>
                    </a:cubicBezTo>
                    <a:cubicBezTo>
                      <a:pt x="963" y="1584"/>
                      <a:pt x="816" y="1518"/>
                      <a:pt x="691" y="1372"/>
                    </a:cubicBezTo>
                    <a:cubicBezTo>
                      <a:pt x="537" y="1170"/>
                      <a:pt x="489" y="932"/>
                      <a:pt x="584" y="741"/>
                    </a:cubicBezTo>
                    <a:cubicBezTo>
                      <a:pt x="668" y="551"/>
                      <a:pt x="846" y="444"/>
                      <a:pt x="1049" y="444"/>
                    </a:cubicBezTo>
                    <a:close/>
                    <a:moveTo>
                      <a:pt x="1061" y="1"/>
                    </a:moveTo>
                    <a:cubicBezTo>
                      <a:pt x="676" y="1"/>
                      <a:pt x="337" y="205"/>
                      <a:pt x="179" y="539"/>
                    </a:cubicBezTo>
                    <a:cubicBezTo>
                      <a:pt x="1" y="908"/>
                      <a:pt x="72" y="1325"/>
                      <a:pt x="346" y="1658"/>
                    </a:cubicBezTo>
                    <a:cubicBezTo>
                      <a:pt x="620" y="1980"/>
                      <a:pt x="906" y="2051"/>
                      <a:pt x="1096" y="2051"/>
                    </a:cubicBezTo>
                    <a:cubicBezTo>
                      <a:pt x="1441" y="2051"/>
                      <a:pt x="1775" y="1837"/>
                      <a:pt x="1977" y="1503"/>
                    </a:cubicBezTo>
                    <a:cubicBezTo>
                      <a:pt x="2168" y="1194"/>
                      <a:pt x="2203" y="837"/>
                      <a:pt x="2049" y="551"/>
                    </a:cubicBezTo>
                    <a:cubicBezTo>
                      <a:pt x="1965" y="384"/>
                      <a:pt x="1787" y="170"/>
                      <a:pt x="1394" y="51"/>
                    </a:cubicBezTo>
                    <a:cubicBezTo>
                      <a:pt x="1281" y="17"/>
                      <a:pt x="1169" y="1"/>
                      <a:pt x="1061"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
              <p:cNvSpPr/>
              <p:nvPr/>
            </p:nvSpPr>
            <p:spPr>
              <a:xfrm>
                <a:off x="5948875" y="2424450"/>
                <a:ext cx="57175" cy="52050"/>
              </a:xfrm>
              <a:custGeom>
                <a:rect b="b" l="l" r="r" t="t"/>
                <a:pathLst>
                  <a:path extrusionOk="0" h="2082" w="2287">
                    <a:moveTo>
                      <a:pt x="1108" y="439"/>
                    </a:moveTo>
                    <a:cubicBezTo>
                      <a:pt x="1215" y="439"/>
                      <a:pt x="1322" y="463"/>
                      <a:pt x="1429" y="510"/>
                    </a:cubicBezTo>
                    <a:cubicBezTo>
                      <a:pt x="1786" y="665"/>
                      <a:pt x="1786" y="939"/>
                      <a:pt x="1751" y="1094"/>
                    </a:cubicBezTo>
                    <a:cubicBezTo>
                      <a:pt x="1691" y="1356"/>
                      <a:pt x="1453" y="1629"/>
                      <a:pt x="1167" y="1629"/>
                    </a:cubicBezTo>
                    <a:cubicBezTo>
                      <a:pt x="1060" y="1629"/>
                      <a:pt x="953" y="1594"/>
                      <a:pt x="846" y="1522"/>
                    </a:cubicBezTo>
                    <a:cubicBezTo>
                      <a:pt x="596" y="1344"/>
                      <a:pt x="488" y="1082"/>
                      <a:pt x="572" y="832"/>
                    </a:cubicBezTo>
                    <a:cubicBezTo>
                      <a:pt x="643" y="594"/>
                      <a:pt x="858" y="439"/>
                      <a:pt x="1108" y="439"/>
                    </a:cubicBezTo>
                    <a:close/>
                    <a:moveTo>
                      <a:pt x="1127" y="0"/>
                    </a:moveTo>
                    <a:cubicBezTo>
                      <a:pt x="673" y="0"/>
                      <a:pt x="275" y="267"/>
                      <a:pt x="143" y="689"/>
                    </a:cubicBezTo>
                    <a:cubicBezTo>
                      <a:pt x="0" y="1141"/>
                      <a:pt x="167" y="1594"/>
                      <a:pt x="596" y="1891"/>
                    </a:cubicBezTo>
                    <a:cubicBezTo>
                      <a:pt x="774" y="2022"/>
                      <a:pt x="965" y="2082"/>
                      <a:pt x="1167" y="2082"/>
                    </a:cubicBezTo>
                    <a:cubicBezTo>
                      <a:pt x="1643" y="2082"/>
                      <a:pt x="2084" y="1701"/>
                      <a:pt x="2191" y="1189"/>
                    </a:cubicBezTo>
                    <a:cubicBezTo>
                      <a:pt x="2286" y="725"/>
                      <a:pt x="2072" y="308"/>
                      <a:pt x="1620" y="105"/>
                    </a:cubicBezTo>
                    <a:cubicBezTo>
                      <a:pt x="1455" y="34"/>
                      <a:pt x="1287" y="0"/>
                      <a:pt x="1127"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
              <p:cNvSpPr/>
              <p:nvPr/>
            </p:nvSpPr>
            <p:spPr>
              <a:xfrm>
                <a:off x="5543175" y="2461300"/>
                <a:ext cx="108650" cy="100050"/>
              </a:xfrm>
              <a:custGeom>
                <a:rect b="b" l="l" r="r" t="t"/>
                <a:pathLst>
                  <a:path extrusionOk="0" h="4002" w="4346">
                    <a:moveTo>
                      <a:pt x="2167" y="453"/>
                    </a:moveTo>
                    <a:cubicBezTo>
                      <a:pt x="2953" y="453"/>
                      <a:pt x="3893" y="1132"/>
                      <a:pt x="3893" y="1977"/>
                    </a:cubicBezTo>
                    <a:cubicBezTo>
                      <a:pt x="3893" y="3132"/>
                      <a:pt x="3143" y="3549"/>
                      <a:pt x="2500" y="3549"/>
                    </a:cubicBezTo>
                    <a:cubicBezTo>
                      <a:pt x="1953" y="3549"/>
                      <a:pt x="1226" y="3251"/>
                      <a:pt x="822" y="2429"/>
                    </a:cubicBezTo>
                    <a:cubicBezTo>
                      <a:pt x="512" y="1787"/>
                      <a:pt x="929" y="1036"/>
                      <a:pt x="1465" y="667"/>
                    </a:cubicBezTo>
                    <a:cubicBezTo>
                      <a:pt x="1667" y="524"/>
                      <a:pt x="1905" y="453"/>
                      <a:pt x="2167" y="453"/>
                    </a:cubicBezTo>
                    <a:close/>
                    <a:moveTo>
                      <a:pt x="2167" y="1"/>
                    </a:moveTo>
                    <a:cubicBezTo>
                      <a:pt x="1810" y="1"/>
                      <a:pt x="1488" y="108"/>
                      <a:pt x="1215" y="286"/>
                    </a:cubicBezTo>
                    <a:cubicBezTo>
                      <a:pt x="500" y="786"/>
                      <a:pt x="0" y="1739"/>
                      <a:pt x="417" y="2620"/>
                    </a:cubicBezTo>
                    <a:cubicBezTo>
                      <a:pt x="834" y="3477"/>
                      <a:pt x="1619" y="4001"/>
                      <a:pt x="2500" y="4001"/>
                    </a:cubicBezTo>
                    <a:cubicBezTo>
                      <a:pt x="3417" y="4001"/>
                      <a:pt x="4346" y="3370"/>
                      <a:pt x="4346" y="1977"/>
                    </a:cubicBezTo>
                    <a:cubicBezTo>
                      <a:pt x="4346" y="846"/>
                      <a:pt x="3191" y="1"/>
                      <a:pt x="216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 name="Google Shape;335;p2"/>
            <p:cNvGrpSpPr/>
            <p:nvPr/>
          </p:nvGrpSpPr>
          <p:grpSpPr>
            <a:xfrm>
              <a:off x="5881581" y="665481"/>
              <a:ext cx="382400" cy="245575"/>
              <a:chOff x="2294431" y="5364581"/>
              <a:chExt cx="382400" cy="245575"/>
            </a:xfrm>
          </p:grpSpPr>
          <p:sp>
            <p:nvSpPr>
              <p:cNvPr id="336" name="Google Shape;336;p2"/>
              <p:cNvSpPr/>
              <p:nvPr/>
            </p:nvSpPr>
            <p:spPr>
              <a:xfrm rot="5400000">
                <a:off x="2381719" y="5397244"/>
                <a:ext cx="47350" cy="42125"/>
              </a:xfrm>
              <a:custGeom>
                <a:rect b="b" l="l" r="r" t="t"/>
                <a:pathLst>
                  <a:path extrusionOk="0" h="1685" w="1894">
                    <a:moveTo>
                      <a:pt x="1001" y="446"/>
                    </a:moveTo>
                    <a:cubicBezTo>
                      <a:pt x="1096" y="446"/>
                      <a:pt x="1191" y="470"/>
                      <a:pt x="1263" y="506"/>
                    </a:cubicBezTo>
                    <a:cubicBezTo>
                      <a:pt x="1370" y="577"/>
                      <a:pt x="1429" y="696"/>
                      <a:pt x="1441" y="863"/>
                    </a:cubicBezTo>
                    <a:cubicBezTo>
                      <a:pt x="1441" y="970"/>
                      <a:pt x="1417" y="1053"/>
                      <a:pt x="1358" y="1113"/>
                    </a:cubicBezTo>
                    <a:cubicBezTo>
                      <a:pt x="1282" y="1189"/>
                      <a:pt x="1141" y="1228"/>
                      <a:pt x="994" y="1228"/>
                    </a:cubicBezTo>
                    <a:cubicBezTo>
                      <a:pt x="750" y="1228"/>
                      <a:pt x="487" y="1121"/>
                      <a:pt x="465" y="899"/>
                    </a:cubicBezTo>
                    <a:cubicBezTo>
                      <a:pt x="465" y="791"/>
                      <a:pt x="489" y="696"/>
                      <a:pt x="560" y="625"/>
                    </a:cubicBezTo>
                    <a:cubicBezTo>
                      <a:pt x="655" y="518"/>
                      <a:pt x="822" y="446"/>
                      <a:pt x="1001" y="446"/>
                    </a:cubicBezTo>
                    <a:close/>
                    <a:moveTo>
                      <a:pt x="1004" y="1"/>
                    </a:moveTo>
                    <a:cubicBezTo>
                      <a:pt x="713" y="1"/>
                      <a:pt x="414" y="113"/>
                      <a:pt x="227" y="315"/>
                    </a:cubicBezTo>
                    <a:cubicBezTo>
                      <a:pt x="72" y="494"/>
                      <a:pt x="1" y="696"/>
                      <a:pt x="24" y="934"/>
                    </a:cubicBezTo>
                    <a:cubicBezTo>
                      <a:pt x="72" y="1422"/>
                      <a:pt x="548" y="1684"/>
                      <a:pt x="989" y="1684"/>
                    </a:cubicBezTo>
                    <a:cubicBezTo>
                      <a:pt x="1263" y="1684"/>
                      <a:pt x="1513" y="1589"/>
                      <a:pt x="1679" y="1422"/>
                    </a:cubicBezTo>
                    <a:cubicBezTo>
                      <a:pt x="1822" y="1280"/>
                      <a:pt x="1894" y="1077"/>
                      <a:pt x="1894" y="851"/>
                    </a:cubicBezTo>
                    <a:cubicBezTo>
                      <a:pt x="1882" y="530"/>
                      <a:pt x="1739" y="268"/>
                      <a:pt x="1489" y="125"/>
                    </a:cubicBezTo>
                    <a:cubicBezTo>
                      <a:pt x="1347" y="40"/>
                      <a:pt x="1177" y="1"/>
                      <a:pt x="1004"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
              <p:cNvSpPr/>
              <p:nvPr/>
            </p:nvSpPr>
            <p:spPr>
              <a:xfrm rot="5400000">
                <a:off x="2478694" y="5367844"/>
                <a:ext cx="71750" cy="65225"/>
              </a:xfrm>
              <a:custGeom>
                <a:rect b="b" l="l" r="r" t="t"/>
                <a:pathLst>
                  <a:path extrusionOk="0" h="2609" w="2870">
                    <a:moveTo>
                      <a:pt x="1548" y="453"/>
                    </a:moveTo>
                    <a:cubicBezTo>
                      <a:pt x="1869" y="501"/>
                      <a:pt x="2119" y="667"/>
                      <a:pt x="2262" y="941"/>
                    </a:cubicBezTo>
                    <a:cubicBezTo>
                      <a:pt x="2381" y="1144"/>
                      <a:pt x="2405" y="1382"/>
                      <a:pt x="2334" y="1596"/>
                    </a:cubicBezTo>
                    <a:cubicBezTo>
                      <a:pt x="2250" y="1810"/>
                      <a:pt x="2084" y="1977"/>
                      <a:pt x="1834" y="2084"/>
                    </a:cubicBezTo>
                    <a:cubicBezTo>
                      <a:pt x="1715" y="2132"/>
                      <a:pt x="1584" y="2168"/>
                      <a:pt x="1453" y="2168"/>
                    </a:cubicBezTo>
                    <a:cubicBezTo>
                      <a:pt x="1048" y="2156"/>
                      <a:pt x="679" y="1918"/>
                      <a:pt x="560" y="1560"/>
                    </a:cubicBezTo>
                    <a:cubicBezTo>
                      <a:pt x="476" y="1322"/>
                      <a:pt x="512" y="1084"/>
                      <a:pt x="655" y="870"/>
                    </a:cubicBezTo>
                    <a:cubicBezTo>
                      <a:pt x="834" y="608"/>
                      <a:pt x="1143" y="453"/>
                      <a:pt x="1441" y="453"/>
                    </a:cubicBezTo>
                    <a:close/>
                    <a:moveTo>
                      <a:pt x="1432" y="0"/>
                    </a:moveTo>
                    <a:cubicBezTo>
                      <a:pt x="981" y="0"/>
                      <a:pt x="549" y="239"/>
                      <a:pt x="286" y="608"/>
                    </a:cubicBezTo>
                    <a:cubicBezTo>
                      <a:pt x="60" y="941"/>
                      <a:pt x="0" y="1346"/>
                      <a:pt x="131" y="1715"/>
                    </a:cubicBezTo>
                    <a:cubicBezTo>
                      <a:pt x="322" y="2251"/>
                      <a:pt x="857" y="2608"/>
                      <a:pt x="1453" y="2608"/>
                    </a:cubicBezTo>
                    <a:cubicBezTo>
                      <a:pt x="1643" y="2608"/>
                      <a:pt x="1834" y="2572"/>
                      <a:pt x="2012" y="2501"/>
                    </a:cubicBezTo>
                    <a:cubicBezTo>
                      <a:pt x="2477" y="2299"/>
                      <a:pt x="2667" y="1977"/>
                      <a:pt x="2750" y="1739"/>
                    </a:cubicBezTo>
                    <a:cubicBezTo>
                      <a:pt x="2869" y="1418"/>
                      <a:pt x="2834" y="1048"/>
                      <a:pt x="2667" y="727"/>
                    </a:cubicBezTo>
                    <a:cubicBezTo>
                      <a:pt x="2453" y="334"/>
                      <a:pt x="2072" y="72"/>
                      <a:pt x="1607" y="13"/>
                    </a:cubicBezTo>
                    <a:cubicBezTo>
                      <a:pt x="1549" y="4"/>
                      <a:pt x="1490" y="0"/>
                      <a:pt x="1432"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
              <p:cNvSpPr/>
              <p:nvPr/>
            </p:nvSpPr>
            <p:spPr>
              <a:xfrm rot="5400000">
                <a:off x="2621656" y="5554981"/>
                <a:ext cx="56875" cy="53475"/>
              </a:xfrm>
              <a:custGeom>
                <a:rect b="b" l="l" r="r" t="t"/>
                <a:pathLst>
                  <a:path extrusionOk="0" h="2139" w="2275">
                    <a:moveTo>
                      <a:pt x="1025" y="448"/>
                    </a:moveTo>
                    <a:cubicBezTo>
                      <a:pt x="1215" y="448"/>
                      <a:pt x="1441" y="603"/>
                      <a:pt x="1584" y="817"/>
                    </a:cubicBezTo>
                    <a:cubicBezTo>
                      <a:pt x="1632" y="889"/>
                      <a:pt x="1870" y="1281"/>
                      <a:pt x="1560" y="1520"/>
                    </a:cubicBezTo>
                    <a:cubicBezTo>
                      <a:pt x="1417" y="1639"/>
                      <a:pt x="1275" y="1698"/>
                      <a:pt x="1144" y="1698"/>
                    </a:cubicBezTo>
                    <a:cubicBezTo>
                      <a:pt x="846" y="1698"/>
                      <a:pt x="620" y="1436"/>
                      <a:pt x="560" y="1174"/>
                    </a:cubicBezTo>
                    <a:cubicBezTo>
                      <a:pt x="525" y="1043"/>
                      <a:pt x="477" y="698"/>
                      <a:pt x="858" y="496"/>
                    </a:cubicBezTo>
                    <a:cubicBezTo>
                      <a:pt x="906" y="460"/>
                      <a:pt x="965" y="448"/>
                      <a:pt x="1025" y="448"/>
                    </a:cubicBezTo>
                    <a:close/>
                    <a:moveTo>
                      <a:pt x="1010" y="1"/>
                    </a:moveTo>
                    <a:cubicBezTo>
                      <a:pt x="881" y="1"/>
                      <a:pt x="756" y="30"/>
                      <a:pt x="644" y="91"/>
                    </a:cubicBezTo>
                    <a:cubicBezTo>
                      <a:pt x="191" y="341"/>
                      <a:pt x="1" y="793"/>
                      <a:pt x="120" y="1293"/>
                    </a:cubicBezTo>
                    <a:cubicBezTo>
                      <a:pt x="251" y="1793"/>
                      <a:pt x="667" y="2139"/>
                      <a:pt x="1144" y="2139"/>
                    </a:cubicBezTo>
                    <a:cubicBezTo>
                      <a:pt x="1382" y="2139"/>
                      <a:pt x="1620" y="2055"/>
                      <a:pt x="1834" y="1877"/>
                    </a:cubicBezTo>
                    <a:cubicBezTo>
                      <a:pt x="2227" y="1567"/>
                      <a:pt x="2275" y="1043"/>
                      <a:pt x="1965" y="567"/>
                    </a:cubicBezTo>
                    <a:cubicBezTo>
                      <a:pt x="1731" y="211"/>
                      <a:pt x="1357" y="1"/>
                      <a:pt x="101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
              <p:cNvSpPr/>
              <p:nvPr/>
            </p:nvSpPr>
            <p:spPr>
              <a:xfrm rot="5400000">
                <a:off x="2290131" y="5426031"/>
                <a:ext cx="108650" cy="100050"/>
              </a:xfrm>
              <a:custGeom>
                <a:rect b="b" l="l" r="r" t="t"/>
                <a:pathLst>
                  <a:path extrusionOk="0" h="4002" w="4346">
                    <a:moveTo>
                      <a:pt x="2167" y="453"/>
                    </a:moveTo>
                    <a:cubicBezTo>
                      <a:pt x="2953" y="453"/>
                      <a:pt x="3893" y="1132"/>
                      <a:pt x="3893" y="1977"/>
                    </a:cubicBezTo>
                    <a:cubicBezTo>
                      <a:pt x="3893" y="3132"/>
                      <a:pt x="3143" y="3549"/>
                      <a:pt x="2500" y="3549"/>
                    </a:cubicBezTo>
                    <a:cubicBezTo>
                      <a:pt x="1953" y="3549"/>
                      <a:pt x="1226" y="3251"/>
                      <a:pt x="822" y="2429"/>
                    </a:cubicBezTo>
                    <a:cubicBezTo>
                      <a:pt x="512" y="1787"/>
                      <a:pt x="929" y="1036"/>
                      <a:pt x="1465" y="667"/>
                    </a:cubicBezTo>
                    <a:cubicBezTo>
                      <a:pt x="1667" y="524"/>
                      <a:pt x="1905" y="453"/>
                      <a:pt x="2167" y="453"/>
                    </a:cubicBezTo>
                    <a:close/>
                    <a:moveTo>
                      <a:pt x="2167" y="1"/>
                    </a:moveTo>
                    <a:cubicBezTo>
                      <a:pt x="1810" y="1"/>
                      <a:pt x="1488" y="108"/>
                      <a:pt x="1215" y="286"/>
                    </a:cubicBezTo>
                    <a:cubicBezTo>
                      <a:pt x="500" y="786"/>
                      <a:pt x="0" y="1739"/>
                      <a:pt x="417" y="2620"/>
                    </a:cubicBezTo>
                    <a:cubicBezTo>
                      <a:pt x="834" y="3477"/>
                      <a:pt x="1619" y="4001"/>
                      <a:pt x="2500" y="4001"/>
                    </a:cubicBezTo>
                    <a:cubicBezTo>
                      <a:pt x="3417" y="4001"/>
                      <a:pt x="4346" y="3370"/>
                      <a:pt x="4346" y="1977"/>
                    </a:cubicBezTo>
                    <a:cubicBezTo>
                      <a:pt x="4346" y="846"/>
                      <a:pt x="3191" y="1"/>
                      <a:pt x="2167"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FFFFFF"/>
        </a:solidFill>
      </p:bgPr>
    </p:bg>
    <p:spTree>
      <p:nvGrpSpPr>
        <p:cNvPr id="340" name="Shape 340"/>
        <p:cNvGrpSpPr/>
        <p:nvPr/>
      </p:nvGrpSpPr>
      <p:grpSpPr>
        <a:xfrm>
          <a:off x="0" y="0"/>
          <a:ext cx="0" cy="0"/>
          <a:chOff x="0" y="0"/>
          <a:chExt cx="0" cy="0"/>
        </a:xfrm>
      </p:grpSpPr>
      <p:sp>
        <p:nvSpPr>
          <p:cNvPr id="341" name="Google Shape;341;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434343"/>
        </a:solidFill>
      </p:bgPr>
    </p:bg>
    <p:spTree>
      <p:nvGrpSpPr>
        <p:cNvPr id="342" name="Shape 342"/>
        <p:cNvGrpSpPr/>
        <p:nvPr/>
      </p:nvGrpSpPr>
      <p:grpSpPr>
        <a:xfrm>
          <a:off x="0" y="0"/>
          <a:ext cx="0" cy="0"/>
          <a:chOff x="0" y="0"/>
          <a:chExt cx="0" cy="0"/>
        </a:xfrm>
      </p:grpSpPr>
      <p:sp>
        <p:nvSpPr>
          <p:cNvPr id="343" name="Google Shape;343;p4"/>
          <p:cNvSpPr txBox="1"/>
          <p:nvPr>
            <p:ph type="title"/>
          </p:nvPr>
        </p:nvSpPr>
        <p:spPr>
          <a:xfrm>
            <a:off x="457200" y="419675"/>
            <a:ext cx="8229600" cy="3903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a:solidFill>
                  <a:schemeClr val="lt1"/>
                </a:solidFill>
              </a:defRPr>
            </a:lvl1pPr>
            <a:lvl2pPr lvl="1" rtl="0">
              <a:spcBef>
                <a:spcPts val="0"/>
              </a:spcBef>
              <a:spcAft>
                <a:spcPts val="0"/>
              </a:spcAft>
              <a:buClr>
                <a:schemeClr val="lt1"/>
              </a:buClr>
              <a:buSzPts val="3000"/>
              <a:buNone/>
              <a:defRPr>
                <a:solidFill>
                  <a:schemeClr val="lt1"/>
                </a:solidFill>
              </a:defRPr>
            </a:lvl2pPr>
            <a:lvl3pPr lvl="2" rtl="0">
              <a:spcBef>
                <a:spcPts val="0"/>
              </a:spcBef>
              <a:spcAft>
                <a:spcPts val="0"/>
              </a:spcAft>
              <a:buClr>
                <a:schemeClr val="lt1"/>
              </a:buClr>
              <a:buSzPts val="3000"/>
              <a:buNone/>
              <a:defRPr>
                <a:solidFill>
                  <a:schemeClr val="lt1"/>
                </a:solidFill>
              </a:defRPr>
            </a:lvl3pPr>
            <a:lvl4pPr lvl="3" rtl="0">
              <a:spcBef>
                <a:spcPts val="0"/>
              </a:spcBef>
              <a:spcAft>
                <a:spcPts val="0"/>
              </a:spcAft>
              <a:buClr>
                <a:schemeClr val="lt1"/>
              </a:buClr>
              <a:buSzPts val="3000"/>
              <a:buNone/>
              <a:defRPr>
                <a:solidFill>
                  <a:schemeClr val="lt1"/>
                </a:solidFill>
              </a:defRPr>
            </a:lvl4pPr>
            <a:lvl5pPr lvl="4" rtl="0">
              <a:spcBef>
                <a:spcPts val="0"/>
              </a:spcBef>
              <a:spcAft>
                <a:spcPts val="0"/>
              </a:spcAft>
              <a:buClr>
                <a:schemeClr val="lt1"/>
              </a:buClr>
              <a:buSzPts val="3000"/>
              <a:buNone/>
              <a:defRPr>
                <a:solidFill>
                  <a:schemeClr val="lt1"/>
                </a:solidFill>
              </a:defRPr>
            </a:lvl5pPr>
            <a:lvl6pPr lvl="5" rtl="0">
              <a:spcBef>
                <a:spcPts val="0"/>
              </a:spcBef>
              <a:spcAft>
                <a:spcPts val="0"/>
              </a:spcAft>
              <a:buClr>
                <a:schemeClr val="lt1"/>
              </a:buClr>
              <a:buSzPts val="3000"/>
              <a:buNone/>
              <a:defRPr>
                <a:solidFill>
                  <a:schemeClr val="lt1"/>
                </a:solidFill>
              </a:defRPr>
            </a:lvl6pPr>
            <a:lvl7pPr lvl="6" rtl="0">
              <a:spcBef>
                <a:spcPts val="0"/>
              </a:spcBef>
              <a:spcAft>
                <a:spcPts val="0"/>
              </a:spcAft>
              <a:buClr>
                <a:schemeClr val="lt1"/>
              </a:buClr>
              <a:buSzPts val="3000"/>
              <a:buNone/>
              <a:defRPr>
                <a:solidFill>
                  <a:schemeClr val="lt1"/>
                </a:solidFill>
              </a:defRPr>
            </a:lvl7pPr>
            <a:lvl8pPr lvl="7" rtl="0">
              <a:spcBef>
                <a:spcPts val="0"/>
              </a:spcBef>
              <a:spcAft>
                <a:spcPts val="0"/>
              </a:spcAft>
              <a:buClr>
                <a:schemeClr val="lt1"/>
              </a:buClr>
              <a:buSzPts val="3000"/>
              <a:buNone/>
              <a:defRPr>
                <a:solidFill>
                  <a:schemeClr val="lt1"/>
                </a:solidFill>
              </a:defRPr>
            </a:lvl8pPr>
            <a:lvl9pPr lvl="8" rtl="0">
              <a:spcBef>
                <a:spcPts val="0"/>
              </a:spcBef>
              <a:spcAft>
                <a:spcPts val="0"/>
              </a:spcAft>
              <a:buClr>
                <a:schemeClr val="lt1"/>
              </a:buClr>
              <a:buSzPts val="3000"/>
              <a:buNone/>
              <a:defRPr>
                <a:solidFill>
                  <a:schemeClr val="lt1"/>
                </a:solidFill>
              </a:defRPr>
            </a:lvl9pPr>
          </a:lstStyle>
          <a:p/>
        </p:txBody>
      </p:sp>
      <p:sp>
        <p:nvSpPr>
          <p:cNvPr id="344" name="Google Shape;344;p4"/>
          <p:cNvSpPr txBox="1"/>
          <p:nvPr>
            <p:ph idx="1" type="body"/>
          </p:nvPr>
        </p:nvSpPr>
        <p:spPr>
          <a:xfrm>
            <a:off x="726100" y="1117500"/>
            <a:ext cx="7691700" cy="3321300"/>
          </a:xfrm>
          <a:prstGeom prst="rect">
            <a:avLst/>
          </a:prstGeom>
        </p:spPr>
        <p:txBody>
          <a:bodyPr anchorCtr="0" anchor="ctr" bIns="91425" lIns="91425" spcFirstLastPara="1" rIns="91425" wrap="square" tIns="91425">
            <a:normAutofit/>
          </a:bodyPr>
          <a:lstStyle>
            <a:lvl1pPr indent="-330200" lvl="0" marL="457200" rtl="0">
              <a:spcBef>
                <a:spcPts val="0"/>
              </a:spcBef>
              <a:spcAft>
                <a:spcPts val="0"/>
              </a:spcAft>
              <a:buClr>
                <a:schemeClr val="lt1"/>
              </a:buClr>
              <a:buSzPts val="1600"/>
              <a:buFont typeface="Inter"/>
              <a:buChar char="●"/>
              <a:defRPr>
                <a:solidFill>
                  <a:schemeClr val="lt1"/>
                </a:solidFill>
              </a:defRPr>
            </a:lvl1pPr>
            <a:lvl2pPr indent="-330200" lvl="1" marL="914400" rtl="0">
              <a:spcBef>
                <a:spcPts val="0"/>
              </a:spcBef>
              <a:spcAft>
                <a:spcPts val="0"/>
              </a:spcAft>
              <a:buClr>
                <a:schemeClr val="lt1"/>
              </a:buClr>
              <a:buSzPts val="1600"/>
              <a:buFont typeface="Inter"/>
              <a:buChar char="●"/>
              <a:defRPr>
                <a:solidFill>
                  <a:schemeClr val="lt1"/>
                </a:solidFill>
              </a:defRPr>
            </a:lvl2pPr>
            <a:lvl3pPr indent="-330200" lvl="2" marL="1371600" rtl="0">
              <a:spcBef>
                <a:spcPts val="0"/>
              </a:spcBef>
              <a:spcAft>
                <a:spcPts val="0"/>
              </a:spcAft>
              <a:buClr>
                <a:schemeClr val="lt1"/>
              </a:buClr>
              <a:buSzPts val="1600"/>
              <a:buFont typeface="Inter"/>
              <a:buChar char="■"/>
              <a:defRPr>
                <a:solidFill>
                  <a:schemeClr val="lt1"/>
                </a:solidFill>
              </a:defRPr>
            </a:lvl3pPr>
            <a:lvl4pPr indent="-330200" lvl="3" marL="1828800" rtl="0">
              <a:spcBef>
                <a:spcPts val="0"/>
              </a:spcBef>
              <a:spcAft>
                <a:spcPts val="0"/>
              </a:spcAft>
              <a:buClr>
                <a:schemeClr val="lt1"/>
              </a:buClr>
              <a:buSzPts val="1600"/>
              <a:buFont typeface="Inter"/>
              <a:buChar char="●"/>
              <a:defRPr>
                <a:solidFill>
                  <a:schemeClr val="lt1"/>
                </a:solidFill>
              </a:defRPr>
            </a:lvl4pPr>
            <a:lvl5pPr indent="-330200" lvl="4" marL="2286000" rtl="0">
              <a:spcBef>
                <a:spcPts val="0"/>
              </a:spcBef>
              <a:spcAft>
                <a:spcPts val="0"/>
              </a:spcAft>
              <a:buClr>
                <a:schemeClr val="lt1"/>
              </a:buClr>
              <a:buSzPts val="1600"/>
              <a:buFont typeface="Inter"/>
              <a:buChar char="○"/>
              <a:defRPr>
                <a:solidFill>
                  <a:schemeClr val="lt1"/>
                </a:solidFill>
              </a:defRPr>
            </a:lvl5pPr>
            <a:lvl6pPr indent="-330200" lvl="5" marL="2743200" rtl="0">
              <a:spcBef>
                <a:spcPts val="0"/>
              </a:spcBef>
              <a:spcAft>
                <a:spcPts val="0"/>
              </a:spcAft>
              <a:buClr>
                <a:schemeClr val="lt1"/>
              </a:buClr>
              <a:buSzPts val="1600"/>
              <a:buFont typeface="Inter"/>
              <a:buChar char="■"/>
              <a:defRPr>
                <a:solidFill>
                  <a:schemeClr val="lt1"/>
                </a:solidFill>
              </a:defRPr>
            </a:lvl6pPr>
            <a:lvl7pPr indent="-330200" lvl="6" marL="3200400" rtl="0">
              <a:spcBef>
                <a:spcPts val="0"/>
              </a:spcBef>
              <a:spcAft>
                <a:spcPts val="0"/>
              </a:spcAft>
              <a:buClr>
                <a:schemeClr val="lt1"/>
              </a:buClr>
              <a:buSzPts val="1600"/>
              <a:buFont typeface="Inter"/>
              <a:buChar char="●"/>
              <a:defRPr>
                <a:solidFill>
                  <a:schemeClr val="lt1"/>
                </a:solidFill>
              </a:defRPr>
            </a:lvl7pPr>
            <a:lvl8pPr indent="-330200" lvl="7" marL="3657600" rtl="0">
              <a:spcBef>
                <a:spcPts val="0"/>
              </a:spcBef>
              <a:spcAft>
                <a:spcPts val="0"/>
              </a:spcAft>
              <a:buClr>
                <a:schemeClr val="lt1"/>
              </a:buClr>
              <a:buSzPts val="1600"/>
              <a:buFont typeface="Inter"/>
              <a:buChar char="○"/>
              <a:defRPr>
                <a:solidFill>
                  <a:schemeClr val="lt1"/>
                </a:solidFill>
              </a:defRPr>
            </a:lvl8pPr>
            <a:lvl9pPr indent="-330200" lvl="8" marL="4114800" rtl="0">
              <a:spcBef>
                <a:spcPts val="0"/>
              </a:spcBef>
              <a:spcAft>
                <a:spcPts val="0"/>
              </a:spcAft>
              <a:buClr>
                <a:schemeClr val="lt1"/>
              </a:buClr>
              <a:buSzPts val="1600"/>
              <a:buFont typeface="Inter"/>
              <a:buChar char="■"/>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FFFFFF"/>
        </a:solidFill>
      </p:bgPr>
    </p:bg>
    <p:spTree>
      <p:nvGrpSpPr>
        <p:cNvPr id="345" name="Shape 345"/>
        <p:cNvGrpSpPr/>
        <p:nvPr/>
      </p:nvGrpSpPr>
      <p:grpSpPr>
        <a:xfrm>
          <a:off x="0" y="0"/>
          <a:ext cx="0" cy="0"/>
          <a:chOff x="0" y="0"/>
          <a:chExt cx="0" cy="0"/>
        </a:xfrm>
      </p:grpSpPr>
      <p:sp>
        <p:nvSpPr>
          <p:cNvPr id="346" name="Google Shape;346;p5"/>
          <p:cNvSpPr txBox="1"/>
          <p:nvPr>
            <p:ph type="title"/>
          </p:nvPr>
        </p:nvSpPr>
        <p:spPr>
          <a:xfrm>
            <a:off x="311700" y="445025"/>
            <a:ext cx="8520600" cy="5727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7" name="Google Shape;347;p5"/>
          <p:cNvSpPr txBox="1"/>
          <p:nvPr>
            <p:ph idx="1" type="body"/>
          </p:nvPr>
        </p:nvSpPr>
        <p:spPr>
          <a:xfrm>
            <a:off x="311700" y="1152475"/>
            <a:ext cx="3999900" cy="34164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8" name="Google Shape;348;p5"/>
          <p:cNvSpPr txBox="1"/>
          <p:nvPr>
            <p:ph idx="2" type="body"/>
          </p:nvPr>
        </p:nvSpPr>
        <p:spPr>
          <a:xfrm>
            <a:off x="4832400" y="1152475"/>
            <a:ext cx="3999900" cy="34164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434343"/>
        </a:solidFill>
      </p:bgPr>
    </p:bg>
    <p:spTree>
      <p:nvGrpSpPr>
        <p:cNvPr id="349" name="Shape 349"/>
        <p:cNvGrpSpPr/>
        <p:nvPr/>
      </p:nvGrpSpPr>
      <p:grpSpPr>
        <a:xfrm>
          <a:off x="0" y="0"/>
          <a:ext cx="0" cy="0"/>
          <a:chOff x="0" y="0"/>
          <a:chExt cx="0" cy="0"/>
        </a:xfrm>
      </p:grpSpPr>
      <p:sp>
        <p:nvSpPr>
          <p:cNvPr id="350" name="Google Shape;350;p6"/>
          <p:cNvSpPr txBox="1"/>
          <p:nvPr>
            <p:ph type="title"/>
          </p:nvPr>
        </p:nvSpPr>
        <p:spPr>
          <a:xfrm>
            <a:off x="457200" y="419675"/>
            <a:ext cx="8229600" cy="3903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a:solidFill>
                  <a:schemeClr val="lt1"/>
                </a:solidFill>
              </a:defRPr>
            </a:lvl1pPr>
            <a:lvl2pPr lvl="1" rtl="0">
              <a:spcBef>
                <a:spcPts val="0"/>
              </a:spcBef>
              <a:spcAft>
                <a:spcPts val="0"/>
              </a:spcAft>
              <a:buClr>
                <a:schemeClr val="lt1"/>
              </a:buClr>
              <a:buSzPts val="3000"/>
              <a:buNone/>
              <a:defRPr>
                <a:solidFill>
                  <a:schemeClr val="lt1"/>
                </a:solidFill>
              </a:defRPr>
            </a:lvl2pPr>
            <a:lvl3pPr lvl="2" rtl="0">
              <a:spcBef>
                <a:spcPts val="0"/>
              </a:spcBef>
              <a:spcAft>
                <a:spcPts val="0"/>
              </a:spcAft>
              <a:buClr>
                <a:schemeClr val="lt1"/>
              </a:buClr>
              <a:buSzPts val="3000"/>
              <a:buNone/>
              <a:defRPr>
                <a:solidFill>
                  <a:schemeClr val="lt1"/>
                </a:solidFill>
              </a:defRPr>
            </a:lvl3pPr>
            <a:lvl4pPr lvl="3" rtl="0">
              <a:spcBef>
                <a:spcPts val="0"/>
              </a:spcBef>
              <a:spcAft>
                <a:spcPts val="0"/>
              </a:spcAft>
              <a:buClr>
                <a:schemeClr val="lt1"/>
              </a:buClr>
              <a:buSzPts val="3000"/>
              <a:buNone/>
              <a:defRPr>
                <a:solidFill>
                  <a:schemeClr val="lt1"/>
                </a:solidFill>
              </a:defRPr>
            </a:lvl4pPr>
            <a:lvl5pPr lvl="4" rtl="0">
              <a:spcBef>
                <a:spcPts val="0"/>
              </a:spcBef>
              <a:spcAft>
                <a:spcPts val="0"/>
              </a:spcAft>
              <a:buClr>
                <a:schemeClr val="lt1"/>
              </a:buClr>
              <a:buSzPts val="3000"/>
              <a:buNone/>
              <a:defRPr>
                <a:solidFill>
                  <a:schemeClr val="lt1"/>
                </a:solidFill>
              </a:defRPr>
            </a:lvl5pPr>
            <a:lvl6pPr lvl="5" rtl="0">
              <a:spcBef>
                <a:spcPts val="0"/>
              </a:spcBef>
              <a:spcAft>
                <a:spcPts val="0"/>
              </a:spcAft>
              <a:buClr>
                <a:schemeClr val="lt1"/>
              </a:buClr>
              <a:buSzPts val="3000"/>
              <a:buNone/>
              <a:defRPr>
                <a:solidFill>
                  <a:schemeClr val="lt1"/>
                </a:solidFill>
              </a:defRPr>
            </a:lvl6pPr>
            <a:lvl7pPr lvl="6" rtl="0">
              <a:spcBef>
                <a:spcPts val="0"/>
              </a:spcBef>
              <a:spcAft>
                <a:spcPts val="0"/>
              </a:spcAft>
              <a:buClr>
                <a:schemeClr val="lt1"/>
              </a:buClr>
              <a:buSzPts val="3000"/>
              <a:buNone/>
              <a:defRPr>
                <a:solidFill>
                  <a:schemeClr val="lt1"/>
                </a:solidFill>
              </a:defRPr>
            </a:lvl7pPr>
            <a:lvl8pPr lvl="7" rtl="0">
              <a:spcBef>
                <a:spcPts val="0"/>
              </a:spcBef>
              <a:spcAft>
                <a:spcPts val="0"/>
              </a:spcAft>
              <a:buClr>
                <a:schemeClr val="lt1"/>
              </a:buClr>
              <a:buSzPts val="3000"/>
              <a:buNone/>
              <a:defRPr>
                <a:solidFill>
                  <a:schemeClr val="lt1"/>
                </a:solidFill>
              </a:defRPr>
            </a:lvl8pPr>
            <a:lvl9pPr lvl="8" rtl="0">
              <a:spcBef>
                <a:spcPts val="0"/>
              </a:spcBef>
              <a:spcAft>
                <a:spcPts val="0"/>
              </a:spcAft>
              <a:buClr>
                <a:schemeClr val="lt1"/>
              </a:buClr>
              <a:buSzPts val="30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rgbClr val="FFFFFF"/>
        </a:solidFill>
      </p:bgPr>
    </p:bg>
    <p:spTree>
      <p:nvGrpSpPr>
        <p:cNvPr id="351" name="Shape 351"/>
        <p:cNvGrpSpPr/>
        <p:nvPr/>
      </p:nvGrpSpPr>
      <p:grpSpPr>
        <a:xfrm>
          <a:off x="0" y="0"/>
          <a:ext cx="0" cy="0"/>
          <a:chOff x="0" y="0"/>
          <a:chExt cx="0" cy="0"/>
        </a:xfrm>
      </p:grpSpPr>
      <p:sp>
        <p:nvSpPr>
          <p:cNvPr id="352" name="Google Shape;35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3" name="Google Shape;353;p7"/>
          <p:cNvSpPr txBox="1"/>
          <p:nvPr>
            <p:ph idx="1" type="body"/>
          </p:nvPr>
        </p:nvSpPr>
        <p:spPr>
          <a:xfrm>
            <a:off x="311700" y="1389600"/>
            <a:ext cx="2808000" cy="3179400"/>
          </a:xfrm>
          <a:prstGeom prst="rect">
            <a:avLst/>
          </a:prstGeom>
        </p:spPr>
        <p:txBody>
          <a:bodyPr anchorCtr="0" anchor="ctr"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FFFFFF"/>
        </a:solidFill>
      </p:bgPr>
    </p:bg>
    <p:spTree>
      <p:nvGrpSpPr>
        <p:cNvPr id="354" name="Shape 354"/>
        <p:cNvGrpSpPr/>
        <p:nvPr/>
      </p:nvGrpSpPr>
      <p:grpSpPr>
        <a:xfrm>
          <a:off x="0" y="0"/>
          <a:ext cx="0" cy="0"/>
          <a:chOff x="0" y="0"/>
          <a:chExt cx="0" cy="0"/>
        </a:xfrm>
      </p:grpSpPr>
      <p:sp>
        <p:nvSpPr>
          <p:cNvPr id="355" name="Google Shape;35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rgbClr val="FFFFFF"/>
        </a:solidFill>
      </p:bgPr>
    </p:bg>
    <p:spTree>
      <p:nvGrpSpPr>
        <p:cNvPr id="356" name="Shape 356"/>
        <p:cNvGrpSpPr/>
        <p:nvPr/>
      </p:nvGrpSpPr>
      <p:grpSpPr>
        <a:xfrm>
          <a:off x="0" y="0"/>
          <a:ext cx="0" cy="0"/>
          <a:chOff x="0" y="0"/>
          <a:chExt cx="0" cy="0"/>
        </a:xfrm>
      </p:grpSpPr>
      <p:sp>
        <p:nvSpPr>
          <p:cNvPr id="357" name="Google Shape;35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9" name="Google Shape;359;p9"/>
          <p:cNvSpPr txBox="1"/>
          <p:nvPr>
            <p:ph idx="1" type="subTitle"/>
          </p:nvPr>
        </p:nvSpPr>
        <p:spPr>
          <a:xfrm>
            <a:off x="265500" y="2803075"/>
            <a:ext cx="4045200" cy="12351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0" name="Google Shape;36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rgbClr val="FFFFFF"/>
        </a:solidFill>
      </p:bgPr>
    </p:bg>
    <p:spTree>
      <p:nvGrpSpPr>
        <p:cNvPr id="361" name="Shape 361"/>
        <p:cNvGrpSpPr/>
        <p:nvPr/>
      </p:nvGrpSpPr>
      <p:grpSpPr>
        <a:xfrm>
          <a:off x="0" y="0"/>
          <a:ext cx="0" cy="0"/>
          <a:chOff x="0" y="0"/>
          <a:chExt cx="0" cy="0"/>
        </a:xfrm>
      </p:grpSpPr>
      <p:sp>
        <p:nvSpPr>
          <p:cNvPr id="362" name="Google Shape;36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500"/>
              <a:buNone/>
              <a:defRPr/>
            </a:lvl1pPr>
          </a:lstStyle>
          <a:p/>
        </p:txBody>
      </p:sp>
      <p:sp>
        <p:nvSpPr>
          <p:cNvPr id="363" name="Google Shape;36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FFFFFF"/>
        </a:solidFill>
      </p:bgPr>
    </p:bg>
    <p:spTree>
      <p:nvGrpSpPr>
        <p:cNvPr id="364" name="Shape 364"/>
        <p:cNvGrpSpPr/>
        <p:nvPr/>
      </p:nvGrpSpPr>
      <p:grpSpPr>
        <a:xfrm>
          <a:off x="0" y="0"/>
          <a:ext cx="0" cy="0"/>
          <a:chOff x="0" y="0"/>
          <a:chExt cx="0" cy="0"/>
        </a:xfrm>
      </p:grpSpPr>
      <p:sp>
        <p:nvSpPr>
          <p:cNvPr id="365" name="Google Shape;36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6" name="Google Shape;366;p11"/>
          <p:cNvSpPr txBox="1"/>
          <p:nvPr>
            <p:ph idx="1" type="body"/>
          </p:nvPr>
        </p:nvSpPr>
        <p:spPr>
          <a:xfrm>
            <a:off x="311700" y="3152225"/>
            <a:ext cx="8520600" cy="1300800"/>
          </a:xfrm>
          <a:prstGeom prst="rect">
            <a:avLst/>
          </a:prstGeom>
        </p:spPr>
        <p:txBody>
          <a:bodyPr anchorCtr="0" anchor="ctr" bIns="91425" lIns="91425" spcFirstLastPara="1" rIns="91425" wrap="square" tIns="91425">
            <a:normAutofit/>
          </a:bodyPr>
          <a:lstStyle>
            <a:lvl1pPr indent="-323850" lvl="0" marL="457200" algn="ctr">
              <a:spcBef>
                <a:spcPts val="0"/>
              </a:spcBef>
              <a:spcAft>
                <a:spcPts val="0"/>
              </a:spcAft>
              <a:buSzPts val="1500"/>
              <a:buChar char="●"/>
              <a:defRPr/>
            </a:lvl1pPr>
            <a:lvl2pPr indent="-323850" lvl="1" marL="914400" algn="ctr">
              <a:spcBef>
                <a:spcPts val="0"/>
              </a:spcBef>
              <a:spcAft>
                <a:spcPts val="0"/>
              </a:spcAft>
              <a:buSzPts val="1500"/>
              <a:buChar char="○"/>
              <a:defRPr/>
            </a:lvl2pPr>
            <a:lvl3pPr indent="-323850" lvl="2" marL="1371600" algn="ctr">
              <a:spcBef>
                <a:spcPts val="0"/>
              </a:spcBef>
              <a:spcAft>
                <a:spcPts val="0"/>
              </a:spcAft>
              <a:buSzPts val="1500"/>
              <a:buChar char="■"/>
              <a:defRPr/>
            </a:lvl3pPr>
            <a:lvl4pPr indent="-323850" lvl="3" marL="1828800" algn="ctr">
              <a:spcBef>
                <a:spcPts val="0"/>
              </a:spcBef>
              <a:spcAft>
                <a:spcPts val="0"/>
              </a:spcAft>
              <a:buSzPts val="1500"/>
              <a:buChar char="●"/>
              <a:defRPr/>
            </a:lvl4pPr>
            <a:lvl5pPr indent="-323850" lvl="4" marL="2286000" algn="ctr">
              <a:spcBef>
                <a:spcPts val="0"/>
              </a:spcBef>
              <a:spcAft>
                <a:spcPts val="0"/>
              </a:spcAft>
              <a:buSzPts val="1500"/>
              <a:buChar char="○"/>
              <a:defRPr/>
            </a:lvl5pPr>
            <a:lvl6pPr indent="-323850" lvl="5" marL="2743200" algn="ctr">
              <a:spcBef>
                <a:spcPts val="0"/>
              </a:spcBef>
              <a:spcAft>
                <a:spcPts val="0"/>
              </a:spcAft>
              <a:buSzPts val="1500"/>
              <a:buChar char="■"/>
              <a:defRPr/>
            </a:lvl6pPr>
            <a:lvl7pPr indent="-323850" lvl="6" marL="3200400" algn="ctr">
              <a:spcBef>
                <a:spcPts val="0"/>
              </a:spcBef>
              <a:spcAft>
                <a:spcPts val="0"/>
              </a:spcAft>
              <a:buSzPts val="1500"/>
              <a:buChar char="●"/>
              <a:defRPr/>
            </a:lvl7pPr>
            <a:lvl8pPr indent="-323850" lvl="7" marL="3657600" algn="ctr">
              <a:spcBef>
                <a:spcPts val="0"/>
              </a:spcBef>
              <a:spcAft>
                <a:spcPts val="0"/>
              </a:spcAft>
              <a:buSzPts val="1500"/>
              <a:buChar char="○"/>
              <a:defRPr/>
            </a:lvl8pPr>
            <a:lvl9pPr indent="-323850" lvl="8" marL="4114800" algn="ctr">
              <a:spcBef>
                <a:spcPts val="0"/>
              </a:spcBef>
              <a:spcAft>
                <a:spcPts val="0"/>
              </a:spcAft>
              <a:buSzPts val="15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67" name="Shape 36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71" name="Shape 37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a:bodyPr>
          <a:lstStyle>
            <a:lvl1pPr lvl="0">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1pPr>
            <a:lvl2pPr lvl="1">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2pPr>
            <a:lvl3pPr lvl="2">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3pPr>
            <a:lvl4pPr lvl="3">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4pPr>
            <a:lvl5pPr lvl="4">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5pPr>
            <a:lvl6pPr lvl="5">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6pPr>
            <a:lvl7pPr lvl="6">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7pPr>
            <a:lvl8pPr lvl="7">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8pPr>
            <a:lvl9pPr lvl="8">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rmAutofit/>
          </a:bodyPr>
          <a:lstStyle>
            <a:lvl1pPr indent="-323850" lvl="0" marL="45720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1pPr>
            <a:lvl2pPr indent="-323850" lvl="1" marL="91440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2pPr>
            <a:lvl3pPr indent="-323850" lvl="2" marL="137160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3pPr>
            <a:lvl4pPr indent="-323850" lvl="3" marL="182880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4pPr>
            <a:lvl5pPr indent="-323850" lvl="4" marL="228600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5pPr>
            <a:lvl6pPr indent="-323850" lvl="5" marL="274320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6pPr>
            <a:lvl7pPr indent="-323850" lvl="6" marL="320040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7pPr>
            <a:lvl8pPr indent="-323850" lvl="7" marL="365760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8pPr>
            <a:lvl9pPr indent="-323850" lvl="8" marL="411480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368" name="Shape 368"/>
        <p:cNvGrpSpPr/>
        <p:nvPr/>
      </p:nvGrpSpPr>
      <p:grpSpPr>
        <a:xfrm>
          <a:off x="0" y="0"/>
          <a:ext cx="0" cy="0"/>
          <a:chOff x="0" y="0"/>
          <a:chExt cx="0" cy="0"/>
        </a:xfrm>
      </p:grpSpPr>
      <p:sp>
        <p:nvSpPr>
          <p:cNvPr id="369" name="Google Shape;369;p13"/>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370" name="Google Shape;370;p13"/>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slidesgo.com/theme/chemistry-lesson/?utm_source=slidesgo_template_infographics&amp;utm_medium=referral-link&amp;utm_campaign=sg_credits&amp;utm_content=templat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s://docs.google.com/spreadsheets/d/1rLzDPWI9-WC-rsu9UQV44lkfSXzv8AcrWLe530dwM68/copy"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hyperlink" Target="https://docs.google.com/spreadsheets/d/1rLzDPWI9-WC-rsu9UQV44lkfSXzv8AcrWLe530dwM68/copy" TargetMode="Externa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hyperlink" Target="https://docs.google.com/spreadsheets/d/1rLzDPWI9-WC-rsu9UQV44lkfSXzv8AcrWLe530dwM68/copy" TargetMode="Externa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hyperlink" Target="https://bit.ly/2ZjL1pd" TargetMode="External"/><Relationship Id="rId4" Type="http://schemas.openxmlformats.org/officeDocument/2006/relationships/hyperlink" Target="https://bit.ly/2ZjL1pd" TargetMode="External"/><Relationship Id="rId5" Type="http://schemas.openxmlformats.org/officeDocument/2006/relationships/hyperlink" Target="http://bit.ly/30B07Gq"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5"/>
          <p:cNvSpPr txBox="1"/>
          <p:nvPr>
            <p:ph type="ctrTitle"/>
          </p:nvPr>
        </p:nvSpPr>
        <p:spPr>
          <a:xfrm>
            <a:off x="457200" y="411475"/>
            <a:ext cx="5040900" cy="306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Chemistry Lesson</a:t>
            </a:r>
            <a:r>
              <a:rPr lang="en"/>
              <a:t> I</a:t>
            </a:r>
            <a:r>
              <a:rPr lang="en"/>
              <a:t>nfographics</a:t>
            </a:r>
            <a:endParaRPr/>
          </a:p>
        </p:txBody>
      </p:sp>
      <p:sp>
        <p:nvSpPr>
          <p:cNvPr id="377" name="Google Shape;377;p15"/>
          <p:cNvSpPr txBox="1"/>
          <p:nvPr>
            <p:ph idx="1" type="subTitle"/>
          </p:nvPr>
        </p:nvSpPr>
        <p:spPr>
          <a:xfrm>
            <a:off x="457200" y="3478675"/>
            <a:ext cx="5040900" cy="43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Here is where this template begins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6"/>
          <p:cNvSpPr txBox="1"/>
          <p:nvPr>
            <p:ph idx="1" type="body"/>
          </p:nvPr>
        </p:nvSpPr>
        <p:spPr>
          <a:xfrm>
            <a:off x="726100" y="1117500"/>
            <a:ext cx="7691700" cy="3321300"/>
          </a:xfrm>
          <a:prstGeom prst="rect">
            <a:avLst/>
          </a:prstGeom>
        </p:spPr>
        <p:txBody>
          <a:bodyPr anchorCtr="0" anchor="ctr" bIns="91425" lIns="91425" spcFirstLastPara="1" rIns="91425" wrap="square" tIns="91425">
            <a:normAutofit/>
          </a:bodyPr>
          <a:lstStyle/>
          <a:p>
            <a:pPr indent="-304800" lvl="0" marL="457200" rtl="0" algn="l">
              <a:spcBef>
                <a:spcPts val="0"/>
              </a:spcBef>
              <a:spcAft>
                <a:spcPts val="0"/>
              </a:spcAft>
              <a:buSzPts val="1200"/>
              <a:buFont typeface="Nunito"/>
              <a:buAutoNum type="arabicPeriod"/>
            </a:pPr>
            <a:r>
              <a:rPr lang="en" sz="1400"/>
              <a:t>This template contains an assortment of complementary infographic resources for the </a:t>
            </a:r>
            <a:r>
              <a:rPr b="1" lang="en">
                <a:solidFill>
                  <a:schemeClr val="hlink"/>
                </a:solidFill>
                <a:uFill>
                  <a:noFill/>
                </a:uFill>
                <a:hlinkClick r:id="rId3"/>
              </a:rPr>
              <a:t>Chemistry Lesson</a:t>
            </a:r>
            <a:r>
              <a:rPr b="1" lang="en" sz="1400"/>
              <a:t> </a:t>
            </a:r>
            <a:r>
              <a:rPr lang="en" sz="1400"/>
              <a:t>presentation.</a:t>
            </a:r>
            <a:endParaRPr sz="1400"/>
          </a:p>
          <a:p>
            <a:pPr indent="-304800" lvl="0" marL="457200" rtl="0" algn="l">
              <a:spcBef>
                <a:spcPts val="0"/>
              </a:spcBef>
              <a:spcAft>
                <a:spcPts val="0"/>
              </a:spcAft>
              <a:buSzPts val="1200"/>
              <a:buFont typeface="Catamaran"/>
              <a:buAutoNum type="arabicPeriod"/>
            </a:pPr>
            <a:r>
              <a:rPr lang="en" sz="1400"/>
              <a:t>These infographics are adapted to the style of the aforementioned presentation, so you can insert them easily and have them completely integrated at once. You just need to do the following:</a:t>
            </a:r>
            <a:endParaRPr sz="1400"/>
          </a:p>
          <a:p>
            <a:pPr indent="-304800" lvl="1" marL="914400" rtl="0" algn="l">
              <a:spcBef>
                <a:spcPts val="0"/>
              </a:spcBef>
              <a:spcAft>
                <a:spcPts val="0"/>
              </a:spcAft>
              <a:buSzPts val="1200"/>
              <a:buFont typeface="Catamaran"/>
              <a:buAutoNum type="alphaLcPeriod"/>
            </a:pPr>
            <a:r>
              <a:rPr lang="en"/>
              <a:t>Select the element that you want to copy</a:t>
            </a:r>
            <a:endParaRPr/>
          </a:p>
          <a:p>
            <a:pPr indent="-304800" lvl="1" marL="914400" rtl="0" algn="l">
              <a:spcBef>
                <a:spcPts val="0"/>
              </a:spcBef>
              <a:spcAft>
                <a:spcPts val="0"/>
              </a:spcAft>
              <a:buSzPts val="1200"/>
              <a:buFont typeface="Catamaran"/>
              <a:buAutoNum type="alphaLcPeriod"/>
            </a:pPr>
            <a:r>
              <a:rPr lang="en"/>
              <a:t>Right-click and choose “Copy”</a:t>
            </a:r>
            <a:endParaRPr/>
          </a:p>
          <a:p>
            <a:pPr indent="-304800" lvl="1" marL="914400" rtl="0" algn="l">
              <a:spcBef>
                <a:spcPts val="0"/>
              </a:spcBef>
              <a:spcAft>
                <a:spcPts val="0"/>
              </a:spcAft>
              <a:buSzPts val="1200"/>
              <a:buFont typeface="Catamaran"/>
              <a:buAutoNum type="alphaLcPeriod"/>
            </a:pPr>
            <a:r>
              <a:rPr lang="en"/>
              <a:t>Go to the slide where you want the element to appear</a:t>
            </a:r>
            <a:endParaRPr/>
          </a:p>
          <a:p>
            <a:pPr indent="-304800" lvl="1" marL="914400" rtl="0" algn="l">
              <a:spcBef>
                <a:spcPts val="0"/>
              </a:spcBef>
              <a:spcAft>
                <a:spcPts val="0"/>
              </a:spcAft>
              <a:buSzPts val="1200"/>
              <a:buFont typeface="Catamaran"/>
              <a:buAutoNum type="alphaLcPeriod"/>
            </a:pPr>
            <a:r>
              <a:rPr lang="en"/>
              <a:t>Right-click and choose “Paste”</a:t>
            </a:r>
            <a:endParaRPr/>
          </a:p>
        </p:txBody>
      </p:sp>
      <p:sp>
        <p:nvSpPr>
          <p:cNvPr id="383" name="Google Shape;383;p16"/>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a:t>A</a:t>
            </a:r>
            <a:r>
              <a:rPr lang="en"/>
              <a:t>bout Chemistry Lesson Infographics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7"/>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en"/>
              <a:t>Chemistry Lesson Infographics</a:t>
            </a:r>
            <a:endParaRPr/>
          </a:p>
        </p:txBody>
      </p:sp>
      <p:grpSp>
        <p:nvGrpSpPr>
          <p:cNvPr id="389" name="Google Shape;389;p17"/>
          <p:cNvGrpSpPr/>
          <p:nvPr/>
        </p:nvGrpSpPr>
        <p:grpSpPr>
          <a:xfrm>
            <a:off x="6433675" y="1116650"/>
            <a:ext cx="1912850" cy="841950"/>
            <a:chOff x="6433675" y="1116650"/>
            <a:chExt cx="1912850" cy="841950"/>
          </a:xfrm>
        </p:grpSpPr>
        <p:sp>
          <p:nvSpPr>
            <p:cNvPr id="390" name="Google Shape;390;p17"/>
            <p:cNvSpPr txBox="1"/>
            <p:nvPr/>
          </p:nvSpPr>
          <p:spPr>
            <a:xfrm>
              <a:off x="6433675" y="1451900"/>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391" name="Google Shape;391;p17"/>
            <p:cNvSpPr txBox="1"/>
            <p:nvPr/>
          </p:nvSpPr>
          <p:spPr>
            <a:xfrm>
              <a:off x="7148025" y="1116650"/>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t>
              </a:r>
              <a:r>
                <a:rPr lang="en" sz="2000">
                  <a:solidFill>
                    <a:schemeClr val="lt1"/>
                  </a:solidFill>
                  <a:latin typeface="Love Ya Like A Sister"/>
                  <a:ea typeface="Love Ya Like A Sister"/>
                  <a:cs typeface="Love Ya Like A Sister"/>
                  <a:sym typeface="Love Ya Like A Sister"/>
                </a:rPr>
                <a:t>ercury</a:t>
              </a:r>
              <a:endParaRPr sz="2000">
                <a:solidFill>
                  <a:schemeClr val="lt1"/>
                </a:solidFill>
                <a:latin typeface="Love Ya Like A Sister"/>
                <a:ea typeface="Love Ya Like A Sister"/>
                <a:cs typeface="Love Ya Like A Sister"/>
                <a:sym typeface="Love Ya Like A Sister"/>
              </a:endParaRPr>
            </a:p>
          </p:txBody>
        </p:sp>
      </p:grpSp>
      <p:grpSp>
        <p:nvGrpSpPr>
          <p:cNvPr id="392" name="Google Shape;392;p17"/>
          <p:cNvGrpSpPr/>
          <p:nvPr/>
        </p:nvGrpSpPr>
        <p:grpSpPr>
          <a:xfrm>
            <a:off x="6433675" y="2503388"/>
            <a:ext cx="1912850" cy="841950"/>
            <a:chOff x="6433675" y="2448300"/>
            <a:chExt cx="1912850" cy="841950"/>
          </a:xfrm>
        </p:grpSpPr>
        <p:sp>
          <p:nvSpPr>
            <p:cNvPr id="393" name="Google Shape;393;p17"/>
            <p:cNvSpPr txBox="1"/>
            <p:nvPr/>
          </p:nvSpPr>
          <p:spPr>
            <a:xfrm>
              <a:off x="6433675" y="2783550"/>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394" name="Google Shape;394;p17"/>
            <p:cNvSpPr txBox="1"/>
            <p:nvPr/>
          </p:nvSpPr>
          <p:spPr>
            <a:xfrm>
              <a:off x="7148025" y="2448300"/>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a:t>
              </a:r>
              <a:r>
                <a:rPr lang="en" sz="2000">
                  <a:solidFill>
                    <a:schemeClr val="lt1"/>
                  </a:solidFill>
                  <a:latin typeface="Love Ya Like A Sister"/>
                  <a:ea typeface="Love Ya Like A Sister"/>
                  <a:cs typeface="Love Ya Like A Sister"/>
                  <a:sym typeface="Love Ya Like A Sister"/>
                </a:rPr>
                <a:t>upiter</a:t>
              </a:r>
              <a:endParaRPr sz="2000">
                <a:solidFill>
                  <a:schemeClr val="lt1"/>
                </a:solidFill>
                <a:latin typeface="Love Ya Like A Sister"/>
                <a:ea typeface="Love Ya Like A Sister"/>
                <a:cs typeface="Love Ya Like A Sister"/>
                <a:sym typeface="Love Ya Like A Sister"/>
              </a:endParaRPr>
            </a:p>
          </p:txBody>
        </p:sp>
      </p:grpSp>
      <p:grpSp>
        <p:nvGrpSpPr>
          <p:cNvPr id="395" name="Google Shape;395;p17"/>
          <p:cNvGrpSpPr/>
          <p:nvPr/>
        </p:nvGrpSpPr>
        <p:grpSpPr>
          <a:xfrm>
            <a:off x="6433675" y="3890125"/>
            <a:ext cx="1912850" cy="841950"/>
            <a:chOff x="6433675" y="3890125"/>
            <a:chExt cx="1912850" cy="841950"/>
          </a:xfrm>
        </p:grpSpPr>
        <p:sp>
          <p:nvSpPr>
            <p:cNvPr id="396" name="Google Shape;396;p17"/>
            <p:cNvSpPr txBox="1"/>
            <p:nvPr/>
          </p:nvSpPr>
          <p:spPr>
            <a:xfrm>
              <a:off x="6433675" y="4225375"/>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Saturn is the ringed one. It’s a gas giant</a:t>
              </a:r>
              <a:endParaRPr>
                <a:solidFill>
                  <a:schemeClr val="lt1"/>
                </a:solidFill>
                <a:latin typeface="Catamaran"/>
                <a:ea typeface="Catamaran"/>
                <a:cs typeface="Catamaran"/>
                <a:sym typeface="Catamaran"/>
              </a:endParaRPr>
            </a:p>
          </p:txBody>
        </p:sp>
        <p:sp>
          <p:nvSpPr>
            <p:cNvPr id="397" name="Google Shape;397;p17"/>
            <p:cNvSpPr txBox="1"/>
            <p:nvPr/>
          </p:nvSpPr>
          <p:spPr>
            <a:xfrm>
              <a:off x="7148025" y="3890125"/>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
              </a:r>
              <a:r>
                <a:rPr lang="en" sz="2000">
                  <a:solidFill>
                    <a:schemeClr val="lt1"/>
                  </a:solidFill>
                  <a:latin typeface="Love Ya Like A Sister"/>
                  <a:ea typeface="Love Ya Like A Sister"/>
                  <a:cs typeface="Love Ya Like A Sister"/>
                  <a:sym typeface="Love Ya Like A Sister"/>
                </a:rPr>
                <a:t>aturn</a:t>
              </a:r>
              <a:endParaRPr sz="2000">
                <a:solidFill>
                  <a:schemeClr val="lt1"/>
                </a:solidFill>
                <a:latin typeface="Love Ya Like A Sister"/>
                <a:ea typeface="Love Ya Like A Sister"/>
                <a:cs typeface="Love Ya Like A Sister"/>
                <a:sym typeface="Love Ya Like A Sister"/>
              </a:endParaRPr>
            </a:p>
          </p:txBody>
        </p:sp>
      </p:grpSp>
      <p:grpSp>
        <p:nvGrpSpPr>
          <p:cNvPr id="398" name="Google Shape;398;p17"/>
          <p:cNvGrpSpPr/>
          <p:nvPr/>
        </p:nvGrpSpPr>
        <p:grpSpPr>
          <a:xfrm>
            <a:off x="3965425" y="1116650"/>
            <a:ext cx="1912800" cy="841950"/>
            <a:chOff x="3813025" y="1116650"/>
            <a:chExt cx="1912800" cy="841950"/>
          </a:xfrm>
        </p:grpSpPr>
        <p:sp>
          <p:nvSpPr>
            <p:cNvPr id="399" name="Google Shape;399;p17"/>
            <p:cNvSpPr txBox="1"/>
            <p:nvPr/>
          </p:nvSpPr>
          <p:spPr>
            <a:xfrm>
              <a:off x="3813025" y="1451900"/>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400" name="Google Shape;400;p17"/>
            <p:cNvSpPr txBox="1"/>
            <p:nvPr/>
          </p:nvSpPr>
          <p:spPr>
            <a:xfrm>
              <a:off x="4527325" y="1116650"/>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401" name="Google Shape;401;p17"/>
          <p:cNvGrpSpPr/>
          <p:nvPr/>
        </p:nvGrpSpPr>
        <p:grpSpPr>
          <a:xfrm>
            <a:off x="3965425" y="2503388"/>
            <a:ext cx="1912800" cy="841950"/>
            <a:chOff x="3813025" y="2448300"/>
            <a:chExt cx="1912800" cy="841950"/>
          </a:xfrm>
        </p:grpSpPr>
        <p:sp>
          <p:nvSpPr>
            <p:cNvPr id="402" name="Google Shape;402;p17"/>
            <p:cNvSpPr txBox="1"/>
            <p:nvPr/>
          </p:nvSpPr>
          <p:spPr>
            <a:xfrm>
              <a:off x="3813025" y="2783550"/>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Venus has a beautiful name, but is hot</a:t>
              </a:r>
              <a:endParaRPr>
                <a:solidFill>
                  <a:schemeClr val="lt1"/>
                </a:solidFill>
                <a:latin typeface="Catamaran"/>
                <a:ea typeface="Catamaran"/>
                <a:cs typeface="Catamaran"/>
                <a:sym typeface="Catamaran"/>
              </a:endParaRPr>
            </a:p>
          </p:txBody>
        </p:sp>
        <p:sp>
          <p:nvSpPr>
            <p:cNvPr id="403" name="Google Shape;403;p17"/>
            <p:cNvSpPr txBox="1"/>
            <p:nvPr/>
          </p:nvSpPr>
          <p:spPr>
            <a:xfrm>
              <a:off x="4527325" y="2448300"/>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grpSp>
        <p:nvGrpSpPr>
          <p:cNvPr id="404" name="Google Shape;404;p17"/>
          <p:cNvGrpSpPr/>
          <p:nvPr/>
        </p:nvGrpSpPr>
        <p:grpSpPr>
          <a:xfrm>
            <a:off x="3965425" y="3890125"/>
            <a:ext cx="1912800" cy="841950"/>
            <a:chOff x="3813025" y="3890125"/>
            <a:chExt cx="1912800" cy="841950"/>
          </a:xfrm>
        </p:grpSpPr>
        <p:sp>
          <p:nvSpPr>
            <p:cNvPr id="405" name="Google Shape;405;p17"/>
            <p:cNvSpPr txBox="1"/>
            <p:nvPr/>
          </p:nvSpPr>
          <p:spPr>
            <a:xfrm>
              <a:off x="3813025" y="4225375"/>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Earth is the planet where we all live on</a:t>
              </a:r>
              <a:endParaRPr>
                <a:solidFill>
                  <a:schemeClr val="lt1"/>
                </a:solidFill>
                <a:latin typeface="Catamaran"/>
                <a:ea typeface="Catamaran"/>
                <a:cs typeface="Catamaran"/>
                <a:sym typeface="Catamaran"/>
              </a:endParaRPr>
            </a:p>
          </p:txBody>
        </p:sp>
        <p:sp>
          <p:nvSpPr>
            <p:cNvPr id="406" name="Google Shape;406;p17"/>
            <p:cNvSpPr txBox="1"/>
            <p:nvPr/>
          </p:nvSpPr>
          <p:spPr>
            <a:xfrm>
              <a:off x="4527325" y="3890125"/>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407" name="Google Shape;407;p17"/>
          <p:cNvGrpSpPr/>
          <p:nvPr/>
        </p:nvGrpSpPr>
        <p:grpSpPr>
          <a:xfrm>
            <a:off x="5954410" y="1223862"/>
            <a:ext cx="276254" cy="251767"/>
            <a:chOff x="-937525" y="2737025"/>
            <a:chExt cx="291100" cy="265325"/>
          </a:xfrm>
        </p:grpSpPr>
        <p:sp>
          <p:nvSpPr>
            <p:cNvPr id="408" name="Google Shape;408;p17"/>
            <p:cNvSpPr/>
            <p:nvPr/>
          </p:nvSpPr>
          <p:spPr>
            <a:xfrm>
              <a:off x="-937525" y="2737025"/>
              <a:ext cx="291100" cy="265325"/>
            </a:xfrm>
            <a:custGeom>
              <a:rect b="b" l="l" r="r" t="t"/>
              <a:pathLst>
                <a:path extrusionOk="0" h="10613" w="11644">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p:nvPr/>
          </p:nvSpPr>
          <p:spPr>
            <a:xfrm>
              <a:off x="-846575" y="2888550"/>
              <a:ext cx="20025" cy="15875"/>
            </a:xfrm>
            <a:custGeom>
              <a:rect b="b" l="l" r="r" t="t"/>
              <a:pathLst>
                <a:path extrusionOk="0" h="635" w="801">
                  <a:moveTo>
                    <a:pt x="400" y="1"/>
                  </a:moveTo>
                  <a:cubicBezTo>
                    <a:pt x="0" y="1"/>
                    <a:pt x="0" y="635"/>
                    <a:pt x="400" y="635"/>
                  </a:cubicBezTo>
                  <a:cubicBezTo>
                    <a:pt x="801" y="635"/>
                    <a:pt x="801" y="1"/>
                    <a:pt x="4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834075" y="2834350"/>
              <a:ext cx="20025" cy="15875"/>
            </a:xfrm>
            <a:custGeom>
              <a:rect b="b" l="l" r="r" t="t"/>
              <a:pathLst>
                <a:path extrusionOk="0" h="635" w="801">
                  <a:moveTo>
                    <a:pt x="401" y="1"/>
                  </a:moveTo>
                  <a:cubicBezTo>
                    <a:pt x="0" y="1"/>
                    <a:pt x="0" y="634"/>
                    <a:pt x="401" y="634"/>
                  </a:cubicBezTo>
                  <a:cubicBezTo>
                    <a:pt x="801" y="634"/>
                    <a:pt x="801" y="1"/>
                    <a:pt x="4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798225" y="2905250"/>
              <a:ext cx="20050" cy="15850"/>
            </a:xfrm>
            <a:custGeom>
              <a:rect b="b" l="l" r="r" t="t"/>
              <a:pathLst>
                <a:path extrusionOk="0" h="634" w="802">
                  <a:moveTo>
                    <a:pt x="401" y="0"/>
                  </a:moveTo>
                  <a:cubicBezTo>
                    <a:pt x="1" y="0"/>
                    <a:pt x="1" y="634"/>
                    <a:pt x="401" y="634"/>
                  </a:cubicBezTo>
                  <a:cubicBezTo>
                    <a:pt x="801" y="634"/>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7"/>
            <p:cNvSpPr/>
            <p:nvPr/>
          </p:nvSpPr>
          <p:spPr>
            <a:xfrm>
              <a:off x="-752350" y="2856875"/>
              <a:ext cx="20025" cy="15875"/>
            </a:xfrm>
            <a:custGeom>
              <a:rect b="b" l="l" r="r" t="t"/>
              <a:pathLst>
                <a:path extrusionOk="0" h="635" w="801">
                  <a:moveTo>
                    <a:pt x="401" y="0"/>
                  </a:moveTo>
                  <a:cubicBezTo>
                    <a:pt x="0" y="0"/>
                    <a:pt x="0" y="634"/>
                    <a:pt x="401" y="634"/>
                  </a:cubicBezTo>
                  <a:cubicBezTo>
                    <a:pt x="801" y="634"/>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7"/>
            <p:cNvSpPr/>
            <p:nvPr/>
          </p:nvSpPr>
          <p:spPr>
            <a:xfrm>
              <a:off x="-781550" y="2801000"/>
              <a:ext cx="20050" cy="15025"/>
            </a:xfrm>
            <a:custGeom>
              <a:rect b="b" l="l" r="r" t="t"/>
              <a:pathLst>
                <a:path extrusionOk="0" h="601" w="802">
                  <a:moveTo>
                    <a:pt x="401" y="0"/>
                  </a:moveTo>
                  <a:cubicBezTo>
                    <a:pt x="1" y="0"/>
                    <a:pt x="1" y="601"/>
                    <a:pt x="401" y="601"/>
                  </a:cubicBezTo>
                  <a:cubicBezTo>
                    <a:pt x="801" y="601"/>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p:nvPr/>
          </p:nvSpPr>
          <p:spPr>
            <a:xfrm>
              <a:off x="-792375" y="2859375"/>
              <a:ext cx="20875" cy="15875"/>
            </a:xfrm>
            <a:custGeom>
              <a:rect b="b" l="l" r="r" t="t"/>
              <a:pathLst>
                <a:path extrusionOk="0" h="635" w="835">
                  <a:moveTo>
                    <a:pt x="434" y="0"/>
                  </a:moveTo>
                  <a:cubicBezTo>
                    <a:pt x="0" y="0"/>
                    <a:pt x="0" y="634"/>
                    <a:pt x="434" y="634"/>
                  </a:cubicBezTo>
                  <a:cubicBezTo>
                    <a:pt x="834" y="634"/>
                    <a:pt x="834"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7"/>
            <p:cNvSpPr/>
            <p:nvPr/>
          </p:nvSpPr>
          <p:spPr>
            <a:xfrm>
              <a:off x="-737350" y="2916075"/>
              <a:ext cx="20050" cy="15050"/>
            </a:xfrm>
            <a:custGeom>
              <a:rect b="b" l="l" r="r" t="t"/>
              <a:pathLst>
                <a:path extrusionOk="0" h="602" w="802">
                  <a:moveTo>
                    <a:pt x="401" y="1"/>
                  </a:moveTo>
                  <a:cubicBezTo>
                    <a:pt x="1" y="1"/>
                    <a:pt x="1" y="601"/>
                    <a:pt x="401" y="601"/>
                  </a:cubicBezTo>
                  <a:cubicBezTo>
                    <a:pt x="801" y="601"/>
                    <a:pt x="801" y="1"/>
                    <a:pt x="4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 name="Google Shape;416;p17"/>
          <p:cNvSpPr/>
          <p:nvPr/>
        </p:nvSpPr>
        <p:spPr>
          <a:xfrm>
            <a:off x="5954430" y="3979682"/>
            <a:ext cx="276248" cy="252005"/>
          </a:xfrm>
          <a:custGeom>
            <a:rect b="b" l="l" r="r" t="t"/>
            <a:pathLst>
              <a:path extrusionOk="0" h="8059" w="8835">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7" name="Google Shape;417;p17"/>
          <p:cNvGrpSpPr/>
          <p:nvPr/>
        </p:nvGrpSpPr>
        <p:grpSpPr>
          <a:xfrm>
            <a:off x="5973093" y="2601577"/>
            <a:ext cx="276254" cy="252094"/>
            <a:chOff x="-502237" y="2721850"/>
            <a:chExt cx="220950" cy="201675"/>
          </a:xfrm>
        </p:grpSpPr>
        <p:sp>
          <p:nvSpPr>
            <p:cNvPr id="418" name="Google Shape;418;p17"/>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7"/>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7"/>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7"/>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 name="Google Shape;422;p17"/>
          <p:cNvGrpSpPr/>
          <p:nvPr/>
        </p:nvGrpSpPr>
        <p:grpSpPr>
          <a:xfrm rot="5400000">
            <a:off x="8410593" y="1223702"/>
            <a:ext cx="276254" cy="252094"/>
            <a:chOff x="-502237" y="2721850"/>
            <a:chExt cx="220950" cy="201675"/>
          </a:xfrm>
        </p:grpSpPr>
        <p:sp>
          <p:nvSpPr>
            <p:cNvPr id="423" name="Google Shape;423;p17"/>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7"/>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7"/>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7"/>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 name="Google Shape;427;p17"/>
          <p:cNvGrpSpPr/>
          <p:nvPr/>
        </p:nvGrpSpPr>
        <p:grpSpPr>
          <a:xfrm>
            <a:off x="8410544" y="2601621"/>
            <a:ext cx="276254" cy="252094"/>
            <a:chOff x="8674669" y="2489996"/>
            <a:chExt cx="276254" cy="252094"/>
          </a:xfrm>
        </p:grpSpPr>
        <p:sp>
          <p:nvSpPr>
            <p:cNvPr id="428" name="Google Shape;428;p17"/>
            <p:cNvSpPr/>
            <p:nvPr/>
          </p:nvSpPr>
          <p:spPr>
            <a:xfrm>
              <a:off x="8674669" y="2489996"/>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7"/>
            <p:cNvSpPr/>
            <p:nvPr/>
          </p:nvSpPr>
          <p:spPr>
            <a:xfrm rot="5400000">
              <a:off x="8802363" y="2504283"/>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 name="Google Shape;430;p17"/>
          <p:cNvGrpSpPr/>
          <p:nvPr/>
        </p:nvGrpSpPr>
        <p:grpSpPr>
          <a:xfrm>
            <a:off x="8410543" y="3979627"/>
            <a:ext cx="276254" cy="252094"/>
            <a:chOff x="6156468" y="2489952"/>
            <a:chExt cx="276254" cy="252094"/>
          </a:xfrm>
        </p:grpSpPr>
        <p:sp>
          <p:nvSpPr>
            <p:cNvPr id="431" name="Google Shape;431;p17"/>
            <p:cNvSpPr/>
            <p:nvPr/>
          </p:nvSpPr>
          <p:spPr>
            <a:xfrm>
              <a:off x="6156468" y="2489952"/>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7"/>
            <p:cNvSpPr/>
            <p:nvPr/>
          </p:nvSpPr>
          <p:spPr>
            <a:xfrm>
              <a:off x="6289843" y="2502734"/>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7"/>
            <p:cNvSpPr/>
            <p:nvPr/>
          </p:nvSpPr>
          <p:spPr>
            <a:xfrm rot="5400000">
              <a:off x="6285181" y="2496621"/>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 name="Google Shape;434;p17"/>
          <p:cNvGrpSpPr/>
          <p:nvPr/>
        </p:nvGrpSpPr>
        <p:grpSpPr>
          <a:xfrm>
            <a:off x="-135435" y="1771880"/>
            <a:ext cx="4469474" cy="2304988"/>
            <a:chOff x="900370" y="1538611"/>
            <a:chExt cx="2796568" cy="1442240"/>
          </a:xfrm>
        </p:grpSpPr>
        <p:sp>
          <p:nvSpPr>
            <p:cNvPr id="435" name="Google Shape;435;p17"/>
            <p:cNvSpPr/>
            <p:nvPr/>
          </p:nvSpPr>
          <p:spPr>
            <a:xfrm>
              <a:off x="2097370" y="2065224"/>
              <a:ext cx="402579" cy="381878"/>
            </a:xfrm>
            <a:custGeom>
              <a:rect b="b" l="l" r="r" t="t"/>
              <a:pathLst>
                <a:path extrusionOk="0" h="10865" w="11454">
                  <a:moveTo>
                    <a:pt x="6745" y="487"/>
                  </a:moveTo>
                  <a:cubicBezTo>
                    <a:pt x="8320" y="487"/>
                    <a:pt x="9607" y="2053"/>
                    <a:pt x="9216" y="3595"/>
                  </a:cubicBezTo>
                  <a:cubicBezTo>
                    <a:pt x="9013" y="4440"/>
                    <a:pt x="8263" y="5071"/>
                    <a:pt x="7382" y="5095"/>
                  </a:cubicBezTo>
                  <a:cubicBezTo>
                    <a:pt x="7358" y="5095"/>
                    <a:pt x="7346" y="5107"/>
                    <a:pt x="7323" y="5107"/>
                  </a:cubicBezTo>
                  <a:cubicBezTo>
                    <a:pt x="7263" y="5012"/>
                    <a:pt x="7203" y="4929"/>
                    <a:pt x="7144" y="4845"/>
                  </a:cubicBezTo>
                  <a:cubicBezTo>
                    <a:pt x="6487" y="4024"/>
                    <a:pt x="5467" y="3585"/>
                    <a:pt x="4445" y="3585"/>
                  </a:cubicBezTo>
                  <a:cubicBezTo>
                    <a:pt x="4357" y="3585"/>
                    <a:pt x="4268" y="3588"/>
                    <a:pt x="4179" y="3595"/>
                  </a:cubicBezTo>
                  <a:cubicBezTo>
                    <a:pt x="3870" y="2000"/>
                    <a:pt x="5108" y="499"/>
                    <a:pt x="6727" y="488"/>
                  </a:cubicBezTo>
                  <a:cubicBezTo>
                    <a:pt x="6733" y="487"/>
                    <a:pt x="6739" y="487"/>
                    <a:pt x="6745" y="487"/>
                  </a:cubicBezTo>
                  <a:close/>
                  <a:moveTo>
                    <a:pt x="3741" y="1164"/>
                  </a:moveTo>
                  <a:cubicBezTo>
                    <a:pt x="3906" y="1164"/>
                    <a:pt x="4067" y="1193"/>
                    <a:pt x="4215" y="1261"/>
                  </a:cubicBezTo>
                  <a:cubicBezTo>
                    <a:pt x="3715" y="1952"/>
                    <a:pt x="3536" y="2833"/>
                    <a:pt x="3691" y="3666"/>
                  </a:cubicBezTo>
                  <a:cubicBezTo>
                    <a:pt x="3310" y="3750"/>
                    <a:pt x="2941" y="3905"/>
                    <a:pt x="2608" y="4131"/>
                  </a:cubicBezTo>
                  <a:cubicBezTo>
                    <a:pt x="2560" y="4167"/>
                    <a:pt x="2536" y="4202"/>
                    <a:pt x="2512" y="4250"/>
                  </a:cubicBezTo>
                  <a:cubicBezTo>
                    <a:pt x="2131" y="4512"/>
                    <a:pt x="1786" y="4845"/>
                    <a:pt x="1512" y="5238"/>
                  </a:cubicBezTo>
                  <a:cubicBezTo>
                    <a:pt x="1167" y="4952"/>
                    <a:pt x="953" y="4512"/>
                    <a:pt x="929" y="4071"/>
                  </a:cubicBezTo>
                  <a:cubicBezTo>
                    <a:pt x="905" y="3500"/>
                    <a:pt x="1215" y="2964"/>
                    <a:pt x="1560" y="2535"/>
                  </a:cubicBezTo>
                  <a:cubicBezTo>
                    <a:pt x="1905" y="2095"/>
                    <a:pt x="2322" y="1690"/>
                    <a:pt x="2810" y="1428"/>
                  </a:cubicBezTo>
                  <a:cubicBezTo>
                    <a:pt x="3079" y="1278"/>
                    <a:pt x="3416" y="1164"/>
                    <a:pt x="3741" y="1164"/>
                  </a:cubicBezTo>
                  <a:close/>
                  <a:moveTo>
                    <a:pt x="917" y="5333"/>
                  </a:moveTo>
                  <a:cubicBezTo>
                    <a:pt x="1012" y="5452"/>
                    <a:pt x="1119" y="5560"/>
                    <a:pt x="1238" y="5667"/>
                  </a:cubicBezTo>
                  <a:cubicBezTo>
                    <a:pt x="1072" y="5976"/>
                    <a:pt x="929" y="6310"/>
                    <a:pt x="846" y="6655"/>
                  </a:cubicBezTo>
                  <a:cubicBezTo>
                    <a:pt x="762" y="6560"/>
                    <a:pt x="679" y="6476"/>
                    <a:pt x="631" y="6369"/>
                  </a:cubicBezTo>
                  <a:cubicBezTo>
                    <a:pt x="560" y="6250"/>
                    <a:pt x="524" y="6107"/>
                    <a:pt x="548" y="5976"/>
                  </a:cubicBezTo>
                  <a:cubicBezTo>
                    <a:pt x="560" y="5845"/>
                    <a:pt x="619" y="5714"/>
                    <a:pt x="703" y="5595"/>
                  </a:cubicBezTo>
                  <a:cubicBezTo>
                    <a:pt x="762" y="5512"/>
                    <a:pt x="834" y="5417"/>
                    <a:pt x="917" y="5333"/>
                  </a:cubicBezTo>
                  <a:close/>
                  <a:moveTo>
                    <a:pt x="9573" y="4131"/>
                  </a:moveTo>
                  <a:cubicBezTo>
                    <a:pt x="10478" y="4702"/>
                    <a:pt x="10859" y="5869"/>
                    <a:pt x="10406" y="6857"/>
                  </a:cubicBezTo>
                  <a:cubicBezTo>
                    <a:pt x="10065" y="7604"/>
                    <a:pt x="9315" y="8051"/>
                    <a:pt x="8538" y="8051"/>
                  </a:cubicBezTo>
                  <a:cubicBezTo>
                    <a:pt x="8286" y="8051"/>
                    <a:pt x="8032" y="8004"/>
                    <a:pt x="7787" y="7905"/>
                  </a:cubicBezTo>
                  <a:cubicBezTo>
                    <a:pt x="7954" y="7131"/>
                    <a:pt x="7894" y="6310"/>
                    <a:pt x="7584" y="5583"/>
                  </a:cubicBezTo>
                  <a:cubicBezTo>
                    <a:pt x="8430" y="5500"/>
                    <a:pt x="9204" y="4940"/>
                    <a:pt x="9561" y="4167"/>
                  </a:cubicBezTo>
                  <a:cubicBezTo>
                    <a:pt x="9561" y="4155"/>
                    <a:pt x="9573" y="4143"/>
                    <a:pt x="9573" y="4131"/>
                  </a:cubicBezTo>
                  <a:close/>
                  <a:moveTo>
                    <a:pt x="4464" y="4089"/>
                  </a:moveTo>
                  <a:cubicBezTo>
                    <a:pt x="5173" y="4089"/>
                    <a:pt x="5888" y="4340"/>
                    <a:pt x="6430" y="4821"/>
                  </a:cubicBezTo>
                  <a:cubicBezTo>
                    <a:pt x="7430" y="5726"/>
                    <a:pt x="7620" y="7310"/>
                    <a:pt x="7049" y="8489"/>
                  </a:cubicBezTo>
                  <a:cubicBezTo>
                    <a:pt x="6484" y="9653"/>
                    <a:pt x="5183" y="10348"/>
                    <a:pt x="3901" y="10348"/>
                  </a:cubicBezTo>
                  <a:cubicBezTo>
                    <a:pt x="3859" y="10348"/>
                    <a:pt x="3817" y="10347"/>
                    <a:pt x="3774" y="10346"/>
                  </a:cubicBezTo>
                  <a:cubicBezTo>
                    <a:pt x="3012" y="10310"/>
                    <a:pt x="2239" y="10036"/>
                    <a:pt x="1774" y="9393"/>
                  </a:cubicBezTo>
                  <a:cubicBezTo>
                    <a:pt x="1369" y="8858"/>
                    <a:pt x="1191" y="8167"/>
                    <a:pt x="1227" y="7512"/>
                  </a:cubicBezTo>
                  <a:cubicBezTo>
                    <a:pt x="1286" y="6095"/>
                    <a:pt x="2215" y="4762"/>
                    <a:pt x="3536" y="4286"/>
                  </a:cubicBezTo>
                  <a:cubicBezTo>
                    <a:pt x="3596" y="4274"/>
                    <a:pt x="3632" y="4238"/>
                    <a:pt x="3655" y="4202"/>
                  </a:cubicBezTo>
                  <a:cubicBezTo>
                    <a:pt x="3917" y="4126"/>
                    <a:pt x="4190" y="4089"/>
                    <a:pt x="4464" y="4089"/>
                  </a:cubicBezTo>
                  <a:close/>
                  <a:moveTo>
                    <a:pt x="7632" y="8393"/>
                  </a:moveTo>
                  <a:cubicBezTo>
                    <a:pt x="7933" y="8506"/>
                    <a:pt x="8233" y="8559"/>
                    <a:pt x="8534" y="8559"/>
                  </a:cubicBezTo>
                  <a:cubicBezTo>
                    <a:pt x="8614" y="8559"/>
                    <a:pt x="8695" y="8556"/>
                    <a:pt x="8775" y="8548"/>
                  </a:cubicBezTo>
                  <a:lnTo>
                    <a:pt x="8775" y="8548"/>
                  </a:lnTo>
                  <a:cubicBezTo>
                    <a:pt x="8799" y="8846"/>
                    <a:pt x="8799" y="9155"/>
                    <a:pt x="8716" y="9429"/>
                  </a:cubicBezTo>
                  <a:cubicBezTo>
                    <a:pt x="8608" y="9762"/>
                    <a:pt x="8346" y="10001"/>
                    <a:pt x="8037" y="10143"/>
                  </a:cubicBezTo>
                  <a:cubicBezTo>
                    <a:pt x="7748" y="10279"/>
                    <a:pt x="7428" y="10354"/>
                    <a:pt x="7108" y="10354"/>
                  </a:cubicBezTo>
                  <a:cubicBezTo>
                    <a:pt x="6809" y="10354"/>
                    <a:pt x="6510" y="10288"/>
                    <a:pt x="6239" y="10143"/>
                  </a:cubicBezTo>
                  <a:cubicBezTo>
                    <a:pt x="6620" y="9893"/>
                    <a:pt x="6953" y="9572"/>
                    <a:pt x="7215" y="9203"/>
                  </a:cubicBezTo>
                  <a:cubicBezTo>
                    <a:pt x="7394" y="8953"/>
                    <a:pt x="7537" y="8679"/>
                    <a:pt x="7632" y="8393"/>
                  </a:cubicBezTo>
                  <a:close/>
                  <a:moveTo>
                    <a:pt x="6713" y="1"/>
                  </a:moveTo>
                  <a:cubicBezTo>
                    <a:pt x="5936" y="1"/>
                    <a:pt x="5153" y="284"/>
                    <a:pt x="4548" y="869"/>
                  </a:cubicBezTo>
                  <a:cubicBezTo>
                    <a:pt x="4279" y="713"/>
                    <a:pt x="4000" y="646"/>
                    <a:pt x="3721" y="646"/>
                  </a:cubicBezTo>
                  <a:cubicBezTo>
                    <a:pt x="2713" y="646"/>
                    <a:pt x="1697" y="1516"/>
                    <a:pt x="1119" y="2262"/>
                  </a:cubicBezTo>
                  <a:cubicBezTo>
                    <a:pt x="691" y="2809"/>
                    <a:pt x="369" y="3476"/>
                    <a:pt x="429" y="4190"/>
                  </a:cubicBezTo>
                  <a:cubicBezTo>
                    <a:pt x="453" y="4440"/>
                    <a:pt x="524" y="4679"/>
                    <a:pt x="631" y="4893"/>
                  </a:cubicBezTo>
                  <a:cubicBezTo>
                    <a:pt x="357" y="5190"/>
                    <a:pt x="60" y="5524"/>
                    <a:pt x="36" y="5941"/>
                  </a:cubicBezTo>
                  <a:cubicBezTo>
                    <a:pt x="0" y="6417"/>
                    <a:pt x="250" y="6810"/>
                    <a:pt x="584" y="7107"/>
                  </a:cubicBezTo>
                  <a:cubicBezTo>
                    <a:pt x="619" y="7155"/>
                    <a:pt x="679" y="7167"/>
                    <a:pt x="738" y="7167"/>
                  </a:cubicBezTo>
                  <a:cubicBezTo>
                    <a:pt x="655" y="7905"/>
                    <a:pt x="774" y="8655"/>
                    <a:pt x="1119" y="9322"/>
                  </a:cubicBezTo>
                  <a:cubicBezTo>
                    <a:pt x="1524" y="10084"/>
                    <a:pt x="2215" y="10560"/>
                    <a:pt x="3048" y="10763"/>
                  </a:cubicBezTo>
                  <a:cubicBezTo>
                    <a:pt x="3327" y="10826"/>
                    <a:pt x="3614" y="10856"/>
                    <a:pt x="3902" y="10856"/>
                  </a:cubicBezTo>
                  <a:cubicBezTo>
                    <a:pt x="4537" y="10856"/>
                    <a:pt x="5178" y="10708"/>
                    <a:pt x="5751" y="10429"/>
                  </a:cubicBezTo>
                  <a:cubicBezTo>
                    <a:pt x="5751" y="10441"/>
                    <a:pt x="5763" y="10453"/>
                    <a:pt x="5775" y="10465"/>
                  </a:cubicBezTo>
                  <a:cubicBezTo>
                    <a:pt x="6184" y="10729"/>
                    <a:pt x="6658" y="10865"/>
                    <a:pt x="7136" y="10865"/>
                  </a:cubicBezTo>
                  <a:cubicBezTo>
                    <a:pt x="7521" y="10865"/>
                    <a:pt x="7907" y="10776"/>
                    <a:pt x="8263" y="10596"/>
                  </a:cubicBezTo>
                  <a:cubicBezTo>
                    <a:pt x="8656" y="10405"/>
                    <a:pt x="9001" y="10108"/>
                    <a:pt x="9168" y="9679"/>
                  </a:cubicBezTo>
                  <a:cubicBezTo>
                    <a:pt x="9311" y="9286"/>
                    <a:pt x="9323" y="8858"/>
                    <a:pt x="9275" y="8453"/>
                  </a:cubicBezTo>
                  <a:cubicBezTo>
                    <a:pt x="9954" y="8238"/>
                    <a:pt x="10549" y="7762"/>
                    <a:pt x="10871" y="7072"/>
                  </a:cubicBezTo>
                  <a:cubicBezTo>
                    <a:pt x="11454" y="5798"/>
                    <a:pt x="10918" y="4321"/>
                    <a:pt x="9728" y="3631"/>
                  </a:cubicBezTo>
                  <a:cubicBezTo>
                    <a:pt x="9894" y="2869"/>
                    <a:pt x="9739" y="2059"/>
                    <a:pt x="9323" y="1404"/>
                  </a:cubicBezTo>
                  <a:cubicBezTo>
                    <a:pt x="8730" y="482"/>
                    <a:pt x="7726" y="1"/>
                    <a:pt x="671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7"/>
            <p:cNvSpPr/>
            <p:nvPr/>
          </p:nvSpPr>
          <p:spPr>
            <a:xfrm>
              <a:off x="2157613" y="2282400"/>
              <a:ext cx="45973" cy="105337"/>
            </a:xfrm>
            <a:custGeom>
              <a:rect b="b" l="l" r="r" t="t"/>
              <a:pathLst>
                <a:path extrusionOk="0" h="2997" w="1308">
                  <a:moveTo>
                    <a:pt x="629" y="1"/>
                  </a:moveTo>
                  <a:cubicBezTo>
                    <a:pt x="554" y="1"/>
                    <a:pt x="480" y="30"/>
                    <a:pt x="441" y="95"/>
                  </a:cubicBezTo>
                  <a:cubicBezTo>
                    <a:pt x="144" y="547"/>
                    <a:pt x="1" y="1083"/>
                    <a:pt x="84" y="1619"/>
                  </a:cubicBezTo>
                  <a:cubicBezTo>
                    <a:pt x="155" y="2119"/>
                    <a:pt x="405" y="2583"/>
                    <a:pt x="786" y="2929"/>
                  </a:cubicBezTo>
                  <a:cubicBezTo>
                    <a:pt x="837" y="2976"/>
                    <a:pt x="891" y="2997"/>
                    <a:pt x="944" y="2997"/>
                  </a:cubicBezTo>
                  <a:cubicBezTo>
                    <a:pt x="1140" y="2997"/>
                    <a:pt x="1308" y="2714"/>
                    <a:pt x="1120" y="2536"/>
                  </a:cubicBezTo>
                  <a:cubicBezTo>
                    <a:pt x="536" y="2000"/>
                    <a:pt x="394" y="1095"/>
                    <a:pt x="834" y="416"/>
                  </a:cubicBezTo>
                  <a:cubicBezTo>
                    <a:pt x="906" y="309"/>
                    <a:pt x="917" y="154"/>
                    <a:pt x="798" y="59"/>
                  </a:cubicBezTo>
                  <a:cubicBezTo>
                    <a:pt x="755" y="21"/>
                    <a:pt x="692" y="1"/>
                    <a:pt x="6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7"/>
            <p:cNvSpPr/>
            <p:nvPr/>
          </p:nvSpPr>
          <p:spPr>
            <a:xfrm>
              <a:off x="2274373" y="2114571"/>
              <a:ext cx="56939" cy="63687"/>
            </a:xfrm>
            <a:custGeom>
              <a:rect b="b" l="l" r="r" t="t"/>
              <a:pathLst>
                <a:path extrusionOk="0" h="1812" w="1620">
                  <a:moveTo>
                    <a:pt x="1328" y="1"/>
                  </a:moveTo>
                  <a:cubicBezTo>
                    <a:pt x="1299" y="1"/>
                    <a:pt x="1269" y="5"/>
                    <a:pt x="1239" y="12"/>
                  </a:cubicBezTo>
                  <a:cubicBezTo>
                    <a:pt x="584" y="191"/>
                    <a:pt x="48" y="822"/>
                    <a:pt x="1" y="1512"/>
                  </a:cubicBezTo>
                  <a:cubicBezTo>
                    <a:pt x="1" y="1643"/>
                    <a:pt x="60" y="1786"/>
                    <a:pt x="215" y="1810"/>
                  </a:cubicBezTo>
                  <a:cubicBezTo>
                    <a:pt x="222" y="1811"/>
                    <a:pt x="230" y="1811"/>
                    <a:pt x="238" y="1811"/>
                  </a:cubicBezTo>
                  <a:cubicBezTo>
                    <a:pt x="354" y="1811"/>
                    <a:pt x="501" y="1730"/>
                    <a:pt x="512" y="1596"/>
                  </a:cubicBezTo>
                  <a:cubicBezTo>
                    <a:pt x="512" y="1524"/>
                    <a:pt x="524" y="1453"/>
                    <a:pt x="536" y="1381"/>
                  </a:cubicBezTo>
                  <a:cubicBezTo>
                    <a:pt x="548" y="1358"/>
                    <a:pt x="548" y="1346"/>
                    <a:pt x="548" y="1322"/>
                  </a:cubicBezTo>
                  <a:lnTo>
                    <a:pt x="560" y="1322"/>
                  </a:lnTo>
                  <a:cubicBezTo>
                    <a:pt x="560" y="1322"/>
                    <a:pt x="572" y="1286"/>
                    <a:pt x="572" y="1274"/>
                  </a:cubicBezTo>
                  <a:cubicBezTo>
                    <a:pt x="572" y="1262"/>
                    <a:pt x="584" y="1250"/>
                    <a:pt x="584" y="1227"/>
                  </a:cubicBezTo>
                  <a:cubicBezTo>
                    <a:pt x="620" y="1167"/>
                    <a:pt x="643" y="1096"/>
                    <a:pt x="691" y="1036"/>
                  </a:cubicBezTo>
                  <a:cubicBezTo>
                    <a:pt x="691" y="1024"/>
                    <a:pt x="691" y="1024"/>
                    <a:pt x="691" y="1024"/>
                  </a:cubicBezTo>
                  <a:cubicBezTo>
                    <a:pt x="691" y="1012"/>
                    <a:pt x="703" y="1000"/>
                    <a:pt x="715" y="989"/>
                  </a:cubicBezTo>
                  <a:cubicBezTo>
                    <a:pt x="739" y="953"/>
                    <a:pt x="763" y="929"/>
                    <a:pt x="786" y="893"/>
                  </a:cubicBezTo>
                  <a:cubicBezTo>
                    <a:pt x="810" y="869"/>
                    <a:pt x="834" y="846"/>
                    <a:pt x="858" y="822"/>
                  </a:cubicBezTo>
                  <a:cubicBezTo>
                    <a:pt x="870" y="810"/>
                    <a:pt x="882" y="798"/>
                    <a:pt x="893" y="786"/>
                  </a:cubicBezTo>
                  <a:cubicBezTo>
                    <a:pt x="893" y="774"/>
                    <a:pt x="893" y="774"/>
                    <a:pt x="905" y="774"/>
                  </a:cubicBezTo>
                  <a:lnTo>
                    <a:pt x="893" y="774"/>
                  </a:lnTo>
                  <a:cubicBezTo>
                    <a:pt x="941" y="727"/>
                    <a:pt x="1013" y="679"/>
                    <a:pt x="1072" y="643"/>
                  </a:cubicBezTo>
                  <a:cubicBezTo>
                    <a:pt x="1096" y="619"/>
                    <a:pt x="1120" y="608"/>
                    <a:pt x="1155" y="596"/>
                  </a:cubicBezTo>
                  <a:cubicBezTo>
                    <a:pt x="1155" y="584"/>
                    <a:pt x="1155" y="584"/>
                    <a:pt x="1155" y="584"/>
                  </a:cubicBezTo>
                  <a:cubicBezTo>
                    <a:pt x="1179" y="584"/>
                    <a:pt x="1191" y="572"/>
                    <a:pt x="1215" y="560"/>
                  </a:cubicBezTo>
                  <a:cubicBezTo>
                    <a:pt x="1274" y="536"/>
                    <a:pt x="1346" y="512"/>
                    <a:pt x="1417" y="488"/>
                  </a:cubicBezTo>
                  <a:cubicBezTo>
                    <a:pt x="1548" y="453"/>
                    <a:pt x="1620" y="274"/>
                    <a:pt x="1572" y="155"/>
                  </a:cubicBezTo>
                  <a:cubicBezTo>
                    <a:pt x="1525" y="52"/>
                    <a:pt x="1434" y="1"/>
                    <a:pt x="132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7"/>
            <p:cNvSpPr/>
            <p:nvPr/>
          </p:nvSpPr>
          <p:spPr>
            <a:xfrm>
              <a:off x="2153008" y="2142056"/>
              <a:ext cx="47344" cy="56095"/>
            </a:xfrm>
            <a:custGeom>
              <a:rect b="b" l="l" r="r" t="t"/>
              <a:pathLst>
                <a:path extrusionOk="0" h="1596" w="1347">
                  <a:moveTo>
                    <a:pt x="1037" y="0"/>
                  </a:moveTo>
                  <a:cubicBezTo>
                    <a:pt x="988" y="0"/>
                    <a:pt x="938" y="16"/>
                    <a:pt x="894" y="52"/>
                  </a:cubicBezTo>
                  <a:cubicBezTo>
                    <a:pt x="501" y="349"/>
                    <a:pt x="203" y="766"/>
                    <a:pt x="36" y="1230"/>
                  </a:cubicBezTo>
                  <a:cubicBezTo>
                    <a:pt x="13" y="1302"/>
                    <a:pt x="1" y="1361"/>
                    <a:pt x="36" y="1433"/>
                  </a:cubicBezTo>
                  <a:cubicBezTo>
                    <a:pt x="48" y="1492"/>
                    <a:pt x="108" y="1552"/>
                    <a:pt x="167" y="1576"/>
                  </a:cubicBezTo>
                  <a:cubicBezTo>
                    <a:pt x="197" y="1589"/>
                    <a:pt x="232" y="1596"/>
                    <a:pt x="268" y="1596"/>
                  </a:cubicBezTo>
                  <a:cubicBezTo>
                    <a:pt x="363" y="1596"/>
                    <a:pt x="466" y="1548"/>
                    <a:pt x="501" y="1445"/>
                  </a:cubicBezTo>
                  <a:cubicBezTo>
                    <a:pt x="536" y="1350"/>
                    <a:pt x="584" y="1242"/>
                    <a:pt x="632" y="1147"/>
                  </a:cubicBezTo>
                  <a:cubicBezTo>
                    <a:pt x="656" y="1099"/>
                    <a:pt x="679" y="1052"/>
                    <a:pt x="715" y="1004"/>
                  </a:cubicBezTo>
                  <a:cubicBezTo>
                    <a:pt x="715" y="992"/>
                    <a:pt x="715" y="992"/>
                    <a:pt x="715" y="992"/>
                  </a:cubicBezTo>
                  <a:cubicBezTo>
                    <a:pt x="715" y="992"/>
                    <a:pt x="715" y="992"/>
                    <a:pt x="727" y="980"/>
                  </a:cubicBezTo>
                  <a:cubicBezTo>
                    <a:pt x="727" y="980"/>
                    <a:pt x="727" y="969"/>
                    <a:pt x="727" y="969"/>
                  </a:cubicBezTo>
                  <a:cubicBezTo>
                    <a:pt x="739" y="945"/>
                    <a:pt x="763" y="921"/>
                    <a:pt x="775" y="909"/>
                  </a:cubicBezTo>
                  <a:cubicBezTo>
                    <a:pt x="834" y="814"/>
                    <a:pt x="906" y="730"/>
                    <a:pt x="977" y="659"/>
                  </a:cubicBezTo>
                  <a:cubicBezTo>
                    <a:pt x="1001" y="635"/>
                    <a:pt x="1013" y="623"/>
                    <a:pt x="1037" y="599"/>
                  </a:cubicBezTo>
                  <a:cubicBezTo>
                    <a:pt x="1048" y="588"/>
                    <a:pt x="1048" y="588"/>
                    <a:pt x="1048" y="588"/>
                  </a:cubicBezTo>
                  <a:cubicBezTo>
                    <a:pt x="1048" y="588"/>
                    <a:pt x="1048" y="588"/>
                    <a:pt x="1060" y="576"/>
                  </a:cubicBezTo>
                  <a:cubicBezTo>
                    <a:pt x="1060" y="576"/>
                    <a:pt x="1070" y="576"/>
                    <a:pt x="1072" y="567"/>
                  </a:cubicBezTo>
                  <a:lnTo>
                    <a:pt x="1072" y="567"/>
                  </a:lnTo>
                  <a:cubicBezTo>
                    <a:pt x="1114" y="534"/>
                    <a:pt x="1148" y="501"/>
                    <a:pt x="1191" y="468"/>
                  </a:cubicBezTo>
                  <a:cubicBezTo>
                    <a:pt x="1298" y="385"/>
                    <a:pt x="1346" y="218"/>
                    <a:pt x="1251" y="111"/>
                  </a:cubicBezTo>
                  <a:cubicBezTo>
                    <a:pt x="1199" y="44"/>
                    <a:pt x="1119" y="0"/>
                    <a:pt x="103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7"/>
            <p:cNvSpPr/>
            <p:nvPr/>
          </p:nvSpPr>
          <p:spPr>
            <a:xfrm>
              <a:off x="2178139" y="2176079"/>
              <a:ext cx="422" cy="879"/>
            </a:xfrm>
            <a:custGeom>
              <a:rect b="b" l="l" r="r" t="t"/>
              <a:pathLst>
                <a:path extrusionOk="0" h="25" w="12">
                  <a:moveTo>
                    <a:pt x="0" y="24"/>
                  </a:moveTo>
                  <a:cubicBezTo>
                    <a:pt x="12" y="12"/>
                    <a:pt x="12" y="12"/>
                    <a:pt x="12" y="1"/>
                  </a:cubicBezTo>
                  <a:cubicBezTo>
                    <a:pt x="12" y="1"/>
                    <a:pt x="12" y="1"/>
                    <a:pt x="12" y="1"/>
                  </a:cubicBezTo>
                  <a:cubicBezTo>
                    <a:pt x="12" y="12"/>
                    <a:pt x="12" y="12"/>
                    <a:pt x="0" y="2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7"/>
            <p:cNvSpPr/>
            <p:nvPr/>
          </p:nvSpPr>
          <p:spPr>
            <a:xfrm>
              <a:off x="2189843" y="2162266"/>
              <a:ext cx="457" cy="457"/>
            </a:xfrm>
            <a:custGeom>
              <a:rect b="b" l="l" r="r" t="t"/>
              <a:pathLst>
                <a:path extrusionOk="0" h="13" w="13">
                  <a:moveTo>
                    <a:pt x="0" y="13"/>
                  </a:moveTo>
                  <a:cubicBezTo>
                    <a:pt x="12" y="13"/>
                    <a:pt x="12" y="1"/>
                    <a:pt x="12" y="1"/>
                  </a:cubicBezTo>
                  <a:cubicBezTo>
                    <a:pt x="12" y="1"/>
                    <a:pt x="12" y="1"/>
                    <a:pt x="12" y="1"/>
                  </a:cubicBezTo>
                  <a:cubicBezTo>
                    <a:pt x="12" y="1"/>
                    <a:pt x="12" y="13"/>
                    <a:pt x="0" y="1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7"/>
            <p:cNvSpPr/>
            <p:nvPr/>
          </p:nvSpPr>
          <p:spPr>
            <a:xfrm>
              <a:off x="1842094" y="1844076"/>
              <a:ext cx="858337" cy="858267"/>
            </a:xfrm>
            <a:custGeom>
              <a:rect b="b" l="l" r="r" t="t"/>
              <a:pathLst>
                <a:path extrusionOk="0" h="24419" w="24421">
                  <a:moveTo>
                    <a:pt x="13323" y="636"/>
                  </a:moveTo>
                  <a:cubicBezTo>
                    <a:pt x="17848" y="695"/>
                    <a:pt x="21813" y="3934"/>
                    <a:pt x="23289" y="8161"/>
                  </a:cubicBezTo>
                  <a:cubicBezTo>
                    <a:pt x="24146" y="10578"/>
                    <a:pt x="23432" y="13173"/>
                    <a:pt x="22491" y="15459"/>
                  </a:cubicBezTo>
                  <a:cubicBezTo>
                    <a:pt x="21598" y="17626"/>
                    <a:pt x="20289" y="19650"/>
                    <a:pt x="18622" y="21317"/>
                  </a:cubicBezTo>
                  <a:cubicBezTo>
                    <a:pt x="17788" y="22150"/>
                    <a:pt x="16812" y="22853"/>
                    <a:pt x="15681" y="23234"/>
                  </a:cubicBezTo>
                  <a:cubicBezTo>
                    <a:pt x="14514" y="23627"/>
                    <a:pt x="13252" y="23722"/>
                    <a:pt x="12014" y="23770"/>
                  </a:cubicBezTo>
                  <a:cubicBezTo>
                    <a:pt x="11782" y="23778"/>
                    <a:pt x="11551" y="23783"/>
                    <a:pt x="11319" y="23783"/>
                  </a:cubicBezTo>
                  <a:cubicBezTo>
                    <a:pt x="10239" y="23783"/>
                    <a:pt x="9160" y="23681"/>
                    <a:pt x="8120" y="23377"/>
                  </a:cubicBezTo>
                  <a:cubicBezTo>
                    <a:pt x="6930" y="23032"/>
                    <a:pt x="5823" y="22424"/>
                    <a:pt x="4834" y="21686"/>
                  </a:cubicBezTo>
                  <a:cubicBezTo>
                    <a:pt x="3084" y="20365"/>
                    <a:pt x="1667" y="18555"/>
                    <a:pt x="1084" y="16424"/>
                  </a:cubicBezTo>
                  <a:cubicBezTo>
                    <a:pt x="429" y="14078"/>
                    <a:pt x="810" y="11423"/>
                    <a:pt x="1596" y="9149"/>
                  </a:cubicBezTo>
                  <a:cubicBezTo>
                    <a:pt x="3108" y="4827"/>
                    <a:pt x="6751" y="1279"/>
                    <a:pt x="11418" y="743"/>
                  </a:cubicBezTo>
                  <a:cubicBezTo>
                    <a:pt x="11807" y="703"/>
                    <a:pt x="12195" y="679"/>
                    <a:pt x="12580" y="679"/>
                  </a:cubicBezTo>
                  <a:cubicBezTo>
                    <a:pt x="12761" y="679"/>
                    <a:pt x="12942" y="684"/>
                    <a:pt x="13121" y="695"/>
                  </a:cubicBezTo>
                  <a:cubicBezTo>
                    <a:pt x="13204" y="695"/>
                    <a:pt x="13276" y="672"/>
                    <a:pt x="13323" y="636"/>
                  </a:cubicBezTo>
                  <a:close/>
                  <a:moveTo>
                    <a:pt x="13257" y="0"/>
                  </a:moveTo>
                  <a:cubicBezTo>
                    <a:pt x="13009" y="0"/>
                    <a:pt x="12761" y="10"/>
                    <a:pt x="12514" y="29"/>
                  </a:cubicBezTo>
                  <a:cubicBezTo>
                    <a:pt x="12466" y="29"/>
                    <a:pt x="12419" y="41"/>
                    <a:pt x="12383" y="64"/>
                  </a:cubicBezTo>
                  <a:cubicBezTo>
                    <a:pt x="7775" y="160"/>
                    <a:pt x="3703" y="3148"/>
                    <a:pt x="1703" y="7268"/>
                  </a:cubicBezTo>
                  <a:cubicBezTo>
                    <a:pt x="596" y="9542"/>
                    <a:pt x="0" y="12185"/>
                    <a:pt x="167" y="14709"/>
                  </a:cubicBezTo>
                  <a:cubicBezTo>
                    <a:pt x="322" y="17150"/>
                    <a:pt x="1453" y="19352"/>
                    <a:pt x="3167" y="21067"/>
                  </a:cubicBezTo>
                  <a:cubicBezTo>
                    <a:pt x="4989" y="22901"/>
                    <a:pt x="7382" y="24127"/>
                    <a:pt x="9978" y="24353"/>
                  </a:cubicBezTo>
                  <a:cubicBezTo>
                    <a:pt x="10478" y="24397"/>
                    <a:pt x="10985" y="24419"/>
                    <a:pt x="11494" y="24419"/>
                  </a:cubicBezTo>
                  <a:cubicBezTo>
                    <a:pt x="12353" y="24419"/>
                    <a:pt x="13217" y="24358"/>
                    <a:pt x="14062" y="24246"/>
                  </a:cubicBezTo>
                  <a:cubicBezTo>
                    <a:pt x="15324" y="24067"/>
                    <a:pt x="16526" y="23698"/>
                    <a:pt x="17586" y="22984"/>
                  </a:cubicBezTo>
                  <a:cubicBezTo>
                    <a:pt x="19622" y="21627"/>
                    <a:pt x="21193" y="19448"/>
                    <a:pt x="22325" y="17305"/>
                  </a:cubicBezTo>
                  <a:cubicBezTo>
                    <a:pt x="22908" y="16197"/>
                    <a:pt x="23384" y="15031"/>
                    <a:pt x="23741" y="13828"/>
                  </a:cubicBezTo>
                  <a:cubicBezTo>
                    <a:pt x="24111" y="12554"/>
                    <a:pt x="24420" y="11209"/>
                    <a:pt x="24313" y="9875"/>
                  </a:cubicBezTo>
                  <a:cubicBezTo>
                    <a:pt x="24122" y="7434"/>
                    <a:pt x="22658" y="5017"/>
                    <a:pt x="20967" y="3315"/>
                  </a:cubicBezTo>
                  <a:cubicBezTo>
                    <a:pt x="19205" y="1529"/>
                    <a:pt x="16860" y="338"/>
                    <a:pt x="14371" y="64"/>
                  </a:cubicBezTo>
                  <a:cubicBezTo>
                    <a:pt x="14000" y="22"/>
                    <a:pt x="13628" y="0"/>
                    <a:pt x="132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7"/>
            <p:cNvSpPr/>
            <p:nvPr/>
          </p:nvSpPr>
          <p:spPr>
            <a:xfrm>
              <a:off x="1918258" y="1547466"/>
              <a:ext cx="645308" cy="1433385"/>
            </a:xfrm>
            <a:custGeom>
              <a:rect b="b" l="l" r="r" t="t"/>
              <a:pathLst>
                <a:path extrusionOk="0" h="40782" w="18360">
                  <a:moveTo>
                    <a:pt x="10380" y="627"/>
                  </a:moveTo>
                  <a:cubicBezTo>
                    <a:pt x="11124" y="627"/>
                    <a:pt x="11875" y="855"/>
                    <a:pt x="12514" y="1229"/>
                  </a:cubicBezTo>
                  <a:cubicBezTo>
                    <a:pt x="13716" y="1931"/>
                    <a:pt x="14538" y="3169"/>
                    <a:pt x="15121" y="4396"/>
                  </a:cubicBezTo>
                  <a:cubicBezTo>
                    <a:pt x="16419" y="7158"/>
                    <a:pt x="17086" y="10242"/>
                    <a:pt x="17395" y="13266"/>
                  </a:cubicBezTo>
                  <a:cubicBezTo>
                    <a:pt x="17717" y="16373"/>
                    <a:pt x="17645" y="19505"/>
                    <a:pt x="17324" y="22600"/>
                  </a:cubicBezTo>
                  <a:cubicBezTo>
                    <a:pt x="16991" y="25815"/>
                    <a:pt x="16431" y="29030"/>
                    <a:pt x="15633" y="32161"/>
                  </a:cubicBezTo>
                  <a:cubicBezTo>
                    <a:pt x="15264" y="33614"/>
                    <a:pt x="14824" y="35054"/>
                    <a:pt x="14145" y="36400"/>
                  </a:cubicBezTo>
                  <a:cubicBezTo>
                    <a:pt x="13526" y="37638"/>
                    <a:pt x="12692" y="38888"/>
                    <a:pt x="11490" y="39638"/>
                  </a:cubicBezTo>
                  <a:cubicBezTo>
                    <a:pt x="10934" y="39979"/>
                    <a:pt x="10375" y="40125"/>
                    <a:pt x="9827" y="40125"/>
                  </a:cubicBezTo>
                  <a:cubicBezTo>
                    <a:pt x="7710" y="40125"/>
                    <a:pt x="5740" y="37945"/>
                    <a:pt x="4596" y="36328"/>
                  </a:cubicBezTo>
                  <a:cubicBezTo>
                    <a:pt x="1036" y="31256"/>
                    <a:pt x="1072" y="24767"/>
                    <a:pt x="1739" y="18862"/>
                  </a:cubicBezTo>
                  <a:cubicBezTo>
                    <a:pt x="2108" y="15683"/>
                    <a:pt x="2548" y="12492"/>
                    <a:pt x="3382" y="9408"/>
                  </a:cubicBezTo>
                  <a:cubicBezTo>
                    <a:pt x="3786" y="7884"/>
                    <a:pt x="4287" y="6372"/>
                    <a:pt x="4965" y="4955"/>
                  </a:cubicBezTo>
                  <a:cubicBezTo>
                    <a:pt x="5596" y="3646"/>
                    <a:pt x="6430" y="2407"/>
                    <a:pt x="7656" y="1574"/>
                  </a:cubicBezTo>
                  <a:cubicBezTo>
                    <a:pt x="7930" y="1383"/>
                    <a:pt x="8228" y="1217"/>
                    <a:pt x="8537" y="1086"/>
                  </a:cubicBezTo>
                  <a:cubicBezTo>
                    <a:pt x="8565" y="1090"/>
                    <a:pt x="8593" y="1092"/>
                    <a:pt x="8620" y="1092"/>
                  </a:cubicBezTo>
                  <a:cubicBezTo>
                    <a:pt x="8676" y="1092"/>
                    <a:pt x="8732" y="1082"/>
                    <a:pt x="8787" y="1050"/>
                  </a:cubicBezTo>
                  <a:cubicBezTo>
                    <a:pt x="8906" y="979"/>
                    <a:pt x="9037" y="919"/>
                    <a:pt x="9156" y="860"/>
                  </a:cubicBezTo>
                  <a:cubicBezTo>
                    <a:pt x="9299" y="824"/>
                    <a:pt x="9430" y="788"/>
                    <a:pt x="9561" y="764"/>
                  </a:cubicBezTo>
                  <a:cubicBezTo>
                    <a:pt x="9621" y="752"/>
                    <a:pt x="9668" y="729"/>
                    <a:pt x="9704" y="693"/>
                  </a:cubicBezTo>
                  <a:cubicBezTo>
                    <a:pt x="9926" y="648"/>
                    <a:pt x="10153" y="627"/>
                    <a:pt x="10380" y="627"/>
                  </a:cubicBezTo>
                  <a:close/>
                  <a:moveTo>
                    <a:pt x="10377" y="0"/>
                  </a:moveTo>
                  <a:cubicBezTo>
                    <a:pt x="10332" y="0"/>
                    <a:pt x="10286" y="1"/>
                    <a:pt x="10240" y="2"/>
                  </a:cubicBezTo>
                  <a:cubicBezTo>
                    <a:pt x="9811" y="14"/>
                    <a:pt x="9394" y="98"/>
                    <a:pt x="9001" y="252"/>
                  </a:cubicBezTo>
                  <a:cubicBezTo>
                    <a:pt x="6180" y="1062"/>
                    <a:pt x="4632" y="3824"/>
                    <a:pt x="3667" y="6444"/>
                  </a:cubicBezTo>
                  <a:cubicBezTo>
                    <a:pt x="2477" y="9646"/>
                    <a:pt x="1870" y="13028"/>
                    <a:pt x="1417" y="16409"/>
                  </a:cubicBezTo>
                  <a:cubicBezTo>
                    <a:pt x="548" y="22791"/>
                    <a:pt x="0" y="29708"/>
                    <a:pt x="3334" y="35519"/>
                  </a:cubicBezTo>
                  <a:cubicBezTo>
                    <a:pt x="4048" y="36757"/>
                    <a:pt x="4941" y="37912"/>
                    <a:pt x="5989" y="38888"/>
                  </a:cubicBezTo>
                  <a:cubicBezTo>
                    <a:pt x="7025" y="39853"/>
                    <a:pt x="8323" y="40769"/>
                    <a:pt x="9811" y="40781"/>
                  </a:cubicBezTo>
                  <a:cubicBezTo>
                    <a:pt x="11204" y="40781"/>
                    <a:pt x="12430" y="39900"/>
                    <a:pt x="13300" y="38864"/>
                  </a:cubicBezTo>
                  <a:cubicBezTo>
                    <a:pt x="14300" y="37697"/>
                    <a:pt x="14990" y="36257"/>
                    <a:pt x="15502" y="34816"/>
                  </a:cubicBezTo>
                  <a:cubicBezTo>
                    <a:pt x="16050" y="33256"/>
                    <a:pt x="16431" y="31637"/>
                    <a:pt x="16776" y="30030"/>
                  </a:cubicBezTo>
                  <a:cubicBezTo>
                    <a:pt x="17157" y="28292"/>
                    <a:pt x="17455" y="26541"/>
                    <a:pt x="17693" y="24779"/>
                  </a:cubicBezTo>
                  <a:cubicBezTo>
                    <a:pt x="18145" y="21481"/>
                    <a:pt x="18360" y="18136"/>
                    <a:pt x="18157" y="14802"/>
                  </a:cubicBezTo>
                  <a:cubicBezTo>
                    <a:pt x="17955" y="11504"/>
                    <a:pt x="17348" y="8194"/>
                    <a:pt x="16121" y="5122"/>
                  </a:cubicBezTo>
                  <a:cubicBezTo>
                    <a:pt x="15136" y="2636"/>
                    <a:pt x="13332" y="0"/>
                    <a:pt x="103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p:nvPr/>
          </p:nvSpPr>
          <p:spPr>
            <a:xfrm>
              <a:off x="1681399" y="1701272"/>
              <a:ext cx="1120291" cy="1125001"/>
            </a:xfrm>
            <a:custGeom>
              <a:rect b="b" l="l" r="r" t="t"/>
              <a:pathLst>
                <a:path extrusionOk="0" h="32008" w="31874">
                  <a:moveTo>
                    <a:pt x="5862" y="600"/>
                  </a:moveTo>
                  <a:cubicBezTo>
                    <a:pt x="6821" y="600"/>
                    <a:pt x="7790" y="841"/>
                    <a:pt x="8680" y="1163"/>
                  </a:cubicBezTo>
                  <a:cubicBezTo>
                    <a:pt x="11549" y="2187"/>
                    <a:pt x="14205" y="3901"/>
                    <a:pt x="16562" y="5818"/>
                  </a:cubicBezTo>
                  <a:cubicBezTo>
                    <a:pt x="18979" y="7783"/>
                    <a:pt x="21146" y="10057"/>
                    <a:pt x="23110" y="12474"/>
                  </a:cubicBezTo>
                  <a:cubicBezTo>
                    <a:pt x="25146" y="14974"/>
                    <a:pt x="27016" y="17641"/>
                    <a:pt x="28671" y="20427"/>
                  </a:cubicBezTo>
                  <a:cubicBezTo>
                    <a:pt x="29445" y="21713"/>
                    <a:pt x="30147" y="23046"/>
                    <a:pt x="30611" y="24475"/>
                  </a:cubicBezTo>
                  <a:cubicBezTo>
                    <a:pt x="31052" y="25797"/>
                    <a:pt x="31350" y="27261"/>
                    <a:pt x="31028" y="28642"/>
                  </a:cubicBezTo>
                  <a:cubicBezTo>
                    <a:pt x="30516" y="30817"/>
                    <a:pt x="28363" y="31393"/>
                    <a:pt x="26273" y="31393"/>
                  </a:cubicBezTo>
                  <a:cubicBezTo>
                    <a:pt x="25401" y="31393"/>
                    <a:pt x="24539" y="31293"/>
                    <a:pt x="23813" y="31166"/>
                  </a:cubicBezTo>
                  <a:cubicBezTo>
                    <a:pt x="17705" y="30107"/>
                    <a:pt x="13145" y="25499"/>
                    <a:pt x="9442" y="20844"/>
                  </a:cubicBezTo>
                  <a:cubicBezTo>
                    <a:pt x="7454" y="18343"/>
                    <a:pt x="5513" y="15772"/>
                    <a:pt x="3918" y="12998"/>
                  </a:cubicBezTo>
                  <a:cubicBezTo>
                    <a:pt x="3132" y="11628"/>
                    <a:pt x="2417" y="10211"/>
                    <a:pt x="1893" y="8735"/>
                  </a:cubicBezTo>
                  <a:cubicBezTo>
                    <a:pt x="1405" y="7366"/>
                    <a:pt x="1131" y="5890"/>
                    <a:pt x="1405" y="4437"/>
                  </a:cubicBezTo>
                  <a:cubicBezTo>
                    <a:pt x="1465" y="4104"/>
                    <a:pt x="1560" y="3782"/>
                    <a:pt x="1679" y="3461"/>
                  </a:cubicBezTo>
                  <a:cubicBezTo>
                    <a:pt x="1751" y="3425"/>
                    <a:pt x="1810" y="3354"/>
                    <a:pt x="1834" y="3258"/>
                  </a:cubicBezTo>
                  <a:cubicBezTo>
                    <a:pt x="1870" y="3127"/>
                    <a:pt x="1917" y="2996"/>
                    <a:pt x="1965" y="2865"/>
                  </a:cubicBezTo>
                  <a:cubicBezTo>
                    <a:pt x="2036" y="2746"/>
                    <a:pt x="2108" y="2627"/>
                    <a:pt x="2179" y="2520"/>
                  </a:cubicBezTo>
                  <a:cubicBezTo>
                    <a:pt x="2215" y="2461"/>
                    <a:pt x="2227" y="2413"/>
                    <a:pt x="2239" y="2365"/>
                  </a:cubicBezTo>
                  <a:cubicBezTo>
                    <a:pt x="2763" y="1556"/>
                    <a:pt x="3656" y="1008"/>
                    <a:pt x="4596" y="758"/>
                  </a:cubicBezTo>
                  <a:cubicBezTo>
                    <a:pt x="5011" y="648"/>
                    <a:pt x="5435" y="600"/>
                    <a:pt x="5862" y="600"/>
                  </a:cubicBezTo>
                  <a:close/>
                  <a:moveTo>
                    <a:pt x="5816" y="0"/>
                  </a:moveTo>
                  <a:cubicBezTo>
                    <a:pt x="4456" y="0"/>
                    <a:pt x="3146" y="405"/>
                    <a:pt x="2108" y="1496"/>
                  </a:cubicBezTo>
                  <a:cubicBezTo>
                    <a:pt x="1822" y="1806"/>
                    <a:pt x="1596" y="2175"/>
                    <a:pt x="1417" y="2556"/>
                  </a:cubicBezTo>
                  <a:cubicBezTo>
                    <a:pt x="0" y="5116"/>
                    <a:pt x="858" y="8176"/>
                    <a:pt x="2024" y="10700"/>
                  </a:cubicBezTo>
                  <a:cubicBezTo>
                    <a:pt x="3453" y="13807"/>
                    <a:pt x="5406" y="16629"/>
                    <a:pt x="7477" y="19344"/>
                  </a:cubicBezTo>
                  <a:cubicBezTo>
                    <a:pt x="11383" y="24463"/>
                    <a:pt x="15883" y="29738"/>
                    <a:pt x="22360" y="31488"/>
                  </a:cubicBezTo>
                  <a:cubicBezTo>
                    <a:pt x="23595" y="31829"/>
                    <a:pt x="24868" y="32007"/>
                    <a:pt x="26154" y="32007"/>
                  </a:cubicBezTo>
                  <a:cubicBezTo>
                    <a:pt x="26306" y="32007"/>
                    <a:pt x="26458" y="32005"/>
                    <a:pt x="26611" y="32000"/>
                  </a:cubicBezTo>
                  <a:cubicBezTo>
                    <a:pt x="28028" y="31952"/>
                    <a:pt x="29587" y="31678"/>
                    <a:pt x="30647" y="30643"/>
                  </a:cubicBezTo>
                  <a:cubicBezTo>
                    <a:pt x="31635" y="29642"/>
                    <a:pt x="31873" y="28166"/>
                    <a:pt x="31766" y="26821"/>
                  </a:cubicBezTo>
                  <a:cubicBezTo>
                    <a:pt x="31647" y="25285"/>
                    <a:pt x="31111" y="23785"/>
                    <a:pt x="30457" y="22403"/>
                  </a:cubicBezTo>
                  <a:cubicBezTo>
                    <a:pt x="29742" y="20903"/>
                    <a:pt x="28873" y="19486"/>
                    <a:pt x="27980" y="18105"/>
                  </a:cubicBezTo>
                  <a:cubicBezTo>
                    <a:pt x="27016" y="16617"/>
                    <a:pt x="25992" y="15153"/>
                    <a:pt x="24908" y="13748"/>
                  </a:cubicBezTo>
                  <a:cubicBezTo>
                    <a:pt x="22896" y="11093"/>
                    <a:pt x="20682" y="8580"/>
                    <a:pt x="18181" y="6366"/>
                  </a:cubicBezTo>
                  <a:cubicBezTo>
                    <a:pt x="15705" y="4175"/>
                    <a:pt x="12942" y="2270"/>
                    <a:pt x="9894" y="960"/>
                  </a:cubicBezTo>
                  <a:cubicBezTo>
                    <a:pt x="8639" y="420"/>
                    <a:pt x="7202" y="0"/>
                    <a:pt x="58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7"/>
            <p:cNvSpPr/>
            <p:nvPr/>
          </p:nvSpPr>
          <p:spPr>
            <a:xfrm>
              <a:off x="1693947" y="1695683"/>
              <a:ext cx="1151256" cy="1093685"/>
            </a:xfrm>
            <a:custGeom>
              <a:rect b="b" l="l" r="r" t="t"/>
              <a:pathLst>
                <a:path extrusionOk="0" h="31117" w="32755">
                  <a:moveTo>
                    <a:pt x="28122" y="627"/>
                  </a:moveTo>
                  <a:cubicBezTo>
                    <a:pt x="28534" y="627"/>
                    <a:pt x="28945" y="668"/>
                    <a:pt x="29349" y="762"/>
                  </a:cubicBezTo>
                  <a:cubicBezTo>
                    <a:pt x="32433" y="1500"/>
                    <a:pt x="32302" y="5513"/>
                    <a:pt x="31874" y="7977"/>
                  </a:cubicBezTo>
                  <a:cubicBezTo>
                    <a:pt x="30814" y="14085"/>
                    <a:pt x="26206" y="18645"/>
                    <a:pt x="21551" y="22348"/>
                  </a:cubicBezTo>
                  <a:cubicBezTo>
                    <a:pt x="19051" y="24336"/>
                    <a:pt x="16479" y="26277"/>
                    <a:pt x="13705" y="27873"/>
                  </a:cubicBezTo>
                  <a:cubicBezTo>
                    <a:pt x="12347" y="28658"/>
                    <a:pt x="10919" y="29373"/>
                    <a:pt x="9442" y="29897"/>
                  </a:cubicBezTo>
                  <a:cubicBezTo>
                    <a:pt x="8437" y="30255"/>
                    <a:pt x="7373" y="30498"/>
                    <a:pt x="6309" y="30498"/>
                  </a:cubicBezTo>
                  <a:cubicBezTo>
                    <a:pt x="5924" y="30498"/>
                    <a:pt x="5539" y="30466"/>
                    <a:pt x="5156" y="30397"/>
                  </a:cubicBezTo>
                  <a:cubicBezTo>
                    <a:pt x="4811" y="30325"/>
                    <a:pt x="4489" y="30230"/>
                    <a:pt x="4168" y="30111"/>
                  </a:cubicBezTo>
                  <a:cubicBezTo>
                    <a:pt x="4132" y="30040"/>
                    <a:pt x="4072" y="29980"/>
                    <a:pt x="3977" y="29956"/>
                  </a:cubicBezTo>
                  <a:cubicBezTo>
                    <a:pt x="3834" y="29921"/>
                    <a:pt x="3703" y="29885"/>
                    <a:pt x="3584" y="29825"/>
                  </a:cubicBezTo>
                  <a:cubicBezTo>
                    <a:pt x="3453" y="29754"/>
                    <a:pt x="3334" y="29694"/>
                    <a:pt x="3227" y="29611"/>
                  </a:cubicBezTo>
                  <a:cubicBezTo>
                    <a:pt x="3180" y="29575"/>
                    <a:pt x="3120" y="29563"/>
                    <a:pt x="3072" y="29563"/>
                  </a:cubicBezTo>
                  <a:cubicBezTo>
                    <a:pt x="2275" y="29028"/>
                    <a:pt x="1715" y="28135"/>
                    <a:pt x="1465" y="27194"/>
                  </a:cubicBezTo>
                  <a:cubicBezTo>
                    <a:pt x="1108" y="25849"/>
                    <a:pt x="1405" y="24396"/>
                    <a:pt x="1870" y="23110"/>
                  </a:cubicBezTo>
                  <a:cubicBezTo>
                    <a:pt x="2906" y="20241"/>
                    <a:pt x="4608" y="17586"/>
                    <a:pt x="6525" y="15228"/>
                  </a:cubicBezTo>
                  <a:cubicBezTo>
                    <a:pt x="8490" y="12811"/>
                    <a:pt x="10764" y="10656"/>
                    <a:pt x="13181" y="8692"/>
                  </a:cubicBezTo>
                  <a:cubicBezTo>
                    <a:pt x="15693" y="6644"/>
                    <a:pt x="18348" y="4775"/>
                    <a:pt x="21134" y="3120"/>
                  </a:cubicBezTo>
                  <a:cubicBezTo>
                    <a:pt x="22420" y="2358"/>
                    <a:pt x="23754" y="1655"/>
                    <a:pt x="25182" y="1179"/>
                  </a:cubicBezTo>
                  <a:cubicBezTo>
                    <a:pt x="26117" y="867"/>
                    <a:pt x="27124" y="627"/>
                    <a:pt x="28122" y="627"/>
                  </a:cubicBezTo>
                  <a:close/>
                  <a:moveTo>
                    <a:pt x="28113" y="0"/>
                  </a:moveTo>
                  <a:cubicBezTo>
                    <a:pt x="27916" y="0"/>
                    <a:pt x="27720" y="9"/>
                    <a:pt x="27528" y="24"/>
                  </a:cubicBezTo>
                  <a:cubicBezTo>
                    <a:pt x="25992" y="155"/>
                    <a:pt x="24492" y="679"/>
                    <a:pt x="23111" y="1334"/>
                  </a:cubicBezTo>
                  <a:cubicBezTo>
                    <a:pt x="21610" y="2048"/>
                    <a:pt x="20205" y="2917"/>
                    <a:pt x="18812" y="3822"/>
                  </a:cubicBezTo>
                  <a:cubicBezTo>
                    <a:pt x="17324" y="4775"/>
                    <a:pt x="15872" y="5799"/>
                    <a:pt x="14455" y="6882"/>
                  </a:cubicBezTo>
                  <a:cubicBezTo>
                    <a:pt x="11800" y="8894"/>
                    <a:pt x="9287" y="11109"/>
                    <a:pt x="7073" y="13609"/>
                  </a:cubicBezTo>
                  <a:cubicBezTo>
                    <a:pt x="4882" y="16085"/>
                    <a:pt x="2977" y="18860"/>
                    <a:pt x="1667" y="21896"/>
                  </a:cubicBezTo>
                  <a:cubicBezTo>
                    <a:pt x="596" y="24384"/>
                    <a:pt x="1" y="27587"/>
                    <a:pt x="2203" y="29682"/>
                  </a:cubicBezTo>
                  <a:cubicBezTo>
                    <a:pt x="2525" y="29980"/>
                    <a:pt x="2882" y="30206"/>
                    <a:pt x="3263" y="30373"/>
                  </a:cubicBezTo>
                  <a:cubicBezTo>
                    <a:pt x="4216" y="30903"/>
                    <a:pt x="5235" y="31116"/>
                    <a:pt x="6268" y="31116"/>
                  </a:cubicBezTo>
                  <a:cubicBezTo>
                    <a:pt x="8022" y="31116"/>
                    <a:pt x="9818" y="30500"/>
                    <a:pt x="11407" y="29766"/>
                  </a:cubicBezTo>
                  <a:cubicBezTo>
                    <a:pt x="14514" y="28337"/>
                    <a:pt x="17336" y="26384"/>
                    <a:pt x="20051" y="24313"/>
                  </a:cubicBezTo>
                  <a:cubicBezTo>
                    <a:pt x="25170" y="20407"/>
                    <a:pt x="30457" y="15907"/>
                    <a:pt x="32195" y="9442"/>
                  </a:cubicBezTo>
                  <a:cubicBezTo>
                    <a:pt x="32576" y="8049"/>
                    <a:pt x="32755" y="6620"/>
                    <a:pt x="32707" y="5179"/>
                  </a:cubicBezTo>
                  <a:cubicBezTo>
                    <a:pt x="32659" y="3763"/>
                    <a:pt x="32386" y="2203"/>
                    <a:pt x="31350" y="1143"/>
                  </a:cubicBezTo>
                  <a:cubicBezTo>
                    <a:pt x="30503" y="296"/>
                    <a:pt x="29289" y="0"/>
                    <a:pt x="2811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7"/>
            <p:cNvSpPr/>
            <p:nvPr/>
          </p:nvSpPr>
          <p:spPr>
            <a:xfrm>
              <a:off x="1551670" y="1935284"/>
              <a:ext cx="1454650" cy="614449"/>
            </a:xfrm>
            <a:custGeom>
              <a:rect b="b" l="l" r="r" t="t"/>
              <a:pathLst>
                <a:path extrusionOk="0" h="17482" w="41387">
                  <a:moveTo>
                    <a:pt x="17458" y="634"/>
                  </a:moveTo>
                  <a:cubicBezTo>
                    <a:pt x="19204" y="634"/>
                    <a:pt x="20953" y="737"/>
                    <a:pt x="22694" y="910"/>
                  </a:cubicBezTo>
                  <a:cubicBezTo>
                    <a:pt x="25908" y="1244"/>
                    <a:pt x="29111" y="1803"/>
                    <a:pt x="32254" y="2601"/>
                  </a:cubicBezTo>
                  <a:cubicBezTo>
                    <a:pt x="33707" y="2970"/>
                    <a:pt x="35136" y="3423"/>
                    <a:pt x="36481" y="4089"/>
                  </a:cubicBezTo>
                  <a:cubicBezTo>
                    <a:pt x="37731" y="4720"/>
                    <a:pt x="38981" y="5542"/>
                    <a:pt x="39720" y="6756"/>
                  </a:cubicBezTo>
                  <a:cubicBezTo>
                    <a:pt x="41387" y="9447"/>
                    <a:pt x="38458" y="12197"/>
                    <a:pt x="36410" y="13638"/>
                  </a:cubicBezTo>
                  <a:cubicBezTo>
                    <a:pt x="32896" y="16105"/>
                    <a:pt x="28701" y="16851"/>
                    <a:pt x="24492" y="16851"/>
                  </a:cubicBezTo>
                  <a:cubicBezTo>
                    <a:pt x="22626" y="16851"/>
                    <a:pt x="20757" y="16704"/>
                    <a:pt x="18943" y="16496"/>
                  </a:cubicBezTo>
                  <a:cubicBezTo>
                    <a:pt x="15776" y="16138"/>
                    <a:pt x="12585" y="15686"/>
                    <a:pt x="9490" y="14852"/>
                  </a:cubicBezTo>
                  <a:cubicBezTo>
                    <a:pt x="7978" y="14448"/>
                    <a:pt x="6466" y="13948"/>
                    <a:pt x="5049" y="13269"/>
                  </a:cubicBezTo>
                  <a:cubicBezTo>
                    <a:pt x="3739" y="12650"/>
                    <a:pt x="2501" y="11805"/>
                    <a:pt x="1667" y="10590"/>
                  </a:cubicBezTo>
                  <a:cubicBezTo>
                    <a:pt x="1477" y="10304"/>
                    <a:pt x="1310" y="10007"/>
                    <a:pt x="1167" y="9697"/>
                  </a:cubicBezTo>
                  <a:cubicBezTo>
                    <a:pt x="1191" y="9614"/>
                    <a:pt x="1191" y="9530"/>
                    <a:pt x="1132" y="9447"/>
                  </a:cubicBezTo>
                  <a:cubicBezTo>
                    <a:pt x="1060" y="9328"/>
                    <a:pt x="1001" y="9209"/>
                    <a:pt x="953" y="9078"/>
                  </a:cubicBezTo>
                  <a:cubicBezTo>
                    <a:pt x="917" y="8947"/>
                    <a:pt x="881" y="8804"/>
                    <a:pt x="858" y="8673"/>
                  </a:cubicBezTo>
                  <a:cubicBezTo>
                    <a:pt x="846" y="8614"/>
                    <a:pt x="822" y="8566"/>
                    <a:pt x="786" y="8530"/>
                  </a:cubicBezTo>
                  <a:cubicBezTo>
                    <a:pt x="596" y="7590"/>
                    <a:pt x="834" y="6566"/>
                    <a:pt x="1322" y="5720"/>
                  </a:cubicBezTo>
                  <a:cubicBezTo>
                    <a:pt x="2024" y="4518"/>
                    <a:pt x="3251" y="3696"/>
                    <a:pt x="4489" y="3113"/>
                  </a:cubicBezTo>
                  <a:cubicBezTo>
                    <a:pt x="7251" y="1815"/>
                    <a:pt x="10335" y="1148"/>
                    <a:pt x="13359" y="839"/>
                  </a:cubicBezTo>
                  <a:cubicBezTo>
                    <a:pt x="14720" y="698"/>
                    <a:pt x="16088" y="634"/>
                    <a:pt x="17458" y="634"/>
                  </a:cubicBezTo>
                  <a:close/>
                  <a:moveTo>
                    <a:pt x="17455" y="0"/>
                  </a:moveTo>
                  <a:cubicBezTo>
                    <a:pt x="16598" y="0"/>
                    <a:pt x="15740" y="25"/>
                    <a:pt x="14883" y="77"/>
                  </a:cubicBezTo>
                  <a:cubicBezTo>
                    <a:pt x="11597" y="279"/>
                    <a:pt x="8287" y="898"/>
                    <a:pt x="5215" y="2113"/>
                  </a:cubicBezTo>
                  <a:cubicBezTo>
                    <a:pt x="2691" y="3125"/>
                    <a:pt x="0" y="4958"/>
                    <a:pt x="84" y="8006"/>
                  </a:cubicBezTo>
                  <a:cubicBezTo>
                    <a:pt x="96" y="8435"/>
                    <a:pt x="191" y="8840"/>
                    <a:pt x="346" y="9245"/>
                  </a:cubicBezTo>
                  <a:cubicBezTo>
                    <a:pt x="1155" y="12066"/>
                    <a:pt x="3918" y="13614"/>
                    <a:pt x="6537" y="14579"/>
                  </a:cubicBezTo>
                  <a:cubicBezTo>
                    <a:pt x="9740" y="15757"/>
                    <a:pt x="13121" y="16365"/>
                    <a:pt x="16491" y="16829"/>
                  </a:cubicBezTo>
                  <a:cubicBezTo>
                    <a:pt x="19112" y="17181"/>
                    <a:pt x="21827" y="17481"/>
                    <a:pt x="24518" y="17481"/>
                  </a:cubicBezTo>
                  <a:cubicBezTo>
                    <a:pt x="28377" y="17481"/>
                    <a:pt x="32189" y="16864"/>
                    <a:pt x="35612" y="14900"/>
                  </a:cubicBezTo>
                  <a:cubicBezTo>
                    <a:pt x="36850" y="14186"/>
                    <a:pt x="37993" y="13293"/>
                    <a:pt x="38970" y="12245"/>
                  </a:cubicBezTo>
                  <a:cubicBezTo>
                    <a:pt x="39946" y="11209"/>
                    <a:pt x="40863" y="9911"/>
                    <a:pt x="40863" y="8435"/>
                  </a:cubicBezTo>
                  <a:cubicBezTo>
                    <a:pt x="40875" y="7030"/>
                    <a:pt x="39994" y="5816"/>
                    <a:pt x="38958" y="4935"/>
                  </a:cubicBezTo>
                  <a:cubicBezTo>
                    <a:pt x="37779" y="3934"/>
                    <a:pt x="36350" y="3256"/>
                    <a:pt x="34910" y="2744"/>
                  </a:cubicBezTo>
                  <a:cubicBezTo>
                    <a:pt x="33350" y="2184"/>
                    <a:pt x="31731" y="1803"/>
                    <a:pt x="30111" y="1458"/>
                  </a:cubicBezTo>
                  <a:cubicBezTo>
                    <a:pt x="28385" y="1077"/>
                    <a:pt x="26635" y="779"/>
                    <a:pt x="24873" y="541"/>
                  </a:cubicBezTo>
                  <a:cubicBezTo>
                    <a:pt x="22413" y="205"/>
                    <a:pt x="19934" y="0"/>
                    <a:pt x="174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6" name="Google Shape;446;p17"/>
            <p:cNvGrpSpPr/>
            <p:nvPr/>
          </p:nvGrpSpPr>
          <p:grpSpPr>
            <a:xfrm rot="7183712">
              <a:off x="2478681" y="1838763"/>
              <a:ext cx="1160046" cy="807489"/>
              <a:chOff x="3701825" y="520275"/>
              <a:chExt cx="1160025" cy="807475"/>
            </a:xfrm>
          </p:grpSpPr>
          <p:sp>
            <p:nvSpPr>
              <p:cNvPr id="447" name="Google Shape;447;p17"/>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7"/>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 name="Google Shape;449;p17"/>
            <p:cNvGrpSpPr/>
            <p:nvPr/>
          </p:nvGrpSpPr>
          <p:grpSpPr>
            <a:xfrm flipH="1" rot="-7183712">
              <a:off x="958581" y="1838763"/>
              <a:ext cx="1160046" cy="807489"/>
              <a:chOff x="3701825" y="520275"/>
              <a:chExt cx="1160025" cy="807475"/>
            </a:xfrm>
          </p:grpSpPr>
          <p:sp>
            <p:nvSpPr>
              <p:cNvPr id="450" name="Google Shape;450;p17"/>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2" name="Google Shape;452;p17"/>
          <p:cNvGrpSpPr/>
          <p:nvPr/>
        </p:nvGrpSpPr>
        <p:grpSpPr>
          <a:xfrm>
            <a:off x="1056685" y="1204766"/>
            <a:ext cx="276254" cy="251767"/>
            <a:chOff x="-937525" y="2737025"/>
            <a:chExt cx="291100" cy="265325"/>
          </a:xfrm>
        </p:grpSpPr>
        <p:sp>
          <p:nvSpPr>
            <p:cNvPr id="453" name="Google Shape;453;p17"/>
            <p:cNvSpPr/>
            <p:nvPr/>
          </p:nvSpPr>
          <p:spPr>
            <a:xfrm>
              <a:off x="-937525" y="2737025"/>
              <a:ext cx="291100" cy="265325"/>
            </a:xfrm>
            <a:custGeom>
              <a:rect b="b" l="l" r="r" t="t"/>
              <a:pathLst>
                <a:path extrusionOk="0" h="10613" w="11644">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7"/>
            <p:cNvSpPr/>
            <p:nvPr/>
          </p:nvSpPr>
          <p:spPr>
            <a:xfrm>
              <a:off x="-846575" y="2888550"/>
              <a:ext cx="20025" cy="15875"/>
            </a:xfrm>
            <a:custGeom>
              <a:rect b="b" l="l" r="r" t="t"/>
              <a:pathLst>
                <a:path extrusionOk="0" h="635" w="801">
                  <a:moveTo>
                    <a:pt x="400" y="1"/>
                  </a:moveTo>
                  <a:cubicBezTo>
                    <a:pt x="0" y="1"/>
                    <a:pt x="0" y="635"/>
                    <a:pt x="400" y="635"/>
                  </a:cubicBezTo>
                  <a:cubicBezTo>
                    <a:pt x="801" y="635"/>
                    <a:pt x="801" y="1"/>
                    <a:pt x="4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7"/>
            <p:cNvSpPr/>
            <p:nvPr/>
          </p:nvSpPr>
          <p:spPr>
            <a:xfrm>
              <a:off x="-834075" y="2834350"/>
              <a:ext cx="20025" cy="15875"/>
            </a:xfrm>
            <a:custGeom>
              <a:rect b="b" l="l" r="r" t="t"/>
              <a:pathLst>
                <a:path extrusionOk="0" h="635" w="801">
                  <a:moveTo>
                    <a:pt x="401" y="1"/>
                  </a:moveTo>
                  <a:cubicBezTo>
                    <a:pt x="0" y="1"/>
                    <a:pt x="0" y="634"/>
                    <a:pt x="401" y="634"/>
                  </a:cubicBezTo>
                  <a:cubicBezTo>
                    <a:pt x="801" y="634"/>
                    <a:pt x="801" y="1"/>
                    <a:pt x="4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7"/>
            <p:cNvSpPr/>
            <p:nvPr/>
          </p:nvSpPr>
          <p:spPr>
            <a:xfrm>
              <a:off x="-798225" y="2905250"/>
              <a:ext cx="20050" cy="15850"/>
            </a:xfrm>
            <a:custGeom>
              <a:rect b="b" l="l" r="r" t="t"/>
              <a:pathLst>
                <a:path extrusionOk="0" h="634" w="802">
                  <a:moveTo>
                    <a:pt x="401" y="0"/>
                  </a:moveTo>
                  <a:cubicBezTo>
                    <a:pt x="1" y="0"/>
                    <a:pt x="1" y="634"/>
                    <a:pt x="401" y="634"/>
                  </a:cubicBezTo>
                  <a:cubicBezTo>
                    <a:pt x="801" y="634"/>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7"/>
            <p:cNvSpPr/>
            <p:nvPr/>
          </p:nvSpPr>
          <p:spPr>
            <a:xfrm>
              <a:off x="-752350" y="2856875"/>
              <a:ext cx="20025" cy="15875"/>
            </a:xfrm>
            <a:custGeom>
              <a:rect b="b" l="l" r="r" t="t"/>
              <a:pathLst>
                <a:path extrusionOk="0" h="635" w="801">
                  <a:moveTo>
                    <a:pt x="401" y="0"/>
                  </a:moveTo>
                  <a:cubicBezTo>
                    <a:pt x="0" y="0"/>
                    <a:pt x="0" y="634"/>
                    <a:pt x="401" y="634"/>
                  </a:cubicBezTo>
                  <a:cubicBezTo>
                    <a:pt x="801" y="634"/>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7"/>
            <p:cNvSpPr/>
            <p:nvPr/>
          </p:nvSpPr>
          <p:spPr>
            <a:xfrm>
              <a:off x="-781550" y="2801000"/>
              <a:ext cx="20050" cy="15025"/>
            </a:xfrm>
            <a:custGeom>
              <a:rect b="b" l="l" r="r" t="t"/>
              <a:pathLst>
                <a:path extrusionOk="0" h="601" w="802">
                  <a:moveTo>
                    <a:pt x="401" y="0"/>
                  </a:moveTo>
                  <a:cubicBezTo>
                    <a:pt x="1" y="0"/>
                    <a:pt x="1" y="601"/>
                    <a:pt x="401" y="601"/>
                  </a:cubicBezTo>
                  <a:cubicBezTo>
                    <a:pt x="801" y="601"/>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7"/>
            <p:cNvSpPr/>
            <p:nvPr/>
          </p:nvSpPr>
          <p:spPr>
            <a:xfrm>
              <a:off x="-792375" y="2859375"/>
              <a:ext cx="20875" cy="15875"/>
            </a:xfrm>
            <a:custGeom>
              <a:rect b="b" l="l" r="r" t="t"/>
              <a:pathLst>
                <a:path extrusionOk="0" h="635" w="835">
                  <a:moveTo>
                    <a:pt x="434" y="0"/>
                  </a:moveTo>
                  <a:cubicBezTo>
                    <a:pt x="0" y="0"/>
                    <a:pt x="0" y="634"/>
                    <a:pt x="434" y="634"/>
                  </a:cubicBezTo>
                  <a:cubicBezTo>
                    <a:pt x="834" y="634"/>
                    <a:pt x="834"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7"/>
            <p:cNvSpPr/>
            <p:nvPr/>
          </p:nvSpPr>
          <p:spPr>
            <a:xfrm>
              <a:off x="-737350" y="2916075"/>
              <a:ext cx="20050" cy="15050"/>
            </a:xfrm>
            <a:custGeom>
              <a:rect b="b" l="l" r="r" t="t"/>
              <a:pathLst>
                <a:path extrusionOk="0" h="602" w="802">
                  <a:moveTo>
                    <a:pt x="401" y="1"/>
                  </a:moveTo>
                  <a:cubicBezTo>
                    <a:pt x="1" y="1"/>
                    <a:pt x="1" y="601"/>
                    <a:pt x="401" y="601"/>
                  </a:cubicBezTo>
                  <a:cubicBezTo>
                    <a:pt x="801" y="601"/>
                    <a:pt x="801" y="1"/>
                    <a:pt x="4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61" name="Google Shape;461;p17"/>
          <p:cNvCxnSpPr/>
          <p:nvPr/>
        </p:nvCxnSpPr>
        <p:spPr>
          <a:xfrm flipH="1" rot="-5400000">
            <a:off x="1018725" y="1624475"/>
            <a:ext cx="595800" cy="252000"/>
          </a:xfrm>
          <a:prstGeom prst="bentConnector3">
            <a:avLst>
              <a:gd fmla="val 50000" name="adj1"/>
            </a:avLst>
          </a:prstGeom>
          <a:noFill/>
          <a:ln cap="flat" cmpd="sng" w="19050">
            <a:solidFill>
              <a:schemeClr val="lt1"/>
            </a:solidFill>
            <a:prstDash val="solid"/>
            <a:round/>
            <a:headEnd len="med" w="med" type="none"/>
            <a:tailEnd len="med" w="med" type="none"/>
          </a:ln>
        </p:spPr>
      </p:cxnSp>
      <p:grpSp>
        <p:nvGrpSpPr>
          <p:cNvPr id="462" name="Google Shape;462;p17"/>
          <p:cNvGrpSpPr/>
          <p:nvPr/>
        </p:nvGrpSpPr>
        <p:grpSpPr>
          <a:xfrm>
            <a:off x="1961195" y="1204602"/>
            <a:ext cx="276254" cy="252094"/>
            <a:chOff x="-502237" y="2721850"/>
            <a:chExt cx="220950" cy="201675"/>
          </a:xfrm>
        </p:grpSpPr>
        <p:sp>
          <p:nvSpPr>
            <p:cNvPr id="463" name="Google Shape;463;p17"/>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7"/>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7"/>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7"/>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67" name="Google Shape;467;p17"/>
          <p:cNvCxnSpPr/>
          <p:nvPr/>
        </p:nvCxnSpPr>
        <p:spPr>
          <a:xfrm rot="5400000">
            <a:off x="1559350" y="1621350"/>
            <a:ext cx="705600" cy="376200"/>
          </a:xfrm>
          <a:prstGeom prst="bentConnector3">
            <a:avLst>
              <a:gd fmla="val 23721" name="adj1"/>
            </a:avLst>
          </a:prstGeom>
          <a:noFill/>
          <a:ln cap="flat" cmpd="sng" w="19050">
            <a:solidFill>
              <a:schemeClr val="lt1"/>
            </a:solidFill>
            <a:prstDash val="solid"/>
            <a:round/>
            <a:headEnd len="med" w="med" type="none"/>
            <a:tailEnd len="med" w="med" type="none"/>
          </a:ln>
        </p:spPr>
      </p:cxnSp>
      <p:sp>
        <p:nvSpPr>
          <p:cNvPr id="468" name="Google Shape;468;p17"/>
          <p:cNvSpPr/>
          <p:nvPr/>
        </p:nvSpPr>
        <p:spPr>
          <a:xfrm>
            <a:off x="2876414" y="1204647"/>
            <a:ext cx="276248" cy="252005"/>
          </a:xfrm>
          <a:custGeom>
            <a:rect b="b" l="l" r="r" t="t"/>
            <a:pathLst>
              <a:path extrusionOk="0" h="8059" w="8835">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9" name="Google Shape;469;p17"/>
          <p:cNvCxnSpPr/>
          <p:nvPr/>
        </p:nvCxnSpPr>
        <p:spPr>
          <a:xfrm rot="5400000">
            <a:off x="2562700" y="1586100"/>
            <a:ext cx="581400" cy="322500"/>
          </a:xfrm>
          <a:prstGeom prst="bentConnector3">
            <a:avLst>
              <a:gd fmla="val 50000" name="adj1"/>
            </a:avLst>
          </a:prstGeom>
          <a:noFill/>
          <a:ln cap="flat" cmpd="sng" w="19050">
            <a:solidFill>
              <a:schemeClr val="lt1"/>
            </a:solidFill>
            <a:prstDash val="solid"/>
            <a:round/>
            <a:headEnd len="med" w="med" type="none"/>
            <a:tailEnd len="med" w="med" type="none"/>
          </a:ln>
        </p:spPr>
      </p:cxnSp>
      <p:grpSp>
        <p:nvGrpSpPr>
          <p:cNvPr id="470" name="Google Shape;470;p17"/>
          <p:cNvGrpSpPr/>
          <p:nvPr/>
        </p:nvGrpSpPr>
        <p:grpSpPr>
          <a:xfrm rot="5400000">
            <a:off x="1056680" y="4404127"/>
            <a:ext cx="276254" cy="252094"/>
            <a:chOff x="-502237" y="2721850"/>
            <a:chExt cx="220950" cy="201675"/>
          </a:xfrm>
        </p:grpSpPr>
        <p:sp>
          <p:nvSpPr>
            <p:cNvPr id="471" name="Google Shape;471;p17"/>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7"/>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7"/>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7"/>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75" name="Google Shape;475;p17"/>
          <p:cNvCxnSpPr/>
          <p:nvPr/>
        </p:nvCxnSpPr>
        <p:spPr>
          <a:xfrm flipH="1" rot="5400000">
            <a:off x="438350" y="3648275"/>
            <a:ext cx="1341300" cy="172800"/>
          </a:xfrm>
          <a:prstGeom prst="bentConnector3">
            <a:avLst>
              <a:gd fmla="val 19401" name="adj1"/>
            </a:avLst>
          </a:prstGeom>
          <a:noFill/>
          <a:ln cap="flat" cmpd="sng" w="19050">
            <a:solidFill>
              <a:schemeClr val="lt1"/>
            </a:solidFill>
            <a:prstDash val="solid"/>
            <a:round/>
            <a:headEnd len="med" w="med" type="none"/>
            <a:tailEnd len="med" w="med" type="none"/>
          </a:ln>
        </p:spPr>
      </p:cxnSp>
      <p:grpSp>
        <p:nvGrpSpPr>
          <p:cNvPr id="476" name="Google Shape;476;p17"/>
          <p:cNvGrpSpPr/>
          <p:nvPr/>
        </p:nvGrpSpPr>
        <p:grpSpPr>
          <a:xfrm>
            <a:off x="1960506" y="4404127"/>
            <a:ext cx="276254" cy="252094"/>
            <a:chOff x="8674669" y="2489996"/>
            <a:chExt cx="276254" cy="252094"/>
          </a:xfrm>
        </p:grpSpPr>
        <p:sp>
          <p:nvSpPr>
            <p:cNvPr id="477" name="Google Shape;477;p17"/>
            <p:cNvSpPr/>
            <p:nvPr/>
          </p:nvSpPr>
          <p:spPr>
            <a:xfrm>
              <a:off x="8674669" y="2489996"/>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7"/>
            <p:cNvSpPr/>
            <p:nvPr/>
          </p:nvSpPr>
          <p:spPr>
            <a:xfrm rot="5400000">
              <a:off x="8802363" y="2504283"/>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79" name="Google Shape;479;p17"/>
          <p:cNvCxnSpPr/>
          <p:nvPr/>
        </p:nvCxnSpPr>
        <p:spPr>
          <a:xfrm rot="-5400000">
            <a:off x="2002050" y="3904475"/>
            <a:ext cx="594300" cy="407400"/>
          </a:xfrm>
          <a:prstGeom prst="bentConnector3">
            <a:avLst>
              <a:gd fmla="val 27566" name="adj1"/>
            </a:avLst>
          </a:prstGeom>
          <a:noFill/>
          <a:ln cap="flat" cmpd="sng" w="19050">
            <a:solidFill>
              <a:schemeClr val="lt1"/>
            </a:solidFill>
            <a:prstDash val="solid"/>
            <a:round/>
            <a:headEnd len="med" w="med" type="none"/>
            <a:tailEnd len="med" w="med" type="none"/>
          </a:ln>
        </p:spPr>
      </p:cxnSp>
      <p:grpSp>
        <p:nvGrpSpPr>
          <p:cNvPr id="480" name="Google Shape;480;p17"/>
          <p:cNvGrpSpPr/>
          <p:nvPr/>
        </p:nvGrpSpPr>
        <p:grpSpPr>
          <a:xfrm>
            <a:off x="2876411" y="4404127"/>
            <a:ext cx="276254" cy="252094"/>
            <a:chOff x="6156468" y="2489952"/>
            <a:chExt cx="276254" cy="252094"/>
          </a:xfrm>
        </p:grpSpPr>
        <p:sp>
          <p:nvSpPr>
            <p:cNvPr id="481" name="Google Shape;481;p17"/>
            <p:cNvSpPr/>
            <p:nvPr/>
          </p:nvSpPr>
          <p:spPr>
            <a:xfrm>
              <a:off x="6156468" y="2489952"/>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7"/>
            <p:cNvSpPr/>
            <p:nvPr/>
          </p:nvSpPr>
          <p:spPr>
            <a:xfrm>
              <a:off x="6289843" y="2502734"/>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7"/>
            <p:cNvSpPr/>
            <p:nvPr/>
          </p:nvSpPr>
          <p:spPr>
            <a:xfrm rot="5400000">
              <a:off x="6285181" y="2496621"/>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84" name="Google Shape;484;p17"/>
          <p:cNvCxnSpPr/>
          <p:nvPr/>
        </p:nvCxnSpPr>
        <p:spPr>
          <a:xfrm rot="-5400000">
            <a:off x="2351475" y="3596875"/>
            <a:ext cx="1488300" cy="152400"/>
          </a:xfrm>
          <a:prstGeom prst="bentConnector3">
            <a:avLst>
              <a:gd fmla="val 21986" name="adj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grpSp>
        <p:nvGrpSpPr>
          <p:cNvPr id="489" name="Google Shape;489;p18"/>
          <p:cNvGrpSpPr/>
          <p:nvPr/>
        </p:nvGrpSpPr>
        <p:grpSpPr>
          <a:xfrm>
            <a:off x="2467120" y="741886"/>
            <a:ext cx="4209768" cy="4221502"/>
            <a:chOff x="2467120" y="741886"/>
            <a:chExt cx="4209768" cy="4221502"/>
          </a:xfrm>
        </p:grpSpPr>
        <p:sp>
          <p:nvSpPr>
            <p:cNvPr id="490" name="Google Shape;490;p18"/>
            <p:cNvSpPr/>
            <p:nvPr/>
          </p:nvSpPr>
          <p:spPr>
            <a:xfrm rot="-5400000">
              <a:off x="2776433" y="1529985"/>
              <a:ext cx="3591134" cy="2645295"/>
            </a:xfrm>
            <a:custGeom>
              <a:rect b="b" l="l" r="r" t="t"/>
              <a:pathLst>
                <a:path extrusionOk="0" h="185863" w="327733">
                  <a:moveTo>
                    <a:pt x="134568" y="1"/>
                  </a:moveTo>
                  <a:cubicBezTo>
                    <a:pt x="101560" y="1"/>
                    <a:pt x="83599" y="13982"/>
                    <a:pt x="71081" y="25603"/>
                  </a:cubicBezTo>
                  <a:cubicBezTo>
                    <a:pt x="54162" y="41296"/>
                    <a:pt x="2739" y="85123"/>
                    <a:pt x="1632" y="125413"/>
                  </a:cubicBezTo>
                  <a:cubicBezTo>
                    <a:pt x="1" y="184028"/>
                    <a:pt x="48912" y="184563"/>
                    <a:pt x="67033" y="184921"/>
                  </a:cubicBezTo>
                  <a:cubicBezTo>
                    <a:pt x="82420" y="185222"/>
                    <a:pt x="104246" y="185863"/>
                    <a:pt x="128143" y="185863"/>
                  </a:cubicBezTo>
                  <a:cubicBezTo>
                    <a:pt x="174049" y="185863"/>
                    <a:pt x="227598" y="183499"/>
                    <a:pt x="257831" y="171824"/>
                  </a:cubicBezTo>
                  <a:cubicBezTo>
                    <a:pt x="271690" y="166478"/>
                    <a:pt x="290573" y="152178"/>
                    <a:pt x="307885" y="122080"/>
                  </a:cubicBezTo>
                  <a:cubicBezTo>
                    <a:pt x="327732" y="87563"/>
                    <a:pt x="320208" y="56667"/>
                    <a:pt x="286406" y="38200"/>
                  </a:cubicBezTo>
                  <a:cubicBezTo>
                    <a:pt x="252604" y="19734"/>
                    <a:pt x="184476" y="5887"/>
                    <a:pt x="154175" y="1493"/>
                  </a:cubicBezTo>
                  <a:cubicBezTo>
                    <a:pt x="147100" y="465"/>
                    <a:pt x="140584" y="1"/>
                    <a:pt x="1345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1" name="Google Shape;491;p18"/>
            <p:cNvGrpSpPr/>
            <p:nvPr/>
          </p:nvGrpSpPr>
          <p:grpSpPr>
            <a:xfrm>
              <a:off x="2467120" y="741886"/>
              <a:ext cx="4209768" cy="4221502"/>
              <a:chOff x="2467120" y="813611"/>
              <a:chExt cx="4209768" cy="4221502"/>
            </a:xfrm>
          </p:grpSpPr>
          <p:grpSp>
            <p:nvGrpSpPr>
              <p:cNvPr id="492" name="Google Shape;492;p18"/>
              <p:cNvGrpSpPr/>
              <p:nvPr/>
            </p:nvGrpSpPr>
            <p:grpSpPr>
              <a:xfrm rot="3983538">
                <a:off x="3105022" y="1115914"/>
                <a:ext cx="1211666" cy="843421"/>
                <a:chOff x="3701825" y="520275"/>
                <a:chExt cx="1160025" cy="807475"/>
              </a:xfrm>
            </p:grpSpPr>
            <p:sp>
              <p:nvSpPr>
                <p:cNvPr id="493" name="Google Shape;493;p18"/>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8"/>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5" name="Google Shape;495;p18"/>
              <p:cNvGrpSpPr/>
              <p:nvPr/>
            </p:nvGrpSpPr>
            <p:grpSpPr>
              <a:xfrm flipH="1" rot="-3983538">
                <a:off x="4861134" y="1115914"/>
                <a:ext cx="1211666" cy="843421"/>
                <a:chOff x="3701825" y="520275"/>
                <a:chExt cx="1160025" cy="807475"/>
              </a:xfrm>
            </p:grpSpPr>
            <p:sp>
              <p:nvSpPr>
                <p:cNvPr id="496" name="Google Shape;496;p18"/>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8"/>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 name="Google Shape;498;p18"/>
              <p:cNvGrpSpPr/>
              <p:nvPr/>
            </p:nvGrpSpPr>
            <p:grpSpPr>
              <a:xfrm rot="-6816462">
                <a:off x="4861134" y="3889389"/>
                <a:ext cx="1211666" cy="843421"/>
                <a:chOff x="3701825" y="520275"/>
                <a:chExt cx="1160025" cy="807475"/>
              </a:xfrm>
            </p:grpSpPr>
            <p:sp>
              <p:nvSpPr>
                <p:cNvPr id="499" name="Google Shape;499;p18"/>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8"/>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18"/>
              <p:cNvGrpSpPr/>
              <p:nvPr/>
            </p:nvGrpSpPr>
            <p:grpSpPr>
              <a:xfrm flipH="1" rot="6816462">
                <a:off x="3105022" y="3889389"/>
                <a:ext cx="1211666" cy="843421"/>
                <a:chOff x="3701825" y="520275"/>
                <a:chExt cx="1160025" cy="807475"/>
              </a:xfrm>
            </p:grpSpPr>
            <p:sp>
              <p:nvSpPr>
                <p:cNvPr id="502" name="Google Shape;502;p18"/>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8"/>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 name="Google Shape;504;p18"/>
              <p:cNvGrpSpPr/>
              <p:nvPr/>
            </p:nvGrpSpPr>
            <p:grpSpPr>
              <a:xfrm flipH="1" rot="-1923533">
                <a:off x="5333818" y="2015964"/>
                <a:ext cx="1211623" cy="843391"/>
                <a:chOff x="3701825" y="520275"/>
                <a:chExt cx="1160025" cy="807475"/>
              </a:xfrm>
            </p:grpSpPr>
            <p:sp>
              <p:nvSpPr>
                <p:cNvPr id="505" name="Google Shape;505;p18"/>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8"/>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 name="Google Shape;507;p18"/>
              <p:cNvGrpSpPr/>
              <p:nvPr/>
            </p:nvGrpSpPr>
            <p:grpSpPr>
              <a:xfrm flipH="1" rot="8876467">
                <a:off x="2598568" y="2909414"/>
                <a:ext cx="1211623" cy="843391"/>
                <a:chOff x="3701825" y="520275"/>
                <a:chExt cx="1160025" cy="807475"/>
              </a:xfrm>
            </p:grpSpPr>
            <p:sp>
              <p:nvSpPr>
                <p:cNvPr id="508" name="Google Shape;508;p18"/>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8"/>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510" name="Google Shape;510;p18"/>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511" name="Google Shape;511;p18"/>
          <p:cNvGrpSpPr/>
          <p:nvPr/>
        </p:nvGrpSpPr>
        <p:grpSpPr>
          <a:xfrm>
            <a:off x="7003483" y="1170712"/>
            <a:ext cx="276254" cy="251767"/>
            <a:chOff x="-937525" y="2737025"/>
            <a:chExt cx="291100" cy="265325"/>
          </a:xfrm>
        </p:grpSpPr>
        <p:sp>
          <p:nvSpPr>
            <p:cNvPr id="512" name="Google Shape;512;p18"/>
            <p:cNvSpPr/>
            <p:nvPr/>
          </p:nvSpPr>
          <p:spPr>
            <a:xfrm>
              <a:off x="-937525" y="2737025"/>
              <a:ext cx="291100" cy="265325"/>
            </a:xfrm>
            <a:custGeom>
              <a:rect b="b" l="l" r="r" t="t"/>
              <a:pathLst>
                <a:path extrusionOk="0" h="10613" w="11644">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8"/>
            <p:cNvSpPr/>
            <p:nvPr/>
          </p:nvSpPr>
          <p:spPr>
            <a:xfrm>
              <a:off x="-846575" y="2888550"/>
              <a:ext cx="20025" cy="15875"/>
            </a:xfrm>
            <a:custGeom>
              <a:rect b="b" l="l" r="r" t="t"/>
              <a:pathLst>
                <a:path extrusionOk="0" h="635" w="801">
                  <a:moveTo>
                    <a:pt x="400" y="1"/>
                  </a:moveTo>
                  <a:cubicBezTo>
                    <a:pt x="0" y="1"/>
                    <a:pt x="0" y="635"/>
                    <a:pt x="400" y="635"/>
                  </a:cubicBezTo>
                  <a:cubicBezTo>
                    <a:pt x="801" y="635"/>
                    <a:pt x="801" y="1"/>
                    <a:pt x="400" y="1"/>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8"/>
            <p:cNvSpPr/>
            <p:nvPr/>
          </p:nvSpPr>
          <p:spPr>
            <a:xfrm>
              <a:off x="-834075" y="2834350"/>
              <a:ext cx="20025" cy="15875"/>
            </a:xfrm>
            <a:custGeom>
              <a:rect b="b" l="l" r="r" t="t"/>
              <a:pathLst>
                <a:path extrusionOk="0" h="635" w="801">
                  <a:moveTo>
                    <a:pt x="401" y="1"/>
                  </a:moveTo>
                  <a:cubicBezTo>
                    <a:pt x="0" y="1"/>
                    <a:pt x="0" y="634"/>
                    <a:pt x="401" y="634"/>
                  </a:cubicBezTo>
                  <a:cubicBezTo>
                    <a:pt x="801" y="634"/>
                    <a:pt x="801" y="1"/>
                    <a:pt x="401" y="1"/>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8"/>
            <p:cNvSpPr/>
            <p:nvPr/>
          </p:nvSpPr>
          <p:spPr>
            <a:xfrm>
              <a:off x="-798225" y="2905250"/>
              <a:ext cx="20050" cy="15850"/>
            </a:xfrm>
            <a:custGeom>
              <a:rect b="b" l="l" r="r" t="t"/>
              <a:pathLst>
                <a:path extrusionOk="0" h="634" w="802">
                  <a:moveTo>
                    <a:pt x="401" y="0"/>
                  </a:moveTo>
                  <a:cubicBezTo>
                    <a:pt x="1" y="0"/>
                    <a:pt x="1" y="634"/>
                    <a:pt x="401" y="634"/>
                  </a:cubicBezTo>
                  <a:cubicBezTo>
                    <a:pt x="801" y="634"/>
                    <a:pt x="801" y="0"/>
                    <a:pt x="40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8"/>
            <p:cNvSpPr/>
            <p:nvPr/>
          </p:nvSpPr>
          <p:spPr>
            <a:xfrm>
              <a:off x="-752350" y="2856875"/>
              <a:ext cx="20025" cy="15875"/>
            </a:xfrm>
            <a:custGeom>
              <a:rect b="b" l="l" r="r" t="t"/>
              <a:pathLst>
                <a:path extrusionOk="0" h="635" w="801">
                  <a:moveTo>
                    <a:pt x="401" y="0"/>
                  </a:moveTo>
                  <a:cubicBezTo>
                    <a:pt x="0" y="0"/>
                    <a:pt x="0" y="634"/>
                    <a:pt x="401" y="634"/>
                  </a:cubicBezTo>
                  <a:cubicBezTo>
                    <a:pt x="801" y="634"/>
                    <a:pt x="801" y="0"/>
                    <a:pt x="40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8"/>
            <p:cNvSpPr/>
            <p:nvPr/>
          </p:nvSpPr>
          <p:spPr>
            <a:xfrm>
              <a:off x="-781550" y="2801000"/>
              <a:ext cx="20050" cy="15025"/>
            </a:xfrm>
            <a:custGeom>
              <a:rect b="b" l="l" r="r" t="t"/>
              <a:pathLst>
                <a:path extrusionOk="0" h="601" w="802">
                  <a:moveTo>
                    <a:pt x="401" y="0"/>
                  </a:moveTo>
                  <a:cubicBezTo>
                    <a:pt x="1" y="0"/>
                    <a:pt x="1" y="601"/>
                    <a:pt x="401" y="601"/>
                  </a:cubicBezTo>
                  <a:cubicBezTo>
                    <a:pt x="801" y="601"/>
                    <a:pt x="801" y="0"/>
                    <a:pt x="40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8"/>
            <p:cNvSpPr/>
            <p:nvPr/>
          </p:nvSpPr>
          <p:spPr>
            <a:xfrm>
              <a:off x="-792375" y="2859375"/>
              <a:ext cx="20875" cy="15875"/>
            </a:xfrm>
            <a:custGeom>
              <a:rect b="b" l="l" r="r" t="t"/>
              <a:pathLst>
                <a:path extrusionOk="0" h="635" w="835">
                  <a:moveTo>
                    <a:pt x="434" y="0"/>
                  </a:moveTo>
                  <a:cubicBezTo>
                    <a:pt x="0" y="0"/>
                    <a:pt x="0" y="634"/>
                    <a:pt x="434" y="634"/>
                  </a:cubicBezTo>
                  <a:cubicBezTo>
                    <a:pt x="834" y="634"/>
                    <a:pt x="834" y="0"/>
                    <a:pt x="434"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8"/>
            <p:cNvSpPr/>
            <p:nvPr/>
          </p:nvSpPr>
          <p:spPr>
            <a:xfrm>
              <a:off x="-737350" y="2916075"/>
              <a:ext cx="20050" cy="15050"/>
            </a:xfrm>
            <a:custGeom>
              <a:rect b="b" l="l" r="r" t="t"/>
              <a:pathLst>
                <a:path extrusionOk="0" h="602" w="802">
                  <a:moveTo>
                    <a:pt x="401" y="1"/>
                  </a:moveTo>
                  <a:cubicBezTo>
                    <a:pt x="1" y="1"/>
                    <a:pt x="1" y="601"/>
                    <a:pt x="401" y="601"/>
                  </a:cubicBezTo>
                  <a:cubicBezTo>
                    <a:pt x="801" y="601"/>
                    <a:pt x="801" y="1"/>
                    <a:pt x="401" y="1"/>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0" name="Google Shape;520;p18"/>
          <p:cNvSpPr/>
          <p:nvPr/>
        </p:nvSpPr>
        <p:spPr>
          <a:xfrm>
            <a:off x="7003486" y="3931782"/>
            <a:ext cx="276248" cy="252005"/>
          </a:xfrm>
          <a:custGeom>
            <a:rect b="b" l="l" r="r" t="t"/>
            <a:pathLst>
              <a:path extrusionOk="0" h="8059" w="8835">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1" name="Google Shape;521;p18"/>
          <p:cNvGrpSpPr/>
          <p:nvPr/>
        </p:nvGrpSpPr>
        <p:grpSpPr>
          <a:xfrm>
            <a:off x="7003484" y="2551077"/>
            <a:ext cx="276254" cy="252094"/>
            <a:chOff x="-502237" y="2721850"/>
            <a:chExt cx="220950" cy="201675"/>
          </a:xfrm>
        </p:grpSpPr>
        <p:sp>
          <p:nvSpPr>
            <p:cNvPr id="522" name="Google Shape;522;p18"/>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8"/>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8"/>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8"/>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 name="Google Shape;526;p18"/>
          <p:cNvGrpSpPr/>
          <p:nvPr/>
        </p:nvGrpSpPr>
        <p:grpSpPr>
          <a:xfrm rot="5400000">
            <a:off x="1864343" y="1158302"/>
            <a:ext cx="276254" cy="252094"/>
            <a:chOff x="-502237" y="2721850"/>
            <a:chExt cx="220950" cy="201675"/>
          </a:xfrm>
        </p:grpSpPr>
        <p:sp>
          <p:nvSpPr>
            <p:cNvPr id="527" name="Google Shape;527;p18"/>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8"/>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8"/>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8"/>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 name="Google Shape;531;p18"/>
          <p:cNvGrpSpPr/>
          <p:nvPr/>
        </p:nvGrpSpPr>
        <p:grpSpPr>
          <a:xfrm>
            <a:off x="1864294" y="2551121"/>
            <a:ext cx="276254" cy="252094"/>
            <a:chOff x="8674669" y="2489996"/>
            <a:chExt cx="276254" cy="252094"/>
          </a:xfrm>
        </p:grpSpPr>
        <p:sp>
          <p:nvSpPr>
            <p:cNvPr id="532" name="Google Shape;532;p18"/>
            <p:cNvSpPr/>
            <p:nvPr/>
          </p:nvSpPr>
          <p:spPr>
            <a:xfrm>
              <a:off x="8674669" y="2489996"/>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rot="5400000">
              <a:off x="8802363" y="2504283"/>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18"/>
          <p:cNvGrpSpPr/>
          <p:nvPr/>
        </p:nvGrpSpPr>
        <p:grpSpPr>
          <a:xfrm>
            <a:off x="1864293" y="3931777"/>
            <a:ext cx="276254" cy="252094"/>
            <a:chOff x="6156468" y="2489952"/>
            <a:chExt cx="276254" cy="252094"/>
          </a:xfrm>
        </p:grpSpPr>
        <p:sp>
          <p:nvSpPr>
            <p:cNvPr id="535" name="Google Shape;535;p18"/>
            <p:cNvSpPr/>
            <p:nvPr/>
          </p:nvSpPr>
          <p:spPr>
            <a:xfrm>
              <a:off x="6156468" y="2489952"/>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8"/>
            <p:cNvSpPr/>
            <p:nvPr/>
          </p:nvSpPr>
          <p:spPr>
            <a:xfrm>
              <a:off x="6289843" y="2502734"/>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8"/>
            <p:cNvSpPr/>
            <p:nvPr/>
          </p:nvSpPr>
          <p:spPr>
            <a:xfrm rot="5400000">
              <a:off x="6285181" y="2496621"/>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 name="Google Shape;538;p18"/>
          <p:cNvGrpSpPr/>
          <p:nvPr/>
        </p:nvGrpSpPr>
        <p:grpSpPr>
          <a:xfrm>
            <a:off x="457200" y="1116650"/>
            <a:ext cx="2590800" cy="841950"/>
            <a:chOff x="457200" y="1116650"/>
            <a:chExt cx="2590800" cy="841950"/>
          </a:xfrm>
        </p:grpSpPr>
        <p:sp>
          <p:nvSpPr>
            <p:cNvPr id="539" name="Google Shape;539;p18"/>
            <p:cNvSpPr txBox="1"/>
            <p:nvPr/>
          </p:nvSpPr>
          <p:spPr>
            <a:xfrm>
              <a:off x="457200" y="1451900"/>
              <a:ext cx="1912800" cy="50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540" name="Google Shape;540;p18"/>
            <p:cNvSpPr txBox="1"/>
            <p:nvPr/>
          </p:nvSpPr>
          <p:spPr>
            <a:xfrm>
              <a:off x="457200" y="1116650"/>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541" name="Google Shape;541;p18"/>
            <p:cNvSpPr txBox="1"/>
            <p:nvPr/>
          </p:nvSpPr>
          <p:spPr>
            <a:xfrm>
              <a:off x="2370000" y="11166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542" name="Google Shape;542;p18"/>
          <p:cNvGrpSpPr/>
          <p:nvPr/>
        </p:nvGrpSpPr>
        <p:grpSpPr>
          <a:xfrm>
            <a:off x="457200" y="2503388"/>
            <a:ext cx="2590800" cy="841950"/>
            <a:chOff x="457200" y="2503388"/>
            <a:chExt cx="2590800" cy="841950"/>
          </a:xfrm>
        </p:grpSpPr>
        <p:sp>
          <p:nvSpPr>
            <p:cNvPr id="543" name="Google Shape;543;p18"/>
            <p:cNvSpPr txBox="1"/>
            <p:nvPr/>
          </p:nvSpPr>
          <p:spPr>
            <a:xfrm>
              <a:off x="457200" y="2838638"/>
              <a:ext cx="1912800" cy="50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544" name="Google Shape;544;p18"/>
            <p:cNvSpPr txBox="1"/>
            <p:nvPr/>
          </p:nvSpPr>
          <p:spPr>
            <a:xfrm>
              <a:off x="457200" y="250338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545" name="Google Shape;545;p18"/>
            <p:cNvSpPr txBox="1"/>
            <p:nvPr/>
          </p:nvSpPr>
          <p:spPr>
            <a:xfrm>
              <a:off x="2370000" y="250340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546" name="Google Shape;546;p18"/>
          <p:cNvGrpSpPr/>
          <p:nvPr/>
        </p:nvGrpSpPr>
        <p:grpSpPr>
          <a:xfrm>
            <a:off x="457200" y="3890125"/>
            <a:ext cx="2590800" cy="841950"/>
            <a:chOff x="457200" y="3890125"/>
            <a:chExt cx="2590800" cy="841950"/>
          </a:xfrm>
        </p:grpSpPr>
        <p:sp>
          <p:nvSpPr>
            <p:cNvPr id="547" name="Google Shape;547;p18"/>
            <p:cNvSpPr txBox="1"/>
            <p:nvPr/>
          </p:nvSpPr>
          <p:spPr>
            <a:xfrm>
              <a:off x="457200" y="4225375"/>
              <a:ext cx="1912800" cy="50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Earth is the planet where we all live on</a:t>
              </a:r>
              <a:endParaRPr>
                <a:solidFill>
                  <a:schemeClr val="lt1"/>
                </a:solidFill>
                <a:latin typeface="Catamaran"/>
                <a:ea typeface="Catamaran"/>
                <a:cs typeface="Catamaran"/>
                <a:sym typeface="Catamaran"/>
              </a:endParaRPr>
            </a:p>
          </p:txBody>
        </p:sp>
        <p:sp>
          <p:nvSpPr>
            <p:cNvPr id="548" name="Google Shape;548;p18"/>
            <p:cNvSpPr txBox="1"/>
            <p:nvPr/>
          </p:nvSpPr>
          <p:spPr>
            <a:xfrm>
              <a:off x="457200" y="3890125"/>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sp>
          <p:nvSpPr>
            <p:cNvPr id="549" name="Google Shape;549;p18"/>
            <p:cNvSpPr txBox="1"/>
            <p:nvPr/>
          </p:nvSpPr>
          <p:spPr>
            <a:xfrm>
              <a:off x="2370000" y="38901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05</a:t>
              </a:r>
              <a:endParaRPr sz="3000">
                <a:solidFill>
                  <a:schemeClr val="lt1"/>
                </a:solidFill>
                <a:latin typeface="Love Ya Like A Sister"/>
                <a:ea typeface="Love Ya Like A Sister"/>
                <a:cs typeface="Love Ya Like A Sister"/>
                <a:sym typeface="Love Ya Like A Sister"/>
              </a:endParaRPr>
            </a:p>
          </p:txBody>
        </p:sp>
      </p:grpSp>
      <p:grpSp>
        <p:nvGrpSpPr>
          <p:cNvPr id="550" name="Google Shape;550;p18"/>
          <p:cNvGrpSpPr/>
          <p:nvPr/>
        </p:nvGrpSpPr>
        <p:grpSpPr>
          <a:xfrm>
            <a:off x="6096000" y="1116650"/>
            <a:ext cx="2590850" cy="841950"/>
            <a:chOff x="6096000" y="1116650"/>
            <a:chExt cx="2590850" cy="841950"/>
          </a:xfrm>
        </p:grpSpPr>
        <p:grpSp>
          <p:nvGrpSpPr>
            <p:cNvPr id="551" name="Google Shape;551;p18"/>
            <p:cNvGrpSpPr/>
            <p:nvPr/>
          </p:nvGrpSpPr>
          <p:grpSpPr>
            <a:xfrm>
              <a:off x="6774000" y="1116650"/>
              <a:ext cx="1912850" cy="841950"/>
              <a:chOff x="6433675" y="1116650"/>
              <a:chExt cx="1912850" cy="841950"/>
            </a:xfrm>
          </p:grpSpPr>
          <p:sp>
            <p:nvSpPr>
              <p:cNvPr id="552" name="Google Shape;552;p18"/>
              <p:cNvSpPr txBox="1"/>
              <p:nvPr/>
            </p:nvSpPr>
            <p:spPr>
              <a:xfrm>
                <a:off x="6433675" y="1451900"/>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553" name="Google Shape;553;p18"/>
              <p:cNvSpPr txBox="1"/>
              <p:nvPr/>
            </p:nvSpPr>
            <p:spPr>
              <a:xfrm>
                <a:off x="7148025" y="1116650"/>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554" name="Google Shape;554;p18"/>
            <p:cNvSpPr txBox="1"/>
            <p:nvPr/>
          </p:nvSpPr>
          <p:spPr>
            <a:xfrm>
              <a:off x="6096000" y="11166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555" name="Google Shape;555;p18"/>
          <p:cNvGrpSpPr/>
          <p:nvPr/>
        </p:nvGrpSpPr>
        <p:grpSpPr>
          <a:xfrm>
            <a:off x="6096000" y="2503388"/>
            <a:ext cx="2590850" cy="841950"/>
            <a:chOff x="6096000" y="2503388"/>
            <a:chExt cx="2590850" cy="841950"/>
          </a:xfrm>
        </p:grpSpPr>
        <p:grpSp>
          <p:nvGrpSpPr>
            <p:cNvPr id="556" name="Google Shape;556;p18"/>
            <p:cNvGrpSpPr/>
            <p:nvPr/>
          </p:nvGrpSpPr>
          <p:grpSpPr>
            <a:xfrm>
              <a:off x="6774000" y="2503388"/>
              <a:ext cx="1912850" cy="841950"/>
              <a:chOff x="6433675" y="2448300"/>
              <a:chExt cx="1912850" cy="841950"/>
            </a:xfrm>
          </p:grpSpPr>
          <p:sp>
            <p:nvSpPr>
              <p:cNvPr id="557" name="Google Shape;557;p18"/>
              <p:cNvSpPr txBox="1"/>
              <p:nvPr/>
            </p:nvSpPr>
            <p:spPr>
              <a:xfrm>
                <a:off x="6433675" y="2783550"/>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558" name="Google Shape;558;p18"/>
              <p:cNvSpPr txBox="1"/>
              <p:nvPr/>
            </p:nvSpPr>
            <p:spPr>
              <a:xfrm>
                <a:off x="7148025" y="2448300"/>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sp>
          <p:nvSpPr>
            <p:cNvPr id="559" name="Google Shape;559;p18"/>
            <p:cNvSpPr txBox="1"/>
            <p:nvPr/>
          </p:nvSpPr>
          <p:spPr>
            <a:xfrm>
              <a:off x="6096000" y="250340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grpSp>
        <p:nvGrpSpPr>
          <p:cNvPr id="560" name="Google Shape;560;p18"/>
          <p:cNvGrpSpPr/>
          <p:nvPr/>
        </p:nvGrpSpPr>
        <p:grpSpPr>
          <a:xfrm>
            <a:off x="6096000" y="3890125"/>
            <a:ext cx="2590850" cy="841950"/>
            <a:chOff x="6096000" y="3890125"/>
            <a:chExt cx="2590850" cy="841950"/>
          </a:xfrm>
        </p:grpSpPr>
        <p:grpSp>
          <p:nvGrpSpPr>
            <p:cNvPr id="561" name="Google Shape;561;p18"/>
            <p:cNvGrpSpPr/>
            <p:nvPr/>
          </p:nvGrpSpPr>
          <p:grpSpPr>
            <a:xfrm>
              <a:off x="6774000" y="3890125"/>
              <a:ext cx="1912850" cy="841950"/>
              <a:chOff x="6433675" y="3890125"/>
              <a:chExt cx="1912850" cy="841950"/>
            </a:xfrm>
          </p:grpSpPr>
          <p:sp>
            <p:nvSpPr>
              <p:cNvPr id="562" name="Google Shape;562;p18"/>
              <p:cNvSpPr txBox="1"/>
              <p:nvPr/>
            </p:nvSpPr>
            <p:spPr>
              <a:xfrm>
                <a:off x="6433675" y="4225375"/>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Saturn is the ringed one. It’s a gas giant</a:t>
                </a:r>
                <a:endParaRPr>
                  <a:solidFill>
                    <a:schemeClr val="lt1"/>
                  </a:solidFill>
                  <a:latin typeface="Catamaran"/>
                  <a:ea typeface="Catamaran"/>
                  <a:cs typeface="Catamaran"/>
                  <a:sym typeface="Catamaran"/>
                </a:endParaRPr>
              </a:p>
            </p:txBody>
          </p:sp>
          <p:sp>
            <p:nvSpPr>
              <p:cNvPr id="563" name="Google Shape;563;p18"/>
              <p:cNvSpPr txBox="1"/>
              <p:nvPr/>
            </p:nvSpPr>
            <p:spPr>
              <a:xfrm>
                <a:off x="7148025" y="3890125"/>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sp>
          <p:nvSpPr>
            <p:cNvPr id="564" name="Google Shape;564;p18"/>
            <p:cNvSpPr txBox="1"/>
            <p:nvPr/>
          </p:nvSpPr>
          <p:spPr>
            <a:xfrm>
              <a:off x="6096000" y="38901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06</a:t>
              </a:r>
              <a:endParaRPr sz="3000">
                <a:solidFill>
                  <a:schemeClr val="lt1"/>
                </a:solidFill>
                <a:latin typeface="Love Ya Like A Sister"/>
                <a:ea typeface="Love Ya Like A Sister"/>
                <a:cs typeface="Love Ya Like A Sister"/>
                <a:sym typeface="Love Ya Like A Sister"/>
              </a:endParaRPr>
            </a:p>
          </p:txBody>
        </p:sp>
      </p:grpSp>
      <p:grpSp>
        <p:nvGrpSpPr>
          <p:cNvPr id="565" name="Google Shape;565;p18"/>
          <p:cNvGrpSpPr/>
          <p:nvPr/>
        </p:nvGrpSpPr>
        <p:grpSpPr>
          <a:xfrm>
            <a:off x="3615600" y="2168000"/>
            <a:ext cx="1912800" cy="1177338"/>
            <a:chOff x="3615600" y="2168000"/>
            <a:chExt cx="1912800" cy="1177338"/>
          </a:xfrm>
        </p:grpSpPr>
        <p:sp>
          <p:nvSpPr>
            <p:cNvPr id="566" name="Google Shape;566;p18"/>
            <p:cNvSpPr txBox="1"/>
            <p:nvPr/>
          </p:nvSpPr>
          <p:spPr>
            <a:xfrm>
              <a:off x="3615600" y="2838638"/>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Catamaran"/>
                  <a:ea typeface="Catamaran"/>
                  <a:cs typeface="Catamaran"/>
                  <a:sym typeface="Catamaran"/>
                </a:rPr>
                <a:t>Venus has a beautiful name, but is hot</a:t>
              </a:r>
              <a:endParaRPr>
                <a:solidFill>
                  <a:schemeClr val="dk2"/>
                </a:solidFill>
                <a:latin typeface="Catamaran"/>
                <a:ea typeface="Catamaran"/>
                <a:cs typeface="Catamaran"/>
                <a:sym typeface="Catamaran"/>
              </a:endParaRPr>
            </a:p>
          </p:txBody>
        </p:sp>
        <p:sp>
          <p:nvSpPr>
            <p:cNvPr id="567" name="Google Shape;567;p18"/>
            <p:cNvSpPr txBox="1"/>
            <p:nvPr/>
          </p:nvSpPr>
          <p:spPr>
            <a:xfrm>
              <a:off x="3972750" y="25033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Venus</a:t>
              </a:r>
              <a:endParaRPr sz="2000">
                <a:solidFill>
                  <a:schemeClr val="dk2"/>
                </a:solidFill>
                <a:latin typeface="Love Ya Like A Sister"/>
                <a:ea typeface="Love Ya Like A Sister"/>
                <a:cs typeface="Love Ya Like A Sister"/>
                <a:sym typeface="Love Ya Like A Sister"/>
              </a:endParaRPr>
            </a:p>
          </p:txBody>
        </p:sp>
        <p:sp>
          <p:nvSpPr>
            <p:cNvPr id="568" name="Google Shape;568;p18"/>
            <p:cNvSpPr txBox="1"/>
            <p:nvPr/>
          </p:nvSpPr>
          <p:spPr>
            <a:xfrm>
              <a:off x="4233000" y="216800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07</a:t>
              </a:r>
              <a:endParaRPr sz="3000">
                <a:solidFill>
                  <a:schemeClr val="dk2"/>
                </a:solidFill>
                <a:latin typeface="Love Ya Like A Sister"/>
                <a:ea typeface="Love Ya Like A Sister"/>
                <a:cs typeface="Love Ya Like A Sister"/>
                <a:sym typeface="Love Ya Like A Sis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19"/>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574" name="Google Shape;574;p19"/>
          <p:cNvGrpSpPr/>
          <p:nvPr/>
        </p:nvGrpSpPr>
        <p:grpSpPr>
          <a:xfrm>
            <a:off x="457200" y="3554725"/>
            <a:ext cx="1912800" cy="1177350"/>
            <a:chOff x="457200" y="3554725"/>
            <a:chExt cx="1912800" cy="1177350"/>
          </a:xfrm>
        </p:grpSpPr>
        <p:sp>
          <p:nvSpPr>
            <p:cNvPr id="575" name="Google Shape;575;p19"/>
            <p:cNvSpPr txBox="1"/>
            <p:nvPr/>
          </p:nvSpPr>
          <p:spPr>
            <a:xfrm>
              <a:off x="457200" y="4225375"/>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576" name="Google Shape;576;p19"/>
            <p:cNvSpPr txBox="1"/>
            <p:nvPr/>
          </p:nvSpPr>
          <p:spPr>
            <a:xfrm>
              <a:off x="814350" y="3890125"/>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577" name="Google Shape;577;p19"/>
            <p:cNvSpPr txBox="1"/>
            <p:nvPr/>
          </p:nvSpPr>
          <p:spPr>
            <a:xfrm>
              <a:off x="1074600" y="3554725"/>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578" name="Google Shape;578;p19"/>
          <p:cNvGrpSpPr/>
          <p:nvPr/>
        </p:nvGrpSpPr>
        <p:grpSpPr>
          <a:xfrm>
            <a:off x="4668400" y="2487925"/>
            <a:ext cx="1912800" cy="1177338"/>
            <a:chOff x="4668400" y="2487925"/>
            <a:chExt cx="1912800" cy="1177338"/>
          </a:xfrm>
        </p:grpSpPr>
        <p:sp>
          <p:nvSpPr>
            <p:cNvPr id="579" name="Google Shape;579;p19"/>
            <p:cNvSpPr txBox="1"/>
            <p:nvPr/>
          </p:nvSpPr>
          <p:spPr>
            <a:xfrm>
              <a:off x="4668400" y="3158563"/>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580" name="Google Shape;580;p19"/>
            <p:cNvSpPr txBox="1"/>
            <p:nvPr/>
          </p:nvSpPr>
          <p:spPr>
            <a:xfrm>
              <a:off x="5025550" y="28233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581" name="Google Shape;581;p19"/>
            <p:cNvSpPr txBox="1"/>
            <p:nvPr/>
          </p:nvSpPr>
          <p:spPr>
            <a:xfrm>
              <a:off x="5285800" y="2487925"/>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582" name="Google Shape;582;p19"/>
          <p:cNvGrpSpPr/>
          <p:nvPr/>
        </p:nvGrpSpPr>
        <p:grpSpPr>
          <a:xfrm>
            <a:off x="2562800" y="3021325"/>
            <a:ext cx="1912800" cy="1177350"/>
            <a:chOff x="2562800" y="3021325"/>
            <a:chExt cx="1912800" cy="1177350"/>
          </a:xfrm>
        </p:grpSpPr>
        <p:sp>
          <p:nvSpPr>
            <p:cNvPr id="583" name="Google Shape;583;p19"/>
            <p:cNvSpPr txBox="1"/>
            <p:nvPr/>
          </p:nvSpPr>
          <p:spPr>
            <a:xfrm>
              <a:off x="2562800" y="3691975"/>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584" name="Google Shape;584;p19"/>
            <p:cNvSpPr txBox="1"/>
            <p:nvPr/>
          </p:nvSpPr>
          <p:spPr>
            <a:xfrm>
              <a:off x="2919950" y="3356725"/>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585" name="Google Shape;585;p19"/>
            <p:cNvSpPr txBox="1"/>
            <p:nvPr/>
          </p:nvSpPr>
          <p:spPr>
            <a:xfrm>
              <a:off x="3180200" y="3021325"/>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586" name="Google Shape;586;p19"/>
          <p:cNvGrpSpPr/>
          <p:nvPr/>
        </p:nvGrpSpPr>
        <p:grpSpPr>
          <a:xfrm>
            <a:off x="6774000" y="1954525"/>
            <a:ext cx="1912800" cy="1177338"/>
            <a:chOff x="6774000" y="1954525"/>
            <a:chExt cx="1912800" cy="1177338"/>
          </a:xfrm>
        </p:grpSpPr>
        <p:sp>
          <p:nvSpPr>
            <p:cNvPr id="587" name="Google Shape;587;p19"/>
            <p:cNvSpPr txBox="1"/>
            <p:nvPr/>
          </p:nvSpPr>
          <p:spPr>
            <a:xfrm>
              <a:off x="6774000" y="2625163"/>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588" name="Google Shape;588;p19"/>
            <p:cNvSpPr txBox="1"/>
            <p:nvPr/>
          </p:nvSpPr>
          <p:spPr>
            <a:xfrm>
              <a:off x="7131150" y="22899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589" name="Google Shape;589;p19"/>
            <p:cNvSpPr txBox="1"/>
            <p:nvPr/>
          </p:nvSpPr>
          <p:spPr>
            <a:xfrm>
              <a:off x="7391400" y="1954525"/>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grpSp>
        <p:nvGrpSpPr>
          <p:cNvPr id="590" name="Google Shape;590;p19"/>
          <p:cNvGrpSpPr/>
          <p:nvPr/>
        </p:nvGrpSpPr>
        <p:grpSpPr>
          <a:xfrm>
            <a:off x="1144699" y="2704792"/>
            <a:ext cx="632804" cy="697621"/>
            <a:chOff x="1049710" y="2600006"/>
            <a:chExt cx="727780" cy="802324"/>
          </a:xfrm>
        </p:grpSpPr>
        <p:sp>
          <p:nvSpPr>
            <p:cNvPr id="591" name="Google Shape;591;p19"/>
            <p:cNvSpPr/>
            <p:nvPr/>
          </p:nvSpPr>
          <p:spPr>
            <a:xfrm>
              <a:off x="1049710" y="2738034"/>
              <a:ext cx="499525" cy="664295"/>
            </a:xfrm>
            <a:custGeom>
              <a:rect b="b" l="l" r="r" t="t"/>
              <a:pathLst>
                <a:path extrusionOk="0" h="28169" w="21182">
                  <a:moveTo>
                    <a:pt x="15384" y="15223"/>
                  </a:moveTo>
                  <a:cubicBezTo>
                    <a:pt x="15348" y="15223"/>
                    <a:pt x="15312" y="15235"/>
                    <a:pt x="15288" y="15259"/>
                  </a:cubicBezTo>
                  <a:cubicBezTo>
                    <a:pt x="15253" y="15271"/>
                    <a:pt x="15229" y="15283"/>
                    <a:pt x="15205" y="15318"/>
                  </a:cubicBezTo>
                  <a:cubicBezTo>
                    <a:pt x="15181" y="15342"/>
                    <a:pt x="15169" y="15366"/>
                    <a:pt x="15157" y="15402"/>
                  </a:cubicBezTo>
                  <a:cubicBezTo>
                    <a:pt x="15146" y="15425"/>
                    <a:pt x="15146" y="15461"/>
                    <a:pt x="15146" y="15497"/>
                  </a:cubicBezTo>
                  <a:lnTo>
                    <a:pt x="15169" y="15568"/>
                  </a:lnTo>
                  <a:cubicBezTo>
                    <a:pt x="15181" y="15604"/>
                    <a:pt x="15205" y="15640"/>
                    <a:pt x="15241" y="15676"/>
                  </a:cubicBezTo>
                  <a:cubicBezTo>
                    <a:pt x="15253" y="15687"/>
                    <a:pt x="15276" y="15699"/>
                    <a:pt x="15300" y="15711"/>
                  </a:cubicBezTo>
                  <a:cubicBezTo>
                    <a:pt x="15336" y="15723"/>
                    <a:pt x="15384" y="15735"/>
                    <a:pt x="15431" y="15735"/>
                  </a:cubicBezTo>
                  <a:lnTo>
                    <a:pt x="15467" y="15735"/>
                  </a:lnTo>
                  <a:cubicBezTo>
                    <a:pt x="15503" y="15735"/>
                    <a:pt x="15527" y="15723"/>
                    <a:pt x="15562" y="15699"/>
                  </a:cubicBezTo>
                  <a:cubicBezTo>
                    <a:pt x="15586" y="15687"/>
                    <a:pt x="15610" y="15664"/>
                    <a:pt x="15634" y="15640"/>
                  </a:cubicBezTo>
                  <a:cubicBezTo>
                    <a:pt x="15657" y="15616"/>
                    <a:pt x="15669" y="15592"/>
                    <a:pt x="15681" y="15556"/>
                  </a:cubicBezTo>
                  <a:cubicBezTo>
                    <a:pt x="15693" y="15521"/>
                    <a:pt x="15693" y="15485"/>
                    <a:pt x="15693" y="15449"/>
                  </a:cubicBezTo>
                  <a:cubicBezTo>
                    <a:pt x="15693" y="15437"/>
                    <a:pt x="15681" y="15414"/>
                    <a:pt x="15681" y="15390"/>
                  </a:cubicBezTo>
                  <a:cubicBezTo>
                    <a:pt x="15669" y="15342"/>
                    <a:pt x="15634" y="15306"/>
                    <a:pt x="15610" y="15283"/>
                  </a:cubicBezTo>
                  <a:cubicBezTo>
                    <a:pt x="15586" y="15271"/>
                    <a:pt x="15562" y="15259"/>
                    <a:pt x="15550" y="15247"/>
                  </a:cubicBezTo>
                  <a:cubicBezTo>
                    <a:pt x="15503" y="15223"/>
                    <a:pt x="15467" y="15223"/>
                    <a:pt x="15419" y="15223"/>
                  </a:cubicBezTo>
                  <a:close/>
                  <a:moveTo>
                    <a:pt x="5037" y="22795"/>
                  </a:moveTo>
                  <a:cubicBezTo>
                    <a:pt x="5013" y="22807"/>
                    <a:pt x="4989" y="22807"/>
                    <a:pt x="4966" y="22807"/>
                  </a:cubicBezTo>
                  <a:cubicBezTo>
                    <a:pt x="4918" y="22831"/>
                    <a:pt x="4882" y="22855"/>
                    <a:pt x="4858" y="22891"/>
                  </a:cubicBezTo>
                  <a:cubicBezTo>
                    <a:pt x="4847" y="22903"/>
                    <a:pt x="4835" y="22926"/>
                    <a:pt x="4823" y="22938"/>
                  </a:cubicBezTo>
                  <a:cubicBezTo>
                    <a:pt x="4799" y="22986"/>
                    <a:pt x="4799" y="23034"/>
                    <a:pt x="4799" y="23069"/>
                  </a:cubicBezTo>
                  <a:lnTo>
                    <a:pt x="4799" y="23105"/>
                  </a:lnTo>
                  <a:cubicBezTo>
                    <a:pt x="4799" y="23141"/>
                    <a:pt x="4811" y="23176"/>
                    <a:pt x="4835" y="23212"/>
                  </a:cubicBezTo>
                  <a:cubicBezTo>
                    <a:pt x="4847" y="23236"/>
                    <a:pt x="4858" y="23260"/>
                    <a:pt x="4894" y="23284"/>
                  </a:cubicBezTo>
                  <a:cubicBezTo>
                    <a:pt x="4918" y="23307"/>
                    <a:pt x="4942" y="23319"/>
                    <a:pt x="4978" y="23331"/>
                  </a:cubicBezTo>
                  <a:cubicBezTo>
                    <a:pt x="5013" y="23343"/>
                    <a:pt x="5037" y="23343"/>
                    <a:pt x="5073" y="23343"/>
                  </a:cubicBezTo>
                  <a:cubicBezTo>
                    <a:pt x="5097" y="23343"/>
                    <a:pt x="5120" y="23331"/>
                    <a:pt x="5144" y="23331"/>
                  </a:cubicBezTo>
                  <a:cubicBezTo>
                    <a:pt x="5180" y="23307"/>
                    <a:pt x="5216" y="23284"/>
                    <a:pt x="5251" y="23248"/>
                  </a:cubicBezTo>
                  <a:cubicBezTo>
                    <a:pt x="5263" y="23236"/>
                    <a:pt x="5275" y="23212"/>
                    <a:pt x="5287" y="23200"/>
                  </a:cubicBezTo>
                  <a:cubicBezTo>
                    <a:pt x="5299" y="23153"/>
                    <a:pt x="5311" y="23117"/>
                    <a:pt x="5311" y="23069"/>
                  </a:cubicBezTo>
                  <a:lnTo>
                    <a:pt x="5311" y="23034"/>
                  </a:lnTo>
                  <a:cubicBezTo>
                    <a:pt x="5311" y="22998"/>
                    <a:pt x="5299" y="22962"/>
                    <a:pt x="5275" y="22938"/>
                  </a:cubicBezTo>
                  <a:cubicBezTo>
                    <a:pt x="5263" y="22903"/>
                    <a:pt x="5251" y="22879"/>
                    <a:pt x="5216" y="22855"/>
                  </a:cubicBezTo>
                  <a:cubicBezTo>
                    <a:pt x="5192" y="22831"/>
                    <a:pt x="5168" y="22819"/>
                    <a:pt x="5132" y="22807"/>
                  </a:cubicBezTo>
                  <a:cubicBezTo>
                    <a:pt x="5097" y="22795"/>
                    <a:pt x="5073" y="22795"/>
                    <a:pt x="5037" y="22795"/>
                  </a:cubicBezTo>
                  <a:close/>
                  <a:moveTo>
                    <a:pt x="9856" y="505"/>
                  </a:moveTo>
                  <a:cubicBezTo>
                    <a:pt x="10455" y="505"/>
                    <a:pt x="11054" y="523"/>
                    <a:pt x="11645" y="567"/>
                  </a:cubicBezTo>
                  <a:cubicBezTo>
                    <a:pt x="11883" y="578"/>
                    <a:pt x="12121" y="602"/>
                    <a:pt x="12359" y="674"/>
                  </a:cubicBezTo>
                  <a:cubicBezTo>
                    <a:pt x="12598" y="733"/>
                    <a:pt x="12681" y="817"/>
                    <a:pt x="12705" y="1067"/>
                  </a:cubicBezTo>
                  <a:cubicBezTo>
                    <a:pt x="12729" y="1198"/>
                    <a:pt x="12717" y="1329"/>
                    <a:pt x="12693" y="1459"/>
                  </a:cubicBezTo>
                  <a:cubicBezTo>
                    <a:pt x="12681" y="1590"/>
                    <a:pt x="12657" y="1781"/>
                    <a:pt x="12574" y="1876"/>
                  </a:cubicBezTo>
                  <a:cubicBezTo>
                    <a:pt x="12467" y="2019"/>
                    <a:pt x="12324" y="2007"/>
                    <a:pt x="12157" y="2019"/>
                  </a:cubicBezTo>
                  <a:cubicBezTo>
                    <a:pt x="11859" y="2019"/>
                    <a:pt x="11574" y="2031"/>
                    <a:pt x="11276" y="2031"/>
                  </a:cubicBezTo>
                  <a:cubicBezTo>
                    <a:pt x="11145" y="2043"/>
                    <a:pt x="11074" y="2114"/>
                    <a:pt x="11050" y="2210"/>
                  </a:cubicBezTo>
                  <a:cubicBezTo>
                    <a:pt x="11002" y="2269"/>
                    <a:pt x="10966" y="2352"/>
                    <a:pt x="11002" y="2460"/>
                  </a:cubicBezTo>
                  <a:cubicBezTo>
                    <a:pt x="11633" y="4746"/>
                    <a:pt x="11990" y="7115"/>
                    <a:pt x="12788" y="9365"/>
                  </a:cubicBezTo>
                  <a:cubicBezTo>
                    <a:pt x="12826" y="9479"/>
                    <a:pt x="12912" y="9525"/>
                    <a:pt x="13001" y="9525"/>
                  </a:cubicBezTo>
                  <a:cubicBezTo>
                    <a:pt x="13051" y="9525"/>
                    <a:pt x="13102" y="9510"/>
                    <a:pt x="13145" y="9484"/>
                  </a:cubicBezTo>
                  <a:cubicBezTo>
                    <a:pt x="13169" y="9496"/>
                    <a:pt x="13193" y="9496"/>
                    <a:pt x="13229" y="9496"/>
                  </a:cubicBezTo>
                  <a:cubicBezTo>
                    <a:pt x="13269" y="9495"/>
                    <a:pt x="13309" y="9495"/>
                    <a:pt x="13349" y="9495"/>
                  </a:cubicBezTo>
                  <a:cubicBezTo>
                    <a:pt x="15068" y="9495"/>
                    <a:pt x="16711" y="10238"/>
                    <a:pt x="17955" y="11413"/>
                  </a:cubicBezTo>
                  <a:cubicBezTo>
                    <a:pt x="19289" y="12675"/>
                    <a:pt x="20110" y="14425"/>
                    <a:pt x="20408" y="16223"/>
                  </a:cubicBezTo>
                  <a:cubicBezTo>
                    <a:pt x="20741" y="18140"/>
                    <a:pt x="20575" y="20176"/>
                    <a:pt x="19801" y="21962"/>
                  </a:cubicBezTo>
                  <a:cubicBezTo>
                    <a:pt x="19158" y="23474"/>
                    <a:pt x="18074" y="24772"/>
                    <a:pt x="16753" y="25736"/>
                  </a:cubicBezTo>
                  <a:cubicBezTo>
                    <a:pt x="14989" y="27031"/>
                    <a:pt x="12889" y="27661"/>
                    <a:pt x="10769" y="27661"/>
                  </a:cubicBezTo>
                  <a:cubicBezTo>
                    <a:pt x="9439" y="27661"/>
                    <a:pt x="8102" y="27413"/>
                    <a:pt x="6835" y="26927"/>
                  </a:cubicBezTo>
                  <a:cubicBezTo>
                    <a:pt x="5180" y="26284"/>
                    <a:pt x="3620" y="25284"/>
                    <a:pt x="2453" y="23938"/>
                  </a:cubicBezTo>
                  <a:cubicBezTo>
                    <a:pt x="1191" y="22462"/>
                    <a:pt x="584" y="20664"/>
                    <a:pt x="727" y="18723"/>
                  </a:cubicBezTo>
                  <a:cubicBezTo>
                    <a:pt x="989" y="15354"/>
                    <a:pt x="2977" y="12223"/>
                    <a:pt x="5811" y="10425"/>
                  </a:cubicBezTo>
                  <a:cubicBezTo>
                    <a:pt x="6168" y="10199"/>
                    <a:pt x="6537" y="9996"/>
                    <a:pt x="6918" y="9806"/>
                  </a:cubicBezTo>
                  <a:lnTo>
                    <a:pt x="6930" y="9806"/>
                  </a:lnTo>
                  <a:cubicBezTo>
                    <a:pt x="6942" y="9794"/>
                    <a:pt x="6954" y="9782"/>
                    <a:pt x="6978" y="9770"/>
                  </a:cubicBezTo>
                  <a:cubicBezTo>
                    <a:pt x="7037" y="9722"/>
                    <a:pt x="7085" y="9663"/>
                    <a:pt x="7085" y="9568"/>
                  </a:cubicBezTo>
                  <a:cubicBezTo>
                    <a:pt x="7144" y="7282"/>
                    <a:pt x="7216" y="4996"/>
                    <a:pt x="7275" y="2722"/>
                  </a:cubicBezTo>
                  <a:cubicBezTo>
                    <a:pt x="7442" y="2602"/>
                    <a:pt x="7371" y="2257"/>
                    <a:pt x="7097" y="2257"/>
                  </a:cubicBezTo>
                  <a:lnTo>
                    <a:pt x="6216" y="2257"/>
                  </a:lnTo>
                  <a:cubicBezTo>
                    <a:pt x="6055" y="2257"/>
                    <a:pt x="5866" y="2275"/>
                    <a:pt x="5687" y="2275"/>
                  </a:cubicBezTo>
                  <a:cubicBezTo>
                    <a:pt x="5575" y="2275"/>
                    <a:pt x="5467" y="2268"/>
                    <a:pt x="5370" y="2245"/>
                  </a:cubicBezTo>
                  <a:cubicBezTo>
                    <a:pt x="4942" y="2138"/>
                    <a:pt x="4799" y="1364"/>
                    <a:pt x="5037" y="1031"/>
                  </a:cubicBezTo>
                  <a:cubicBezTo>
                    <a:pt x="5180" y="817"/>
                    <a:pt x="5490" y="793"/>
                    <a:pt x="5728" y="757"/>
                  </a:cubicBezTo>
                  <a:cubicBezTo>
                    <a:pt x="5990" y="721"/>
                    <a:pt x="6263" y="686"/>
                    <a:pt x="6537" y="662"/>
                  </a:cubicBezTo>
                  <a:cubicBezTo>
                    <a:pt x="7097" y="602"/>
                    <a:pt x="7656" y="567"/>
                    <a:pt x="8216" y="543"/>
                  </a:cubicBezTo>
                  <a:cubicBezTo>
                    <a:pt x="8761" y="520"/>
                    <a:pt x="9309" y="505"/>
                    <a:pt x="9856" y="505"/>
                  </a:cubicBezTo>
                  <a:close/>
                  <a:moveTo>
                    <a:pt x="9675" y="1"/>
                  </a:moveTo>
                  <a:cubicBezTo>
                    <a:pt x="8633" y="1"/>
                    <a:pt x="7591" y="51"/>
                    <a:pt x="6549" y="150"/>
                  </a:cubicBezTo>
                  <a:cubicBezTo>
                    <a:pt x="6037" y="197"/>
                    <a:pt x="5394" y="186"/>
                    <a:pt x="4930" y="459"/>
                  </a:cubicBezTo>
                  <a:cubicBezTo>
                    <a:pt x="4537" y="686"/>
                    <a:pt x="4394" y="1126"/>
                    <a:pt x="4418" y="1555"/>
                  </a:cubicBezTo>
                  <a:cubicBezTo>
                    <a:pt x="4466" y="2019"/>
                    <a:pt x="4668" y="2567"/>
                    <a:pt x="5156" y="2722"/>
                  </a:cubicBezTo>
                  <a:cubicBezTo>
                    <a:pt x="5297" y="2766"/>
                    <a:pt x="5452" y="2777"/>
                    <a:pt x="5608" y="2777"/>
                  </a:cubicBezTo>
                  <a:cubicBezTo>
                    <a:pt x="5741" y="2777"/>
                    <a:pt x="5875" y="2769"/>
                    <a:pt x="6001" y="2769"/>
                  </a:cubicBezTo>
                  <a:lnTo>
                    <a:pt x="6763" y="2769"/>
                  </a:lnTo>
                  <a:cubicBezTo>
                    <a:pt x="6704" y="4984"/>
                    <a:pt x="6644" y="7198"/>
                    <a:pt x="6585" y="9413"/>
                  </a:cubicBezTo>
                  <a:cubicBezTo>
                    <a:pt x="3477" y="10961"/>
                    <a:pt x="1144" y="13913"/>
                    <a:pt x="417" y="17319"/>
                  </a:cubicBezTo>
                  <a:cubicBezTo>
                    <a:pt x="1" y="19307"/>
                    <a:pt x="167" y="21379"/>
                    <a:pt x="1239" y="23129"/>
                  </a:cubicBezTo>
                  <a:cubicBezTo>
                    <a:pt x="2215" y="24736"/>
                    <a:pt x="3763" y="25998"/>
                    <a:pt x="5418" y="26844"/>
                  </a:cubicBezTo>
                  <a:cubicBezTo>
                    <a:pt x="7096" y="27710"/>
                    <a:pt x="8960" y="28168"/>
                    <a:pt x="10818" y="28168"/>
                  </a:cubicBezTo>
                  <a:cubicBezTo>
                    <a:pt x="12663" y="28168"/>
                    <a:pt x="14502" y="27716"/>
                    <a:pt x="16146" y="26760"/>
                  </a:cubicBezTo>
                  <a:cubicBezTo>
                    <a:pt x="17634" y="25891"/>
                    <a:pt x="18908" y="24641"/>
                    <a:pt x="19777" y="23153"/>
                  </a:cubicBezTo>
                  <a:cubicBezTo>
                    <a:pt x="20801" y="21402"/>
                    <a:pt x="21182" y="19343"/>
                    <a:pt x="21063" y="17342"/>
                  </a:cubicBezTo>
                  <a:cubicBezTo>
                    <a:pt x="20932" y="15414"/>
                    <a:pt x="20313" y="13461"/>
                    <a:pt x="19110" y="11925"/>
                  </a:cubicBezTo>
                  <a:cubicBezTo>
                    <a:pt x="17991" y="10484"/>
                    <a:pt x="16348" y="9425"/>
                    <a:pt x="14550" y="9091"/>
                  </a:cubicBezTo>
                  <a:cubicBezTo>
                    <a:pt x="14098" y="9008"/>
                    <a:pt x="13645" y="8984"/>
                    <a:pt x="13193" y="8984"/>
                  </a:cubicBezTo>
                  <a:cubicBezTo>
                    <a:pt x="12478" y="6889"/>
                    <a:pt x="12121" y="4686"/>
                    <a:pt x="11550" y="2543"/>
                  </a:cubicBezTo>
                  <a:cubicBezTo>
                    <a:pt x="11788" y="2531"/>
                    <a:pt x="12026" y="2531"/>
                    <a:pt x="12264" y="2519"/>
                  </a:cubicBezTo>
                  <a:cubicBezTo>
                    <a:pt x="12478" y="2519"/>
                    <a:pt x="12705" y="2495"/>
                    <a:pt x="12871" y="2341"/>
                  </a:cubicBezTo>
                  <a:cubicBezTo>
                    <a:pt x="13229" y="2019"/>
                    <a:pt x="13276" y="1305"/>
                    <a:pt x="13193" y="864"/>
                  </a:cubicBezTo>
                  <a:cubicBezTo>
                    <a:pt x="13098" y="328"/>
                    <a:pt x="12633" y="186"/>
                    <a:pt x="12157" y="102"/>
                  </a:cubicBezTo>
                  <a:cubicBezTo>
                    <a:pt x="11550" y="7"/>
                    <a:pt x="10919" y="19"/>
                    <a:pt x="10300" y="7"/>
                  </a:cubicBezTo>
                  <a:cubicBezTo>
                    <a:pt x="10091" y="3"/>
                    <a:pt x="9883" y="1"/>
                    <a:pt x="96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9"/>
            <p:cNvSpPr/>
            <p:nvPr/>
          </p:nvSpPr>
          <p:spPr>
            <a:xfrm>
              <a:off x="1175688" y="2757443"/>
              <a:ext cx="164229" cy="20163"/>
            </a:xfrm>
            <a:custGeom>
              <a:rect b="b" l="l" r="r" t="t"/>
              <a:pathLst>
                <a:path extrusionOk="0" h="855" w="6964">
                  <a:moveTo>
                    <a:pt x="6663" y="1"/>
                  </a:moveTo>
                  <a:cubicBezTo>
                    <a:pt x="6647" y="1"/>
                    <a:pt x="6630" y="2"/>
                    <a:pt x="6613" y="5"/>
                  </a:cubicBezTo>
                  <a:cubicBezTo>
                    <a:pt x="5263" y="233"/>
                    <a:pt x="3898" y="347"/>
                    <a:pt x="2534" y="347"/>
                  </a:cubicBezTo>
                  <a:cubicBezTo>
                    <a:pt x="1829" y="347"/>
                    <a:pt x="1124" y="316"/>
                    <a:pt x="421" y="255"/>
                  </a:cubicBezTo>
                  <a:cubicBezTo>
                    <a:pt x="414" y="255"/>
                    <a:pt x="406" y="255"/>
                    <a:pt x="399" y="255"/>
                  </a:cubicBezTo>
                  <a:cubicBezTo>
                    <a:pt x="84" y="255"/>
                    <a:pt x="0" y="732"/>
                    <a:pt x="326" y="756"/>
                  </a:cubicBezTo>
                  <a:cubicBezTo>
                    <a:pt x="1059" y="822"/>
                    <a:pt x="1795" y="855"/>
                    <a:pt x="2531" y="855"/>
                  </a:cubicBezTo>
                  <a:cubicBezTo>
                    <a:pt x="3910" y="855"/>
                    <a:pt x="5289" y="738"/>
                    <a:pt x="6648" y="506"/>
                  </a:cubicBezTo>
                  <a:cubicBezTo>
                    <a:pt x="6963" y="460"/>
                    <a:pt x="6938" y="1"/>
                    <a:pt x="6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p:nvPr/>
          </p:nvSpPr>
          <p:spPr>
            <a:xfrm>
              <a:off x="1220778" y="2968034"/>
              <a:ext cx="107631" cy="16366"/>
            </a:xfrm>
            <a:custGeom>
              <a:rect b="b" l="l" r="r" t="t"/>
              <a:pathLst>
                <a:path extrusionOk="0" h="694" w="4564">
                  <a:moveTo>
                    <a:pt x="4265" y="0"/>
                  </a:moveTo>
                  <a:cubicBezTo>
                    <a:pt x="4248" y="0"/>
                    <a:pt x="4231" y="2"/>
                    <a:pt x="4212" y="5"/>
                  </a:cubicBezTo>
                  <a:cubicBezTo>
                    <a:pt x="3546" y="125"/>
                    <a:pt x="2877" y="184"/>
                    <a:pt x="2206" y="184"/>
                  </a:cubicBezTo>
                  <a:cubicBezTo>
                    <a:pt x="1606" y="184"/>
                    <a:pt x="1004" y="136"/>
                    <a:pt x="402" y="41"/>
                  </a:cubicBezTo>
                  <a:cubicBezTo>
                    <a:pt x="388" y="39"/>
                    <a:pt x="374" y="38"/>
                    <a:pt x="360" y="38"/>
                  </a:cubicBezTo>
                  <a:cubicBezTo>
                    <a:pt x="73" y="38"/>
                    <a:pt x="0" y="495"/>
                    <a:pt x="307" y="541"/>
                  </a:cubicBezTo>
                  <a:cubicBezTo>
                    <a:pt x="928" y="642"/>
                    <a:pt x="1556" y="693"/>
                    <a:pt x="2184" y="693"/>
                  </a:cubicBezTo>
                  <a:cubicBezTo>
                    <a:pt x="2881" y="693"/>
                    <a:pt x="3577" y="631"/>
                    <a:pt x="4260" y="505"/>
                  </a:cubicBezTo>
                  <a:cubicBezTo>
                    <a:pt x="4564" y="460"/>
                    <a:pt x="4549" y="0"/>
                    <a:pt x="42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9"/>
            <p:cNvSpPr/>
            <p:nvPr/>
          </p:nvSpPr>
          <p:spPr>
            <a:xfrm>
              <a:off x="1073576" y="3081089"/>
              <a:ext cx="451251" cy="292305"/>
            </a:xfrm>
            <a:custGeom>
              <a:rect b="b" l="l" r="r" t="t"/>
              <a:pathLst>
                <a:path extrusionOk="0" h="12395" w="19135">
                  <a:moveTo>
                    <a:pt x="3432" y="512"/>
                  </a:moveTo>
                  <a:cubicBezTo>
                    <a:pt x="3825" y="512"/>
                    <a:pt x="4202" y="660"/>
                    <a:pt x="4454" y="1021"/>
                  </a:cubicBezTo>
                  <a:cubicBezTo>
                    <a:pt x="4906" y="1664"/>
                    <a:pt x="4787" y="2533"/>
                    <a:pt x="5382" y="3105"/>
                  </a:cubicBezTo>
                  <a:cubicBezTo>
                    <a:pt x="5737" y="3437"/>
                    <a:pt x="6205" y="3545"/>
                    <a:pt x="6684" y="3545"/>
                  </a:cubicBezTo>
                  <a:cubicBezTo>
                    <a:pt x="6977" y="3545"/>
                    <a:pt x="7273" y="3505"/>
                    <a:pt x="7549" y="3450"/>
                  </a:cubicBezTo>
                  <a:cubicBezTo>
                    <a:pt x="7961" y="3361"/>
                    <a:pt x="8484" y="3204"/>
                    <a:pt x="8970" y="3204"/>
                  </a:cubicBezTo>
                  <a:cubicBezTo>
                    <a:pt x="9326" y="3204"/>
                    <a:pt x="9662" y="3289"/>
                    <a:pt x="9919" y="3545"/>
                  </a:cubicBezTo>
                  <a:cubicBezTo>
                    <a:pt x="10252" y="3891"/>
                    <a:pt x="10371" y="4450"/>
                    <a:pt x="10443" y="4891"/>
                  </a:cubicBezTo>
                  <a:cubicBezTo>
                    <a:pt x="10526" y="5355"/>
                    <a:pt x="10443" y="5831"/>
                    <a:pt x="10514" y="6296"/>
                  </a:cubicBezTo>
                  <a:cubicBezTo>
                    <a:pt x="10616" y="7000"/>
                    <a:pt x="11237" y="7192"/>
                    <a:pt x="11862" y="7192"/>
                  </a:cubicBezTo>
                  <a:cubicBezTo>
                    <a:pt x="12039" y="7192"/>
                    <a:pt x="12217" y="7177"/>
                    <a:pt x="12383" y="7153"/>
                  </a:cubicBezTo>
                  <a:cubicBezTo>
                    <a:pt x="13264" y="7034"/>
                    <a:pt x="14086" y="6617"/>
                    <a:pt x="14765" y="6046"/>
                  </a:cubicBezTo>
                  <a:cubicBezTo>
                    <a:pt x="15443" y="5462"/>
                    <a:pt x="15955" y="4748"/>
                    <a:pt x="16420" y="3986"/>
                  </a:cubicBezTo>
                  <a:cubicBezTo>
                    <a:pt x="16670" y="3593"/>
                    <a:pt x="16920" y="3188"/>
                    <a:pt x="17241" y="2867"/>
                  </a:cubicBezTo>
                  <a:cubicBezTo>
                    <a:pt x="17398" y="2710"/>
                    <a:pt x="17587" y="2545"/>
                    <a:pt x="17802" y="2545"/>
                  </a:cubicBezTo>
                  <a:cubicBezTo>
                    <a:pt x="17848" y="2545"/>
                    <a:pt x="17895" y="2552"/>
                    <a:pt x="17944" y="2569"/>
                  </a:cubicBezTo>
                  <a:cubicBezTo>
                    <a:pt x="18182" y="2641"/>
                    <a:pt x="18325" y="2879"/>
                    <a:pt x="18384" y="3093"/>
                  </a:cubicBezTo>
                  <a:cubicBezTo>
                    <a:pt x="18622" y="3903"/>
                    <a:pt x="18432" y="4927"/>
                    <a:pt x="18217" y="5724"/>
                  </a:cubicBezTo>
                  <a:cubicBezTo>
                    <a:pt x="18003" y="6534"/>
                    <a:pt x="17634" y="7320"/>
                    <a:pt x="17182" y="8022"/>
                  </a:cubicBezTo>
                  <a:cubicBezTo>
                    <a:pt x="15482" y="10591"/>
                    <a:pt x="12553" y="11889"/>
                    <a:pt x="9571" y="11889"/>
                  </a:cubicBezTo>
                  <a:cubicBezTo>
                    <a:pt x="8959" y="11889"/>
                    <a:pt x="8346" y="11834"/>
                    <a:pt x="7740" y="11725"/>
                  </a:cubicBezTo>
                  <a:cubicBezTo>
                    <a:pt x="4239" y="11082"/>
                    <a:pt x="870" y="8451"/>
                    <a:pt x="763" y="4653"/>
                  </a:cubicBezTo>
                  <a:cubicBezTo>
                    <a:pt x="763" y="4248"/>
                    <a:pt x="798" y="3855"/>
                    <a:pt x="870" y="3474"/>
                  </a:cubicBezTo>
                  <a:cubicBezTo>
                    <a:pt x="1156" y="2569"/>
                    <a:pt x="1477" y="1569"/>
                    <a:pt x="2239" y="950"/>
                  </a:cubicBezTo>
                  <a:cubicBezTo>
                    <a:pt x="2566" y="684"/>
                    <a:pt x="3009" y="512"/>
                    <a:pt x="3432" y="512"/>
                  </a:cubicBezTo>
                  <a:close/>
                  <a:moveTo>
                    <a:pt x="3365" y="0"/>
                  </a:moveTo>
                  <a:cubicBezTo>
                    <a:pt x="3220" y="0"/>
                    <a:pt x="3074" y="15"/>
                    <a:pt x="2930" y="45"/>
                  </a:cubicBezTo>
                  <a:cubicBezTo>
                    <a:pt x="2049" y="236"/>
                    <a:pt x="1394" y="962"/>
                    <a:pt x="989" y="1748"/>
                  </a:cubicBezTo>
                  <a:cubicBezTo>
                    <a:pt x="763" y="2164"/>
                    <a:pt x="608" y="2617"/>
                    <a:pt x="465" y="3069"/>
                  </a:cubicBezTo>
                  <a:cubicBezTo>
                    <a:pt x="429" y="3105"/>
                    <a:pt x="406" y="3141"/>
                    <a:pt x="394" y="3188"/>
                  </a:cubicBezTo>
                  <a:cubicBezTo>
                    <a:pt x="1" y="5058"/>
                    <a:pt x="489" y="7034"/>
                    <a:pt x="1584" y="8582"/>
                  </a:cubicBezTo>
                  <a:cubicBezTo>
                    <a:pt x="2668" y="10118"/>
                    <a:pt x="4311" y="11213"/>
                    <a:pt x="6085" y="11808"/>
                  </a:cubicBezTo>
                  <a:cubicBezTo>
                    <a:pt x="7217" y="12197"/>
                    <a:pt x="8418" y="12395"/>
                    <a:pt x="9615" y="12395"/>
                  </a:cubicBezTo>
                  <a:cubicBezTo>
                    <a:pt x="12231" y="12395"/>
                    <a:pt x="14831" y="11451"/>
                    <a:pt x="16670" y="9499"/>
                  </a:cubicBezTo>
                  <a:cubicBezTo>
                    <a:pt x="17884" y="8201"/>
                    <a:pt x="18717" y="6510"/>
                    <a:pt x="18932" y="4724"/>
                  </a:cubicBezTo>
                  <a:cubicBezTo>
                    <a:pt x="19015" y="3926"/>
                    <a:pt x="19134" y="2760"/>
                    <a:pt x="18384" y="2224"/>
                  </a:cubicBezTo>
                  <a:cubicBezTo>
                    <a:pt x="18192" y="2087"/>
                    <a:pt x="18004" y="2029"/>
                    <a:pt x="17823" y="2029"/>
                  </a:cubicBezTo>
                  <a:cubicBezTo>
                    <a:pt x="17184" y="2029"/>
                    <a:pt x="16632" y="2747"/>
                    <a:pt x="16289" y="3248"/>
                  </a:cubicBezTo>
                  <a:cubicBezTo>
                    <a:pt x="15729" y="4093"/>
                    <a:pt x="15241" y="4962"/>
                    <a:pt x="14467" y="5629"/>
                  </a:cubicBezTo>
                  <a:cubicBezTo>
                    <a:pt x="13764" y="6224"/>
                    <a:pt x="12834" y="6691"/>
                    <a:pt x="11893" y="6691"/>
                  </a:cubicBezTo>
                  <a:cubicBezTo>
                    <a:pt x="11799" y="6691"/>
                    <a:pt x="11704" y="6687"/>
                    <a:pt x="11609" y="6677"/>
                  </a:cubicBezTo>
                  <a:cubicBezTo>
                    <a:pt x="11359" y="6653"/>
                    <a:pt x="11121" y="6582"/>
                    <a:pt x="11038" y="6320"/>
                  </a:cubicBezTo>
                  <a:cubicBezTo>
                    <a:pt x="10966" y="6093"/>
                    <a:pt x="11014" y="5831"/>
                    <a:pt x="11014" y="5605"/>
                  </a:cubicBezTo>
                  <a:cubicBezTo>
                    <a:pt x="11014" y="5069"/>
                    <a:pt x="10931" y="4546"/>
                    <a:pt x="10764" y="4046"/>
                  </a:cubicBezTo>
                  <a:cubicBezTo>
                    <a:pt x="10470" y="3175"/>
                    <a:pt x="9851" y="2712"/>
                    <a:pt x="8941" y="2712"/>
                  </a:cubicBezTo>
                  <a:cubicBezTo>
                    <a:pt x="8930" y="2712"/>
                    <a:pt x="8918" y="2712"/>
                    <a:pt x="8907" y="2712"/>
                  </a:cubicBezTo>
                  <a:cubicBezTo>
                    <a:pt x="8172" y="2712"/>
                    <a:pt x="7438" y="3043"/>
                    <a:pt x="6704" y="3043"/>
                  </a:cubicBezTo>
                  <a:cubicBezTo>
                    <a:pt x="6557" y="3043"/>
                    <a:pt x="6410" y="3030"/>
                    <a:pt x="6263" y="2998"/>
                  </a:cubicBezTo>
                  <a:cubicBezTo>
                    <a:pt x="5275" y="2772"/>
                    <a:pt x="5370" y="1640"/>
                    <a:pt x="4989" y="914"/>
                  </a:cubicBezTo>
                  <a:cubicBezTo>
                    <a:pt x="4667" y="309"/>
                    <a:pt x="4025" y="0"/>
                    <a:pt x="33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9"/>
            <p:cNvSpPr/>
            <p:nvPr/>
          </p:nvSpPr>
          <p:spPr>
            <a:xfrm>
              <a:off x="1210048" y="3019373"/>
              <a:ext cx="108385" cy="106333"/>
            </a:xfrm>
            <a:custGeom>
              <a:rect b="b" l="l" r="r" t="t"/>
              <a:pathLst>
                <a:path extrusionOk="0" h="4509" w="4596">
                  <a:moveTo>
                    <a:pt x="2232" y="511"/>
                  </a:moveTo>
                  <a:cubicBezTo>
                    <a:pt x="2670" y="511"/>
                    <a:pt x="3101" y="647"/>
                    <a:pt x="3429" y="959"/>
                  </a:cubicBezTo>
                  <a:cubicBezTo>
                    <a:pt x="3941" y="1436"/>
                    <a:pt x="4072" y="2269"/>
                    <a:pt x="3798" y="2888"/>
                  </a:cubicBezTo>
                  <a:cubicBezTo>
                    <a:pt x="3501" y="3543"/>
                    <a:pt x="2810" y="3960"/>
                    <a:pt x="2096" y="3996"/>
                  </a:cubicBezTo>
                  <a:cubicBezTo>
                    <a:pt x="2060" y="3998"/>
                    <a:pt x="2025" y="3999"/>
                    <a:pt x="1989" y="3999"/>
                  </a:cubicBezTo>
                  <a:cubicBezTo>
                    <a:pt x="1631" y="3999"/>
                    <a:pt x="1270" y="3889"/>
                    <a:pt x="988" y="3650"/>
                  </a:cubicBezTo>
                  <a:cubicBezTo>
                    <a:pt x="703" y="3412"/>
                    <a:pt x="560" y="3043"/>
                    <a:pt x="524" y="2674"/>
                  </a:cubicBezTo>
                  <a:cubicBezTo>
                    <a:pt x="441" y="1829"/>
                    <a:pt x="929" y="1031"/>
                    <a:pt x="1643" y="590"/>
                  </a:cubicBezTo>
                  <a:cubicBezTo>
                    <a:pt x="1835" y="539"/>
                    <a:pt x="2034" y="511"/>
                    <a:pt x="2232" y="511"/>
                  </a:cubicBezTo>
                  <a:close/>
                  <a:moveTo>
                    <a:pt x="2216" y="0"/>
                  </a:moveTo>
                  <a:cubicBezTo>
                    <a:pt x="1859" y="0"/>
                    <a:pt x="1499" y="72"/>
                    <a:pt x="1167" y="209"/>
                  </a:cubicBezTo>
                  <a:cubicBezTo>
                    <a:pt x="1072" y="257"/>
                    <a:pt x="1036" y="328"/>
                    <a:pt x="1024" y="412"/>
                  </a:cubicBezTo>
                  <a:cubicBezTo>
                    <a:pt x="405" y="924"/>
                    <a:pt x="0" y="1698"/>
                    <a:pt x="0" y="2519"/>
                  </a:cubicBezTo>
                  <a:cubicBezTo>
                    <a:pt x="0" y="3543"/>
                    <a:pt x="715" y="4388"/>
                    <a:pt x="1750" y="4496"/>
                  </a:cubicBezTo>
                  <a:cubicBezTo>
                    <a:pt x="1835" y="4504"/>
                    <a:pt x="1920" y="4509"/>
                    <a:pt x="2004" y="4509"/>
                  </a:cubicBezTo>
                  <a:cubicBezTo>
                    <a:pt x="2837" y="4509"/>
                    <a:pt x="3654" y="4090"/>
                    <a:pt x="4108" y="3376"/>
                  </a:cubicBezTo>
                  <a:cubicBezTo>
                    <a:pt x="4596" y="2614"/>
                    <a:pt x="4548" y="1579"/>
                    <a:pt x="4025" y="852"/>
                  </a:cubicBezTo>
                  <a:cubicBezTo>
                    <a:pt x="3592" y="271"/>
                    <a:pt x="2911" y="0"/>
                    <a:pt x="2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9"/>
            <p:cNvSpPr/>
            <p:nvPr/>
          </p:nvSpPr>
          <p:spPr>
            <a:xfrm>
              <a:off x="1321782" y="3093635"/>
              <a:ext cx="59286" cy="52730"/>
            </a:xfrm>
            <a:custGeom>
              <a:rect b="b" l="l" r="r" t="t"/>
              <a:pathLst>
                <a:path extrusionOk="0" h="2236" w="2514">
                  <a:moveTo>
                    <a:pt x="1243" y="509"/>
                  </a:moveTo>
                  <a:cubicBezTo>
                    <a:pt x="1387" y="509"/>
                    <a:pt x="1529" y="554"/>
                    <a:pt x="1644" y="644"/>
                  </a:cubicBezTo>
                  <a:cubicBezTo>
                    <a:pt x="1668" y="656"/>
                    <a:pt x="1692" y="680"/>
                    <a:pt x="1715" y="704"/>
                  </a:cubicBezTo>
                  <a:cubicBezTo>
                    <a:pt x="1715" y="716"/>
                    <a:pt x="1727" y="727"/>
                    <a:pt x="1739" y="727"/>
                  </a:cubicBezTo>
                  <a:cubicBezTo>
                    <a:pt x="1739" y="739"/>
                    <a:pt x="1751" y="763"/>
                    <a:pt x="1763" y="775"/>
                  </a:cubicBezTo>
                  <a:cubicBezTo>
                    <a:pt x="1775" y="787"/>
                    <a:pt x="1787" y="811"/>
                    <a:pt x="1799" y="823"/>
                  </a:cubicBezTo>
                  <a:cubicBezTo>
                    <a:pt x="1799" y="823"/>
                    <a:pt x="1811" y="835"/>
                    <a:pt x="1811" y="847"/>
                  </a:cubicBezTo>
                  <a:cubicBezTo>
                    <a:pt x="1834" y="882"/>
                    <a:pt x="1846" y="918"/>
                    <a:pt x="1858" y="954"/>
                  </a:cubicBezTo>
                  <a:cubicBezTo>
                    <a:pt x="1870" y="978"/>
                    <a:pt x="1870" y="989"/>
                    <a:pt x="1870" y="1001"/>
                  </a:cubicBezTo>
                  <a:cubicBezTo>
                    <a:pt x="1882" y="1013"/>
                    <a:pt x="1882" y="1013"/>
                    <a:pt x="1882" y="1013"/>
                  </a:cubicBezTo>
                  <a:cubicBezTo>
                    <a:pt x="1882" y="1013"/>
                    <a:pt x="1882" y="1025"/>
                    <a:pt x="1882" y="1025"/>
                  </a:cubicBezTo>
                  <a:cubicBezTo>
                    <a:pt x="1882" y="1061"/>
                    <a:pt x="1894" y="1108"/>
                    <a:pt x="1894" y="1144"/>
                  </a:cubicBezTo>
                  <a:cubicBezTo>
                    <a:pt x="1894" y="1156"/>
                    <a:pt x="1894" y="1168"/>
                    <a:pt x="1894" y="1180"/>
                  </a:cubicBezTo>
                  <a:cubicBezTo>
                    <a:pt x="1894" y="1192"/>
                    <a:pt x="1894" y="1204"/>
                    <a:pt x="1894" y="1204"/>
                  </a:cubicBezTo>
                  <a:cubicBezTo>
                    <a:pt x="1882" y="1228"/>
                    <a:pt x="1882" y="1251"/>
                    <a:pt x="1882" y="1263"/>
                  </a:cubicBezTo>
                  <a:cubicBezTo>
                    <a:pt x="1882" y="1274"/>
                    <a:pt x="1862" y="1324"/>
                    <a:pt x="1868" y="1324"/>
                  </a:cubicBezTo>
                  <a:cubicBezTo>
                    <a:pt x="1868" y="1324"/>
                    <a:pt x="1869" y="1324"/>
                    <a:pt x="1870" y="1323"/>
                  </a:cubicBezTo>
                  <a:lnTo>
                    <a:pt x="1870" y="1323"/>
                  </a:lnTo>
                  <a:cubicBezTo>
                    <a:pt x="1834" y="1430"/>
                    <a:pt x="1751" y="1549"/>
                    <a:pt x="1644" y="1620"/>
                  </a:cubicBezTo>
                  <a:cubicBezTo>
                    <a:pt x="1620" y="1632"/>
                    <a:pt x="1596" y="1656"/>
                    <a:pt x="1573" y="1668"/>
                  </a:cubicBezTo>
                  <a:lnTo>
                    <a:pt x="1561" y="1668"/>
                  </a:lnTo>
                  <a:cubicBezTo>
                    <a:pt x="1537" y="1680"/>
                    <a:pt x="1513" y="1692"/>
                    <a:pt x="1501" y="1692"/>
                  </a:cubicBezTo>
                  <a:cubicBezTo>
                    <a:pt x="1477" y="1704"/>
                    <a:pt x="1453" y="1716"/>
                    <a:pt x="1442" y="1716"/>
                  </a:cubicBezTo>
                  <a:lnTo>
                    <a:pt x="1430" y="1716"/>
                  </a:lnTo>
                  <a:cubicBezTo>
                    <a:pt x="1382" y="1728"/>
                    <a:pt x="1323" y="1728"/>
                    <a:pt x="1275" y="1728"/>
                  </a:cubicBezTo>
                  <a:cubicBezTo>
                    <a:pt x="1120" y="1716"/>
                    <a:pt x="930" y="1656"/>
                    <a:pt x="799" y="1561"/>
                  </a:cubicBezTo>
                  <a:cubicBezTo>
                    <a:pt x="751" y="1525"/>
                    <a:pt x="691" y="1478"/>
                    <a:pt x="668" y="1442"/>
                  </a:cubicBezTo>
                  <a:cubicBezTo>
                    <a:pt x="656" y="1418"/>
                    <a:pt x="644" y="1406"/>
                    <a:pt x="632" y="1394"/>
                  </a:cubicBezTo>
                  <a:cubicBezTo>
                    <a:pt x="632" y="1382"/>
                    <a:pt x="620" y="1382"/>
                    <a:pt x="620" y="1382"/>
                  </a:cubicBezTo>
                  <a:cubicBezTo>
                    <a:pt x="620" y="1370"/>
                    <a:pt x="620" y="1370"/>
                    <a:pt x="620" y="1370"/>
                  </a:cubicBezTo>
                  <a:cubicBezTo>
                    <a:pt x="596" y="1335"/>
                    <a:pt x="584" y="1287"/>
                    <a:pt x="572" y="1239"/>
                  </a:cubicBezTo>
                  <a:cubicBezTo>
                    <a:pt x="572" y="1239"/>
                    <a:pt x="560" y="1216"/>
                    <a:pt x="560" y="1204"/>
                  </a:cubicBezTo>
                  <a:cubicBezTo>
                    <a:pt x="560" y="1180"/>
                    <a:pt x="560" y="1156"/>
                    <a:pt x="549" y="1132"/>
                  </a:cubicBezTo>
                  <a:cubicBezTo>
                    <a:pt x="549" y="1120"/>
                    <a:pt x="549" y="1097"/>
                    <a:pt x="549" y="1085"/>
                  </a:cubicBezTo>
                  <a:cubicBezTo>
                    <a:pt x="549" y="1073"/>
                    <a:pt x="549" y="1073"/>
                    <a:pt x="549" y="1061"/>
                  </a:cubicBezTo>
                  <a:cubicBezTo>
                    <a:pt x="549" y="1061"/>
                    <a:pt x="549" y="1061"/>
                    <a:pt x="560" y="1049"/>
                  </a:cubicBezTo>
                  <a:cubicBezTo>
                    <a:pt x="572" y="942"/>
                    <a:pt x="572" y="930"/>
                    <a:pt x="632" y="835"/>
                  </a:cubicBezTo>
                  <a:cubicBezTo>
                    <a:pt x="634" y="826"/>
                    <a:pt x="636" y="820"/>
                    <a:pt x="637" y="816"/>
                  </a:cubicBezTo>
                  <a:lnTo>
                    <a:pt x="637" y="816"/>
                  </a:lnTo>
                  <a:cubicBezTo>
                    <a:pt x="636" y="818"/>
                    <a:pt x="634" y="821"/>
                    <a:pt x="632" y="823"/>
                  </a:cubicBezTo>
                  <a:cubicBezTo>
                    <a:pt x="634" y="819"/>
                    <a:pt x="636" y="815"/>
                    <a:pt x="639" y="811"/>
                  </a:cubicBezTo>
                  <a:lnTo>
                    <a:pt x="639" y="811"/>
                  </a:lnTo>
                  <a:cubicBezTo>
                    <a:pt x="638" y="812"/>
                    <a:pt x="638" y="814"/>
                    <a:pt x="637" y="816"/>
                  </a:cubicBezTo>
                  <a:lnTo>
                    <a:pt x="637" y="816"/>
                  </a:lnTo>
                  <a:cubicBezTo>
                    <a:pt x="639" y="813"/>
                    <a:pt x="640" y="810"/>
                    <a:pt x="640" y="808"/>
                  </a:cubicBezTo>
                  <a:lnTo>
                    <a:pt x="640" y="808"/>
                  </a:lnTo>
                  <a:cubicBezTo>
                    <a:pt x="640" y="809"/>
                    <a:pt x="639" y="810"/>
                    <a:pt x="639" y="811"/>
                  </a:cubicBezTo>
                  <a:lnTo>
                    <a:pt x="639" y="811"/>
                  </a:lnTo>
                  <a:cubicBezTo>
                    <a:pt x="640" y="808"/>
                    <a:pt x="641" y="806"/>
                    <a:pt x="641" y="806"/>
                  </a:cubicBezTo>
                  <a:lnTo>
                    <a:pt x="641" y="806"/>
                  </a:lnTo>
                  <a:cubicBezTo>
                    <a:pt x="641" y="806"/>
                    <a:pt x="641" y="807"/>
                    <a:pt x="640" y="808"/>
                  </a:cubicBezTo>
                  <a:lnTo>
                    <a:pt x="640" y="808"/>
                  </a:lnTo>
                  <a:cubicBezTo>
                    <a:pt x="653" y="790"/>
                    <a:pt x="670" y="773"/>
                    <a:pt x="680" y="763"/>
                  </a:cubicBezTo>
                  <a:cubicBezTo>
                    <a:pt x="691" y="751"/>
                    <a:pt x="703" y="739"/>
                    <a:pt x="715" y="727"/>
                  </a:cubicBezTo>
                  <a:cubicBezTo>
                    <a:pt x="727" y="716"/>
                    <a:pt x="727" y="704"/>
                    <a:pt x="727" y="704"/>
                  </a:cubicBezTo>
                  <a:cubicBezTo>
                    <a:pt x="727" y="704"/>
                    <a:pt x="739" y="704"/>
                    <a:pt x="739" y="692"/>
                  </a:cubicBezTo>
                  <a:cubicBezTo>
                    <a:pt x="834" y="632"/>
                    <a:pt x="858" y="608"/>
                    <a:pt x="965" y="585"/>
                  </a:cubicBezTo>
                  <a:cubicBezTo>
                    <a:pt x="989" y="573"/>
                    <a:pt x="1025" y="549"/>
                    <a:pt x="1049" y="537"/>
                  </a:cubicBezTo>
                  <a:cubicBezTo>
                    <a:pt x="1112" y="518"/>
                    <a:pt x="1177" y="509"/>
                    <a:pt x="1243" y="509"/>
                  </a:cubicBezTo>
                  <a:close/>
                  <a:moveTo>
                    <a:pt x="1239" y="0"/>
                  </a:moveTo>
                  <a:cubicBezTo>
                    <a:pt x="1003" y="0"/>
                    <a:pt x="764" y="66"/>
                    <a:pt x="560" y="192"/>
                  </a:cubicBezTo>
                  <a:cubicBezTo>
                    <a:pt x="549" y="204"/>
                    <a:pt x="537" y="216"/>
                    <a:pt x="525" y="227"/>
                  </a:cubicBezTo>
                  <a:cubicBezTo>
                    <a:pt x="203" y="442"/>
                    <a:pt x="1" y="823"/>
                    <a:pt x="49" y="1204"/>
                  </a:cubicBezTo>
                  <a:cubicBezTo>
                    <a:pt x="72" y="1454"/>
                    <a:pt x="179" y="1692"/>
                    <a:pt x="358" y="1859"/>
                  </a:cubicBezTo>
                  <a:cubicBezTo>
                    <a:pt x="549" y="2049"/>
                    <a:pt x="799" y="2156"/>
                    <a:pt x="1049" y="2204"/>
                  </a:cubicBezTo>
                  <a:cubicBezTo>
                    <a:pt x="1138" y="2225"/>
                    <a:pt x="1226" y="2235"/>
                    <a:pt x="1313" y="2235"/>
                  </a:cubicBezTo>
                  <a:cubicBezTo>
                    <a:pt x="1714" y="2235"/>
                    <a:pt x="2079" y="2016"/>
                    <a:pt x="2275" y="1644"/>
                  </a:cubicBezTo>
                  <a:cubicBezTo>
                    <a:pt x="2513" y="1216"/>
                    <a:pt x="2394" y="680"/>
                    <a:pt x="2061" y="335"/>
                  </a:cubicBezTo>
                  <a:cubicBezTo>
                    <a:pt x="1840" y="108"/>
                    <a:pt x="1541" y="0"/>
                    <a:pt x="1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9"/>
            <p:cNvSpPr/>
            <p:nvPr/>
          </p:nvSpPr>
          <p:spPr>
            <a:xfrm>
              <a:off x="1339209" y="3047602"/>
              <a:ext cx="16578" cy="12098"/>
            </a:xfrm>
            <a:custGeom>
              <a:rect b="b" l="l" r="r" t="t"/>
              <a:pathLst>
                <a:path extrusionOk="0" h="513" w="703">
                  <a:moveTo>
                    <a:pt x="333" y="1"/>
                  </a:moveTo>
                  <a:cubicBezTo>
                    <a:pt x="0" y="1"/>
                    <a:pt x="48" y="513"/>
                    <a:pt x="381" y="513"/>
                  </a:cubicBezTo>
                  <a:cubicBezTo>
                    <a:pt x="703" y="513"/>
                    <a:pt x="655" y="1"/>
                    <a:pt x="3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9"/>
            <p:cNvSpPr/>
            <p:nvPr/>
          </p:nvSpPr>
          <p:spPr>
            <a:xfrm>
              <a:off x="1371493" y="3023052"/>
              <a:ext cx="14055" cy="12970"/>
            </a:xfrm>
            <a:custGeom>
              <a:rect b="b" l="l" r="r" t="t"/>
              <a:pathLst>
                <a:path extrusionOk="0" h="550" w="596">
                  <a:moveTo>
                    <a:pt x="340" y="1"/>
                  </a:moveTo>
                  <a:cubicBezTo>
                    <a:pt x="307" y="1"/>
                    <a:pt x="276" y="9"/>
                    <a:pt x="250" y="18"/>
                  </a:cubicBezTo>
                  <a:lnTo>
                    <a:pt x="179" y="53"/>
                  </a:lnTo>
                  <a:cubicBezTo>
                    <a:pt x="143" y="65"/>
                    <a:pt x="119" y="77"/>
                    <a:pt x="96" y="101"/>
                  </a:cubicBezTo>
                  <a:cubicBezTo>
                    <a:pt x="60" y="125"/>
                    <a:pt x="48" y="149"/>
                    <a:pt x="36" y="184"/>
                  </a:cubicBezTo>
                  <a:cubicBezTo>
                    <a:pt x="12" y="220"/>
                    <a:pt x="12" y="244"/>
                    <a:pt x="12" y="280"/>
                  </a:cubicBezTo>
                  <a:cubicBezTo>
                    <a:pt x="0" y="315"/>
                    <a:pt x="12" y="351"/>
                    <a:pt x="24" y="387"/>
                  </a:cubicBezTo>
                  <a:cubicBezTo>
                    <a:pt x="36" y="399"/>
                    <a:pt x="48" y="422"/>
                    <a:pt x="60" y="446"/>
                  </a:cubicBezTo>
                  <a:cubicBezTo>
                    <a:pt x="84" y="482"/>
                    <a:pt x="119" y="506"/>
                    <a:pt x="155" y="530"/>
                  </a:cubicBezTo>
                  <a:cubicBezTo>
                    <a:pt x="179" y="530"/>
                    <a:pt x="191" y="542"/>
                    <a:pt x="215" y="542"/>
                  </a:cubicBezTo>
                  <a:cubicBezTo>
                    <a:pt x="234" y="546"/>
                    <a:pt x="254" y="549"/>
                    <a:pt x="274" y="549"/>
                  </a:cubicBezTo>
                  <a:cubicBezTo>
                    <a:pt x="302" y="549"/>
                    <a:pt x="330" y="544"/>
                    <a:pt x="358" y="530"/>
                  </a:cubicBezTo>
                  <a:cubicBezTo>
                    <a:pt x="381" y="518"/>
                    <a:pt x="405" y="506"/>
                    <a:pt x="429" y="494"/>
                  </a:cubicBezTo>
                  <a:cubicBezTo>
                    <a:pt x="453" y="482"/>
                    <a:pt x="488" y="470"/>
                    <a:pt x="512" y="446"/>
                  </a:cubicBezTo>
                  <a:cubicBezTo>
                    <a:pt x="536" y="422"/>
                    <a:pt x="548" y="399"/>
                    <a:pt x="572" y="363"/>
                  </a:cubicBezTo>
                  <a:cubicBezTo>
                    <a:pt x="584" y="339"/>
                    <a:pt x="584" y="303"/>
                    <a:pt x="584" y="268"/>
                  </a:cubicBezTo>
                  <a:cubicBezTo>
                    <a:pt x="596" y="232"/>
                    <a:pt x="584" y="196"/>
                    <a:pt x="572" y="172"/>
                  </a:cubicBezTo>
                  <a:cubicBezTo>
                    <a:pt x="560" y="149"/>
                    <a:pt x="548" y="125"/>
                    <a:pt x="548" y="113"/>
                  </a:cubicBezTo>
                  <a:cubicBezTo>
                    <a:pt x="512" y="77"/>
                    <a:pt x="488" y="41"/>
                    <a:pt x="441" y="30"/>
                  </a:cubicBezTo>
                  <a:cubicBezTo>
                    <a:pt x="417" y="18"/>
                    <a:pt x="405" y="18"/>
                    <a:pt x="381" y="6"/>
                  </a:cubicBezTo>
                  <a:cubicBezTo>
                    <a:pt x="367" y="2"/>
                    <a:pt x="353" y="1"/>
                    <a:pt x="3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9"/>
            <p:cNvSpPr/>
            <p:nvPr/>
          </p:nvSpPr>
          <p:spPr>
            <a:xfrm>
              <a:off x="1387482" y="3068378"/>
              <a:ext cx="13230" cy="13796"/>
            </a:xfrm>
            <a:custGeom>
              <a:rect b="b" l="l" r="r" t="t"/>
              <a:pathLst>
                <a:path extrusionOk="0" h="585" w="561">
                  <a:moveTo>
                    <a:pt x="275" y="1"/>
                  </a:moveTo>
                  <a:cubicBezTo>
                    <a:pt x="239" y="1"/>
                    <a:pt x="203" y="1"/>
                    <a:pt x="168" y="24"/>
                  </a:cubicBezTo>
                  <a:cubicBezTo>
                    <a:pt x="156" y="36"/>
                    <a:pt x="132" y="36"/>
                    <a:pt x="120" y="48"/>
                  </a:cubicBezTo>
                  <a:cubicBezTo>
                    <a:pt x="84" y="72"/>
                    <a:pt x="49" y="108"/>
                    <a:pt x="37" y="155"/>
                  </a:cubicBezTo>
                  <a:cubicBezTo>
                    <a:pt x="25" y="167"/>
                    <a:pt x="13" y="191"/>
                    <a:pt x="13" y="215"/>
                  </a:cubicBezTo>
                  <a:cubicBezTo>
                    <a:pt x="1" y="263"/>
                    <a:pt x="1" y="310"/>
                    <a:pt x="25" y="346"/>
                  </a:cubicBezTo>
                  <a:cubicBezTo>
                    <a:pt x="37" y="370"/>
                    <a:pt x="49" y="394"/>
                    <a:pt x="61" y="417"/>
                  </a:cubicBezTo>
                  <a:cubicBezTo>
                    <a:pt x="72" y="453"/>
                    <a:pt x="84" y="477"/>
                    <a:pt x="108" y="501"/>
                  </a:cubicBezTo>
                  <a:cubicBezTo>
                    <a:pt x="132" y="525"/>
                    <a:pt x="156" y="548"/>
                    <a:pt x="191" y="560"/>
                  </a:cubicBezTo>
                  <a:cubicBezTo>
                    <a:pt x="215" y="584"/>
                    <a:pt x="251" y="584"/>
                    <a:pt x="287" y="584"/>
                  </a:cubicBezTo>
                  <a:cubicBezTo>
                    <a:pt x="322" y="584"/>
                    <a:pt x="358" y="584"/>
                    <a:pt x="382" y="572"/>
                  </a:cubicBezTo>
                  <a:cubicBezTo>
                    <a:pt x="406" y="560"/>
                    <a:pt x="430" y="548"/>
                    <a:pt x="442" y="536"/>
                  </a:cubicBezTo>
                  <a:cubicBezTo>
                    <a:pt x="477" y="513"/>
                    <a:pt x="513" y="477"/>
                    <a:pt x="525" y="441"/>
                  </a:cubicBezTo>
                  <a:cubicBezTo>
                    <a:pt x="537" y="417"/>
                    <a:pt x="549" y="394"/>
                    <a:pt x="549" y="382"/>
                  </a:cubicBezTo>
                  <a:cubicBezTo>
                    <a:pt x="561" y="334"/>
                    <a:pt x="549" y="286"/>
                    <a:pt x="537" y="239"/>
                  </a:cubicBezTo>
                  <a:lnTo>
                    <a:pt x="501" y="167"/>
                  </a:lnTo>
                  <a:cubicBezTo>
                    <a:pt x="489" y="144"/>
                    <a:pt x="477" y="108"/>
                    <a:pt x="453" y="84"/>
                  </a:cubicBezTo>
                  <a:cubicBezTo>
                    <a:pt x="430" y="60"/>
                    <a:pt x="406" y="36"/>
                    <a:pt x="370" y="24"/>
                  </a:cubicBezTo>
                  <a:cubicBezTo>
                    <a:pt x="346" y="13"/>
                    <a:pt x="311" y="1"/>
                    <a:pt x="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9"/>
            <p:cNvSpPr/>
            <p:nvPr/>
          </p:nvSpPr>
          <p:spPr>
            <a:xfrm>
              <a:off x="1139277" y="3256377"/>
              <a:ext cx="12381" cy="12900"/>
            </a:xfrm>
            <a:custGeom>
              <a:rect b="b" l="l" r="r" t="t"/>
              <a:pathLst>
                <a:path extrusionOk="0" h="547" w="525">
                  <a:moveTo>
                    <a:pt x="270" y="1"/>
                  </a:moveTo>
                  <a:cubicBezTo>
                    <a:pt x="260" y="1"/>
                    <a:pt x="249" y="2"/>
                    <a:pt x="239" y="6"/>
                  </a:cubicBezTo>
                  <a:cubicBezTo>
                    <a:pt x="215" y="6"/>
                    <a:pt x="191" y="6"/>
                    <a:pt x="168" y="18"/>
                  </a:cubicBezTo>
                  <a:cubicBezTo>
                    <a:pt x="132" y="30"/>
                    <a:pt x="96" y="53"/>
                    <a:pt x="60" y="89"/>
                  </a:cubicBezTo>
                  <a:cubicBezTo>
                    <a:pt x="48" y="113"/>
                    <a:pt x="37" y="125"/>
                    <a:pt x="25" y="149"/>
                  </a:cubicBezTo>
                  <a:cubicBezTo>
                    <a:pt x="13" y="184"/>
                    <a:pt x="1" y="232"/>
                    <a:pt x="1" y="280"/>
                  </a:cubicBezTo>
                  <a:lnTo>
                    <a:pt x="1" y="315"/>
                  </a:lnTo>
                  <a:cubicBezTo>
                    <a:pt x="13" y="351"/>
                    <a:pt x="13" y="375"/>
                    <a:pt x="37" y="411"/>
                  </a:cubicBezTo>
                  <a:cubicBezTo>
                    <a:pt x="48" y="434"/>
                    <a:pt x="72" y="470"/>
                    <a:pt x="96" y="482"/>
                  </a:cubicBezTo>
                  <a:cubicBezTo>
                    <a:pt x="120" y="506"/>
                    <a:pt x="156" y="530"/>
                    <a:pt x="179" y="530"/>
                  </a:cubicBezTo>
                  <a:cubicBezTo>
                    <a:pt x="205" y="538"/>
                    <a:pt x="230" y="547"/>
                    <a:pt x="255" y="547"/>
                  </a:cubicBezTo>
                  <a:cubicBezTo>
                    <a:pt x="266" y="547"/>
                    <a:pt x="276" y="545"/>
                    <a:pt x="287" y="542"/>
                  </a:cubicBezTo>
                  <a:cubicBezTo>
                    <a:pt x="310" y="542"/>
                    <a:pt x="322" y="530"/>
                    <a:pt x="346" y="530"/>
                  </a:cubicBezTo>
                  <a:cubicBezTo>
                    <a:pt x="394" y="518"/>
                    <a:pt x="429" y="494"/>
                    <a:pt x="453" y="458"/>
                  </a:cubicBezTo>
                  <a:cubicBezTo>
                    <a:pt x="465" y="434"/>
                    <a:pt x="477" y="423"/>
                    <a:pt x="489" y="399"/>
                  </a:cubicBezTo>
                  <a:cubicBezTo>
                    <a:pt x="513" y="363"/>
                    <a:pt x="525" y="315"/>
                    <a:pt x="513" y="268"/>
                  </a:cubicBezTo>
                  <a:lnTo>
                    <a:pt x="513" y="232"/>
                  </a:lnTo>
                  <a:cubicBezTo>
                    <a:pt x="513" y="196"/>
                    <a:pt x="501" y="161"/>
                    <a:pt x="489" y="137"/>
                  </a:cubicBezTo>
                  <a:cubicBezTo>
                    <a:pt x="477" y="101"/>
                    <a:pt x="453" y="77"/>
                    <a:pt x="429" y="53"/>
                  </a:cubicBezTo>
                  <a:cubicBezTo>
                    <a:pt x="406" y="42"/>
                    <a:pt x="370" y="18"/>
                    <a:pt x="334" y="18"/>
                  </a:cubicBezTo>
                  <a:cubicBezTo>
                    <a:pt x="317" y="9"/>
                    <a:pt x="295" y="1"/>
                    <a:pt x="2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9"/>
            <p:cNvSpPr/>
            <p:nvPr/>
          </p:nvSpPr>
          <p:spPr>
            <a:xfrm>
              <a:off x="1168212" y="3232913"/>
              <a:ext cx="16578" cy="12098"/>
            </a:xfrm>
            <a:custGeom>
              <a:rect b="b" l="l" r="r" t="t"/>
              <a:pathLst>
                <a:path extrusionOk="0" h="513" w="703">
                  <a:moveTo>
                    <a:pt x="322" y="1"/>
                  </a:moveTo>
                  <a:cubicBezTo>
                    <a:pt x="0" y="1"/>
                    <a:pt x="48" y="513"/>
                    <a:pt x="369" y="513"/>
                  </a:cubicBezTo>
                  <a:cubicBezTo>
                    <a:pt x="703" y="513"/>
                    <a:pt x="655" y="1"/>
                    <a:pt x="3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9"/>
            <p:cNvSpPr/>
            <p:nvPr/>
          </p:nvSpPr>
          <p:spPr>
            <a:xfrm>
              <a:off x="1187008" y="3310688"/>
              <a:ext cx="14079" cy="12947"/>
            </a:xfrm>
            <a:custGeom>
              <a:rect b="b" l="l" r="r" t="t"/>
              <a:pathLst>
                <a:path extrusionOk="0" h="549" w="597">
                  <a:moveTo>
                    <a:pt x="275" y="1"/>
                  </a:moveTo>
                  <a:cubicBezTo>
                    <a:pt x="239" y="1"/>
                    <a:pt x="203" y="1"/>
                    <a:pt x="179" y="25"/>
                  </a:cubicBezTo>
                  <a:cubicBezTo>
                    <a:pt x="144" y="36"/>
                    <a:pt x="120" y="48"/>
                    <a:pt x="96" y="72"/>
                  </a:cubicBezTo>
                  <a:cubicBezTo>
                    <a:pt x="72" y="96"/>
                    <a:pt x="49" y="120"/>
                    <a:pt x="37" y="155"/>
                  </a:cubicBezTo>
                  <a:cubicBezTo>
                    <a:pt x="25" y="167"/>
                    <a:pt x="25" y="191"/>
                    <a:pt x="13" y="215"/>
                  </a:cubicBezTo>
                  <a:cubicBezTo>
                    <a:pt x="1" y="263"/>
                    <a:pt x="13" y="310"/>
                    <a:pt x="25" y="346"/>
                  </a:cubicBezTo>
                  <a:cubicBezTo>
                    <a:pt x="37" y="370"/>
                    <a:pt x="49" y="394"/>
                    <a:pt x="60" y="406"/>
                  </a:cubicBezTo>
                  <a:cubicBezTo>
                    <a:pt x="84" y="441"/>
                    <a:pt x="120" y="477"/>
                    <a:pt x="156" y="489"/>
                  </a:cubicBezTo>
                  <a:cubicBezTo>
                    <a:pt x="179" y="501"/>
                    <a:pt x="203" y="513"/>
                    <a:pt x="227" y="525"/>
                  </a:cubicBezTo>
                  <a:cubicBezTo>
                    <a:pt x="263" y="548"/>
                    <a:pt x="287" y="548"/>
                    <a:pt x="322" y="548"/>
                  </a:cubicBezTo>
                  <a:cubicBezTo>
                    <a:pt x="358" y="548"/>
                    <a:pt x="394" y="548"/>
                    <a:pt x="430" y="536"/>
                  </a:cubicBezTo>
                  <a:cubicBezTo>
                    <a:pt x="453" y="525"/>
                    <a:pt x="489" y="513"/>
                    <a:pt x="513" y="477"/>
                  </a:cubicBezTo>
                  <a:cubicBezTo>
                    <a:pt x="537" y="465"/>
                    <a:pt x="549" y="441"/>
                    <a:pt x="572" y="406"/>
                  </a:cubicBezTo>
                  <a:cubicBezTo>
                    <a:pt x="572" y="382"/>
                    <a:pt x="584" y="358"/>
                    <a:pt x="584" y="346"/>
                  </a:cubicBezTo>
                  <a:cubicBezTo>
                    <a:pt x="596" y="298"/>
                    <a:pt x="596" y="251"/>
                    <a:pt x="572" y="203"/>
                  </a:cubicBezTo>
                  <a:cubicBezTo>
                    <a:pt x="560" y="191"/>
                    <a:pt x="560" y="167"/>
                    <a:pt x="549" y="144"/>
                  </a:cubicBezTo>
                  <a:cubicBezTo>
                    <a:pt x="525" y="108"/>
                    <a:pt x="489" y="84"/>
                    <a:pt x="441" y="60"/>
                  </a:cubicBezTo>
                  <a:cubicBezTo>
                    <a:pt x="418" y="48"/>
                    <a:pt x="394" y="36"/>
                    <a:pt x="370" y="25"/>
                  </a:cubicBezTo>
                  <a:cubicBezTo>
                    <a:pt x="346" y="13"/>
                    <a:pt x="310" y="1"/>
                    <a:pt x="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9"/>
            <p:cNvSpPr/>
            <p:nvPr/>
          </p:nvSpPr>
          <p:spPr>
            <a:xfrm>
              <a:off x="1232498" y="3271376"/>
              <a:ext cx="12947" cy="12947"/>
            </a:xfrm>
            <a:custGeom>
              <a:rect b="b" l="l" r="r" t="t"/>
              <a:pathLst>
                <a:path extrusionOk="0" h="549" w="549">
                  <a:moveTo>
                    <a:pt x="239" y="1"/>
                  </a:moveTo>
                  <a:cubicBezTo>
                    <a:pt x="203" y="1"/>
                    <a:pt x="167" y="13"/>
                    <a:pt x="132" y="37"/>
                  </a:cubicBezTo>
                  <a:cubicBezTo>
                    <a:pt x="108" y="48"/>
                    <a:pt x="84" y="72"/>
                    <a:pt x="60" y="96"/>
                  </a:cubicBezTo>
                  <a:cubicBezTo>
                    <a:pt x="48" y="108"/>
                    <a:pt x="36" y="132"/>
                    <a:pt x="25" y="144"/>
                  </a:cubicBezTo>
                  <a:cubicBezTo>
                    <a:pt x="1" y="191"/>
                    <a:pt x="1" y="239"/>
                    <a:pt x="1" y="287"/>
                  </a:cubicBezTo>
                  <a:cubicBezTo>
                    <a:pt x="1" y="298"/>
                    <a:pt x="13" y="322"/>
                    <a:pt x="13" y="346"/>
                  </a:cubicBezTo>
                  <a:cubicBezTo>
                    <a:pt x="36" y="394"/>
                    <a:pt x="60" y="429"/>
                    <a:pt x="96" y="453"/>
                  </a:cubicBezTo>
                  <a:lnTo>
                    <a:pt x="132" y="489"/>
                  </a:lnTo>
                  <a:cubicBezTo>
                    <a:pt x="155" y="513"/>
                    <a:pt x="179" y="525"/>
                    <a:pt x="215" y="537"/>
                  </a:cubicBezTo>
                  <a:cubicBezTo>
                    <a:pt x="239" y="549"/>
                    <a:pt x="275" y="549"/>
                    <a:pt x="310" y="549"/>
                  </a:cubicBezTo>
                  <a:cubicBezTo>
                    <a:pt x="346" y="549"/>
                    <a:pt x="382" y="537"/>
                    <a:pt x="406" y="525"/>
                  </a:cubicBezTo>
                  <a:cubicBezTo>
                    <a:pt x="441" y="501"/>
                    <a:pt x="465" y="489"/>
                    <a:pt x="489" y="453"/>
                  </a:cubicBezTo>
                  <a:cubicBezTo>
                    <a:pt x="501" y="441"/>
                    <a:pt x="513" y="418"/>
                    <a:pt x="525" y="406"/>
                  </a:cubicBezTo>
                  <a:cubicBezTo>
                    <a:pt x="536" y="358"/>
                    <a:pt x="548" y="322"/>
                    <a:pt x="548" y="275"/>
                  </a:cubicBezTo>
                  <a:lnTo>
                    <a:pt x="525" y="203"/>
                  </a:lnTo>
                  <a:cubicBezTo>
                    <a:pt x="513" y="168"/>
                    <a:pt x="489" y="132"/>
                    <a:pt x="453" y="96"/>
                  </a:cubicBezTo>
                  <a:lnTo>
                    <a:pt x="417" y="60"/>
                  </a:lnTo>
                  <a:cubicBezTo>
                    <a:pt x="394" y="37"/>
                    <a:pt x="370" y="25"/>
                    <a:pt x="334" y="13"/>
                  </a:cubicBezTo>
                  <a:cubicBezTo>
                    <a:pt x="298" y="1"/>
                    <a:pt x="263" y="1"/>
                    <a:pt x="2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9"/>
            <p:cNvSpPr/>
            <p:nvPr/>
          </p:nvSpPr>
          <p:spPr>
            <a:xfrm>
              <a:off x="1247945" y="3321654"/>
              <a:ext cx="16578" cy="12098"/>
            </a:xfrm>
            <a:custGeom>
              <a:rect b="b" l="l" r="r" t="t"/>
              <a:pathLst>
                <a:path extrusionOk="0" h="513" w="703">
                  <a:moveTo>
                    <a:pt x="322" y="0"/>
                  </a:moveTo>
                  <a:cubicBezTo>
                    <a:pt x="1" y="0"/>
                    <a:pt x="48" y="512"/>
                    <a:pt x="370" y="512"/>
                  </a:cubicBezTo>
                  <a:cubicBezTo>
                    <a:pt x="703" y="512"/>
                    <a:pt x="655" y="0"/>
                    <a:pt x="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9"/>
            <p:cNvSpPr/>
            <p:nvPr/>
          </p:nvSpPr>
          <p:spPr>
            <a:xfrm>
              <a:off x="1303269" y="3321088"/>
              <a:ext cx="16578" cy="11815"/>
            </a:xfrm>
            <a:custGeom>
              <a:rect b="b" l="l" r="r" t="t"/>
              <a:pathLst>
                <a:path extrusionOk="0" h="501" w="703">
                  <a:moveTo>
                    <a:pt x="322" y="0"/>
                  </a:moveTo>
                  <a:cubicBezTo>
                    <a:pt x="0" y="0"/>
                    <a:pt x="48" y="500"/>
                    <a:pt x="369" y="500"/>
                  </a:cubicBezTo>
                  <a:cubicBezTo>
                    <a:pt x="703" y="500"/>
                    <a:pt x="655" y="0"/>
                    <a:pt x="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9"/>
            <p:cNvSpPr/>
            <p:nvPr/>
          </p:nvSpPr>
          <p:spPr>
            <a:xfrm>
              <a:off x="1122156" y="3208481"/>
              <a:ext cx="16578" cy="12098"/>
            </a:xfrm>
            <a:custGeom>
              <a:rect b="b" l="l" r="r" t="t"/>
              <a:pathLst>
                <a:path extrusionOk="0" h="513" w="703">
                  <a:moveTo>
                    <a:pt x="322" y="1"/>
                  </a:moveTo>
                  <a:cubicBezTo>
                    <a:pt x="1" y="1"/>
                    <a:pt x="36" y="513"/>
                    <a:pt x="370" y="513"/>
                  </a:cubicBezTo>
                  <a:cubicBezTo>
                    <a:pt x="703" y="513"/>
                    <a:pt x="655" y="1"/>
                    <a:pt x="3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9"/>
            <p:cNvSpPr/>
            <p:nvPr/>
          </p:nvSpPr>
          <p:spPr>
            <a:xfrm>
              <a:off x="1147979" y="3158227"/>
              <a:ext cx="16602" cy="12098"/>
            </a:xfrm>
            <a:custGeom>
              <a:rect b="b" l="l" r="r" t="t"/>
              <a:pathLst>
                <a:path extrusionOk="0" h="513" w="704">
                  <a:moveTo>
                    <a:pt x="334" y="1"/>
                  </a:moveTo>
                  <a:cubicBezTo>
                    <a:pt x="1" y="1"/>
                    <a:pt x="49" y="513"/>
                    <a:pt x="382" y="513"/>
                  </a:cubicBezTo>
                  <a:cubicBezTo>
                    <a:pt x="703" y="513"/>
                    <a:pt x="656" y="1"/>
                    <a:pt x="3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9"/>
            <p:cNvSpPr/>
            <p:nvPr/>
          </p:nvSpPr>
          <p:spPr>
            <a:xfrm>
              <a:off x="1151917" y="3206807"/>
              <a:ext cx="12098" cy="12947"/>
            </a:xfrm>
            <a:custGeom>
              <a:rect b="b" l="l" r="r" t="t"/>
              <a:pathLst>
                <a:path extrusionOk="0" h="549" w="513">
                  <a:moveTo>
                    <a:pt x="239" y="0"/>
                  </a:moveTo>
                  <a:cubicBezTo>
                    <a:pt x="215" y="12"/>
                    <a:pt x="191" y="12"/>
                    <a:pt x="167" y="24"/>
                  </a:cubicBezTo>
                  <a:cubicBezTo>
                    <a:pt x="132" y="36"/>
                    <a:pt x="96" y="60"/>
                    <a:pt x="60" y="96"/>
                  </a:cubicBezTo>
                  <a:cubicBezTo>
                    <a:pt x="48" y="108"/>
                    <a:pt x="36" y="131"/>
                    <a:pt x="24" y="143"/>
                  </a:cubicBezTo>
                  <a:cubicBezTo>
                    <a:pt x="13" y="191"/>
                    <a:pt x="1" y="239"/>
                    <a:pt x="1" y="286"/>
                  </a:cubicBezTo>
                  <a:lnTo>
                    <a:pt x="1" y="322"/>
                  </a:lnTo>
                  <a:cubicBezTo>
                    <a:pt x="1" y="346"/>
                    <a:pt x="13" y="381"/>
                    <a:pt x="36" y="417"/>
                  </a:cubicBezTo>
                  <a:cubicBezTo>
                    <a:pt x="48" y="441"/>
                    <a:pt x="72" y="465"/>
                    <a:pt x="96" y="489"/>
                  </a:cubicBezTo>
                  <a:cubicBezTo>
                    <a:pt x="120" y="512"/>
                    <a:pt x="143" y="524"/>
                    <a:pt x="179" y="536"/>
                  </a:cubicBezTo>
                  <a:cubicBezTo>
                    <a:pt x="215" y="548"/>
                    <a:pt x="251" y="548"/>
                    <a:pt x="274" y="548"/>
                  </a:cubicBezTo>
                  <a:cubicBezTo>
                    <a:pt x="298" y="548"/>
                    <a:pt x="322" y="536"/>
                    <a:pt x="346" y="536"/>
                  </a:cubicBezTo>
                  <a:cubicBezTo>
                    <a:pt x="394" y="512"/>
                    <a:pt x="429" y="489"/>
                    <a:pt x="453" y="453"/>
                  </a:cubicBezTo>
                  <a:cubicBezTo>
                    <a:pt x="465" y="441"/>
                    <a:pt x="477" y="417"/>
                    <a:pt x="489" y="405"/>
                  </a:cubicBezTo>
                  <a:cubicBezTo>
                    <a:pt x="513" y="358"/>
                    <a:pt x="513" y="322"/>
                    <a:pt x="513" y="274"/>
                  </a:cubicBezTo>
                  <a:lnTo>
                    <a:pt x="513" y="239"/>
                  </a:lnTo>
                  <a:cubicBezTo>
                    <a:pt x="513" y="203"/>
                    <a:pt x="501" y="167"/>
                    <a:pt x="477" y="143"/>
                  </a:cubicBezTo>
                  <a:cubicBezTo>
                    <a:pt x="465" y="108"/>
                    <a:pt x="453" y="84"/>
                    <a:pt x="417" y="60"/>
                  </a:cubicBezTo>
                  <a:cubicBezTo>
                    <a:pt x="394" y="36"/>
                    <a:pt x="370" y="24"/>
                    <a:pt x="334" y="12"/>
                  </a:cubicBezTo>
                  <a:cubicBezTo>
                    <a:pt x="298" y="0"/>
                    <a:pt x="274" y="0"/>
                    <a:pt x="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9"/>
            <p:cNvSpPr/>
            <p:nvPr/>
          </p:nvSpPr>
          <p:spPr>
            <a:xfrm>
              <a:off x="1373569" y="2718248"/>
              <a:ext cx="136566" cy="213681"/>
            </a:xfrm>
            <a:custGeom>
              <a:rect b="b" l="l" r="r" t="t"/>
              <a:pathLst>
                <a:path extrusionOk="0" h="9061" w="5791">
                  <a:moveTo>
                    <a:pt x="5436" y="0"/>
                  </a:moveTo>
                  <a:cubicBezTo>
                    <a:pt x="5432" y="0"/>
                    <a:pt x="5429" y="0"/>
                    <a:pt x="5425" y="1"/>
                  </a:cubicBezTo>
                  <a:cubicBezTo>
                    <a:pt x="4913" y="36"/>
                    <a:pt x="4413" y="60"/>
                    <a:pt x="3913" y="96"/>
                  </a:cubicBezTo>
                  <a:cubicBezTo>
                    <a:pt x="3663" y="108"/>
                    <a:pt x="3401" y="120"/>
                    <a:pt x="3151" y="143"/>
                  </a:cubicBezTo>
                  <a:cubicBezTo>
                    <a:pt x="2984" y="143"/>
                    <a:pt x="2806" y="155"/>
                    <a:pt x="2663" y="263"/>
                  </a:cubicBezTo>
                  <a:cubicBezTo>
                    <a:pt x="2389" y="477"/>
                    <a:pt x="2341" y="1025"/>
                    <a:pt x="2246" y="1346"/>
                  </a:cubicBezTo>
                  <a:cubicBezTo>
                    <a:pt x="2091" y="1858"/>
                    <a:pt x="1948" y="2358"/>
                    <a:pt x="1794" y="2870"/>
                  </a:cubicBezTo>
                  <a:cubicBezTo>
                    <a:pt x="1222" y="4834"/>
                    <a:pt x="639" y="6799"/>
                    <a:pt x="55" y="8775"/>
                  </a:cubicBezTo>
                  <a:cubicBezTo>
                    <a:pt x="0" y="8954"/>
                    <a:pt x="147" y="9061"/>
                    <a:pt x="296" y="9061"/>
                  </a:cubicBezTo>
                  <a:cubicBezTo>
                    <a:pt x="407" y="9061"/>
                    <a:pt x="520" y="9002"/>
                    <a:pt x="555" y="8871"/>
                  </a:cubicBezTo>
                  <a:cubicBezTo>
                    <a:pt x="1079" y="7097"/>
                    <a:pt x="1603" y="5335"/>
                    <a:pt x="2115" y="3572"/>
                  </a:cubicBezTo>
                  <a:lnTo>
                    <a:pt x="2889" y="953"/>
                  </a:lnTo>
                  <a:cubicBezTo>
                    <a:pt x="2925" y="846"/>
                    <a:pt x="2925" y="739"/>
                    <a:pt x="3020" y="679"/>
                  </a:cubicBezTo>
                  <a:cubicBezTo>
                    <a:pt x="3075" y="647"/>
                    <a:pt x="3147" y="642"/>
                    <a:pt x="3220" y="642"/>
                  </a:cubicBezTo>
                  <a:cubicBezTo>
                    <a:pt x="3257" y="642"/>
                    <a:pt x="3294" y="644"/>
                    <a:pt x="3329" y="644"/>
                  </a:cubicBezTo>
                  <a:cubicBezTo>
                    <a:pt x="3579" y="632"/>
                    <a:pt x="3829" y="608"/>
                    <a:pt x="4080" y="596"/>
                  </a:cubicBezTo>
                  <a:cubicBezTo>
                    <a:pt x="4544" y="572"/>
                    <a:pt x="5008" y="536"/>
                    <a:pt x="5461" y="513"/>
                  </a:cubicBezTo>
                  <a:cubicBezTo>
                    <a:pt x="5790" y="489"/>
                    <a:pt x="5747" y="0"/>
                    <a:pt x="5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9"/>
            <p:cNvSpPr/>
            <p:nvPr/>
          </p:nvSpPr>
          <p:spPr>
            <a:xfrm>
              <a:off x="1521431" y="2634106"/>
              <a:ext cx="70488" cy="179581"/>
            </a:xfrm>
            <a:custGeom>
              <a:rect b="b" l="l" r="r" t="t"/>
              <a:pathLst>
                <a:path extrusionOk="0" h="7615" w="2989">
                  <a:moveTo>
                    <a:pt x="1715" y="485"/>
                  </a:moveTo>
                  <a:cubicBezTo>
                    <a:pt x="1727" y="497"/>
                    <a:pt x="1727" y="497"/>
                    <a:pt x="1739" y="497"/>
                  </a:cubicBezTo>
                  <a:cubicBezTo>
                    <a:pt x="2179" y="747"/>
                    <a:pt x="2084" y="1414"/>
                    <a:pt x="1989" y="1818"/>
                  </a:cubicBezTo>
                  <a:cubicBezTo>
                    <a:pt x="1870" y="2295"/>
                    <a:pt x="1679" y="2735"/>
                    <a:pt x="1465" y="3176"/>
                  </a:cubicBezTo>
                  <a:cubicBezTo>
                    <a:pt x="1191" y="2830"/>
                    <a:pt x="905" y="2485"/>
                    <a:pt x="738" y="2068"/>
                  </a:cubicBezTo>
                  <a:cubicBezTo>
                    <a:pt x="607" y="1747"/>
                    <a:pt x="524" y="1366"/>
                    <a:pt x="679" y="1033"/>
                  </a:cubicBezTo>
                  <a:cubicBezTo>
                    <a:pt x="803" y="763"/>
                    <a:pt x="1053" y="566"/>
                    <a:pt x="1343" y="566"/>
                  </a:cubicBezTo>
                  <a:cubicBezTo>
                    <a:pt x="1387" y="566"/>
                    <a:pt x="1431" y="571"/>
                    <a:pt x="1477" y="580"/>
                  </a:cubicBezTo>
                  <a:cubicBezTo>
                    <a:pt x="1496" y="584"/>
                    <a:pt x="1514" y="586"/>
                    <a:pt x="1531" y="586"/>
                  </a:cubicBezTo>
                  <a:cubicBezTo>
                    <a:pt x="1612" y="586"/>
                    <a:pt x="1676" y="544"/>
                    <a:pt x="1715" y="485"/>
                  </a:cubicBezTo>
                  <a:close/>
                  <a:moveTo>
                    <a:pt x="1512" y="4176"/>
                  </a:moveTo>
                  <a:cubicBezTo>
                    <a:pt x="1667" y="4450"/>
                    <a:pt x="1786" y="4735"/>
                    <a:pt x="1870" y="5057"/>
                  </a:cubicBezTo>
                  <a:cubicBezTo>
                    <a:pt x="2001" y="5593"/>
                    <a:pt x="2060" y="6378"/>
                    <a:pt x="1691" y="6843"/>
                  </a:cubicBezTo>
                  <a:cubicBezTo>
                    <a:pt x="1545" y="7021"/>
                    <a:pt x="1389" y="7094"/>
                    <a:pt x="1241" y="7094"/>
                  </a:cubicBezTo>
                  <a:cubicBezTo>
                    <a:pt x="896" y="7094"/>
                    <a:pt x="603" y="6689"/>
                    <a:pt x="619" y="6271"/>
                  </a:cubicBezTo>
                  <a:cubicBezTo>
                    <a:pt x="655" y="5652"/>
                    <a:pt x="1048" y="5033"/>
                    <a:pt x="1346" y="4497"/>
                  </a:cubicBezTo>
                  <a:cubicBezTo>
                    <a:pt x="1393" y="4390"/>
                    <a:pt x="1453" y="4283"/>
                    <a:pt x="1512" y="4176"/>
                  </a:cubicBezTo>
                  <a:close/>
                  <a:moveTo>
                    <a:pt x="1837" y="1"/>
                  </a:moveTo>
                  <a:cubicBezTo>
                    <a:pt x="1754" y="1"/>
                    <a:pt x="1685" y="50"/>
                    <a:pt x="1643" y="116"/>
                  </a:cubicBezTo>
                  <a:cubicBezTo>
                    <a:pt x="1620" y="104"/>
                    <a:pt x="1596" y="92"/>
                    <a:pt x="1572" y="80"/>
                  </a:cubicBezTo>
                  <a:cubicBezTo>
                    <a:pt x="1495" y="64"/>
                    <a:pt x="1418" y="57"/>
                    <a:pt x="1342" y="57"/>
                  </a:cubicBezTo>
                  <a:cubicBezTo>
                    <a:pt x="959" y="57"/>
                    <a:pt x="596" y="250"/>
                    <a:pt x="357" y="568"/>
                  </a:cubicBezTo>
                  <a:cubicBezTo>
                    <a:pt x="60" y="985"/>
                    <a:pt x="24" y="1509"/>
                    <a:pt x="167" y="1985"/>
                  </a:cubicBezTo>
                  <a:cubicBezTo>
                    <a:pt x="322" y="2557"/>
                    <a:pt x="703" y="3021"/>
                    <a:pt x="1060" y="3485"/>
                  </a:cubicBezTo>
                  <a:cubicBezTo>
                    <a:pt x="1108" y="3557"/>
                    <a:pt x="1155" y="3616"/>
                    <a:pt x="1203" y="3676"/>
                  </a:cubicBezTo>
                  <a:cubicBezTo>
                    <a:pt x="953" y="4152"/>
                    <a:pt x="679" y="4616"/>
                    <a:pt x="453" y="5104"/>
                  </a:cubicBezTo>
                  <a:cubicBezTo>
                    <a:pt x="215" y="5605"/>
                    <a:pt x="0" y="6188"/>
                    <a:pt x="167" y="6748"/>
                  </a:cubicBezTo>
                  <a:cubicBezTo>
                    <a:pt x="286" y="7164"/>
                    <a:pt x="619" y="7545"/>
                    <a:pt x="1072" y="7605"/>
                  </a:cubicBezTo>
                  <a:cubicBezTo>
                    <a:pt x="1118" y="7611"/>
                    <a:pt x="1163" y="7614"/>
                    <a:pt x="1208" y="7614"/>
                  </a:cubicBezTo>
                  <a:cubicBezTo>
                    <a:pt x="1653" y="7614"/>
                    <a:pt x="2045" y="7304"/>
                    <a:pt x="2251" y="6914"/>
                  </a:cubicBezTo>
                  <a:cubicBezTo>
                    <a:pt x="2751" y="5926"/>
                    <a:pt x="2393" y="4604"/>
                    <a:pt x="1858" y="3723"/>
                  </a:cubicBezTo>
                  <a:cubicBezTo>
                    <a:pt x="1834" y="3700"/>
                    <a:pt x="1822" y="3676"/>
                    <a:pt x="1798" y="3640"/>
                  </a:cubicBezTo>
                  <a:cubicBezTo>
                    <a:pt x="1917" y="3414"/>
                    <a:pt x="2036" y="3176"/>
                    <a:pt x="2131" y="2949"/>
                  </a:cubicBezTo>
                  <a:cubicBezTo>
                    <a:pt x="2501" y="2092"/>
                    <a:pt x="2989" y="628"/>
                    <a:pt x="1953" y="32"/>
                  </a:cubicBezTo>
                  <a:cubicBezTo>
                    <a:pt x="1913" y="10"/>
                    <a:pt x="1874" y="1"/>
                    <a:pt x="18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9"/>
            <p:cNvSpPr/>
            <p:nvPr/>
          </p:nvSpPr>
          <p:spPr>
            <a:xfrm>
              <a:off x="1590221" y="2646133"/>
              <a:ext cx="68814" cy="148263"/>
            </a:xfrm>
            <a:custGeom>
              <a:rect b="b" l="l" r="r" t="t"/>
              <a:pathLst>
                <a:path extrusionOk="0" h="6287" w="2918">
                  <a:moveTo>
                    <a:pt x="1523" y="490"/>
                  </a:moveTo>
                  <a:cubicBezTo>
                    <a:pt x="1597" y="490"/>
                    <a:pt x="1709" y="580"/>
                    <a:pt x="1727" y="606"/>
                  </a:cubicBezTo>
                  <a:cubicBezTo>
                    <a:pt x="1810" y="689"/>
                    <a:pt x="1846" y="808"/>
                    <a:pt x="1881" y="915"/>
                  </a:cubicBezTo>
                  <a:cubicBezTo>
                    <a:pt x="1989" y="1177"/>
                    <a:pt x="2060" y="1439"/>
                    <a:pt x="2120" y="1701"/>
                  </a:cubicBezTo>
                  <a:cubicBezTo>
                    <a:pt x="2239" y="2201"/>
                    <a:pt x="2298" y="2725"/>
                    <a:pt x="2322" y="3249"/>
                  </a:cubicBezTo>
                  <a:cubicBezTo>
                    <a:pt x="2334" y="3761"/>
                    <a:pt x="2322" y="4273"/>
                    <a:pt x="2262" y="4785"/>
                  </a:cubicBezTo>
                  <a:cubicBezTo>
                    <a:pt x="2227" y="5130"/>
                    <a:pt x="2143" y="5678"/>
                    <a:pt x="1727" y="5761"/>
                  </a:cubicBezTo>
                  <a:cubicBezTo>
                    <a:pt x="1684" y="5771"/>
                    <a:pt x="1642" y="5776"/>
                    <a:pt x="1601" y="5776"/>
                  </a:cubicBezTo>
                  <a:cubicBezTo>
                    <a:pt x="1194" y="5776"/>
                    <a:pt x="868" y="5323"/>
                    <a:pt x="738" y="4987"/>
                  </a:cubicBezTo>
                  <a:cubicBezTo>
                    <a:pt x="548" y="4535"/>
                    <a:pt x="524" y="4023"/>
                    <a:pt x="548" y="3547"/>
                  </a:cubicBezTo>
                  <a:cubicBezTo>
                    <a:pt x="572" y="2570"/>
                    <a:pt x="822" y="1606"/>
                    <a:pt x="1239" y="725"/>
                  </a:cubicBezTo>
                  <a:cubicBezTo>
                    <a:pt x="1334" y="713"/>
                    <a:pt x="1429" y="654"/>
                    <a:pt x="1465" y="534"/>
                  </a:cubicBezTo>
                  <a:cubicBezTo>
                    <a:pt x="1474" y="502"/>
                    <a:pt x="1496" y="490"/>
                    <a:pt x="1523" y="490"/>
                  </a:cubicBezTo>
                  <a:close/>
                  <a:moveTo>
                    <a:pt x="1567" y="0"/>
                  </a:moveTo>
                  <a:cubicBezTo>
                    <a:pt x="1440" y="0"/>
                    <a:pt x="1316" y="36"/>
                    <a:pt x="1215" y="106"/>
                  </a:cubicBezTo>
                  <a:cubicBezTo>
                    <a:pt x="1188" y="97"/>
                    <a:pt x="1161" y="93"/>
                    <a:pt x="1133" y="93"/>
                  </a:cubicBezTo>
                  <a:cubicBezTo>
                    <a:pt x="1048" y="93"/>
                    <a:pt x="962" y="135"/>
                    <a:pt x="917" y="225"/>
                  </a:cubicBezTo>
                  <a:cubicBezTo>
                    <a:pt x="381" y="1237"/>
                    <a:pt x="84" y="2344"/>
                    <a:pt x="36" y="3487"/>
                  </a:cubicBezTo>
                  <a:cubicBezTo>
                    <a:pt x="0" y="4428"/>
                    <a:pt x="131" y="5607"/>
                    <a:pt x="1036" y="6118"/>
                  </a:cubicBezTo>
                  <a:cubicBezTo>
                    <a:pt x="1223" y="6227"/>
                    <a:pt x="1431" y="6287"/>
                    <a:pt x="1636" y="6287"/>
                  </a:cubicBezTo>
                  <a:cubicBezTo>
                    <a:pt x="1836" y="6287"/>
                    <a:pt x="2033" y="6230"/>
                    <a:pt x="2203" y="6107"/>
                  </a:cubicBezTo>
                  <a:cubicBezTo>
                    <a:pt x="2548" y="5857"/>
                    <a:pt x="2679" y="5428"/>
                    <a:pt x="2751" y="5035"/>
                  </a:cubicBezTo>
                  <a:cubicBezTo>
                    <a:pt x="2917" y="3940"/>
                    <a:pt x="2882" y="2761"/>
                    <a:pt x="2643" y="1689"/>
                  </a:cubicBezTo>
                  <a:cubicBezTo>
                    <a:pt x="2536" y="1201"/>
                    <a:pt x="2417" y="511"/>
                    <a:pt x="2012" y="165"/>
                  </a:cubicBezTo>
                  <a:cubicBezTo>
                    <a:pt x="1881" y="54"/>
                    <a:pt x="1722" y="0"/>
                    <a:pt x="15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9"/>
            <p:cNvSpPr/>
            <p:nvPr/>
          </p:nvSpPr>
          <p:spPr>
            <a:xfrm>
              <a:off x="1642999" y="2600006"/>
              <a:ext cx="50561" cy="50891"/>
            </a:xfrm>
            <a:custGeom>
              <a:rect b="b" l="l" r="r" t="t"/>
              <a:pathLst>
                <a:path extrusionOk="0" h="2158" w="2144">
                  <a:moveTo>
                    <a:pt x="1132" y="514"/>
                  </a:moveTo>
                  <a:cubicBezTo>
                    <a:pt x="1167" y="514"/>
                    <a:pt x="1203" y="526"/>
                    <a:pt x="1239" y="526"/>
                  </a:cubicBezTo>
                  <a:lnTo>
                    <a:pt x="1251" y="526"/>
                  </a:lnTo>
                  <a:cubicBezTo>
                    <a:pt x="1263" y="538"/>
                    <a:pt x="1275" y="550"/>
                    <a:pt x="1298" y="550"/>
                  </a:cubicBezTo>
                  <a:cubicBezTo>
                    <a:pt x="1310" y="562"/>
                    <a:pt x="1322" y="562"/>
                    <a:pt x="1334" y="574"/>
                  </a:cubicBezTo>
                  <a:lnTo>
                    <a:pt x="1346" y="574"/>
                  </a:lnTo>
                  <a:cubicBezTo>
                    <a:pt x="1346" y="574"/>
                    <a:pt x="1346" y="574"/>
                    <a:pt x="1346" y="585"/>
                  </a:cubicBezTo>
                  <a:cubicBezTo>
                    <a:pt x="1358" y="597"/>
                    <a:pt x="1370" y="597"/>
                    <a:pt x="1382" y="609"/>
                  </a:cubicBezTo>
                  <a:cubicBezTo>
                    <a:pt x="1394" y="621"/>
                    <a:pt x="1406" y="621"/>
                    <a:pt x="1406" y="633"/>
                  </a:cubicBezTo>
                  <a:cubicBezTo>
                    <a:pt x="1429" y="669"/>
                    <a:pt x="1453" y="693"/>
                    <a:pt x="1465" y="716"/>
                  </a:cubicBezTo>
                  <a:cubicBezTo>
                    <a:pt x="1471" y="722"/>
                    <a:pt x="1474" y="722"/>
                    <a:pt x="1476" y="722"/>
                  </a:cubicBezTo>
                  <a:cubicBezTo>
                    <a:pt x="1477" y="722"/>
                    <a:pt x="1477" y="722"/>
                    <a:pt x="1477" y="728"/>
                  </a:cubicBezTo>
                  <a:cubicBezTo>
                    <a:pt x="1477" y="740"/>
                    <a:pt x="1489" y="752"/>
                    <a:pt x="1501" y="776"/>
                  </a:cubicBezTo>
                  <a:cubicBezTo>
                    <a:pt x="1513" y="800"/>
                    <a:pt x="1525" y="835"/>
                    <a:pt x="1525" y="871"/>
                  </a:cubicBezTo>
                  <a:cubicBezTo>
                    <a:pt x="1537" y="871"/>
                    <a:pt x="1537" y="871"/>
                    <a:pt x="1537" y="883"/>
                  </a:cubicBezTo>
                  <a:cubicBezTo>
                    <a:pt x="1537" y="907"/>
                    <a:pt x="1537" y="931"/>
                    <a:pt x="1537" y="955"/>
                  </a:cubicBezTo>
                  <a:cubicBezTo>
                    <a:pt x="1548" y="978"/>
                    <a:pt x="1548" y="990"/>
                    <a:pt x="1548" y="1014"/>
                  </a:cubicBezTo>
                  <a:cubicBezTo>
                    <a:pt x="1548" y="1014"/>
                    <a:pt x="1548" y="1038"/>
                    <a:pt x="1548" y="1050"/>
                  </a:cubicBezTo>
                  <a:cubicBezTo>
                    <a:pt x="1537" y="1074"/>
                    <a:pt x="1537" y="1097"/>
                    <a:pt x="1537" y="1133"/>
                  </a:cubicBezTo>
                  <a:cubicBezTo>
                    <a:pt x="1525" y="1145"/>
                    <a:pt x="1525" y="1169"/>
                    <a:pt x="1525" y="1181"/>
                  </a:cubicBezTo>
                  <a:cubicBezTo>
                    <a:pt x="1513" y="1193"/>
                    <a:pt x="1513" y="1193"/>
                    <a:pt x="1513" y="1205"/>
                  </a:cubicBezTo>
                  <a:cubicBezTo>
                    <a:pt x="1501" y="1240"/>
                    <a:pt x="1477" y="1276"/>
                    <a:pt x="1465" y="1312"/>
                  </a:cubicBezTo>
                  <a:cubicBezTo>
                    <a:pt x="1465" y="1324"/>
                    <a:pt x="1441" y="1347"/>
                    <a:pt x="1441" y="1347"/>
                  </a:cubicBezTo>
                  <a:cubicBezTo>
                    <a:pt x="1441" y="1359"/>
                    <a:pt x="1429" y="1371"/>
                    <a:pt x="1429" y="1371"/>
                  </a:cubicBezTo>
                  <a:cubicBezTo>
                    <a:pt x="1406" y="1407"/>
                    <a:pt x="1382" y="1443"/>
                    <a:pt x="1346" y="1467"/>
                  </a:cubicBezTo>
                  <a:cubicBezTo>
                    <a:pt x="1346" y="1467"/>
                    <a:pt x="1334" y="1478"/>
                    <a:pt x="1334" y="1490"/>
                  </a:cubicBezTo>
                  <a:cubicBezTo>
                    <a:pt x="1322" y="1502"/>
                    <a:pt x="1298" y="1514"/>
                    <a:pt x="1287" y="1514"/>
                  </a:cubicBezTo>
                  <a:cubicBezTo>
                    <a:pt x="1263" y="1538"/>
                    <a:pt x="1227" y="1574"/>
                    <a:pt x="1191" y="1586"/>
                  </a:cubicBezTo>
                  <a:lnTo>
                    <a:pt x="1179" y="1586"/>
                  </a:lnTo>
                  <a:cubicBezTo>
                    <a:pt x="1167" y="1597"/>
                    <a:pt x="1156" y="1597"/>
                    <a:pt x="1144" y="1609"/>
                  </a:cubicBezTo>
                  <a:cubicBezTo>
                    <a:pt x="1120" y="1609"/>
                    <a:pt x="1072" y="1633"/>
                    <a:pt x="1060" y="1633"/>
                  </a:cubicBezTo>
                  <a:cubicBezTo>
                    <a:pt x="1060" y="1633"/>
                    <a:pt x="1072" y="1633"/>
                    <a:pt x="1084" y="1622"/>
                  </a:cubicBezTo>
                  <a:lnTo>
                    <a:pt x="1084" y="1622"/>
                  </a:lnTo>
                  <a:cubicBezTo>
                    <a:pt x="1072" y="1633"/>
                    <a:pt x="1060" y="1633"/>
                    <a:pt x="1048" y="1633"/>
                  </a:cubicBezTo>
                  <a:lnTo>
                    <a:pt x="1001" y="1633"/>
                  </a:lnTo>
                  <a:cubicBezTo>
                    <a:pt x="989" y="1645"/>
                    <a:pt x="977" y="1645"/>
                    <a:pt x="953" y="1645"/>
                  </a:cubicBezTo>
                  <a:lnTo>
                    <a:pt x="894" y="1645"/>
                  </a:lnTo>
                  <a:cubicBezTo>
                    <a:pt x="882" y="1645"/>
                    <a:pt x="858" y="1633"/>
                    <a:pt x="846" y="1633"/>
                  </a:cubicBezTo>
                  <a:cubicBezTo>
                    <a:pt x="822" y="1633"/>
                    <a:pt x="786" y="1621"/>
                    <a:pt x="763" y="1621"/>
                  </a:cubicBezTo>
                  <a:cubicBezTo>
                    <a:pt x="763" y="1609"/>
                    <a:pt x="763" y="1609"/>
                    <a:pt x="763" y="1609"/>
                  </a:cubicBezTo>
                  <a:cubicBezTo>
                    <a:pt x="739" y="1609"/>
                    <a:pt x="727" y="1597"/>
                    <a:pt x="715" y="1597"/>
                  </a:cubicBezTo>
                  <a:cubicBezTo>
                    <a:pt x="715" y="1597"/>
                    <a:pt x="703" y="1586"/>
                    <a:pt x="691" y="1586"/>
                  </a:cubicBezTo>
                  <a:cubicBezTo>
                    <a:pt x="679" y="1574"/>
                    <a:pt x="667" y="1574"/>
                    <a:pt x="667" y="1562"/>
                  </a:cubicBezTo>
                  <a:cubicBezTo>
                    <a:pt x="644" y="1550"/>
                    <a:pt x="608" y="1526"/>
                    <a:pt x="596" y="1502"/>
                  </a:cubicBezTo>
                  <a:cubicBezTo>
                    <a:pt x="584" y="1490"/>
                    <a:pt x="584" y="1478"/>
                    <a:pt x="572" y="1455"/>
                  </a:cubicBezTo>
                  <a:cubicBezTo>
                    <a:pt x="560" y="1431"/>
                    <a:pt x="548" y="1407"/>
                    <a:pt x="548" y="1395"/>
                  </a:cubicBezTo>
                  <a:cubicBezTo>
                    <a:pt x="536" y="1383"/>
                    <a:pt x="536" y="1383"/>
                    <a:pt x="536" y="1383"/>
                  </a:cubicBezTo>
                  <a:cubicBezTo>
                    <a:pt x="536" y="1347"/>
                    <a:pt x="536" y="1324"/>
                    <a:pt x="525" y="1300"/>
                  </a:cubicBezTo>
                  <a:cubicBezTo>
                    <a:pt x="525" y="1276"/>
                    <a:pt x="525" y="1264"/>
                    <a:pt x="525" y="1240"/>
                  </a:cubicBezTo>
                  <a:cubicBezTo>
                    <a:pt x="525" y="1228"/>
                    <a:pt x="525" y="1216"/>
                    <a:pt x="525" y="1205"/>
                  </a:cubicBezTo>
                  <a:cubicBezTo>
                    <a:pt x="536" y="1157"/>
                    <a:pt x="548" y="1109"/>
                    <a:pt x="560" y="1062"/>
                  </a:cubicBezTo>
                  <a:cubicBezTo>
                    <a:pt x="560" y="1038"/>
                    <a:pt x="572" y="1014"/>
                    <a:pt x="572" y="990"/>
                  </a:cubicBezTo>
                  <a:cubicBezTo>
                    <a:pt x="572" y="978"/>
                    <a:pt x="584" y="978"/>
                    <a:pt x="584" y="966"/>
                  </a:cubicBezTo>
                  <a:cubicBezTo>
                    <a:pt x="584" y="966"/>
                    <a:pt x="584" y="966"/>
                    <a:pt x="584" y="955"/>
                  </a:cubicBezTo>
                  <a:cubicBezTo>
                    <a:pt x="608" y="907"/>
                    <a:pt x="620" y="871"/>
                    <a:pt x="644" y="824"/>
                  </a:cubicBezTo>
                  <a:cubicBezTo>
                    <a:pt x="656" y="788"/>
                    <a:pt x="679" y="752"/>
                    <a:pt x="691" y="716"/>
                  </a:cubicBezTo>
                  <a:cubicBezTo>
                    <a:pt x="691" y="705"/>
                    <a:pt x="691" y="705"/>
                    <a:pt x="703" y="705"/>
                  </a:cubicBezTo>
                  <a:cubicBezTo>
                    <a:pt x="703" y="705"/>
                    <a:pt x="703" y="705"/>
                    <a:pt x="703" y="693"/>
                  </a:cubicBezTo>
                  <a:cubicBezTo>
                    <a:pt x="715" y="681"/>
                    <a:pt x="727" y="669"/>
                    <a:pt x="739" y="657"/>
                  </a:cubicBezTo>
                  <a:cubicBezTo>
                    <a:pt x="786" y="657"/>
                    <a:pt x="834" y="645"/>
                    <a:pt x="870" y="609"/>
                  </a:cubicBezTo>
                  <a:cubicBezTo>
                    <a:pt x="882" y="597"/>
                    <a:pt x="894" y="597"/>
                    <a:pt x="906" y="585"/>
                  </a:cubicBezTo>
                  <a:cubicBezTo>
                    <a:pt x="929" y="574"/>
                    <a:pt x="953" y="562"/>
                    <a:pt x="965" y="538"/>
                  </a:cubicBezTo>
                  <a:cubicBezTo>
                    <a:pt x="989" y="538"/>
                    <a:pt x="1001" y="526"/>
                    <a:pt x="1013" y="526"/>
                  </a:cubicBezTo>
                  <a:cubicBezTo>
                    <a:pt x="1025" y="526"/>
                    <a:pt x="1037" y="514"/>
                    <a:pt x="1048" y="514"/>
                  </a:cubicBezTo>
                  <a:close/>
                  <a:moveTo>
                    <a:pt x="1098" y="0"/>
                  </a:moveTo>
                  <a:cubicBezTo>
                    <a:pt x="961" y="0"/>
                    <a:pt x="824" y="31"/>
                    <a:pt x="703" y="97"/>
                  </a:cubicBezTo>
                  <a:cubicBezTo>
                    <a:pt x="501" y="145"/>
                    <a:pt x="334" y="312"/>
                    <a:pt x="227" y="490"/>
                  </a:cubicBezTo>
                  <a:cubicBezTo>
                    <a:pt x="120" y="681"/>
                    <a:pt x="48" y="907"/>
                    <a:pt x="24" y="1121"/>
                  </a:cubicBezTo>
                  <a:cubicBezTo>
                    <a:pt x="1" y="1359"/>
                    <a:pt x="36" y="1621"/>
                    <a:pt x="191" y="1824"/>
                  </a:cubicBezTo>
                  <a:cubicBezTo>
                    <a:pt x="334" y="1978"/>
                    <a:pt x="513" y="2086"/>
                    <a:pt x="715" y="2133"/>
                  </a:cubicBezTo>
                  <a:cubicBezTo>
                    <a:pt x="788" y="2150"/>
                    <a:pt x="861" y="2158"/>
                    <a:pt x="934" y="2158"/>
                  </a:cubicBezTo>
                  <a:cubicBezTo>
                    <a:pt x="1279" y="2158"/>
                    <a:pt x="1616" y="1980"/>
                    <a:pt x="1822" y="1705"/>
                  </a:cubicBezTo>
                  <a:cubicBezTo>
                    <a:pt x="2096" y="1324"/>
                    <a:pt x="2144" y="812"/>
                    <a:pt x="1882" y="419"/>
                  </a:cubicBezTo>
                  <a:cubicBezTo>
                    <a:pt x="1717" y="155"/>
                    <a:pt x="1405" y="0"/>
                    <a:pt x="10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9"/>
            <p:cNvSpPr/>
            <p:nvPr/>
          </p:nvSpPr>
          <p:spPr>
            <a:xfrm>
              <a:off x="1693253" y="2602553"/>
              <a:ext cx="84237" cy="159040"/>
            </a:xfrm>
            <a:custGeom>
              <a:rect b="b" l="l" r="r" t="t"/>
              <a:pathLst>
                <a:path extrusionOk="0" h="6744" w="3572">
                  <a:moveTo>
                    <a:pt x="2116" y="1"/>
                  </a:moveTo>
                  <a:cubicBezTo>
                    <a:pt x="1292" y="1"/>
                    <a:pt x="770" y="1030"/>
                    <a:pt x="501" y="1680"/>
                  </a:cubicBezTo>
                  <a:cubicBezTo>
                    <a:pt x="144" y="2561"/>
                    <a:pt x="1" y="3525"/>
                    <a:pt x="132" y="4466"/>
                  </a:cubicBezTo>
                  <a:cubicBezTo>
                    <a:pt x="239" y="5299"/>
                    <a:pt x="549" y="6335"/>
                    <a:pt x="1418" y="6657"/>
                  </a:cubicBezTo>
                  <a:cubicBezTo>
                    <a:pt x="1578" y="6713"/>
                    <a:pt x="1747" y="6744"/>
                    <a:pt x="1914" y="6744"/>
                  </a:cubicBezTo>
                  <a:cubicBezTo>
                    <a:pt x="2171" y="6744"/>
                    <a:pt x="2423" y="6672"/>
                    <a:pt x="2632" y="6514"/>
                  </a:cubicBezTo>
                  <a:cubicBezTo>
                    <a:pt x="3061" y="6181"/>
                    <a:pt x="3275" y="5538"/>
                    <a:pt x="3478" y="5049"/>
                  </a:cubicBezTo>
                  <a:cubicBezTo>
                    <a:pt x="3572" y="4853"/>
                    <a:pt x="3401" y="4687"/>
                    <a:pt x="3236" y="4687"/>
                  </a:cubicBezTo>
                  <a:cubicBezTo>
                    <a:pt x="3152" y="4687"/>
                    <a:pt x="3069" y="4730"/>
                    <a:pt x="3025" y="4835"/>
                  </a:cubicBezTo>
                  <a:cubicBezTo>
                    <a:pt x="2918" y="5073"/>
                    <a:pt x="2799" y="5311"/>
                    <a:pt x="2680" y="5550"/>
                  </a:cubicBezTo>
                  <a:cubicBezTo>
                    <a:pt x="2585" y="5752"/>
                    <a:pt x="2489" y="5990"/>
                    <a:pt x="2299" y="6121"/>
                  </a:cubicBezTo>
                  <a:cubicBezTo>
                    <a:pt x="2186" y="6204"/>
                    <a:pt x="2057" y="6239"/>
                    <a:pt x="1926" y="6239"/>
                  </a:cubicBezTo>
                  <a:cubicBezTo>
                    <a:pt x="1643" y="6239"/>
                    <a:pt x="1347" y="6074"/>
                    <a:pt x="1168" y="5871"/>
                  </a:cubicBezTo>
                  <a:cubicBezTo>
                    <a:pt x="620" y="5228"/>
                    <a:pt x="537" y="4145"/>
                    <a:pt x="608" y="3347"/>
                  </a:cubicBezTo>
                  <a:cubicBezTo>
                    <a:pt x="691" y="2490"/>
                    <a:pt x="977" y="1561"/>
                    <a:pt x="1525" y="894"/>
                  </a:cubicBezTo>
                  <a:cubicBezTo>
                    <a:pt x="1702" y="676"/>
                    <a:pt x="1918" y="537"/>
                    <a:pt x="2132" y="537"/>
                  </a:cubicBezTo>
                  <a:cubicBezTo>
                    <a:pt x="2293" y="537"/>
                    <a:pt x="2454" y="615"/>
                    <a:pt x="2596" y="799"/>
                  </a:cubicBezTo>
                  <a:cubicBezTo>
                    <a:pt x="2906" y="1192"/>
                    <a:pt x="3001" y="1728"/>
                    <a:pt x="2977" y="2216"/>
                  </a:cubicBezTo>
                  <a:cubicBezTo>
                    <a:pt x="2972" y="2371"/>
                    <a:pt x="3079" y="2443"/>
                    <a:pt x="3197" y="2443"/>
                  </a:cubicBezTo>
                  <a:cubicBezTo>
                    <a:pt x="3333" y="2443"/>
                    <a:pt x="3483" y="2347"/>
                    <a:pt x="3489" y="2168"/>
                  </a:cubicBezTo>
                  <a:cubicBezTo>
                    <a:pt x="3525" y="1406"/>
                    <a:pt x="3192" y="156"/>
                    <a:pt x="2275" y="13"/>
                  </a:cubicBezTo>
                  <a:cubicBezTo>
                    <a:pt x="2221" y="5"/>
                    <a:pt x="2168" y="1"/>
                    <a:pt x="21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 name="Google Shape;614;p19"/>
          <p:cNvGrpSpPr/>
          <p:nvPr/>
        </p:nvGrpSpPr>
        <p:grpSpPr>
          <a:xfrm>
            <a:off x="3155301" y="2137927"/>
            <a:ext cx="727799" cy="734718"/>
            <a:chOff x="2638981" y="2158019"/>
            <a:chExt cx="727799" cy="734718"/>
          </a:xfrm>
        </p:grpSpPr>
        <p:sp>
          <p:nvSpPr>
            <p:cNvPr id="615" name="Google Shape;615;p19"/>
            <p:cNvSpPr/>
            <p:nvPr/>
          </p:nvSpPr>
          <p:spPr>
            <a:xfrm>
              <a:off x="2638981" y="2305150"/>
              <a:ext cx="721132" cy="438618"/>
            </a:xfrm>
            <a:custGeom>
              <a:rect b="b" l="l" r="r" t="t"/>
              <a:pathLst>
                <a:path extrusionOk="0" h="12172" w="20012">
                  <a:moveTo>
                    <a:pt x="4921" y="1"/>
                  </a:moveTo>
                  <a:cubicBezTo>
                    <a:pt x="4131" y="1"/>
                    <a:pt x="3346" y="99"/>
                    <a:pt x="2630" y="395"/>
                  </a:cubicBezTo>
                  <a:cubicBezTo>
                    <a:pt x="1196" y="1017"/>
                    <a:pt x="1" y="2475"/>
                    <a:pt x="455" y="4101"/>
                  </a:cubicBezTo>
                  <a:cubicBezTo>
                    <a:pt x="909" y="5751"/>
                    <a:pt x="2391" y="6970"/>
                    <a:pt x="3515" y="8189"/>
                  </a:cubicBezTo>
                  <a:cubicBezTo>
                    <a:pt x="3548" y="8222"/>
                    <a:pt x="3585" y="8236"/>
                    <a:pt x="3620" y="8236"/>
                  </a:cubicBezTo>
                  <a:cubicBezTo>
                    <a:pt x="3739" y="8236"/>
                    <a:pt x="3841" y="8079"/>
                    <a:pt x="3730" y="7950"/>
                  </a:cubicBezTo>
                  <a:cubicBezTo>
                    <a:pt x="2774" y="6898"/>
                    <a:pt x="1626" y="5894"/>
                    <a:pt x="1005" y="4603"/>
                  </a:cubicBezTo>
                  <a:cubicBezTo>
                    <a:pt x="670" y="3934"/>
                    <a:pt x="574" y="3240"/>
                    <a:pt x="837" y="2547"/>
                  </a:cubicBezTo>
                  <a:cubicBezTo>
                    <a:pt x="1100" y="1854"/>
                    <a:pt x="1674" y="1280"/>
                    <a:pt x="2320" y="921"/>
                  </a:cubicBezTo>
                  <a:cubicBezTo>
                    <a:pt x="3115" y="462"/>
                    <a:pt x="4018" y="336"/>
                    <a:pt x="4929" y="336"/>
                  </a:cubicBezTo>
                  <a:cubicBezTo>
                    <a:pt x="5442" y="336"/>
                    <a:pt x="5956" y="376"/>
                    <a:pt x="6456" y="419"/>
                  </a:cubicBezTo>
                  <a:cubicBezTo>
                    <a:pt x="7914" y="563"/>
                    <a:pt x="9373" y="873"/>
                    <a:pt x="10759" y="1328"/>
                  </a:cubicBezTo>
                  <a:cubicBezTo>
                    <a:pt x="13652" y="2260"/>
                    <a:pt x="16354" y="3886"/>
                    <a:pt x="18290" y="6253"/>
                  </a:cubicBezTo>
                  <a:cubicBezTo>
                    <a:pt x="18792" y="6874"/>
                    <a:pt x="19342" y="7568"/>
                    <a:pt x="19510" y="8381"/>
                  </a:cubicBezTo>
                  <a:cubicBezTo>
                    <a:pt x="19701" y="9217"/>
                    <a:pt x="19342" y="10078"/>
                    <a:pt x="18721" y="10652"/>
                  </a:cubicBezTo>
                  <a:cubicBezTo>
                    <a:pt x="17661" y="11649"/>
                    <a:pt x="16024" y="11834"/>
                    <a:pt x="14578" y="11834"/>
                  </a:cubicBezTo>
                  <a:cubicBezTo>
                    <a:pt x="14360" y="11834"/>
                    <a:pt x="14146" y="11830"/>
                    <a:pt x="13939" y="11823"/>
                  </a:cubicBezTo>
                  <a:cubicBezTo>
                    <a:pt x="10281" y="11704"/>
                    <a:pt x="7030" y="10006"/>
                    <a:pt x="4017" y="8094"/>
                  </a:cubicBezTo>
                  <a:cubicBezTo>
                    <a:pt x="3989" y="8079"/>
                    <a:pt x="3961" y="8073"/>
                    <a:pt x="3936" y="8073"/>
                  </a:cubicBezTo>
                  <a:cubicBezTo>
                    <a:pt x="3790" y="8073"/>
                    <a:pt x="3707" y="8279"/>
                    <a:pt x="3850" y="8381"/>
                  </a:cubicBezTo>
                  <a:cubicBezTo>
                    <a:pt x="6791" y="10222"/>
                    <a:pt x="9922" y="11895"/>
                    <a:pt x="13461" y="12134"/>
                  </a:cubicBezTo>
                  <a:cubicBezTo>
                    <a:pt x="13825" y="12156"/>
                    <a:pt x="14210" y="12171"/>
                    <a:pt x="14604" y="12171"/>
                  </a:cubicBezTo>
                  <a:cubicBezTo>
                    <a:pt x="15966" y="12171"/>
                    <a:pt x="17435" y="11986"/>
                    <a:pt x="18529" y="11226"/>
                  </a:cubicBezTo>
                  <a:cubicBezTo>
                    <a:pt x="19127" y="10819"/>
                    <a:pt x="19605" y="10222"/>
                    <a:pt x="19797" y="9528"/>
                  </a:cubicBezTo>
                  <a:cubicBezTo>
                    <a:pt x="20012" y="8739"/>
                    <a:pt x="19797" y="7974"/>
                    <a:pt x="19414" y="7281"/>
                  </a:cubicBezTo>
                  <a:cubicBezTo>
                    <a:pt x="18625" y="5894"/>
                    <a:pt x="17406" y="4699"/>
                    <a:pt x="16139" y="3742"/>
                  </a:cubicBezTo>
                  <a:cubicBezTo>
                    <a:pt x="14824" y="2714"/>
                    <a:pt x="13341" y="1925"/>
                    <a:pt x="11787" y="1352"/>
                  </a:cubicBezTo>
                  <a:cubicBezTo>
                    <a:pt x="10281" y="778"/>
                    <a:pt x="8703" y="395"/>
                    <a:pt x="7101" y="180"/>
                  </a:cubicBezTo>
                  <a:cubicBezTo>
                    <a:pt x="6407" y="88"/>
                    <a:pt x="5662" y="1"/>
                    <a:pt x="49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6" name="Google Shape;616;p19"/>
            <p:cNvSpPr/>
            <p:nvPr/>
          </p:nvSpPr>
          <p:spPr>
            <a:xfrm>
              <a:off x="2806111" y="2158019"/>
              <a:ext cx="386007" cy="734718"/>
            </a:xfrm>
            <a:custGeom>
              <a:rect b="b" l="l" r="r" t="t"/>
              <a:pathLst>
                <a:path extrusionOk="0" h="20389" w="10712">
                  <a:moveTo>
                    <a:pt x="6477" y="1"/>
                  </a:moveTo>
                  <a:cubicBezTo>
                    <a:pt x="6253" y="1"/>
                    <a:pt x="6015" y="26"/>
                    <a:pt x="5763" y="79"/>
                  </a:cubicBezTo>
                  <a:cubicBezTo>
                    <a:pt x="4161" y="438"/>
                    <a:pt x="3181" y="1681"/>
                    <a:pt x="2463" y="3044"/>
                  </a:cubicBezTo>
                  <a:cubicBezTo>
                    <a:pt x="1722" y="4526"/>
                    <a:pt x="1172" y="6104"/>
                    <a:pt x="790" y="7706"/>
                  </a:cubicBezTo>
                  <a:cubicBezTo>
                    <a:pt x="1" y="11173"/>
                    <a:pt x="96" y="14926"/>
                    <a:pt x="1627" y="18202"/>
                  </a:cubicBezTo>
                  <a:cubicBezTo>
                    <a:pt x="1937" y="18871"/>
                    <a:pt x="2344" y="19564"/>
                    <a:pt x="2989" y="19995"/>
                  </a:cubicBezTo>
                  <a:cubicBezTo>
                    <a:pt x="3417" y="20270"/>
                    <a:pt x="3913" y="20388"/>
                    <a:pt x="4409" y="20388"/>
                  </a:cubicBezTo>
                  <a:cubicBezTo>
                    <a:pt x="4689" y="20388"/>
                    <a:pt x="4969" y="20351"/>
                    <a:pt x="5237" y="20282"/>
                  </a:cubicBezTo>
                  <a:cubicBezTo>
                    <a:pt x="6862" y="19851"/>
                    <a:pt x="7914" y="18273"/>
                    <a:pt x="8679" y="16887"/>
                  </a:cubicBezTo>
                  <a:cubicBezTo>
                    <a:pt x="10568" y="13492"/>
                    <a:pt x="10712" y="9619"/>
                    <a:pt x="10496" y="5817"/>
                  </a:cubicBezTo>
                  <a:cubicBezTo>
                    <a:pt x="10484" y="5710"/>
                    <a:pt x="10401" y="5656"/>
                    <a:pt x="10320" y="5656"/>
                  </a:cubicBezTo>
                  <a:cubicBezTo>
                    <a:pt x="10239" y="5656"/>
                    <a:pt x="10162" y="5710"/>
                    <a:pt x="10162" y="5817"/>
                  </a:cubicBezTo>
                  <a:cubicBezTo>
                    <a:pt x="10329" y="8901"/>
                    <a:pt x="10329" y="12057"/>
                    <a:pt x="9205" y="14998"/>
                  </a:cubicBezTo>
                  <a:cubicBezTo>
                    <a:pt x="8656" y="16456"/>
                    <a:pt x="7843" y="17986"/>
                    <a:pt x="6695" y="19062"/>
                  </a:cubicBezTo>
                  <a:cubicBezTo>
                    <a:pt x="6073" y="19636"/>
                    <a:pt x="5284" y="20066"/>
                    <a:pt x="4424" y="20066"/>
                  </a:cubicBezTo>
                  <a:cubicBezTo>
                    <a:pt x="3539" y="20066"/>
                    <a:pt x="2822" y="19588"/>
                    <a:pt x="2344" y="18847"/>
                  </a:cubicBezTo>
                  <a:cubicBezTo>
                    <a:pt x="1483" y="17532"/>
                    <a:pt x="1029" y="15859"/>
                    <a:pt x="790" y="14305"/>
                  </a:cubicBezTo>
                  <a:cubicBezTo>
                    <a:pt x="527" y="12607"/>
                    <a:pt x="575" y="10862"/>
                    <a:pt x="838" y="9164"/>
                  </a:cubicBezTo>
                  <a:cubicBezTo>
                    <a:pt x="1077" y="7658"/>
                    <a:pt x="1507" y="6152"/>
                    <a:pt x="2081" y="4717"/>
                  </a:cubicBezTo>
                  <a:cubicBezTo>
                    <a:pt x="2607" y="3402"/>
                    <a:pt x="3228" y="1872"/>
                    <a:pt x="4424" y="1036"/>
                  </a:cubicBezTo>
                  <a:cubicBezTo>
                    <a:pt x="5015" y="616"/>
                    <a:pt x="5743" y="333"/>
                    <a:pt x="6475" y="333"/>
                  </a:cubicBezTo>
                  <a:cubicBezTo>
                    <a:pt x="6660" y="333"/>
                    <a:pt x="6846" y="351"/>
                    <a:pt x="7030" y="390"/>
                  </a:cubicBezTo>
                  <a:cubicBezTo>
                    <a:pt x="7723" y="533"/>
                    <a:pt x="8225" y="988"/>
                    <a:pt x="8608" y="1561"/>
                  </a:cubicBezTo>
                  <a:cubicBezTo>
                    <a:pt x="9397" y="2733"/>
                    <a:pt x="9731" y="4191"/>
                    <a:pt x="10186" y="5506"/>
                  </a:cubicBezTo>
                  <a:cubicBezTo>
                    <a:pt x="10205" y="5585"/>
                    <a:pt x="10269" y="5619"/>
                    <a:pt x="10334" y="5619"/>
                  </a:cubicBezTo>
                  <a:cubicBezTo>
                    <a:pt x="10428" y="5619"/>
                    <a:pt x="10525" y="5548"/>
                    <a:pt x="10496" y="5435"/>
                  </a:cubicBezTo>
                  <a:cubicBezTo>
                    <a:pt x="9792" y="3366"/>
                    <a:pt x="9068" y="1"/>
                    <a:pt x="64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7" name="Google Shape;617;p19"/>
            <p:cNvSpPr/>
            <p:nvPr/>
          </p:nvSpPr>
          <p:spPr>
            <a:xfrm>
              <a:off x="2668277" y="2271205"/>
              <a:ext cx="673746" cy="501139"/>
            </a:xfrm>
            <a:custGeom>
              <a:rect b="b" l="l" r="r" t="t"/>
              <a:pathLst>
                <a:path extrusionOk="0" h="13907" w="18697">
                  <a:moveTo>
                    <a:pt x="14610" y="1"/>
                  </a:moveTo>
                  <a:cubicBezTo>
                    <a:pt x="13739" y="1"/>
                    <a:pt x="12855" y="195"/>
                    <a:pt x="12002" y="429"/>
                  </a:cubicBezTo>
                  <a:cubicBezTo>
                    <a:pt x="10448" y="859"/>
                    <a:pt x="8942" y="1433"/>
                    <a:pt x="7508" y="2198"/>
                  </a:cubicBezTo>
                  <a:cubicBezTo>
                    <a:pt x="4663" y="3752"/>
                    <a:pt x="2104" y="6047"/>
                    <a:pt x="670" y="8988"/>
                  </a:cubicBezTo>
                  <a:cubicBezTo>
                    <a:pt x="311" y="9729"/>
                    <a:pt x="0" y="10566"/>
                    <a:pt x="144" y="11403"/>
                  </a:cubicBezTo>
                  <a:cubicBezTo>
                    <a:pt x="263" y="12096"/>
                    <a:pt x="718" y="12718"/>
                    <a:pt x="1292" y="13148"/>
                  </a:cubicBezTo>
                  <a:cubicBezTo>
                    <a:pt x="2090" y="13720"/>
                    <a:pt x="3065" y="13907"/>
                    <a:pt x="4054" y="13907"/>
                  </a:cubicBezTo>
                  <a:cubicBezTo>
                    <a:pt x="4842" y="13907"/>
                    <a:pt x="5639" y="13788"/>
                    <a:pt x="6360" y="13650"/>
                  </a:cubicBezTo>
                  <a:cubicBezTo>
                    <a:pt x="10090" y="12957"/>
                    <a:pt x="13126" y="10638"/>
                    <a:pt x="15875" y="8175"/>
                  </a:cubicBezTo>
                  <a:cubicBezTo>
                    <a:pt x="16007" y="8063"/>
                    <a:pt x="15888" y="7892"/>
                    <a:pt x="15762" y="7892"/>
                  </a:cubicBezTo>
                  <a:cubicBezTo>
                    <a:pt x="15727" y="7892"/>
                    <a:pt x="15691" y="7905"/>
                    <a:pt x="15660" y="7936"/>
                  </a:cubicBezTo>
                  <a:cubicBezTo>
                    <a:pt x="13365" y="9992"/>
                    <a:pt x="10926" y="11952"/>
                    <a:pt x="7986" y="12909"/>
                  </a:cubicBezTo>
                  <a:cubicBezTo>
                    <a:pt x="6774" y="13293"/>
                    <a:pt x="5439" y="13585"/>
                    <a:pt x="4142" y="13585"/>
                  </a:cubicBezTo>
                  <a:cubicBezTo>
                    <a:pt x="3827" y="13585"/>
                    <a:pt x="3513" y="13568"/>
                    <a:pt x="3204" y="13530"/>
                  </a:cubicBezTo>
                  <a:cubicBezTo>
                    <a:pt x="2391" y="13411"/>
                    <a:pt x="1578" y="13100"/>
                    <a:pt x="1005" y="12455"/>
                  </a:cubicBezTo>
                  <a:cubicBezTo>
                    <a:pt x="383" y="11737"/>
                    <a:pt x="311" y="10829"/>
                    <a:pt x="598" y="9968"/>
                  </a:cubicBezTo>
                  <a:cubicBezTo>
                    <a:pt x="1100" y="8510"/>
                    <a:pt x="2080" y="7123"/>
                    <a:pt x="3109" y="5999"/>
                  </a:cubicBezTo>
                  <a:cubicBezTo>
                    <a:pt x="4137" y="4900"/>
                    <a:pt x="5308" y="3919"/>
                    <a:pt x="6575" y="3130"/>
                  </a:cubicBezTo>
                  <a:cubicBezTo>
                    <a:pt x="7866" y="2318"/>
                    <a:pt x="9253" y="1672"/>
                    <a:pt x="10664" y="1170"/>
                  </a:cubicBezTo>
                  <a:cubicBezTo>
                    <a:pt x="11912" y="746"/>
                    <a:pt x="13306" y="302"/>
                    <a:pt x="14651" y="302"/>
                  </a:cubicBezTo>
                  <a:cubicBezTo>
                    <a:pt x="14749" y="302"/>
                    <a:pt x="14846" y="304"/>
                    <a:pt x="14943" y="309"/>
                  </a:cubicBezTo>
                  <a:cubicBezTo>
                    <a:pt x="16545" y="405"/>
                    <a:pt x="18338" y="1600"/>
                    <a:pt x="18147" y="3369"/>
                  </a:cubicBezTo>
                  <a:cubicBezTo>
                    <a:pt x="17979" y="4995"/>
                    <a:pt x="16736" y="6430"/>
                    <a:pt x="15899" y="7745"/>
                  </a:cubicBezTo>
                  <a:cubicBezTo>
                    <a:pt x="15817" y="7876"/>
                    <a:pt x="15927" y="7996"/>
                    <a:pt x="16035" y="7996"/>
                  </a:cubicBezTo>
                  <a:cubicBezTo>
                    <a:pt x="16084" y="7996"/>
                    <a:pt x="16133" y="7972"/>
                    <a:pt x="16162" y="7912"/>
                  </a:cubicBezTo>
                  <a:cubicBezTo>
                    <a:pt x="17023" y="6597"/>
                    <a:pt x="18123" y="5282"/>
                    <a:pt x="18434" y="3704"/>
                  </a:cubicBezTo>
                  <a:cubicBezTo>
                    <a:pt x="18697" y="2246"/>
                    <a:pt x="17812" y="979"/>
                    <a:pt x="16497" y="381"/>
                  </a:cubicBezTo>
                  <a:cubicBezTo>
                    <a:pt x="15888" y="107"/>
                    <a:pt x="15252" y="1"/>
                    <a:pt x="146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19"/>
            <p:cNvSpPr/>
            <p:nvPr/>
          </p:nvSpPr>
          <p:spPr>
            <a:xfrm>
              <a:off x="2963296" y="2463380"/>
              <a:ext cx="98664" cy="99240"/>
            </a:xfrm>
            <a:custGeom>
              <a:rect b="b" l="l" r="r" t="t"/>
              <a:pathLst>
                <a:path extrusionOk="0" h="2754" w="2738">
                  <a:moveTo>
                    <a:pt x="1573" y="0"/>
                  </a:moveTo>
                  <a:cubicBezTo>
                    <a:pt x="1494" y="0"/>
                    <a:pt x="1413" y="14"/>
                    <a:pt x="1329" y="45"/>
                  </a:cubicBezTo>
                  <a:cubicBezTo>
                    <a:pt x="1260" y="68"/>
                    <a:pt x="1192" y="96"/>
                    <a:pt x="1126" y="130"/>
                  </a:cubicBezTo>
                  <a:lnTo>
                    <a:pt x="1126" y="130"/>
                  </a:lnTo>
                  <a:cubicBezTo>
                    <a:pt x="688" y="230"/>
                    <a:pt x="287" y="542"/>
                    <a:pt x="134" y="977"/>
                  </a:cubicBezTo>
                  <a:cubicBezTo>
                    <a:pt x="1" y="1354"/>
                    <a:pt x="73" y="1854"/>
                    <a:pt x="389" y="2116"/>
                  </a:cubicBezTo>
                  <a:lnTo>
                    <a:pt x="389" y="2116"/>
                  </a:lnTo>
                  <a:cubicBezTo>
                    <a:pt x="426" y="2251"/>
                    <a:pt x="491" y="2377"/>
                    <a:pt x="588" y="2483"/>
                  </a:cubicBezTo>
                  <a:cubicBezTo>
                    <a:pt x="764" y="2659"/>
                    <a:pt x="964" y="2734"/>
                    <a:pt x="1166" y="2734"/>
                  </a:cubicBezTo>
                  <a:cubicBezTo>
                    <a:pt x="1235" y="2734"/>
                    <a:pt x="1305" y="2725"/>
                    <a:pt x="1374" y="2708"/>
                  </a:cubicBezTo>
                  <a:lnTo>
                    <a:pt x="1374" y="2708"/>
                  </a:lnTo>
                  <a:cubicBezTo>
                    <a:pt x="1447" y="2739"/>
                    <a:pt x="1519" y="2753"/>
                    <a:pt x="1587" y="2753"/>
                  </a:cubicBezTo>
                  <a:cubicBezTo>
                    <a:pt x="1831" y="2753"/>
                    <a:pt x="2035" y="2570"/>
                    <a:pt x="2150" y="2328"/>
                  </a:cubicBezTo>
                  <a:lnTo>
                    <a:pt x="2150" y="2328"/>
                  </a:lnTo>
                  <a:cubicBezTo>
                    <a:pt x="2155" y="2324"/>
                    <a:pt x="2160" y="2320"/>
                    <a:pt x="2166" y="2316"/>
                  </a:cubicBezTo>
                  <a:cubicBezTo>
                    <a:pt x="2698" y="1911"/>
                    <a:pt x="2737" y="1108"/>
                    <a:pt x="2367" y="582"/>
                  </a:cubicBezTo>
                  <a:lnTo>
                    <a:pt x="2367" y="582"/>
                  </a:lnTo>
                  <a:cubicBezTo>
                    <a:pt x="2191" y="255"/>
                    <a:pt x="1908" y="0"/>
                    <a:pt x="157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9" name="Google Shape;619;p19"/>
            <p:cNvSpPr/>
            <p:nvPr/>
          </p:nvSpPr>
          <p:spPr>
            <a:xfrm>
              <a:off x="2865461" y="2242197"/>
              <a:ext cx="57188" cy="55854"/>
            </a:xfrm>
            <a:custGeom>
              <a:rect b="b" l="l" r="r" t="t"/>
              <a:pathLst>
                <a:path extrusionOk="0" h="1550" w="1587">
                  <a:moveTo>
                    <a:pt x="806" y="632"/>
                  </a:moveTo>
                  <a:cubicBezTo>
                    <a:pt x="980" y="632"/>
                    <a:pt x="949" y="947"/>
                    <a:pt x="792" y="947"/>
                  </a:cubicBezTo>
                  <a:cubicBezTo>
                    <a:pt x="754" y="951"/>
                    <a:pt x="723" y="965"/>
                    <a:pt x="698" y="985"/>
                  </a:cubicBezTo>
                  <a:lnTo>
                    <a:pt x="698" y="985"/>
                  </a:lnTo>
                  <a:cubicBezTo>
                    <a:pt x="534" y="902"/>
                    <a:pt x="585" y="659"/>
                    <a:pt x="768" y="636"/>
                  </a:cubicBezTo>
                  <a:cubicBezTo>
                    <a:pt x="782" y="633"/>
                    <a:pt x="794" y="632"/>
                    <a:pt x="806" y="632"/>
                  </a:cubicBezTo>
                  <a:close/>
                  <a:moveTo>
                    <a:pt x="736" y="1"/>
                  </a:moveTo>
                  <a:cubicBezTo>
                    <a:pt x="578" y="1"/>
                    <a:pt x="421" y="68"/>
                    <a:pt x="290" y="230"/>
                  </a:cubicBezTo>
                  <a:cubicBezTo>
                    <a:pt x="220" y="309"/>
                    <a:pt x="170" y="401"/>
                    <a:pt x="137" y="499"/>
                  </a:cubicBezTo>
                  <a:lnTo>
                    <a:pt x="137" y="499"/>
                  </a:lnTo>
                  <a:cubicBezTo>
                    <a:pt x="1" y="735"/>
                    <a:pt x="55" y="1039"/>
                    <a:pt x="237" y="1256"/>
                  </a:cubicBezTo>
                  <a:lnTo>
                    <a:pt x="237" y="1256"/>
                  </a:lnTo>
                  <a:cubicBezTo>
                    <a:pt x="326" y="1388"/>
                    <a:pt x="457" y="1493"/>
                    <a:pt x="625" y="1545"/>
                  </a:cubicBezTo>
                  <a:cubicBezTo>
                    <a:pt x="639" y="1548"/>
                    <a:pt x="652" y="1550"/>
                    <a:pt x="664" y="1550"/>
                  </a:cubicBezTo>
                  <a:cubicBezTo>
                    <a:pt x="691" y="1550"/>
                    <a:pt x="714" y="1543"/>
                    <a:pt x="735" y="1531"/>
                  </a:cubicBezTo>
                  <a:lnTo>
                    <a:pt x="735" y="1531"/>
                  </a:lnTo>
                  <a:cubicBezTo>
                    <a:pt x="773" y="1537"/>
                    <a:pt x="810" y="1540"/>
                    <a:pt x="846" y="1540"/>
                  </a:cubicBezTo>
                  <a:cubicBezTo>
                    <a:pt x="1277" y="1540"/>
                    <a:pt x="1587" y="1126"/>
                    <a:pt x="1486" y="660"/>
                  </a:cubicBezTo>
                  <a:cubicBezTo>
                    <a:pt x="1405" y="303"/>
                    <a:pt x="1070" y="1"/>
                    <a:pt x="7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0" name="Google Shape;620;p19"/>
            <p:cNvSpPr/>
            <p:nvPr/>
          </p:nvSpPr>
          <p:spPr>
            <a:xfrm>
              <a:off x="2902433" y="2650582"/>
              <a:ext cx="56431" cy="55818"/>
            </a:xfrm>
            <a:custGeom>
              <a:rect b="b" l="l" r="r" t="t"/>
              <a:pathLst>
                <a:path extrusionOk="0" h="1549" w="1566">
                  <a:moveTo>
                    <a:pt x="782" y="631"/>
                  </a:moveTo>
                  <a:cubicBezTo>
                    <a:pt x="934" y="631"/>
                    <a:pt x="904" y="924"/>
                    <a:pt x="771" y="946"/>
                  </a:cubicBezTo>
                  <a:cubicBezTo>
                    <a:pt x="732" y="951"/>
                    <a:pt x="700" y="965"/>
                    <a:pt x="676" y="985"/>
                  </a:cubicBezTo>
                  <a:lnTo>
                    <a:pt x="676" y="985"/>
                  </a:lnTo>
                  <a:cubicBezTo>
                    <a:pt x="487" y="903"/>
                    <a:pt x="540" y="659"/>
                    <a:pt x="747" y="636"/>
                  </a:cubicBezTo>
                  <a:cubicBezTo>
                    <a:pt x="759" y="632"/>
                    <a:pt x="771" y="631"/>
                    <a:pt x="782" y="631"/>
                  </a:cubicBezTo>
                  <a:close/>
                  <a:moveTo>
                    <a:pt x="707" y="0"/>
                  </a:moveTo>
                  <a:cubicBezTo>
                    <a:pt x="546" y="0"/>
                    <a:pt x="383" y="68"/>
                    <a:pt x="245" y="229"/>
                  </a:cubicBezTo>
                  <a:cubicBezTo>
                    <a:pt x="169" y="321"/>
                    <a:pt x="118" y="429"/>
                    <a:pt x="90" y="544"/>
                  </a:cubicBezTo>
                  <a:lnTo>
                    <a:pt x="90" y="544"/>
                  </a:lnTo>
                  <a:cubicBezTo>
                    <a:pt x="1" y="738"/>
                    <a:pt x="32" y="968"/>
                    <a:pt x="153" y="1159"/>
                  </a:cubicBezTo>
                  <a:lnTo>
                    <a:pt x="153" y="1159"/>
                  </a:lnTo>
                  <a:cubicBezTo>
                    <a:pt x="237" y="1336"/>
                    <a:pt x="381" y="1481"/>
                    <a:pt x="579" y="1544"/>
                  </a:cubicBezTo>
                  <a:cubicBezTo>
                    <a:pt x="595" y="1547"/>
                    <a:pt x="609" y="1549"/>
                    <a:pt x="623" y="1549"/>
                  </a:cubicBezTo>
                  <a:cubicBezTo>
                    <a:pt x="653" y="1549"/>
                    <a:pt x="680" y="1541"/>
                    <a:pt x="702" y="1528"/>
                  </a:cubicBezTo>
                  <a:lnTo>
                    <a:pt x="702" y="1528"/>
                  </a:lnTo>
                  <a:cubicBezTo>
                    <a:pt x="744" y="1536"/>
                    <a:pt x="784" y="1539"/>
                    <a:pt x="824" y="1539"/>
                  </a:cubicBezTo>
                  <a:cubicBezTo>
                    <a:pt x="1255" y="1539"/>
                    <a:pt x="1565" y="1125"/>
                    <a:pt x="1464" y="659"/>
                  </a:cubicBezTo>
                  <a:cubicBezTo>
                    <a:pt x="1383" y="302"/>
                    <a:pt x="1048" y="0"/>
                    <a:pt x="70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1" name="Google Shape;621;p19"/>
            <p:cNvSpPr/>
            <p:nvPr/>
          </p:nvSpPr>
          <p:spPr>
            <a:xfrm>
              <a:off x="3294241" y="2352644"/>
              <a:ext cx="72538" cy="79205"/>
            </a:xfrm>
            <a:custGeom>
              <a:rect b="b" l="l" r="r" t="t"/>
              <a:pathLst>
                <a:path extrusionOk="0" h="2198" w="2013">
                  <a:moveTo>
                    <a:pt x="1158" y="852"/>
                  </a:moveTo>
                  <a:cubicBezTo>
                    <a:pt x="1218" y="855"/>
                    <a:pt x="1276" y="870"/>
                    <a:pt x="1330" y="900"/>
                  </a:cubicBezTo>
                  <a:lnTo>
                    <a:pt x="1330" y="900"/>
                  </a:lnTo>
                  <a:cubicBezTo>
                    <a:pt x="1346" y="928"/>
                    <a:pt x="1360" y="957"/>
                    <a:pt x="1371" y="988"/>
                  </a:cubicBezTo>
                  <a:lnTo>
                    <a:pt x="1371" y="988"/>
                  </a:lnTo>
                  <a:cubicBezTo>
                    <a:pt x="1337" y="1005"/>
                    <a:pt x="1300" y="1013"/>
                    <a:pt x="1263" y="1013"/>
                  </a:cubicBezTo>
                  <a:cubicBezTo>
                    <a:pt x="1253" y="1013"/>
                    <a:pt x="1244" y="1012"/>
                    <a:pt x="1235" y="1012"/>
                  </a:cubicBezTo>
                  <a:lnTo>
                    <a:pt x="1235" y="1012"/>
                  </a:lnTo>
                  <a:cubicBezTo>
                    <a:pt x="1216" y="955"/>
                    <a:pt x="1191" y="901"/>
                    <a:pt x="1158" y="852"/>
                  </a:cubicBezTo>
                  <a:close/>
                  <a:moveTo>
                    <a:pt x="1398" y="1321"/>
                  </a:moveTo>
                  <a:lnTo>
                    <a:pt x="1398" y="1321"/>
                  </a:lnTo>
                  <a:cubicBezTo>
                    <a:pt x="1395" y="1342"/>
                    <a:pt x="1391" y="1362"/>
                    <a:pt x="1386" y="1383"/>
                  </a:cubicBezTo>
                  <a:lnTo>
                    <a:pt x="1386" y="1383"/>
                  </a:lnTo>
                  <a:cubicBezTo>
                    <a:pt x="1369" y="1384"/>
                    <a:pt x="1352" y="1384"/>
                    <a:pt x="1335" y="1384"/>
                  </a:cubicBezTo>
                  <a:cubicBezTo>
                    <a:pt x="1307" y="1384"/>
                    <a:pt x="1279" y="1383"/>
                    <a:pt x="1251" y="1380"/>
                  </a:cubicBezTo>
                  <a:lnTo>
                    <a:pt x="1251" y="1380"/>
                  </a:lnTo>
                  <a:cubicBezTo>
                    <a:pt x="1255" y="1363"/>
                    <a:pt x="1258" y="1346"/>
                    <a:pt x="1261" y="1329"/>
                  </a:cubicBezTo>
                  <a:lnTo>
                    <a:pt x="1261" y="1329"/>
                  </a:lnTo>
                  <a:cubicBezTo>
                    <a:pt x="1273" y="1329"/>
                    <a:pt x="1285" y="1329"/>
                    <a:pt x="1297" y="1329"/>
                  </a:cubicBezTo>
                  <a:cubicBezTo>
                    <a:pt x="1331" y="1329"/>
                    <a:pt x="1365" y="1327"/>
                    <a:pt x="1398" y="1321"/>
                  </a:cubicBezTo>
                  <a:close/>
                  <a:moveTo>
                    <a:pt x="1117" y="1"/>
                  </a:moveTo>
                  <a:cubicBezTo>
                    <a:pt x="950" y="1"/>
                    <a:pt x="778" y="61"/>
                    <a:pt x="632" y="201"/>
                  </a:cubicBezTo>
                  <a:cubicBezTo>
                    <a:pt x="630" y="203"/>
                    <a:pt x="629" y="204"/>
                    <a:pt x="627" y="206"/>
                  </a:cubicBezTo>
                  <a:lnTo>
                    <a:pt x="627" y="206"/>
                  </a:lnTo>
                  <a:cubicBezTo>
                    <a:pt x="342" y="329"/>
                    <a:pt x="108" y="578"/>
                    <a:pt x="35" y="894"/>
                  </a:cubicBezTo>
                  <a:cubicBezTo>
                    <a:pt x="0" y="1032"/>
                    <a:pt x="4" y="1171"/>
                    <a:pt x="38" y="1303"/>
                  </a:cubicBezTo>
                  <a:lnTo>
                    <a:pt x="38" y="1303"/>
                  </a:lnTo>
                  <a:cubicBezTo>
                    <a:pt x="50" y="1489"/>
                    <a:pt x="111" y="1673"/>
                    <a:pt x="226" y="1827"/>
                  </a:cubicBezTo>
                  <a:cubicBezTo>
                    <a:pt x="409" y="2062"/>
                    <a:pt x="713" y="2197"/>
                    <a:pt x="1014" y="2197"/>
                  </a:cubicBezTo>
                  <a:cubicBezTo>
                    <a:pt x="1264" y="2197"/>
                    <a:pt x="1511" y="2104"/>
                    <a:pt x="1684" y="1898"/>
                  </a:cubicBezTo>
                  <a:cubicBezTo>
                    <a:pt x="1789" y="1779"/>
                    <a:pt x="1849" y="1627"/>
                    <a:pt x="1868" y="1467"/>
                  </a:cubicBezTo>
                  <a:lnTo>
                    <a:pt x="1868" y="1467"/>
                  </a:lnTo>
                  <a:cubicBezTo>
                    <a:pt x="2013" y="1219"/>
                    <a:pt x="1985" y="910"/>
                    <a:pt x="1856" y="653"/>
                  </a:cubicBezTo>
                  <a:lnTo>
                    <a:pt x="1856" y="653"/>
                  </a:lnTo>
                  <a:cubicBezTo>
                    <a:pt x="1820" y="281"/>
                    <a:pt x="1478" y="1"/>
                    <a:pt x="1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2" name="Google Shape;622;p19"/>
            <p:cNvSpPr/>
            <p:nvPr/>
          </p:nvSpPr>
          <p:spPr>
            <a:xfrm>
              <a:off x="2875154" y="2248899"/>
              <a:ext cx="28215" cy="35242"/>
            </a:xfrm>
            <a:custGeom>
              <a:rect b="b" l="l" r="r" t="t"/>
              <a:pathLst>
                <a:path extrusionOk="0" h="978" w="783">
                  <a:moveTo>
                    <a:pt x="305" y="0"/>
                  </a:moveTo>
                  <a:cubicBezTo>
                    <a:pt x="280" y="0"/>
                    <a:pt x="257" y="6"/>
                    <a:pt x="237" y="20"/>
                  </a:cubicBezTo>
                  <a:cubicBezTo>
                    <a:pt x="46" y="141"/>
                    <a:pt x="6" y="350"/>
                    <a:pt x="71" y="537"/>
                  </a:cubicBezTo>
                  <a:lnTo>
                    <a:pt x="71" y="537"/>
                  </a:lnTo>
                  <a:cubicBezTo>
                    <a:pt x="70" y="540"/>
                    <a:pt x="70" y="543"/>
                    <a:pt x="69" y="546"/>
                  </a:cubicBezTo>
                  <a:cubicBezTo>
                    <a:pt x="0" y="786"/>
                    <a:pt x="215" y="977"/>
                    <a:pt x="431" y="977"/>
                  </a:cubicBezTo>
                  <a:cubicBezTo>
                    <a:pt x="515" y="977"/>
                    <a:pt x="599" y="948"/>
                    <a:pt x="667" y="880"/>
                  </a:cubicBezTo>
                  <a:cubicBezTo>
                    <a:pt x="696" y="856"/>
                    <a:pt x="710" y="827"/>
                    <a:pt x="713" y="798"/>
                  </a:cubicBezTo>
                  <a:lnTo>
                    <a:pt x="713" y="798"/>
                  </a:lnTo>
                  <a:cubicBezTo>
                    <a:pt x="772" y="728"/>
                    <a:pt x="783" y="625"/>
                    <a:pt x="739" y="522"/>
                  </a:cubicBezTo>
                  <a:cubicBezTo>
                    <a:pt x="702" y="441"/>
                    <a:pt x="630" y="380"/>
                    <a:pt x="548" y="345"/>
                  </a:cubicBezTo>
                  <a:lnTo>
                    <a:pt x="548" y="345"/>
                  </a:lnTo>
                  <a:cubicBezTo>
                    <a:pt x="532" y="257"/>
                    <a:pt x="500" y="172"/>
                    <a:pt x="452" y="91"/>
                  </a:cubicBezTo>
                  <a:cubicBezTo>
                    <a:pt x="434" y="40"/>
                    <a:pt x="368" y="0"/>
                    <a:pt x="3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3" name="Google Shape;623;p19"/>
            <p:cNvSpPr/>
            <p:nvPr/>
          </p:nvSpPr>
          <p:spPr>
            <a:xfrm>
              <a:off x="2912955" y="2659915"/>
              <a:ext cx="26774" cy="21333"/>
            </a:xfrm>
            <a:custGeom>
              <a:rect b="b" l="l" r="r" t="t"/>
              <a:pathLst>
                <a:path extrusionOk="0" h="592" w="743">
                  <a:moveTo>
                    <a:pt x="407" y="257"/>
                  </a:moveTo>
                  <a:cubicBezTo>
                    <a:pt x="423" y="257"/>
                    <a:pt x="433" y="259"/>
                    <a:pt x="437" y="262"/>
                  </a:cubicBezTo>
                  <a:lnTo>
                    <a:pt x="437" y="262"/>
                  </a:lnTo>
                  <a:cubicBezTo>
                    <a:pt x="427" y="260"/>
                    <a:pt x="417" y="258"/>
                    <a:pt x="407" y="257"/>
                  </a:cubicBezTo>
                  <a:close/>
                  <a:moveTo>
                    <a:pt x="383" y="0"/>
                  </a:moveTo>
                  <a:cubicBezTo>
                    <a:pt x="325" y="0"/>
                    <a:pt x="267" y="20"/>
                    <a:pt x="216" y="66"/>
                  </a:cubicBezTo>
                  <a:cubicBezTo>
                    <a:pt x="0" y="257"/>
                    <a:pt x="168" y="568"/>
                    <a:pt x="407" y="592"/>
                  </a:cubicBezTo>
                  <a:cubicBezTo>
                    <a:pt x="482" y="592"/>
                    <a:pt x="531" y="554"/>
                    <a:pt x="553" y="504"/>
                  </a:cubicBezTo>
                  <a:lnTo>
                    <a:pt x="553" y="504"/>
                  </a:lnTo>
                  <a:cubicBezTo>
                    <a:pt x="606" y="498"/>
                    <a:pt x="653" y="466"/>
                    <a:pt x="670" y="400"/>
                  </a:cubicBezTo>
                  <a:cubicBezTo>
                    <a:pt x="743" y="200"/>
                    <a:pt x="566" y="0"/>
                    <a:pt x="3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24" name="Google Shape;624;p19"/>
          <p:cNvGrpSpPr/>
          <p:nvPr/>
        </p:nvGrpSpPr>
        <p:grpSpPr>
          <a:xfrm>
            <a:off x="5260891" y="1674864"/>
            <a:ext cx="727818" cy="664356"/>
            <a:chOff x="12738475" y="1127275"/>
            <a:chExt cx="802800" cy="732800"/>
          </a:xfrm>
        </p:grpSpPr>
        <p:sp>
          <p:nvSpPr>
            <p:cNvPr id="625" name="Google Shape;625;p19"/>
            <p:cNvSpPr/>
            <p:nvPr/>
          </p:nvSpPr>
          <p:spPr>
            <a:xfrm>
              <a:off x="12738475" y="1713025"/>
              <a:ext cx="117900" cy="128875"/>
            </a:xfrm>
            <a:custGeom>
              <a:rect b="b" l="l" r="r" t="t"/>
              <a:pathLst>
                <a:path extrusionOk="0" h="5155" w="4716">
                  <a:moveTo>
                    <a:pt x="2806" y="0"/>
                  </a:moveTo>
                  <a:cubicBezTo>
                    <a:pt x="2069" y="0"/>
                    <a:pt x="1332" y="309"/>
                    <a:pt x="870" y="910"/>
                  </a:cubicBezTo>
                  <a:cubicBezTo>
                    <a:pt x="1" y="2065"/>
                    <a:pt x="215" y="3791"/>
                    <a:pt x="1418" y="4625"/>
                  </a:cubicBezTo>
                  <a:cubicBezTo>
                    <a:pt x="1912" y="4972"/>
                    <a:pt x="2489" y="5154"/>
                    <a:pt x="3083" y="5154"/>
                  </a:cubicBezTo>
                  <a:cubicBezTo>
                    <a:pt x="3304" y="5154"/>
                    <a:pt x="3528" y="5129"/>
                    <a:pt x="3751" y="5077"/>
                  </a:cubicBezTo>
                  <a:cubicBezTo>
                    <a:pt x="3906" y="5041"/>
                    <a:pt x="3966" y="4827"/>
                    <a:pt x="3918" y="4696"/>
                  </a:cubicBezTo>
                  <a:cubicBezTo>
                    <a:pt x="3871" y="4564"/>
                    <a:pt x="3756" y="4506"/>
                    <a:pt x="3633" y="4506"/>
                  </a:cubicBezTo>
                  <a:cubicBezTo>
                    <a:pt x="3601" y="4506"/>
                    <a:pt x="3569" y="4510"/>
                    <a:pt x="3537" y="4517"/>
                  </a:cubicBezTo>
                  <a:cubicBezTo>
                    <a:pt x="3387" y="4552"/>
                    <a:pt x="3234" y="4569"/>
                    <a:pt x="3080" y="4569"/>
                  </a:cubicBezTo>
                  <a:cubicBezTo>
                    <a:pt x="2136" y="4569"/>
                    <a:pt x="1182" y="3934"/>
                    <a:pt x="977" y="2982"/>
                  </a:cubicBezTo>
                  <a:cubicBezTo>
                    <a:pt x="739" y="1910"/>
                    <a:pt x="1394" y="755"/>
                    <a:pt x="2525" y="612"/>
                  </a:cubicBezTo>
                  <a:cubicBezTo>
                    <a:pt x="2616" y="600"/>
                    <a:pt x="2706" y="594"/>
                    <a:pt x="2796" y="594"/>
                  </a:cubicBezTo>
                  <a:cubicBezTo>
                    <a:pt x="3318" y="594"/>
                    <a:pt x="3814" y="799"/>
                    <a:pt x="4180" y="1196"/>
                  </a:cubicBezTo>
                  <a:cubicBezTo>
                    <a:pt x="4224" y="1240"/>
                    <a:pt x="4286" y="1259"/>
                    <a:pt x="4350" y="1259"/>
                  </a:cubicBezTo>
                  <a:cubicBezTo>
                    <a:pt x="4443" y="1259"/>
                    <a:pt x="4541" y="1218"/>
                    <a:pt x="4597" y="1148"/>
                  </a:cubicBezTo>
                  <a:cubicBezTo>
                    <a:pt x="4716" y="1017"/>
                    <a:pt x="4668" y="850"/>
                    <a:pt x="4561" y="731"/>
                  </a:cubicBezTo>
                  <a:cubicBezTo>
                    <a:pt x="4103" y="240"/>
                    <a:pt x="3455" y="0"/>
                    <a:pt x="28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19"/>
            <p:cNvSpPr/>
            <p:nvPr/>
          </p:nvSpPr>
          <p:spPr>
            <a:xfrm>
              <a:off x="12881950" y="1707750"/>
              <a:ext cx="17300" cy="131950"/>
            </a:xfrm>
            <a:custGeom>
              <a:rect b="b" l="l" r="r" t="t"/>
              <a:pathLst>
                <a:path extrusionOk="0" h="5278" w="692">
                  <a:moveTo>
                    <a:pt x="338" y="1"/>
                  </a:moveTo>
                  <a:cubicBezTo>
                    <a:pt x="181" y="1"/>
                    <a:pt x="13" y="109"/>
                    <a:pt x="13" y="311"/>
                  </a:cubicBezTo>
                  <a:cubicBezTo>
                    <a:pt x="1" y="1883"/>
                    <a:pt x="36" y="3443"/>
                    <a:pt x="96" y="5014"/>
                  </a:cubicBezTo>
                  <a:cubicBezTo>
                    <a:pt x="102" y="5193"/>
                    <a:pt x="235" y="5277"/>
                    <a:pt x="374" y="5277"/>
                  </a:cubicBezTo>
                  <a:cubicBezTo>
                    <a:pt x="530" y="5277"/>
                    <a:pt x="692" y="5169"/>
                    <a:pt x="679" y="4967"/>
                  </a:cubicBezTo>
                  <a:cubicBezTo>
                    <a:pt x="620" y="3395"/>
                    <a:pt x="596" y="1823"/>
                    <a:pt x="608" y="264"/>
                  </a:cubicBezTo>
                  <a:cubicBezTo>
                    <a:pt x="608" y="85"/>
                    <a:pt x="477" y="1"/>
                    <a:pt x="3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7" name="Google Shape;627;p19"/>
            <p:cNvSpPr/>
            <p:nvPr/>
          </p:nvSpPr>
          <p:spPr>
            <a:xfrm>
              <a:off x="12883150" y="1708600"/>
              <a:ext cx="101100" cy="119650"/>
            </a:xfrm>
            <a:custGeom>
              <a:rect b="b" l="l" r="r" t="t"/>
              <a:pathLst>
                <a:path extrusionOk="0" h="4786" w="4044">
                  <a:moveTo>
                    <a:pt x="3641" y="0"/>
                  </a:moveTo>
                  <a:cubicBezTo>
                    <a:pt x="3512" y="0"/>
                    <a:pt x="3345" y="101"/>
                    <a:pt x="3334" y="242"/>
                  </a:cubicBezTo>
                  <a:cubicBezTo>
                    <a:pt x="3286" y="1063"/>
                    <a:pt x="3286" y="1885"/>
                    <a:pt x="3310" y="2718"/>
                  </a:cubicBezTo>
                  <a:cubicBezTo>
                    <a:pt x="2334" y="2706"/>
                    <a:pt x="1358" y="2670"/>
                    <a:pt x="369" y="2611"/>
                  </a:cubicBezTo>
                  <a:cubicBezTo>
                    <a:pt x="358" y="2610"/>
                    <a:pt x="348" y="2610"/>
                    <a:pt x="337" y="2610"/>
                  </a:cubicBezTo>
                  <a:cubicBezTo>
                    <a:pt x="193" y="2610"/>
                    <a:pt x="57" y="2683"/>
                    <a:pt x="24" y="2849"/>
                  </a:cubicBezTo>
                  <a:cubicBezTo>
                    <a:pt x="0" y="2992"/>
                    <a:pt x="107" y="3182"/>
                    <a:pt x="262" y="3194"/>
                  </a:cubicBezTo>
                  <a:cubicBezTo>
                    <a:pt x="1286" y="3254"/>
                    <a:pt x="2310" y="3290"/>
                    <a:pt x="3334" y="3301"/>
                  </a:cubicBezTo>
                  <a:cubicBezTo>
                    <a:pt x="3358" y="3706"/>
                    <a:pt x="3394" y="4123"/>
                    <a:pt x="3429" y="4528"/>
                  </a:cubicBezTo>
                  <a:cubicBezTo>
                    <a:pt x="3451" y="4704"/>
                    <a:pt x="3587" y="4786"/>
                    <a:pt x="3724" y="4786"/>
                  </a:cubicBezTo>
                  <a:cubicBezTo>
                    <a:pt x="3883" y="4786"/>
                    <a:pt x="4044" y="4674"/>
                    <a:pt x="4025" y="4468"/>
                  </a:cubicBezTo>
                  <a:cubicBezTo>
                    <a:pt x="3882" y="3099"/>
                    <a:pt x="3846" y="1718"/>
                    <a:pt x="3917" y="349"/>
                  </a:cubicBezTo>
                  <a:cubicBezTo>
                    <a:pt x="3929" y="182"/>
                    <a:pt x="3858" y="39"/>
                    <a:pt x="3679" y="3"/>
                  </a:cubicBezTo>
                  <a:cubicBezTo>
                    <a:pt x="3667" y="1"/>
                    <a:pt x="3654" y="0"/>
                    <a:pt x="3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19"/>
            <p:cNvSpPr/>
            <p:nvPr/>
          </p:nvSpPr>
          <p:spPr>
            <a:xfrm>
              <a:off x="13120225" y="1637650"/>
              <a:ext cx="169850" cy="222425"/>
            </a:xfrm>
            <a:custGeom>
              <a:rect b="b" l="l" r="r" t="t"/>
              <a:pathLst>
                <a:path extrusionOk="0" h="8897" w="6794">
                  <a:moveTo>
                    <a:pt x="4028" y="5046"/>
                  </a:moveTo>
                  <a:cubicBezTo>
                    <a:pt x="4583" y="5046"/>
                    <a:pt x="5188" y="5379"/>
                    <a:pt x="5543" y="5735"/>
                  </a:cubicBezTo>
                  <a:cubicBezTo>
                    <a:pt x="5995" y="6199"/>
                    <a:pt x="6186" y="6901"/>
                    <a:pt x="5924" y="7509"/>
                  </a:cubicBezTo>
                  <a:cubicBezTo>
                    <a:pt x="5691" y="8052"/>
                    <a:pt x="5142" y="8311"/>
                    <a:pt x="4580" y="8311"/>
                  </a:cubicBezTo>
                  <a:cubicBezTo>
                    <a:pt x="4452" y="8311"/>
                    <a:pt x="4323" y="8297"/>
                    <a:pt x="4198" y="8271"/>
                  </a:cubicBezTo>
                  <a:cubicBezTo>
                    <a:pt x="3495" y="8128"/>
                    <a:pt x="2888" y="7616"/>
                    <a:pt x="2733" y="6901"/>
                  </a:cubicBezTo>
                  <a:cubicBezTo>
                    <a:pt x="2590" y="6270"/>
                    <a:pt x="2817" y="5461"/>
                    <a:pt x="3412" y="5139"/>
                  </a:cubicBezTo>
                  <a:cubicBezTo>
                    <a:pt x="3436" y="5145"/>
                    <a:pt x="3462" y="5151"/>
                    <a:pt x="3492" y="5151"/>
                  </a:cubicBezTo>
                  <a:cubicBezTo>
                    <a:pt x="3522" y="5151"/>
                    <a:pt x="3555" y="5145"/>
                    <a:pt x="3590" y="5127"/>
                  </a:cubicBezTo>
                  <a:cubicBezTo>
                    <a:pt x="3729" y="5071"/>
                    <a:pt x="3877" y="5046"/>
                    <a:pt x="4028" y="5046"/>
                  </a:cubicBezTo>
                  <a:close/>
                  <a:moveTo>
                    <a:pt x="330" y="0"/>
                  </a:moveTo>
                  <a:cubicBezTo>
                    <a:pt x="170" y="0"/>
                    <a:pt x="0" y="112"/>
                    <a:pt x="7" y="317"/>
                  </a:cubicBezTo>
                  <a:cubicBezTo>
                    <a:pt x="30" y="1484"/>
                    <a:pt x="66" y="2651"/>
                    <a:pt x="90" y="3818"/>
                  </a:cubicBezTo>
                  <a:cubicBezTo>
                    <a:pt x="102" y="4044"/>
                    <a:pt x="102" y="4258"/>
                    <a:pt x="197" y="4461"/>
                  </a:cubicBezTo>
                  <a:cubicBezTo>
                    <a:pt x="304" y="4675"/>
                    <a:pt x="495" y="4794"/>
                    <a:pt x="697" y="4901"/>
                  </a:cubicBezTo>
                  <a:cubicBezTo>
                    <a:pt x="1209" y="5175"/>
                    <a:pt x="1721" y="5437"/>
                    <a:pt x="2233" y="5711"/>
                  </a:cubicBezTo>
                  <a:cubicBezTo>
                    <a:pt x="2126" y="6032"/>
                    <a:pt x="2078" y="6378"/>
                    <a:pt x="2102" y="6699"/>
                  </a:cubicBezTo>
                  <a:cubicBezTo>
                    <a:pt x="2174" y="7652"/>
                    <a:pt x="2840" y="8449"/>
                    <a:pt x="3733" y="8759"/>
                  </a:cubicBezTo>
                  <a:cubicBezTo>
                    <a:pt x="4000" y="8849"/>
                    <a:pt x="4289" y="8897"/>
                    <a:pt x="4577" y="8897"/>
                  </a:cubicBezTo>
                  <a:cubicBezTo>
                    <a:pt x="5240" y="8897"/>
                    <a:pt x="5899" y="8645"/>
                    <a:pt x="6281" y="8080"/>
                  </a:cubicBezTo>
                  <a:cubicBezTo>
                    <a:pt x="6793" y="7342"/>
                    <a:pt x="6734" y="6330"/>
                    <a:pt x="6210" y="5616"/>
                  </a:cubicBezTo>
                  <a:cubicBezTo>
                    <a:pt x="5912" y="5211"/>
                    <a:pt x="5495" y="4889"/>
                    <a:pt x="5043" y="4699"/>
                  </a:cubicBezTo>
                  <a:cubicBezTo>
                    <a:pt x="4715" y="4558"/>
                    <a:pt x="4343" y="4462"/>
                    <a:pt x="3985" y="4462"/>
                  </a:cubicBezTo>
                  <a:cubicBezTo>
                    <a:pt x="3888" y="4462"/>
                    <a:pt x="3792" y="4469"/>
                    <a:pt x="3698" y="4484"/>
                  </a:cubicBezTo>
                  <a:cubicBezTo>
                    <a:pt x="3662" y="4473"/>
                    <a:pt x="3626" y="4467"/>
                    <a:pt x="3589" y="4467"/>
                  </a:cubicBezTo>
                  <a:cubicBezTo>
                    <a:pt x="3552" y="4467"/>
                    <a:pt x="3513" y="4473"/>
                    <a:pt x="3471" y="4484"/>
                  </a:cubicBezTo>
                  <a:cubicBezTo>
                    <a:pt x="3055" y="4580"/>
                    <a:pt x="2733" y="4842"/>
                    <a:pt x="2495" y="5175"/>
                  </a:cubicBezTo>
                  <a:lnTo>
                    <a:pt x="1173" y="4484"/>
                  </a:lnTo>
                  <a:cubicBezTo>
                    <a:pt x="959" y="4365"/>
                    <a:pt x="721" y="4306"/>
                    <a:pt x="697" y="4032"/>
                  </a:cubicBezTo>
                  <a:cubicBezTo>
                    <a:pt x="661" y="3806"/>
                    <a:pt x="673" y="3580"/>
                    <a:pt x="673" y="3353"/>
                  </a:cubicBezTo>
                  <a:cubicBezTo>
                    <a:pt x="650" y="2329"/>
                    <a:pt x="626" y="1294"/>
                    <a:pt x="602" y="258"/>
                  </a:cubicBezTo>
                  <a:cubicBezTo>
                    <a:pt x="596" y="82"/>
                    <a:pt x="467" y="0"/>
                    <a:pt x="3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19"/>
            <p:cNvSpPr/>
            <p:nvPr/>
          </p:nvSpPr>
          <p:spPr>
            <a:xfrm>
              <a:off x="13322450" y="1572175"/>
              <a:ext cx="23100" cy="134325"/>
            </a:xfrm>
            <a:custGeom>
              <a:rect b="b" l="l" r="r" t="t"/>
              <a:pathLst>
                <a:path extrusionOk="0" h="5373" w="924">
                  <a:moveTo>
                    <a:pt x="543" y="1"/>
                  </a:moveTo>
                  <a:cubicBezTo>
                    <a:pt x="504" y="1"/>
                    <a:pt x="463" y="10"/>
                    <a:pt x="419" y="31"/>
                  </a:cubicBezTo>
                  <a:cubicBezTo>
                    <a:pt x="73" y="210"/>
                    <a:pt x="62" y="531"/>
                    <a:pt x="97" y="888"/>
                  </a:cubicBezTo>
                  <a:cubicBezTo>
                    <a:pt x="145" y="1329"/>
                    <a:pt x="157" y="1781"/>
                    <a:pt x="157" y="2234"/>
                  </a:cubicBezTo>
                  <a:cubicBezTo>
                    <a:pt x="145" y="3174"/>
                    <a:pt x="62" y="4103"/>
                    <a:pt x="14" y="5032"/>
                  </a:cubicBezTo>
                  <a:cubicBezTo>
                    <a:pt x="0" y="5244"/>
                    <a:pt x="186" y="5373"/>
                    <a:pt x="352" y="5373"/>
                  </a:cubicBezTo>
                  <a:cubicBezTo>
                    <a:pt x="475" y="5373"/>
                    <a:pt x="587" y="5301"/>
                    <a:pt x="597" y="5139"/>
                  </a:cubicBezTo>
                  <a:cubicBezTo>
                    <a:pt x="645" y="4329"/>
                    <a:pt x="704" y="3508"/>
                    <a:pt x="728" y="2698"/>
                  </a:cubicBezTo>
                  <a:cubicBezTo>
                    <a:pt x="740" y="2293"/>
                    <a:pt x="752" y="1889"/>
                    <a:pt x="728" y="1484"/>
                  </a:cubicBezTo>
                  <a:cubicBezTo>
                    <a:pt x="728" y="1293"/>
                    <a:pt x="716" y="1115"/>
                    <a:pt x="693" y="924"/>
                  </a:cubicBezTo>
                  <a:cubicBezTo>
                    <a:pt x="681" y="841"/>
                    <a:pt x="669" y="757"/>
                    <a:pt x="669" y="686"/>
                  </a:cubicBezTo>
                  <a:cubicBezTo>
                    <a:pt x="669" y="622"/>
                    <a:pt x="690" y="579"/>
                    <a:pt x="667" y="579"/>
                  </a:cubicBezTo>
                  <a:cubicBezTo>
                    <a:pt x="660" y="579"/>
                    <a:pt x="649" y="583"/>
                    <a:pt x="633" y="591"/>
                  </a:cubicBezTo>
                  <a:cubicBezTo>
                    <a:pt x="924" y="445"/>
                    <a:pt x="807" y="1"/>
                    <a:pt x="5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19"/>
            <p:cNvSpPr/>
            <p:nvPr/>
          </p:nvSpPr>
          <p:spPr>
            <a:xfrm>
              <a:off x="13323475" y="1573525"/>
              <a:ext cx="110350" cy="121775"/>
            </a:xfrm>
            <a:custGeom>
              <a:rect b="b" l="l" r="r" t="t"/>
              <a:pathLst>
                <a:path extrusionOk="0" h="4871" w="4414">
                  <a:moveTo>
                    <a:pt x="4102" y="0"/>
                  </a:moveTo>
                  <a:cubicBezTo>
                    <a:pt x="4095" y="0"/>
                    <a:pt x="4088" y="0"/>
                    <a:pt x="4081" y="1"/>
                  </a:cubicBezTo>
                  <a:cubicBezTo>
                    <a:pt x="3914" y="13"/>
                    <a:pt x="3819" y="156"/>
                    <a:pt x="3819" y="322"/>
                  </a:cubicBezTo>
                  <a:cubicBezTo>
                    <a:pt x="3795" y="1073"/>
                    <a:pt x="3771" y="1835"/>
                    <a:pt x="3723" y="2597"/>
                  </a:cubicBezTo>
                  <a:cubicBezTo>
                    <a:pt x="3024" y="2559"/>
                    <a:pt x="2324" y="2541"/>
                    <a:pt x="1628" y="2541"/>
                  </a:cubicBezTo>
                  <a:cubicBezTo>
                    <a:pt x="1210" y="2541"/>
                    <a:pt x="793" y="2547"/>
                    <a:pt x="378" y="2561"/>
                  </a:cubicBezTo>
                  <a:cubicBezTo>
                    <a:pt x="0" y="2573"/>
                    <a:pt x="43" y="3156"/>
                    <a:pt x="414" y="3156"/>
                  </a:cubicBezTo>
                  <a:cubicBezTo>
                    <a:pt x="418" y="3156"/>
                    <a:pt x="422" y="3156"/>
                    <a:pt x="425" y="3156"/>
                  </a:cubicBezTo>
                  <a:cubicBezTo>
                    <a:pt x="853" y="3142"/>
                    <a:pt x="1280" y="3135"/>
                    <a:pt x="1707" y="3135"/>
                  </a:cubicBezTo>
                  <a:cubicBezTo>
                    <a:pt x="2364" y="3135"/>
                    <a:pt x="3020" y="3151"/>
                    <a:pt x="3676" y="3180"/>
                  </a:cubicBezTo>
                  <a:cubicBezTo>
                    <a:pt x="3640" y="3632"/>
                    <a:pt x="3604" y="4085"/>
                    <a:pt x="3569" y="4525"/>
                  </a:cubicBezTo>
                  <a:cubicBezTo>
                    <a:pt x="3541" y="4742"/>
                    <a:pt x="3719" y="4870"/>
                    <a:pt x="3885" y="4870"/>
                  </a:cubicBezTo>
                  <a:cubicBezTo>
                    <a:pt x="4011" y="4870"/>
                    <a:pt x="4131" y="4797"/>
                    <a:pt x="4152" y="4633"/>
                  </a:cubicBezTo>
                  <a:cubicBezTo>
                    <a:pt x="4295" y="3180"/>
                    <a:pt x="4378" y="1727"/>
                    <a:pt x="4402" y="263"/>
                  </a:cubicBezTo>
                  <a:cubicBezTo>
                    <a:pt x="4413" y="115"/>
                    <a:pt x="4251" y="0"/>
                    <a:pt x="41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1" name="Google Shape;631;p19"/>
            <p:cNvSpPr/>
            <p:nvPr/>
          </p:nvSpPr>
          <p:spPr>
            <a:xfrm>
              <a:off x="13447200" y="1609500"/>
              <a:ext cx="94075" cy="117075"/>
            </a:xfrm>
            <a:custGeom>
              <a:rect b="b" l="l" r="r" t="t"/>
              <a:pathLst>
                <a:path extrusionOk="0" h="4683" w="3763">
                  <a:moveTo>
                    <a:pt x="1933" y="1"/>
                  </a:moveTo>
                  <a:cubicBezTo>
                    <a:pt x="1814" y="1"/>
                    <a:pt x="1693" y="17"/>
                    <a:pt x="1572" y="50"/>
                  </a:cubicBezTo>
                  <a:cubicBezTo>
                    <a:pt x="1215" y="134"/>
                    <a:pt x="882" y="348"/>
                    <a:pt x="608" y="586"/>
                  </a:cubicBezTo>
                  <a:cubicBezTo>
                    <a:pt x="382" y="800"/>
                    <a:pt x="1" y="1181"/>
                    <a:pt x="275" y="1503"/>
                  </a:cubicBezTo>
                  <a:cubicBezTo>
                    <a:pt x="340" y="1579"/>
                    <a:pt x="424" y="1611"/>
                    <a:pt x="505" y="1611"/>
                  </a:cubicBezTo>
                  <a:cubicBezTo>
                    <a:pt x="704" y="1611"/>
                    <a:pt x="895" y="1423"/>
                    <a:pt x="810" y="1229"/>
                  </a:cubicBezTo>
                  <a:cubicBezTo>
                    <a:pt x="858" y="1158"/>
                    <a:pt x="929" y="1098"/>
                    <a:pt x="977" y="1050"/>
                  </a:cubicBezTo>
                  <a:cubicBezTo>
                    <a:pt x="1084" y="955"/>
                    <a:pt x="1203" y="872"/>
                    <a:pt x="1322" y="800"/>
                  </a:cubicBezTo>
                  <a:cubicBezTo>
                    <a:pt x="1495" y="695"/>
                    <a:pt x="1736" y="574"/>
                    <a:pt x="1960" y="574"/>
                  </a:cubicBezTo>
                  <a:cubicBezTo>
                    <a:pt x="2015" y="574"/>
                    <a:pt x="2069" y="582"/>
                    <a:pt x="2120" y="598"/>
                  </a:cubicBezTo>
                  <a:cubicBezTo>
                    <a:pt x="2418" y="705"/>
                    <a:pt x="2346" y="1003"/>
                    <a:pt x="2275" y="1229"/>
                  </a:cubicBezTo>
                  <a:cubicBezTo>
                    <a:pt x="2180" y="1515"/>
                    <a:pt x="2049" y="1789"/>
                    <a:pt x="1906" y="2051"/>
                  </a:cubicBezTo>
                  <a:cubicBezTo>
                    <a:pt x="1620" y="2574"/>
                    <a:pt x="1239" y="3039"/>
                    <a:pt x="846" y="3491"/>
                  </a:cubicBezTo>
                  <a:cubicBezTo>
                    <a:pt x="667" y="3694"/>
                    <a:pt x="370" y="3920"/>
                    <a:pt x="394" y="4229"/>
                  </a:cubicBezTo>
                  <a:cubicBezTo>
                    <a:pt x="429" y="4598"/>
                    <a:pt x="810" y="4598"/>
                    <a:pt x="1084" y="4610"/>
                  </a:cubicBezTo>
                  <a:cubicBezTo>
                    <a:pt x="1882" y="4634"/>
                    <a:pt x="2680" y="4658"/>
                    <a:pt x="3477" y="4682"/>
                  </a:cubicBezTo>
                  <a:cubicBezTo>
                    <a:pt x="3483" y="4682"/>
                    <a:pt x="3488" y="4682"/>
                    <a:pt x="3493" y="4682"/>
                  </a:cubicBezTo>
                  <a:cubicBezTo>
                    <a:pt x="3651" y="4682"/>
                    <a:pt x="3763" y="4510"/>
                    <a:pt x="3751" y="4360"/>
                  </a:cubicBezTo>
                  <a:cubicBezTo>
                    <a:pt x="3727" y="4194"/>
                    <a:pt x="3584" y="4098"/>
                    <a:pt x="3430" y="4098"/>
                  </a:cubicBezTo>
                  <a:lnTo>
                    <a:pt x="1168" y="4027"/>
                  </a:lnTo>
                  <a:cubicBezTo>
                    <a:pt x="1275" y="3908"/>
                    <a:pt x="1382" y="3789"/>
                    <a:pt x="1489" y="3658"/>
                  </a:cubicBezTo>
                  <a:cubicBezTo>
                    <a:pt x="1715" y="3396"/>
                    <a:pt x="1930" y="3122"/>
                    <a:pt x="2120" y="2836"/>
                  </a:cubicBezTo>
                  <a:cubicBezTo>
                    <a:pt x="2465" y="2312"/>
                    <a:pt x="2870" y="1658"/>
                    <a:pt x="2930" y="1015"/>
                  </a:cubicBezTo>
                  <a:cubicBezTo>
                    <a:pt x="2989" y="366"/>
                    <a:pt x="2495" y="1"/>
                    <a:pt x="19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19"/>
            <p:cNvSpPr/>
            <p:nvPr/>
          </p:nvSpPr>
          <p:spPr>
            <a:xfrm>
              <a:off x="13301950" y="1479400"/>
              <a:ext cx="104500" cy="70575"/>
            </a:xfrm>
            <a:custGeom>
              <a:rect b="b" l="l" r="r" t="t"/>
              <a:pathLst>
                <a:path extrusionOk="0" h="2823" w="4180">
                  <a:moveTo>
                    <a:pt x="308" y="0"/>
                  </a:moveTo>
                  <a:cubicBezTo>
                    <a:pt x="229" y="0"/>
                    <a:pt x="152" y="30"/>
                    <a:pt x="96" y="99"/>
                  </a:cubicBezTo>
                  <a:cubicBezTo>
                    <a:pt x="0" y="206"/>
                    <a:pt x="0" y="432"/>
                    <a:pt x="131" y="516"/>
                  </a:cubicBezTo>
                  <a:cubicBezTo>
                    <a:pt x="1310" y="1301"/>
                    <a:pt x="2501" y="2052"/>
                    <a:pt x="3715" y="2790"/>
                  </a:cubicBezTo>
                  <a:cubicBezTo>
                    <a:pt x="3751" y="2813"/>
                    <a:pt x="3792" y="2823"/>
                    <a:pt x="3835" y="2823"/>
                  </a:cubicBezTo>
                  <a:cubicBezTo>
                    <a:pt x="3946" y="2823"/>
                    <a:pt x="4065" y="2751"/>
                    <a:pt x="4108" y="2647"/>
                  </a:cubicBezTo>
                  <a:cubicBezTo>
                    <a:pt x="4180" y="2492"/>
                    <a:pt x="4108" y="2337"/>
                    <a:pt x="3965" y="2254"/>
                  </a:cubicBezTo>
                  <a:cubicBezTo>
                    <a:pt x="2798" y="1540"/>
                    <a:pt x="1655" y="813"/>
                    <a:pt x="512" y="63"/>
                  </a:cubicBezTo>
                  <a:cubicBezTo>
                    <a:pt x="451" y="24"/>
                    <a:pt x="378" y="0"/>
                    <a:pt x="3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19"/>
            <p:cNvSpPr/>
            <p:nvPr/>
          </p:nvSpPr>
          <p:spPr>
            <a:xfrm>
              <a:off x="13300925" y="1234075"/>
              <a:ext cx="94900" cy="61500"/>
            </a:xfrm>
            <a:custGeom>
              <a:rect b="b" l="l" r="r" t="t"/>
              <a:pathLst>
                <a:path extrusionOk="0" h="2460" w="3796">
                  <a:moveTo>
                    <a:pt x="3351" y="0"/>
                  </a:moveTo>
                  <a:cubicBezTo>
                    <a:pt x="3297" y="0"/>
                    <a:pt x="3241" y="16"/>
                    <a:pt x="3185" y="54"/>
                  </a:cubicBezTo>
                  <a:cubicBezTo>
                    <a:pt x="2208" y="673"/>
                    <a:pt x="1244" y="1304"/>
                    <a:pt x="268" y="1923"/>
                  </a:cubicBezTo>
                  <a:cubicBezTo>
                    <a:pt x="0" y="2101"/>
                    <a:pt x="194" y="2460"/>
                    <a:pt x="451" y="2460"/>
                  </a:cubicBezTo>
                  <a:cubicBezTo>
                    <a:pt x="504" y="2460"/>
                    <a:pt x="559" y="2445"/>
                    <a:pt x="613" y="2411"/>
                  </a:cubicBezTo>
                  <a:cubicBezTo>
                    <a:pt x="1589" y="1792"/>
                    <a:pt x="2554" y="1161"/>
                    <a:pt x="3530" y="530"/>
                  </a:cubicBezTo>
                  <a:cubicBezTo>
                    <a:pt x="3796" y="363"/>
                    <a:pt x="3606" y="0"/>
                    <a:pt x="33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19"/>
            <p:cNvSpPr/>
            <p:nvPr/>
          </p:nvSpPr>
          <p:spPr>
            <a:xfrm>
              <a:off x="13428150" y="1127275"/>
              <a:ext cx="94075" cy="127825"/>
            </a:xfrm>
            <a:custGeom>
              <a:rect b="b" l="l" r="r" t="t"/>
              <a:pathLst>
                <a:path extrusionOk="0" h="5113" w="3763">
                  <a:moveTo>
                    <a:pt x="3257" y="1"/>
                  </a:moveTo>
                  <a:cubicBezTo>
                    <a:pt x="3132" y="1"/>
                    <a:pt x="3016" y="71"/>
                    <a:pt x="3001" y="230"/>
                  </a:cubicBezTo>
                  <a:cubicBezTo>
                    <a:pt x="2906" y="968"/>
                    <a:pt x="2882" y="1718"/>
                    <a:pt x="2930" y="2456"/>
                  </a:cubicBezTo>
                  <a:cubicBezTo>
                    <a:pt x="2953" y="2909"/>
                    <a:pt x="3049" y="3385"/>
                    <a:pt x="3061" y="3837"/>
                  </a:cubicBezTo>
                  <a:cubicBezTo>
                    <a:pt x="2703" y="3349"/>
                    <a:pt x="2358" y="2849"/>
                    <a:pt x="2037" y="2337"/>
                  </a:cubicBezTo>
                  <a:cubicBezTo>
                    <a:pt x="1620" y="1682"/>
                    <a:pt x="1275" y="897"/>
                    <a:pt x="656" y="396"/>
                  </a:cubicBezTo>
                  <a:cubicBezTo>
                    <a:pt x="606" y="358"/>
                    <a:pt x="541" y="340"/>
                    <a:pt x="475" y="340"/>
                  </a:cubicBezTo>
                  <a:cubicBezTo>
                    <a:pt x="337" y="340"/>
                    <a:pt x="195" y="422"/>
                    <a:pt x="179" y="575"/>
                  </a:cubicBezTo>
                  <a:cubicBezTo>
                    <a:pt x="36" y="1992"/>
                    <a:pt x="1" y="3421"/>
                    <a:pt x="72" y="4849"/>
                  </a:cubicBezTo>
                  <a:cubicBezTo>
                    <a:pt x="83" y="5028"/>
                    <a:pt x="220" y="5112"/>
                    <a:pt x="360" y="5112"/>
                  </a:cubicBezTo>
                  <a:cubicBezTo>
                    <a:pt x="518" y="5112"/>
                    <a:pt x="680" y="5004"/>
                    <a:pt x="667" y="4802"/>
                  </a:cubicBezTo>
                  <a:cubicBezTo>
                    <a:pt x="608" y="3647"/>
                    <a:pt x="620" y="2480"/>
                    <a:pt x="715" y="1325"/>
                  </a:cubicBezTo>
                  <a:cubicBezTo>
                    <a:pt x="798" y="1456"/>
                    <a:pt x="894" y="1599"/>
                    <a:pt x="977" y="1742"/>
                  </a:cubicBezTo>
                  <a:cubicBezTo>
                    <a:pt x="1179" y="2075"/>
                    <a:pt x="1382" y="2421"/>
                    <a:pt x="1596" y="2754"/>
                  </a:cubicBezTo>
                  <a:cubicBezTo>
                    <a:pt x="2049" y="3456"/>
                    <a:pt x="2513" y="4135"/>
                    <a:pt x="3013" y="4802"/>
                  </a:cubicBezTo>
                  <a:cubicBezTo>
                    <a:pt x="3077" y="4889"/>
                    <a:pt x="3160" y="4926"/>
                    <a:pt x="3243" y="4926"/>
                  </a:cubicBezTo>
                  <a:cubicBezTo>
                    <a:pt x="3375" y="4926"/>
                    <a:pt x="3505" y="4829"/>
                    <a:pt x="3549" y="4683"/>
                  </a:cubicBezTo>
                  <a:cubicBezTo>
                    <a:pt x="3763" y="3992"/>
                    <a:pt x="3584" y="3278"/>
                    <a:pt x="3525" y="2575"/>
                  </a:cubicBezTo>
                  <a:cubicBezTo>
                    <a:pt x="3477" y="1825"/>
                    <a:pt x="3489" y="1087"/>
                    <a:pt x="3584" y="337"/>
                  </a:cubicBezTo>
                  <a:cubicBezTo>
                    <a:pt x="3605" y="126"/>
                    <a:pt x="3423" y="1"/>
                    <a:pt x="32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5" name="Google Shape;635;p19"/>
            <p:cNvSpPr/>
            <p:nvPr/>
          </p:nvSpPr>
          <p:spPr>
            <a:xfrm>
              <a:off x="12738475" y="1131975"/>
              <a:ext cx="140525" cy="127125"/>
            </a:xfrm>
            <a:custGeom>
              <a:rect b="b" l="l" r="r" t="t"/>
              <a:pathLst>
                <a:path extrusionOk="0" h="5085" w="5621">
                  <a:moveTo>
                    <a:pt x="2640" y="598"/>
                  </a:moveTo>
                  <a:cubicBezTo>
                    <a:pt x="3155" y="598"/>
                    <a:pt x="3656" y="781"/>
                    <a:pt x="4097" y="1113"/>
                  </a:cubicBezTo>
                  <a:cubicBezTo>
                    <a:pt x="4466" y="1387"/>
                    <a:pt x="4716" y="1709"/>
                    <a:pt x="4775" y="2161"/>
                  </a:cubicBezTo>
                  <a:cubicBezTo>
                    <a:pt x="4835" y="2542"/>
                    <a:pt x="4775" y="2935"/>
                    <a:pt x="4609" y="3292"/>
                  </a:cubicBezTo>
                  <a:cubicBezTo>
                    <a:pt x="4275" y="4042"/>
                    <a:pt x="3525" y="4495"/>
                    <a:pt x="2716" y="4495"/>
                  </a:cubicBezTo>
                  <a:cubicBezTo>
                    <a:pt x="1942" y="4483"/>
                    <a:pt x="1239" y="3995"/>
                    <a:pt x="918" y="3304"/>
                  </a:cubicBezTo>
                  <a:cubicBezTo>
                    <a:pt x="703" y="2852"/>
                    <a:pt x="691" y="2352"/>
                    <a:pt x="799" y="1875"/>
                  </a:cubicBezTo>
                  <a:cubicBezTo>
                    <a:pt x="870" y="1530"/>
                    <a:pt x="1049" y="959"/>
                    <a:pt x="1442" y="851"/>
                  </a:cubicBezTo>
                  <a:cubicBezTo>
                    <a:pt x="1468" y="862"/>
                    <a:pt x="1495" y="868"/>
                    <a:pt x="1523" y="868"/>
                  </a:cubicBezTo>
                  <a:cubicBezTo>
                    <a:pt x="1557" y="868"/>
                    <a:pt x="1593" y="859"/>
                    <a:pt x="1632" y="840"/>
                  </a:cubicBezTo>
                  <a:cubicBezTo>
                    <a:pt x="1965" y="675"/>
                    <a:pt x="2305" y="598"/>
                    <a:pt x="2640" y="598"/>
                  </a:cubicBezTo>
                  <a:close/>
                  <a:moveTo>
                    <a:pt x="2625" y="0"/>
                  </a:moveTo>
                  <a:cubicBezTo>
                    <a:pt x="2236" y="0"/>
                    <a:pt x="1845" y="82"/>
                    <a:pt x="1477" y="256"/>
                  </a:cubicBezTo>
                  <a:lnTo>
                    <a:pt x="1418" y="256"/>
                  </a:lnTo>
                  <a:cubicBezTo>
                    <a:pt x="310" y="459"/>
                    <a:pt x="1" y="2030"/>
                    <a:pt x="191" y="2959"/>
                  </a:cubicBezTo>
                  <a:cubicBezTo>
                    <a:pt x="382" y="3947"/>
                    <a:pt x="1168" y="4780"/>
                    <a:pt x="2156" y="5019"/>
                  </a:cubicBezTo>
                  <a:cubicBezTo>
                    <a:pt x="2348" y="5063"/>
                    <a:pt x="2544" y="5085"/>
                    <a:pt x="2739" y="5085"/>
                  </a:cubicBezTo>
                  <a:cubicBezTo>
                    <a:pt x="3585" y="5085"/>
                    <a:pt x="4423" y="4679"/>
                    <a:pt x="4906" y="3983"/>
                  </a:cubicBezTo>
                  <a:cubicBezTo>
                    <a:pt x="5502" y="3114"/>
                    <a:pt x="5621" y="1816"/>
                    <a:pt x="4871" y="1006"/>
                  </a:cubicBezTo>
                  <a:cubicBezTo>
                    <a:pt x="4286" y="373"/>
                    <a:pt x="3459" y="0"/>
                    <a:pt x="26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19"/>
            <p:cNvSpPr/>
            <p:nvPr/>
          </p:nvSpPr>
          <p:spPr>
            <a:xfrm>
              <a:off x="12796525" y="1488625"/>
              <a:ext cx="181800" cy="195250"/>
            </a:xfrm>
            <a:custGeom>
              <a:rect b="b" l="l" r="r" t="t"/>
              <a:pathLst>
                <a:path extrusionOk="0" h="7810" w="7272">
                  <a:moveTo>
                    <a:pt x="6796" y="0"/>
                  </a:moveTo>
                  <a:cubicBezTo>
                    <a:pt x="6747" y="0"/>
                    <a:pt x="6695" y="12"/>
                    <a:pt x="6644" y="39"/>
                  </a:cubicBezTo>
                  <a:cubicBezTo>
                    <a:pt x="4894" y="1004"/>
                    <a:pt x="3156" y="1980"/>
                    <a:pt x="1429" y="2992"/>
                  </a:cubicBezTo>
                  <a:cubicBezTo>
                    <a:pt x="1060" y="3207"/>
                    <a:pt x="632" y="3397"/>
                    <a:pt x="298" y="3659"/>
                  </a:cubicBezTo>
                  <a:cubicBezTo>
                    <a:pt x="24" y="3873"/>
                    <a:pt x="1" y="4171"/>
                    <a:pt x="24" y="4504"/>
                  </a:cubicBezTo>
                  <a:cubicBezTo>
                    <a:pt x="108" y="5516"/>
                    <a:pt x="203" y="6528"/>
                    <a:pt x="286" y="7552"/>
                  </a:cubicBezTo>
                  <a:cubicBezTo>
                    <a:pt x="303" y="7728"/>
                    <a:pt x="436" y="7810"/>
                    <a:pt x="572" y="7810"/>
                  </a:cubicBezTo>
                  <a:cubicBezTo>
                    <a:pt x="731" y="7810"/>
                    <a:pt x="895" y="7698"/>
                    <a:pt x="882" y="7493"/>
                  </a:cubicBezTo>
                  <a:cubicBezTo>
                    <a:pt x="798" y="6600"/>
                    <a:pt x="727" y="5695"/>
                    <a:pt x="644" y="4802"/>
                  </a:cubicBezTo>
                  <a:cubicBezTo>
                    <a:pt x="632" y="4635"/>
                    <a:pt x="560" y="4385"/>
                    <a:pt x="620" y="4219"/>
                  </a:cubicBezTo>
                  <a:cubicBezTo>
                    <a:pt x="679" y="4052"/>
                    <a:pt x="953" y="3957"/>
                    <a:pt x="1096" y="3873"/>
                  </a:cubicBezTo>
                  <a:cubicBezTo>
                    <a:pt x="1489" y="3635"/>
                    <a:pt x="1882" y="3409"/>
                    <a:pt x="2263" y="3183"/>
                  </a:cubicBezTo>
                  <a:cubicBezTo>
                    <a:pt x="3834" y="2278"/>
                    <a:pt x="5406" y="1397"/>
                    <a:pt x="6990" y="528"/>
                  </a:cubicBezTo>
                  <a:cubicBezTo>
                    <a:pt x="7272" y="366"/>
                    <a:pt x="7068" y="0"/>
                    <a:pt x="67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19"/>
            <p:cNvSpPr/>
            <p:nvPr/>
          </p:nvSpPr>
          <p:spPr>
            <a:xfrm>
              <a:off x="12889950" y="1186500"/>
              <a:ext cx="432250" cy="420025"/>
            </a:xfrm>
            <a:custGeom>
              <a:rect b="b" l="l" r="r" t="t"/>
              <a:pathLst>
                <a:path extrusionOk="0" h="16801" w="17290">
                  <a:moveTo>
                    <a:pt x="9634" y="706"/>
                  </a:moveTo>
                  <a:cubicBezTo>
                    <a:pt x="11873" y="1968"/>
                    <a:pt x="14147" y="3183"/>
                    <a:pt x="16457" y="4338"/>
                  </a:cubicBezTo>
                  <a:cubicBezTo>
                    <a:pt x="16469" y="4350"/>
                    <a:pt x="16480" y="4350"/>
                    <a:pt x="16504" y="4350"/>
                  </a:cubicBezTo>
                  <a:cubicBezTo>
                    <a:pt x="16659" y="6779"/>
                    <a:pt x="16302" y="9207"/>
                    <a:pt x="16576" y="11624"/>
                  </a:cubicBezTo>
                  <a:cubicBezTo>
                    <a:pt x="14409" y="13196"/>
                    <a:pt x="12170" y="14660"/>
                    <a:pt x="9884" y="16042"/>
                  </a:cubicBezTo>
                  <a:cubicBezTo>
                    <a:pt x="7670" y="14708"/>
                    <a:pt x="5491" y="13339"/>
                    <a:pt x="3348" y="11910"/>
                  </a:cubicBezTo>
                  <a:lnTo>
                    <a:pt x="3324" y="11910"/>
                  </a:lnTo>
                  <a:cubicBezTo>
                    <a:pt x="3407" y="9315"/>
                    <a:pt x="3526" y="6731"/>
                    <a:pt x="3693" y="4147"/>
                  </a:cubicBezTo>
                  <a:cubicBezTo>
                    <a:pt x="4146" y="4016"/>
                    <a:pt x="4515" y="3731"/>
                    <a:pt x="4908" y="3469"/>
                  </a:cubicBezTo>
                  <a:cubicBezTo>
                    <a:pt x="5408" y="3123"/>
                    <a:pt x="5920" y="2790"/>
                    <a:pt x="6432" y="2480"/>
                  </a:cubicBezTo>
                  <a:cubicBezTo>
                    <a:pt x="7467" y="1837"/>
                    <a:pt x="8539" y="1242"/>
                    <a:pt x="9634" y="706"/>
                  </a:cubicBezTo>
                  <a:close/>
                  <a:moveTo>
                    <a:pt x="9522" y="1"/>
                  </a:moveTo>
                  <a:cubicBezTo>
                    <a:pt x="9396" y="1"/>
                    <a:pt x="9301" y="105"/>
                    <a:pt x="9265" y="230"/>
                  </a:cubicBezTo>
                  <a:cubicBezTo>
                    <a:pt x="8277" y="718"/>
                    <a:pt x="7313" y="1242"/>
                    <a:pt x="6384" y="1814"/>
                  </a:cubicBezTo>
                  <a:cubicBezTo>
                    <a:pt x="5896" y="2111"/>
                    <a:pt x="5420" y="2409"/>
                    <a:pt x="4943" y="2730"/>
                  </a:cubicBezTo>
                  <a:cubicBezTo>
                    <a:pt x="4515" y="3004"/>
                    <a:pt x="4050" y="3445"/>
                    <a:pt x="3550" y="3576"/>
                  </a:cubicBezTo>
                  <a:lnTo>
                    <a:pt x="1991" y="2814"/>
                  </a:lnTo>
                  <a:cubicBezTo>
                    <a:pt x="1740" y="2683"/>
                    <a:pt x="1490" y="2564"/>
                    <a:pt x="1229" y="2433"/>
                  </a:cubicBezTo>
                  <a:cubicBezTo>
                    <a:pt x="1002" y="2326"/>
                    <a:pt x="788" y="2207"/>
                    <a:pt x="597" y="2028"/>
                  </a:cubicBezTo>
                  <a:cubicBezTo>
                    <a:pt x="540" y="1973"/>
                    <a:pt x="477" y="1949"/>
                    <a:pt x="416" y="1949"/>
                  </a:cubicBezTo>
                  <a:cubicBezTo>
                    <a:pt x="192" y="1949"/>
                    <a:pt x="1" y="2274"/>
                    <a:pt x="216" y="2480"/>
                  </a:cubicBezTo>
                  <a:cubicBezTo>
                    <a:pt x="621" y="2861"/>
                    <a:pt x="1193" y="3076"/>
                    <a:pt x="1693" y="3326"/>
                  </a:cubicBezTo>
                  <a:cubicBezTo>
                    <a:pt x="2157" y="3552"/>
                    <a:pt x="2633" y="3790"/>
                    <a:pt x="3110" y="4028"/>
                  </a:cubicBezTo>
                  <a:cubicBezTo>
                    <a:pt x="2931" y="6790"/>
                    <a:pt x="2800" y="9565"/>
                    <a:pt x="2717" y="12339"/>
                  </a:cubicBezTo>
                  <a:cubicBezTo>
                    <a:pt x="2709" y="12513"/>
                    <a:pt x="2832" y="12596"/>
                    <a:pt x="2969" y="12596"/>
                  </a:cubicBezTo>
                  <a:cubicBezTo>
                    <a:pt x="3046" y="12596"/>
                    <a:pt x="3128" y="12569"/>
                    <a:pt x="3193" y="12517"/>
                  </a:cubicBezTo>
                  <a:cubicBezTo>
                    <a:pt x="5324" y="13922"/>
                    <a:pt x="7491" y="15292"/>
                    <a:pt x="9682" y="16613"/>
                  </a:cubicBezTo>
                  <a:cubicBezTo>
                    <a:pt x="9706" y="16625"/>
                    <a:pt x="9718" y="16625"/>
                    <a:pt x="9742" y="16637"/>
                  </a:cubicBezTo>
                  <a:cubicBezTo>
                    <a:pt x="9801" y="16685"/>
                    <a:pt x="9872" y="16720"/>
                    <a:pt x="9932" y="16756"/>
                  </a:cubicBezTo>
                  <a:cubicBezTo>
                    <a:pt x="9984" y="16787"/>
                    <a:pt x="10033" y="16801"/>
                    <a:pt x="10079" y="16801"/>
                  </a:cubicBezTo>
                  <a:cubicBezTo>
                    <a:pt x="10243" y="16801"/>
                    <a:pt x="10355" y="16624"/>
                    <a:pt x="10337" y="16446"/>
                  </a:cubicBezTo>
                  <a:cubicBezTo>
                    <a:pt x="12623" y="15077"/>
                    <a:pt x="14849" y="13613"/>
                    <a:pt x="17016" y="12041"/>
                  </a:cubicBezTo>
                  <a:cubicBezTo>
                    <a:pt x="17016" y="12041"/>
                    <a:pt x="17016" y="12041"/>
                    <a:pt x="17016" y="12029"/>
                  </a:cubicBezTo>
                  <a:cubicBezTo>
                    <a:pt x="17123" y="11993"/>
                    <a:pt x="17207" y="11898"/>
                    <a:pt x="17183" y="11743"/>
                  </a:cubicBezTo>
                  <a:cubicBezTo>
                    <a:pt x="16850" y="9172"/>
                    <a:pt x="17290" y="6564"/>
                    <a:pt x="17064" y="3981"/>
                  </a:cubicBezTo>
                  <a:cubicBezTo>
                    <a:pt x="17047" y="3805"/>
                    <a:pt x="16919" y="3723"/>
                    <a:pt x="16786" y="3723"/>
                  </a:cubicBezTo>
                  <a:cubicBezTo>
                    <a:pt x="16730" y="3723"/>
                    <a:pt x="16673" y="3738"/>
                    <a:pt x="16623" y="3766"/>
                  </a:cubicBezTo>
                  <a:cubicBezTo>
                    <a:pt x="14278" y="2576"/>
                    <a:pt x="11956" y="1337"/>
                    <a:pt x="9658" y="40"/>
                  </a:cubicBezTo>
                  <a:cubicBezTo>
                    <a:pt x="9610" y="13"/>
                    <a:pt x="9564" y="1"/>
                    <a:pt x="95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8" name="Google Shape;638;p19"/>
            <p:cNvSpPr/>
            <p:nvPr/>
          </p:nvSpPr>
          <p:spPr>
            <a:xfrm>
              <a:off x="12776200" y="1458550"/>
              <a:ext cx="144975" cy="87775"/>
            </a:xfrm>
            <a:custGeom>
              <a:rect b="b" l="l" r="r" t="t"/>
              <a:pathLst>
                <a:path extrusionOk="0" h="3511" w="5799">
                  <a:moveTo>
                    <a:pt x="5323" y="1"/>
                  </a:moveTo>
                  <a:cubicBezTo>
                    <a:pt x="5274" y="1"/>
                    <a:pt x="5222" y="13"/>
                    <a:pt x="5171" y="40"/>
                  </a:cubicBezTo>
                  <a:cubicBezTo>
                    <a:pt x="3516" y="969"/>
                    <a:pt x="1873" y="1957"/>
                    <a:pt x="266" y="2981"/>
                  </a:cubicBezTo>
                  <a:cubicBezTo>
                    <a:pt x="0" y="3148"/>
                    <a:pt x="190" y="3510"/>
                    <a:pt x="445" y="3510"/>
                  </a:cubicBezTo>
                  <a:cubicBezTo>
                    <a:pt x="499" y="3510"/>
                    <a:pt x="555" y="3494"/>
                    <a:pt x="611" y="3457"/>
                  </a:cubicBezTo>
                  <a:cubicBezTo>
                    <a:pt x="2219" y="2433"/>
                    <a:pt x="3862" y="1457"/>
                    <a:pt x="5517" y="528"/>
                  </a:cubicBezTo>
                  <a:cubicBezTo>
                    <a:pt x="5799" y="367"/>
                    <a:pt x="5595" y="1"/>
                    <a:pt x="53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 name="Google Shape;639;p19"/>
            <p:cNvSpPr/>
            <p:nvPr/>
          </p:nvSpPr>
          <p:spPr>
            <a:xfrm>
              <a:off x="13003525" y="1258050"/>
              <a:ext cx="135425" cy="88300"/>
            </a:xfrm>
            <a:custGeom>
              <a:rect b="b" l="l" r="r" t="t"/>
              <a:pathLst>
                <a:path extrusionOk="0" h="3532" w="5417">
                  <a:moveTo>
                    <a:pt x="4996" y="1"/>
                  </a:moveTo>
                  <a:cubicBezTo>
                    <a:pt x="4942" y="1"/>
                    <a:pt x="4885" y="18"/>
                    <a:pt x="4829" y="59"/>
                  </a:cubicBezTo>
                  <a:cubicBezTo>
                    <a:pt x="3377" y="1130"/>
                    <a:pt x="1853" y="2119"/>
                    <a:pt x="281" y="3012"/>
                  </a:cubicBezTo>
                  <a:cubicBezTo>
                    <a:pt x="1" y="3162"/>
                    <a:pt x="201" y="3531"/>
                    <a:pt x="463" y="3531"/>
                  </a:cubicBezTo>
                  <a:cubicBezTo>
                    <a:pt x="512" y="3531"/>
                    <a:pt x="564" y="3518"/>
                    <a:pt x="615" y="3488"/>
                  </a:cubicBezTo>
                  <a:cubicBezTo>
                    <a:pt x="2198" y="2607"/>
                    <a:pt x="3710" y="1619"/>
                    <a:pt x="5163" y="547"/>
                  </a:cubicBezTo>
                  <a:cubicBezTo>
                    <a:pt x="5416" y="362"/>
                    <a:pt x="5238" y="1"/>
                    <a:pt x="49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19"/>
            <p:cNvSpPr/>
            <p:nvPr/>
          </p:nvSpPr>
          <p:spPr>
            <a:xfrm>
              <a:off x="13009050" y="1448325"/>
              <a:ext cx="120675" cy="70575"/>
            </a:xfrm>
            <a:custGeom>
              <a:rect b="b" l="l" r="r" t="t"/>
              <a:pathLst>
                <a:path extrusionOk="0" h="2823" w="4827">
                  <a:moveTo>
                    <a:pt x="319" y="0"/>
                  </a:moveTo>
                  <a:cubicBezTo>
                    <a:pt x="238" y="0"/>
                    <a:pt x="160" y="33"/>
                    <a:pt x="96" y="104"/>
                  </a:cubicBezTo>
                  <a:cubicBezTo>
                    <a:pt x="1" y="211"/>
                    <a:pt x="1" y="425"/>
                    <a:pt x="144" y="520"/>
                  </a:cubicBezTo>
                  <a:cubicBezTo>
                    <a:pt x="1453" y="1390"/>
                    <a:pt x="2822" y="2152"/>
                    <a:pt x="4263" y="2794"/>
                  </a:cubicBezTo>
                  <a:cubicBezTo>
                    <a:pt x="4306" y="2814"/>
                    <a:pt x="4347" y="2822"/>
                    <a:pt x="4387" y="2822"/>
                  </a:cubicBezTo>
                  <a:cubicBezTo>
                    <a:pt x="4664" y="2822"/>
                    <a:pt x="4826" y="2393"/>
                    <a:pt x="4513" y="2247"/>
                  </a:cubicBezTo>
                  <a:cubicBezTo>
                    <a:pt x="3120" y="1640"/>
                    <a:pt x="1787" y="901"/>
                    <a:pt x="525" y="68"/>
                  </a:cubicBezTo>
                  <a:cubicBezTo>
                    <a:pt x="459" y="24"/>
                    <a:pt x="388" y="0"/>
                    <a:pt x="3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19"/>
            <p:cNvSpPr/>
            <p:nvPr/>
          </p:nvSpPr>
          <p:spPr>
            <a:xfrm>
              <a:off x="13230225" y="1324175"/>
              <a:ext cx="15775" cy="137075"/>
            </a:xfrm>
            <a:custGeom>
              <a:rect b="b" l="l" r="r" t="t"/>
              <a:pathLst>
                <a:path extrusionOk="0" h="5483" w="631">
                  <a:moveTo>
                    <a:pt x="365" y="1"/>
                  </a:moveTo>
                  <a:cubicBezTo>
                    <a:pt x="206" y="1"/>
                    <a:pt x="36" y="110"/>
                    <a:pt x="36" y="307"/>
                  </a:cubicBezTo>
                  <a:cubicBezTo>
                    <a:pt x="24" y="1950"/>
                    <a:pt x="12" y="3581"/>
                    <a:pt x="0" y="5224"/>
                  </a:cubicBezTo>
                  <a:cubicBezTo>
                    <a:pt x="0" y="5400"/>
                    <a:pt x="127" y="5482"/>
                    <a:pt x="263" y="5482"/>
                  </a:cubicBezTo>
                  <a:cubicBezTo>
                    <a:pt x="423" y="5482"/>
                    <a:pt x="595" y="5370"/>
                    <a:pt x="595" y="5165"/>
                  </a:cubicBezTo>
                  <a:cubicBezTo>
                    <a:pt x="607" y="3534"/>
                    <a:pt x="619" y="1891"/>
                    <a:pt x="631" y="260"/>
                  </a:cubicBezTo>
                  <a:cubicBezTo>
                    <a:pt x="631" y="83"/>
                    <a:pt x="503" y="1"/>
                    <a:pt x="3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42" name="Google Shape;642;p19"/>
          <p:cNvGrpSpPr/>
          <p:nvPr/>
        </p:nvGrpSpPr>
        <p:grpSpPr>
          <a:xfrm>
            <a:off x="7366502" y="1108227"/>
            <a:ext cx="727796" cy="697603"/>
            <a:chOff x="2818475" y="4980725"/>
            <a:chExt cx="591175" cy="566650"/>
          </a:xfrm>
        </p:grpSpPr>
        <p:sp>
          <p:nvSpPr>
            <p:cNvPr id="643" name="Google Shape;643;p19"/>
            <p:cNvSpPr/>
            <p:nvPr/>
          </p:nvSpPr>
          <p:spPr>
            <a:xfrm>
              <a:off x="2858650" y="5245650"/>
              <a:ext cx="325" cy="325"/>
            </a:xfrm>
            <a:custGeom>
              <a:rect b="b" l="l" r="r" t="t"/>
              <a:pathLst>
                <a:path extrusionOk="0" h="13" w="13">
                  <a:moveTo>
                    <a:pt x="13" y="13"/>
                  </a:moveTo>
                  <a:cubicBezTo>
                    <a:pt x="13" y="13"/>
                    <a:pt x="13" y="13"/>
                    <a:pt x="1" y="1"/>
                  </a:cubicBezTo>
                  <a:cubicBezTo>
                    <a:pt x="13" y="13"/>
                    <a:pt x="13" y="13"/>
                    <a:pt x="13" y="13"/>
                  </a:cubicBezTo>
                  <a:cubicBezTo>
                    <a:pt x="13" y="13"/>
                    <a:pt x="13" y="13"/>
                    <a:pt x="13" y="1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19"/>
            <p:cNvSpPr/>
            <p:nvPr/>
          </p:nvSpPr>
          <p:spPr>
            <a:xfrm>
              <a:off x="2818475" y="5022500"/>
              <a:ext cx="591175" cy="524875"/>
            </a:xfrm>
            <a:custGeom>
              <a:rect b="b" l="l" r="r" t="t"/>
              <a:pathLst>
                <a:path extrusionOk="0" h="20995" w="23647">
                  <a:moveTo>
                    <a:pt x="16005" y="783"/>
                  </a:moveTo>
                  <a:cubicBezTo>
                    <a:pt x="17057" y="783"/>
                    <a:pt x="18116" y="1166"/>
                    <a:pt x="18943" y="1843"/>
                  </a:cubicBezTo>
                  <a:cubicBezTo>
                    <a:pt x="22265" y="4545"/>
                    <a:pt x="21444" y="9629"/>
                    <a:pt x="19479" y="12892"/>
                  </a:cubicBezTo>
                  <a:cubicBezTo>
                    <a:pt x="17491" y="16202"/>
                    <a:pt x="13859" y="18619"/>
                    <a:pt x="9942" y="18726"/>
                  </a:cubicBezTo>
                  <a:cubicBezTo>
                    <a:pt x="9853" y="18728"/>
                    <a:pt x="9764" y="18730"/>
                    <a:pt x="9675" y="18730"/>
                  </a:cubicBezTo>
                  <a:cubicBezTo>
                    <a:pt x="7801" y="18730"/>
                    <a:pt x="5957" y="18132"/>
                    <a:pt x="4525" y="16904"/>
                  </a:cubicBezTo>
                  <a:cubicBezTo>
                    <a:pt x="3179" y="15749"/>
                    <a:pt x="2251" y="14106"/>
                    <a:pt x="2227" y="12308"/>
                  </a:cubicBezTo>
                  <a:cubicBezTo>
                    <a:pt x="2203" y="10606"/>
                    <a:pt x="2977" y="8844"/>
                    <a:pt x="4370" y="7832"/>
                  </a:cubicBezTo>
                  <a:cubicBezTo>
                    <a:pt x="6061" y="6605"/>
                    <a:pt x="8323" y="6867"/>
                    <a:pt x="10133" y="5927"/>
                  </a:cubicBezTo>
                  <a:cubicBezTo>
                    <a:pt x="10216" y="5879"/>
                    <a:pt x="10287" y="5843"/>
                    <a:pt x="10359" y="5796"/>
                  </a:cubicBezTo>
                  <a:cubicBezTo>
                    <a:pt x="10407" y="5796"/>
                    <a:pt x="10454" y="5784"/>
                    <a:pt x="10502" y="5736"/>
                  </a:cubicBezTo>
                  <a:cubicBezTo>
                    <a:pt x="10538" y="5700"/>
                    <a:pt x="10585" y="5665"/>
                    <a:pt x="10621" y="5629"/>
                  </a:cubicBezTo>
                  <a:cubicBezTo>
                    <a:pt x="10835" y="5474"/>
                    <a:pt x="11038" y="5307"/>
                    <a:pt x="11228" y="5117"/>
                  </a:cubicBezTo>
                  <a:cubicBezTo>
                    <a:pt x="11311" y="5034"/>
                    <a:pt x="11311" y="4938"/>
                    <a:pt x="11276" y="4867"/>
                  </a:cubicBezTo>
                  <a:cubicBezTo>
                    <a:pt x="12097" y="3700"/>
                    <a:pt x="12585" y="2271"/>
                    <a:pt x="13776" y="1450"/>
                  </a:cubicBezTo>
                  <a:cubicBezTo>
                    <a:pt x="14450" y="994"/>
                    <a:pt x="15226" y="783"/>
                    <a:pt x="16005" y="783"/>
                  </a:cubicBezTo>
                  <a:close/>
                  <a:moveTo>
                    <a:pt x="20191" y="1"/>
                  </a:moveTo>
                  <a:cubicBezTo>
                    <a:pt x="20092" y="1"/>
                    <a:pt x="19990" y="46"/>
                    <a:pt x="19955" y="140"/>
                  </a:cubicBezTo>
                  <a:cubicBezTo>
                    <a:pt x="19872" y="378"/>
                    <a:pt x="19777" y="604"/>
                    <a:pt x="19658" y="831"/>
                  </a:cubicBezTo>
                  <a:cubicBezTo>
                    <a:pt x="19598" y="938"/>
                    <a:pt x="19539" y="1033"/>
                    <a:pt x="19479" y="1140"/>
                  </a:cubicBezTo>
                  <a:cubicBezTo>
                    <a:pt x="19467" y="1164"/>
                    <a:pt x="19443" y="1200"/>
                    <a:pt x="19431" y="1224"/>
                  </a:cubicBezTo>
                  <a:cubicBezTo>
                    <a:pt x="19420" y="1236"/>
                    <a:pt x="19420" y="1236"/>
                    <a:pt x="19420" y="1236"/>
                  </a:cubicBezTo>
                  <a:cubicBezTo>
                    <a:pt x="19420" y="1247"/>
                    <a:pt x="19408" y="1259"/>
                    <a:pt x="19408" y="1271"/>
                  </a:cubicBezTo>
                  <a:cubicBezTo>
                    <a:pt x="19372" y="1319"/>
                    <a:pt x="19336" y="1378"/>
                    <a:pt x="19289" y="1426"/>
                  </a:cubicBezTo>
                  <a:cubicBezTo>
                    <a:pt x="19289" y="1438"/>
                    <a:pt x="19289" y="1450"/>
                    <a:pt x="19277" y="1462"/>
                  </a:cubicBezTo>
                  <a:cubicBezTo>
                    <a:pt x="18357" y="724"/>
                    <a:pt x="17222" y="272"/>
                    <a:pt x="16038" y="272"/>
                  </a:cubicBezTo>
                  <a:cubicBezTo>
                    <a:pt x="15751" y="272"/>
                    <a:pt x="15460" y="299"/>
                    <a:pt x="15169" y="354"/>
                  </a:cubicBezTo>
                  <a:cubicBezTo>
                    <a:pt x="14228" y="533"/>
                    <a:pt x="13371" y="985"/>
                    <a:pt x="12728" y="1700"/>
                  </a:cubicBezTo>
                  <a:cubicBezTo>
                    <a:pt x="12073" y="2438"/>
                    <a:pt x="11669" y="3355"/>
                    <a:pt x="11145" y="4176"/>
                  </a:cubicBezTo>
                  <a:cubicBezTo>
                    <a:pt x="10907" y="4569"/>
                    <a:pt x="10621" y="4926"/>
                    <a:pt x="10299" y="5236"/>
                  </a:cubicBezTo>
                  <a:cubicBezTo>
                    <a:pt x="8918" y="6177"/>
                    <a:pt x="7073" y="6177"/>
                    <a:pt x="5489" y="6712"/>
                  </a:cubicBezTo>
                  <a:cubicBezTo>
                    <a:pt x="5430" y="6391"/>
                    <a:pt x="5358" y="6081"/>
                    <a:pt x="5263" y="5784"/>
                  </a:cubicBezTo>
                  <a:cubicBezTo>
                    <a:pt x="5235" y="5680"/>
                    <a:pt x="5118" y="5614"/>
                    <a:pt x="5011" y="5614"/>
                  </a:cubicBezTo>
                  <a:cubicBezTo>
                    <a:pt x="4983" y="5614"/>
                    <a:pt x="4955" y="5619"/>
                    <a:pt x="4930" y="5629"/>
                  </a:cubicBezTo>
                  <a:cubicBezTo>
                    <a:pt x="4799" y="5688"/>
                    <a:pt x="4739" y="5831"/>
                    <a:pt x="4787" y="5962"/>
                  </a:cubicBezTo>
                  <a:cubicBezTo>
                    <a:pt x="4834" y="6129"/>
                    <a:pt x="4882" y="6296"/>
                    <a:pt x="4918" y="6462"/>
                  </a:cubicBezTo>
                  <a:cubicBezTo>
                    <a:pt x="4930" y="6498"/>
                    <a:pt x="4942" y="6534"/>
                    <a:pt x="4942" y="6581"/>
                  </a:cubicBezTo>
                  <a:lnTo>
                    <a:pt x="4953" y="6581"/>
                  </a:lnTo>
                  <a:cubicBezTo>
                    <a:pt x="4953" y="6593"/>
                    <a:pt x="4953" y="6593"/>
                    <a:pt x="4953" y="6593"/>
                  </a:cubicBezTo>
                  <a:cubicBezTo>
                    <a:pt x="4953" y="6617"/>
                    <a:pt x="4965" y="6641"/>
                    <a:pt x="4965" y="6665"/>
                  </a:cubicBezTo>
                  <a:cubicBezTo>
                    <a:pt x="4977" y="6736"/>
                    <a:pt x="5001" y="6820"/>
                    <a:pt x="5013" y="6891"/>
                  </a:cubicBezTo>
                  <a:cubicBezTo>
                    <a:pt x="4882" y="6939"/>
                    <a:pt x="4763" y="6998"/>
                    <a:pt x="4632" y="7070"/>
                  </a:cubicBezTo>
                  <a:cubicBezTo>
                    <a:pt x="4263" y="7272"/>
                    <a:pt x="3918" y="7522"/>
                    <a:pt x="3608" y="7808"/>
                  </a:cubicBezTo>
                  <a:cubicBezTo>
                    <a:pt x="3489" y="7641"/>
                    <a:pt x="3382" y="7486"/>
                    <a:pt x="3275" y="7320"/>
                  </a:cubicBezTo>
                  <a:cubicBezTo>
                    <a:pt x="3215" y="7224"/>
                    <a:pt x="3156" y="7129"/>
                    <a:pt x="3108" y="7046"/>
                  </a:cubicBezTo>
                  <a:cubicBezTo>
                    <a:pt x="3084" y="6998"/>
                    <a:pt x="3048" y="6951"/>
                    <a:pt x="3025" y="6891"/>
                  </a:cubicBezTo>
                  <a:cubicBezTo>
                    <a:pt x="3025" y="6891"/>
                    <a:pt x="3013" y="6879"/>
                    <a:pt x="3013" y="6867"/>
                  </a:cubicBezTo>
                  <a:cubicBezTo>
                    <a:pt x="3001" y="6843"/>
                    <a:pt x="2989" y="6820"/>
                    <a:pt x="2965" y="6796"/>
                  </a:cubicBezTo>
                  <a:cubicBezTo>
                    <a:pt x="2941" y="6724"/>
                    <a:pt x="2906" y="6677"/>
                    <a:pt x="2846" y="6653"/>
                  </a:cubicBezTo>
                  <a:cubicBezTo>
                    <a:pt x="2813" y="6633"/>
                    <a:pt x="2773" y="6624"/>
                    <a:pt x="2734" y="6624"/>
                  </a:cubicBezTo>
                  <a:cubicBezTo>
                    <a:pt x="2702" y="6624"/>
                    <a:pt x="2670" y="6630"/>
                    <a:pt x="2644" y="6641"/>
                  </a:cubicBezTo>
                  <a:cubicBezTo>
                    <a:pt x="2525" y="6689"/>
                    <a:pt x="2429" y="6843"/>
                    <a:pt x="2489" y="6962"/>
                  </a:cubicBezTo>
                  <a:cubicBezTo>
                    <a:pt x="2703" y="7379"/>
                    <a:pt x="2941" y="7784"/>
                    <a:pt x="3227" y="8153"/>
                  </a:cubicBezTo>
                  <a:cubicBezTo>
                    <a:pt x="3227" y="8153"/>
                    <a:pt x="3239" y="8165"/>
                    <a:pt x="3251" y="8177"/>
                  </a:cubicBezTo>
                  <a:cubicBezTo>
                    <a:pt x="2882" y="8582"/>
                    <a:pt x="2584" y="9046"/>
                    <a:pt x="2346" y="9546"/>
                  </a:cubicBezTo>
                  <a:cubicBezTo>
                    <a:pt x="2167" y="9427"/>
                    <a:pt x="2013" y="9308"/>
                    <a:pt x="1858" y="9165"/>
                  </a:cubicBezTo>
                  <a:cubicBezTo>
                    <a:pt x="1775" y="9106"/>
                    <a:pt x="1703" y="9034"/>
                    <a:pt x="1632" y="8951"/>
                  </a:cubicBezTo>
                  <a:cubicBezTo>
                    <a:pt x="1632" y="8951"/>
                    <a:pt x="1620" y="8939"/>
                    <a:pt x="1620" y="8939"/>
                  </a:cubicBezTo>
                  <a:cubicBezTo>
                    <a:pt x="1608" y="8927"/>
                    <a:pt x="1608" y="8927"/>
                    <a:pt x="1608" y="8927"/>
                  </a:cubicBezTo>
                  <a:lnTo>
                    <a:pt x="1620" y="8927"/>
                  </a:lnTo>
                  <a:cubicBezTo>
                    <a:pt x="1596" y="8915"/>
                    <a:pt x="1584" y="8891"/>
                    <a:pt x="1560" y="8879"/>
                  </a:cubicBezTo>
                  <a:cubicBezTo>
                    <a:pt x="1524" y="8832"/>
                    <a:pt x="1489" y="8796"/>
                    <a:pt x="1465" y="8748"/>
                  </a:cubicBezTo>
                  <a:cubicBezTo>
                    <a:pt x="1412" y="8687"/>
                    <a:pt x="1324" y="8646"/>
                    <a:pt x="1240" y="8646"/>
                  </a:cubicBezTo>
                  <a:cubicBezTo>
                    <a:pt x="1192" y="8646"/>
                    <a:pt x="1146" y="8659"/>
                    <a:pt x="1108" y="8689"/>
                  </a:cubicBezTo>
                  <a:cubicBezTo>
                    <a:pt x="1001" y="8772"/>
                    <a:pt x="953" y="8939"/>
                    <a:pt x="1048" y="9046"/>
                  </a:cubicBezTo>
                  <a:cubicBezTo>
                    <a:pt x="1322" y="9391"/>
                    <a:pt x="1655" y="9701"/>
                    <a:pt x="2025" y="9939"/>
                  </a:cubicBezTo>
                  <a:cubicBezTo>
                    <a:pt x="2060" y="9975"/>
                    <a:pt x="2096" y="9987"/>
                    <a:pt x="2144" y="9999"/>
                  </a:cubicBezTo>
                  <a:cubicBezTo>
                    <a:pt x="1977" y="10427"/>
                    <a:pt x="1858" y="10880"/>
                    <a:pt x="1786" y="11332"/>
                  </a:cubicBezTo>
                  <a:cubicBezTo>
                    <a:pt x="1298" y="11272"/>
                    <a:pt x="810" y="11213"/>
                    <a:pt x="310" y="11153"/>
                  </a:cubicBezTo>
                  <a:cubicBezTo>
                    <a:pt x="295" y="11151"/>
                    <a:pt x="280" y="11149"/>
                    <a:pt x="265" y="11149"/>
                  </a:cubicBezTo>
                  <a:cubicBezTo>
                    <a:pt x="148" y="11149"/>
                    <a:pt x="33" y="11229"/>
                    <a:pt x="12" y="11356"/>
                  </a:cubicBezTo>
                  <a:cubicBezTo>
                    <a:pt x="0" y="11487"/>
                    <a:pt x="84" y="11642"/>
                    <a:pt x="227" y="11653"/>
                  </a:cubicBezTo>
                  <a:cubicBezTo>
                    <a:pt x="715" y="11713"/>
                    <a:pt x="1215" y="11784"/>
                    <a:pt x="1703" y="11844"/>
                  </a:cubicBezTo>
                  <a:lnTo>
                    <a:pt x="1739" y="11844"/>
                  </a:lnTo>
                  <a:cubicBezTo>
                    <a:pt x="1715" y="12118"/>
                    <a:pt x="1727" y="12392"/>
                    <a:pt x="1739" y="12666"/>
                  </a:cubicBezTo>
                  <a:cubicBezTo>
                    <a:pt x="1263" y="12820"/>
                    <a:pt x="786" y="12927"/>
                    <a:pt x="274" y="12999"/>
                  </a:cubicBezTo>
                  <a:cubicBezTo>
                    <a:pt x="143" y="13011"/>
                    <a:pt x="24" y="13130"/>
                    <a:pt x="48" y="13273"/>
                  </a:cubicBezTo>
                  <a:cubicBezTo>
                    <a:pt x="59" y="13398"/>
                    <a:pt x="168" y="13512"/>
                    <a:pt x="302" y="13512"/>
                  </a:cubicBezTo>
                  <a:cubicBezTo>
                    <a:pt x="309" y="13512"/>
                    <a:pt x="315" y="13511"/>
                    <a:pt x="322" y="13511"/>
                  </a:cubicBezTo>
                  <a:cubicBezTo>
                    <a:pt x="822" y="13439"/>
                    <a:pt x="1322" y="13332"/>
                    <a:pt x="1798" y="13177"/>
                  </a:cubicBezTo>
                  <a:cubicBezTo>
                    <a:pt x="1858" y="13558"/>
                    <a:pt x="1965" y="13939"/>
                    <a:pt x="2084" y="14297"/>
                  </a:cubicBezTo>
                  <a:cubicBezTo>
                    <a:pt x="1763" y="14440"/>
                    <a:pt x="1429" y="14582"/>
                    <a:pt x="1096" y="14725"/>
                  </a:cubicBezTo>
                  <a:cubicBezTo>
                    <a:pt x="977" y="14773"/>
                    <a:pt x="893" y="14916"/>
                    <a:pt x="941" y="15047"/>
                  </a:cubicBezTo>
                  <a:cubicBezTo>
                    <a:pt x="987" y="15148"/>
                    <a:pt x="1083" y="15221"/>
                    <a:pt x="1185" y="15221"/>
                  </a:cubicBezTo>
                  <a:cubicBezTo>
                    <a:pt x="1215" y="15221"/>
                    <a:pt x="1245" y="15215"/>
                    <a:pt x="1274" y="15202"/>
                  </a:cubicBezTo>
                  <a:cubicBezTo>
                    <a:pt x="1608" y="15059"/>
                    <a:pt x="1953" y="14916"/>
                    <a:pt x="2286" y="14761"/>
                  </a:cubicBezTo>
                  <a:cubicBezTo>
                    <a:pt x="2406" y="15035"/>
                    <a:pt x="2548" y="15297"/>
                    <a:pt x="2703" y="15547"/>
                  </a:cubicBezTo>
                  <a:cubicBezTo>
                    <a:pt x="2156" y="15880"/>
                    <a:pt x="1596" y="16214"/>
                    <a:pt x="1036" y="16523"/>
                  </a:cubicBezTo>
                  <a:cubicBezTo>
                    <a:pt x="917" y="16595"/>
                    <a:pt x="893" y="16785"/>
                    <a:pt x="977" y="16880"/>
                  </a:cubicBezTo>
                  <a:cubicBezTo>
                    <a:pt x="1027" y="16959"/>
                    <a:pt x="1098" y="16990"/>
                    <a:pt x="1172" y="16990"/>
                  </a:cubicBezTo>
                  <a:cubicBezTo>
                    <a:pt x="1222" y="16990"/>
                    <a:pt x="1274" y="16976"/>
                    <a:pt x="1322" y="16952"/>
                  </a:cubicBezTo>
                  <a:cubicBezTo>
                    <a:pt x="1894" y="16630"/>
                    <a:pt x="2441" y="16309"/>
                    <a:pt x="3001" y="15975"/>
                  </a:cubicBezTo>
                  <a:cubicBezTo>
                    <a:pt x="3227" y="16297"/>
                    <a:pt x="3501" y="16595"/>
                    <a:pt x="3787" y="16880"/>
                  </a:cubicBezTo>
                  <a:cubicBezTo>
                    <a:pt x="3739" y="16892"/>
                    <a:pt x="3703" y="16916"/>
                    <a:pt x="3668" y="16952"/>
                  </a:cubicBezTo>
                  <a:cubicBezTo>
                    <a:pt x="3525" y="17130"/>
                    <a:pt x="3370" y="17297"/>
                    <a:pt x="3215" y="17464"/>
                  </a:cubicBezTo>
                  <a:cubicBezTo>
                    <a:pt x="3132" y="17535"/>
                    <a:pt x="3048" y="17618"/>
                    <a:pt x="2965" y="17702"/>
                  </a:cubicBezTo>
                  <a:cubicBezTo>
                    <a:pt x="2965" y="17702"/>
                    <a:pt x="2953" y="17714"/>
                    <a:pt x="2941" y="17726"/>
                  </a:cubicBezTo>
                  <a:cubicBezTo>
                    <a:pt x="2941" y="17726"/>
                    <a:pt x="2941" y="17726"/>
                    <a:pt x="2929" y="17738"/>
                  </a:cubicBezTo>
                  <a:cubicBezTo>
                    <a:pt x="2929" y="17738"/>
                    <a:pt x="2918" y="17749"/>
                    <a:pt x="2906" y="17749"/>
                  </a:cubicBezTo>
                  <a:cubicBezTo>
                    <a:pt x="2906" y="17761"/>
                    <a:pt x="2894" y="17773"/>
                    <a:pt x="2882" y="17773"/>
                  </a:cubicBezTo>
                  <a:cubicBezTo>
                    <a:pt x="2834" y="17821"/>
                    <a:pt x="2798" y="17857"/>
                    <a:pt x="2751" y="17892"/>
                  </a:cubicBezTo>
                  <a:cubicBezTo>
                    <a:pt x="2691" y="17940"/>
                    <a:pt x="2656" y="17988"/>
                    <a:pt x="2644" y="18059"/>
                  </a:cubicBezTo>
                  <a:cubicBezTo>
                    <a:pt x="2632" y="18119"/>
                    <a:pt x="2644" y="18202"/>
                    <a:pt x="2691" y="18250"/>
                  </a:cubicBezTo>
                  <a:cubicBezTo>
                    <a:pt x="2736" y="18317"/>
                    <a:pt x="2818" y="18360"/>
                    <a:pt x="2902" y="18360"/>
                  </a:cubicBezTo>
                  <a:cubicBezTo>
                    <a:pt x="2953" y="18360"/>
                    <a:pt x="3004" y="18345"/>
                    <a:pt x="3048" y="18309"/>
                  </a:cubicBezTo>
                  <a:cubicBezTo>
                    <a:pt x="3406" y="17999"/>
                    <a:pt x="3751" y="17654"/>
                    <a:pt x="4061" y="17285"/>
                  </a:cubicBezTo>
                  <a:cubicBezTo>
                    <a:pt x="4084" y="17249"/>
                    <a:pt x="4096" y="17214"/>
                    <a:pt x="4108" y="17178"/>
                  </a:cubicBezTo>
                  <a:cubicBezTo>
                    <a:pt x="4370" y="17404"/>
                    <a:pt x="4656" y="17618"/>
                    <a:pt x="4942" y="17821"/>
                  </a:cubicBezTo>
                  <a:cubicBezTo>
                    <a:pt x="4918" y="17857"/>
                    <a:pt x="4894" y="17892"/>
                    <a:pt x="4870" y="17928"/>
                  </a:cubicBezTo>
                  <a:cubicBezTo>
                    <a:pt x="4858" y="17952"/>
                    <a:pt x="4846" y="17976"/>
                    <a:pt x="4834" y="17999"/>
                  </a:cubicBezTo>
                  <a:cubicBezTo>
                    <a:pt x="4825" y="18008"/>
                    <a:pt x="4796" y="18051"/>
                    <a:pt x="4798" y="18051"/>
                  </a:cubicBezTo>
                  <a:cubicBezTo>
                    <a:pt x="4798" y="18051"/>
                    <a:pt x="4802" y="18047"/>
                    <a:pt x="4811" y="18035"/>
                  </a:cubicBezTo>
                  <a:lnTo>
                    <a:pt x="4811" y="18035"/>
                  </a:lnTo>
                  <a:cubicBezTo>
                    <a:pt x="4751" y="18119"/>
                    <a:pt x="4692" y="18214"/>
                    <a:pt x="4632" y="18297"/>
                  </a:cubicBezTo>
                  <a:cubicBezTo>
                    <a:pt x="4513" y="18476"/>
                    <a:pt x="4382" y="18654"/>
                    <a:pt x="4251" y="18821"/>
                  </a:cubicBezTo>
                  <a:cubicBezTo>
                    <a:pt x="4168" y="18928"/>
                    <a:pt x="4168" y="19095"/>
                    <a:pt x="4287" y="19178"/>
                  </a:cubicBezTo>
                  <a:cubicBezTo>
                    <a:pt x="4337" y="19217"/>
                    <a:pt x="4400" y="19238"/>
                    <a:pt x="4462" y="19238"/>
                  </a:cubicBezTo>
                  <a:cubicBezTo>
                    <a:pt x="4532" y="19238"/>
                    <a:pt x="4600" y="19211"/>
                    <a:pt x="4644" y="19154"/>
                  </a:cubicBezTo>
                  <a:cubicBezTo>
                    <a:pt x="4906" y="18809"/>
                    <a:pt x="5144" y="18452"/>
                    <a:pt x="5370" y="18083"/>
                  </a:cubicBezTo>
                  <a:cubicBezTo>
                    <a:pt x="5799" y="18333"/>
                    <a:pt x="6251" y="18547"/>
                    <a:pt x="6704" y="18726"/>
                  </a:cubicBezTo>
                  <a:cubicBezTo>
                    <a:pt x="6525" y="19262"/>
                    <a:pt x="6347" y="19797"/>
                    <a:pt x="6168" y="20333"/>
                  </a:cubicBezTo>
                  <a:cubicBezTo>
                    <a:pt x="6120" y="20464"/>
                    <a:pt x="6156" y="20619"/>
                    <a:pt x="6287" y="20678"/>
                  </a:cubicBezTo>
                  <a:cubicBezTo>
                    <a:pt x="6317" y="20692"/>
                    <a:pt x="6354" y="20699"/>
                    <a:pt x="6392" y="20699"/>
                  </a:cubicBezTo>
                  <a:cubicBezTo>
                    <a:pt x="6490" y="20699"/>
                    <a:pt x="6598" y="20654"/>
                    <a:pt x="6632" y="20559"/>
                  </a:cubicBezTo>
                  <a:cubicBezTo>
                    <a:pt x="6811" y="20000"/>
                    <a:pt x="7001" y="19440"/>
                    <a:pt x="7192" y="18881"/>
                  </a:cubicBezTo>
                  <a:cubicBezTo>
                    <a:pt x="7597" y="19012"/>
                    <a:pt x="8025" y="19107"/>
                    <a:pt x="8454" y="19166"/>
                  </a:cubicBezTo>
                  <a:cubicBezTo>
                    <a:pt x="8430" y="19190"/>
                    <a:pt x="8418" y="19226"/>
                    <a:pt x="8418" y="19273"/>
                  </a:cubicBezTo>
                  <a:cubicBezTo>
                    <a:pt x="8394" y="19643"/>
                    <a:pt x="8347" y="20000"/>
                    <a:pt x="8287" y="20369"/>
                  </a:cubicBezTo>
                  <a:cubicBezTo>
                    <a:pt x="8263" y="20500"/>
                    <a:pt x="8359" y="20643"/>
                    <a:pt x="8490" y="20666"/>
                  </a:cubicBezTo>
                  <a:cubicBezTo>
                    <a:pt x="8506" y="20669"/>
                    <a:pt x="8522" y="20671"/>
                    <a:pt x="8538" y="20671"/>
                  </a:cubicBezTo>
                  <a:cubicBezTo>
                    <a:pt x="8661" y="20671"/>
                    <a:pt x="8766" y="20591"/>
                    <a:pt x="8787" y="20464"/>
                  </a:cubicBezTo>
                  <a:cubicBezTo>
                    <a:pt x="8859" y="20095"/>
                    <a:pt x="8894" y="19726"/>
                    <a:pt x="8918" y="19357"/>
                  </a:cubicBezTo>
                  <a:cubicBezTo>
                    <a:pt x="8918" y="19309"/>
                    <a:pt x="8918" y="19262"/>
                    <a:pt x="8894" y="19214"/>
                  </a:cubicBezTo>
                  <a:lnTo>
                    <a:pt x="8894" y="19214"/>
                  </a:lnTo>
                  <a:cubicBezTo>
                    <a:pt x="9166" y="19237"/>
                    <a:pt x="9433" y="19245"/>
                    <a:pt x="9698" y="19245"/>
                  </a:cubicBezTo>
                  <a:cubicBezTo>
                    <a:pt x="9851" y="19245"/>
                    <a:pt x="10004" y="19242"/>
                    <a:pt x="10157" y="19238"/>
                  </a:cubicBezTo>
                  <a:lnTo>
                    <a:pt x="10157" y="19238"/>
                  </a:lnTo>
                  <a:cubicBezTo>
                    <a:pt x="10145" y="19714"/>
                    <a:pt x="10133" y="20178"/>
                    <a:pt x="10145" y="20655"/>
                  </a:cubicBezTo>
                  <a:cubicBezTo>
                    <a:pt x="10155" y="20774"/>
                    <a:pt x="10276" y="20884"/>
                    <a:pt x="10396" y="20884"/>
                  </a:cubicBezTo>
                  <a:cubicBezTo>
                    <a:pt x="10408" y="20884"/>
                    <a:pt x="10419" y="20883"/>
                    <a:pt x="10430" y="20881"/>
                  </a:cubicBezTo>
                  <a:cubicBezTo>
                    <a:pt x="10573" y="20869"/>
                    <a:pt x="10668" y="20750"/>
                    <a:pt x="10657" y="20607"/>
                  </a:cubicBezTo>
                  <a:cubicBezTo>
                    <a:pt x="10657" y="20357"/>
                    <a:pt x="10645" y="20107"/>
                    <a:pt x="10645" y="19857"/>
                  </a:cubicBezTo>
                  <a:cubicBezTo>
                    <a:pt x="10657" y="19738"/>
                    <a:pt x="10657" y="19619"/>
                    <a:pt x="10657" y="19500"/>
                  </a:cubicBezTo>
                  <a:cubicBezTo>
                    <a:pt x="10657" y="19440"/>
                    <a:pt x="10657" y="19381"/>
                    <a:pt x="10668" y="19321"/>
                  </a:cubicBezTo>
                  <a:cubicBezTo>
                    <a:pt x="10668" y="19285"/>
                    <a:pt x="10668" y="19250"/>
                    <a:pt x="10668" y="19214"/>
                  </a:cubicBezTo>
                  <a:cubicBezTo>
                    <a:pt x="10668" y="19202"/>
                    <a:pt x="10668" y="19202"/>
                    <a:pt x="10668" y="19202"/>
                  </a:cubicBezTo>
                  <a:cubicBezTo>
                    <a:pt x="11026" y="19166"/>
                    <a:pt x="11383" y="19107"/>
                    <a:pt x="11740" y="19035"/>
                  </a:cubicBezTo>
                  <a:cubicBezTo>
                    <a:pt x="11859" y="19654"/>
                    <a:pt x="12026" y="20250"/>
                    <a:pt x="12240" y="20833"/>
                  </a:cubicBezTo>
                  <a:cubicBezTo>
                    <a:pt x="12279" y="20947"/>
                    <a:pt x="12370" y="20994"/>
                    <a:pt x="12463" y="20994"/>
                  </a:cubicBezTo>
                  <a:cubicBezTo>
                    <a:pt x="12623" y="20994"/>
                    <a:pt x="12792" y="20851"/>
                    <a:pt x="12716" y="20655"/>
                  </a:cubicBezTo>
                  <a:cubicBezTo>
                    <a:pt x="12514" y="20095"/>
                    <a:pt x="12347" y="19512"/>
                    <a:pt x="12240" y="18928"/>
                  </a:cubicBezTo>
                  <a:cubicBezTo>
                    <a:pt x="12645" y="18821"/>
                    <a:pt x="13050" y="18702"/>
                    <a:pt x="13443" y="18559"/>
                  </a:cubicBezTo>
                  <a:cubicBezTo>
                    <a:pt x="13538" y="18857"/>
                    <a:pt x="13633" y="19166"/>
                    <a:pt x="13716" y="19476"/>
                  </a:cubicBezTo>
                  <a:cubicBezTo>
                    <a:pt x="13745" y="19579"/>
                    <a:pt x="13862" y="19645"/>
                    <a:pt x="13968" y="19645"/>
                  </a:cubicBezTo>
                  <a:cubicBezTo>
                    <a:pt x="13997" y="19645"/>
                    <a:pt x="14025" y="19641"/>
                    <a:pt x="14050" y="19631"/>
                  </a:cubicBezTo>
                  <a:cubicBezTo>
                    <a:pt x="14181" y="19571"/>
                    <a:pt x="14240" y="19440"/>
                    <a:pt x="14205" y="19297"/>
                  </a:cubicBezTo>
                  <a:cubicBezTo>
                    <a:pt x="14109" y="18988"/>
                    <a:pt x="14014" y="18678"/>
                    <a:pt x="13919" y="18369"/>
                  </a:cubicBezTo>
                  <a:cubicBezTo>
                    <a:pt x="14228" y="18238"/>
                    <a:pt x="14514" y="18095"/>
                    <a:pt x="14812" y="17940"/>
                  </a:cubicBezTo>
                  <a:cubicBezTo>
                    <a:pt x="14943" y="18273"/>
                    <a:pt x="15086" y="18607"/>
                    <a:pt x="15229" y="18940"/>
                  </a:cubicBezTo>
                  <a:cubicBezTo>
                    <a:pt x="15265" y="19032"/>
                    <a:pt x="15359" y="19103"/>
                    <a:pt x="15460" y="19103"/>
                  </a:cubicBezTo>
                  <a:cubicBezTo>
                    <a:pt x="15490" y="19103"/>
                    <a:pt x="15520" y="19097"/>
                    <a:pt x="15550" y="19083"/>
                  </a:cubicBezTo>
                  <a:cubicBezTo>
                    <a:pt x="15681" y="19035"/>
                    <a:pt x="15764" y="18892"/>
                    <a:pt x="15705" y="18761"/>
                  </a:cubicBezTo>
                  <a:cubicBezTo>
                    <a:pt x="15562" y="18404"/>
                    <a:pt x="15407" y="18047"/>
                    <a:pt x="15264" y="17702"/>
                  </a:cubicBezTo>
                  <a:cubicBezTo>
                    <a:pt x="15610" y="17499"/>
                    <a:pt x="15943" y="17285"/>
                    <a:pt x="16264" y="17059"/>
                  </a:cubicBezTo>
                  <a:cubicBezTo>
                    <a:pt x="16503" y="17416"/>
                    <a:pt x="16729" y="17773"/>
                    <a:pt x="16943" y="18154"/>
                  </a:cubicBezTo>
                  <a:cubicBezTo>
                    <a:pt x="16979" y="18226"/>
                    <a:pt x="17062" y="18263"/>
                    <a:pt x="17146" y="18263"/>
                  </a:cubicBezTo>
                  <a:cubicBezTo>
                    <a:pt x="17202" y="18263"/>
                    <a:pt x="17258" y="18247"/>
                    <a:pt x="17300" y="18214"/>
                  </a:cubicBezTo>
                  <a:cubicBezTo>
                    <a:pt x="17419" y="18119"/>
                    <a:pt x="17431" y="17988"/>
                    <a:pt x="17360" y="17857"/>
                  </a:cubicBezTo>
                  <a:cubicBezTo>
                    <a:pt x="17145" y="17476"/>
                    <a:pt x="16919" y="17118"/>
                    <a:pt x="16681" y="16749"/>
                  </a:cubicBezTo>
                  <a:cubicBezTo>
                    <a:pt x="16931" y="16559"/>
                    <a:pt x="17193" y="16345"/>
                    <a:pt x="17431" y="16130"/>
                  </a:cubicBezTo>
                  <a:cubicBezTo>
                    <a:pt x="17669" y="16404"/>
                    <a:pt x="17919" y="16666"/>
                    <a:pt x="18158" y="16940"/>
                  </a:cubicBezTo>
                  <a:cubicBezTo>
                    <a:pt x="18205" y="16987"/>
                    <a:pt x="18253" y="17023"/>
                    <a:pt x="18324" y="17047"/>
                  </a:cubicBezTo>
                  <a:cubicBezTo>
                    <a:pt x="18335" y="17049"/>
                    <a:pt x="18346" y="17050"/>
                    <a:pt x="18358" y="17050"/>
                  </a:cubicBezTo>
                  <a:cubicBezTo>
                    <a:pt x="18412" y="17050"/>
                    <a:pt x="18476" y="17029"/>
                    <a:pt x="18515" y="16999"/>
                  </a:cubicBezTo>
                  <a:cubicBezTo>
                    <a:pt x="18610" y="16928"/>
                    <a:pt x="18669" y="16749"/>
                    <a:pt x="18574" y="16642"/>
                  </a:cubicBezTo>
                  <a:cubicBezTo>
                    <a:pt x="18324" y="16356"/>
                    <a:pt x="18062" y="16071"/>
                    <a:pt x="17800" y="15785"/>
                  </a:cubicBezTo>
                  <a:cubicBezTo>
                    <a:pt x="18062" y="15547"/>
                    <a:pt x="18300" y="15297"/>
                    <a:pt x="18539" y="15035"/>
                  </a:cubicBezTo>
                  <a:lnTo>
                    <a:pt x="19586" y="15713"/>
                  </a:lnTo>
                  <a:cubicBezTo>
                    <a:pt x="19636" y="15753"/>
                    <a:pt x="19677" y="15776"/>
                    <a:pt x="19730" y="15776"/>
                  </a:cubicBezTo>
                  <a:cubicBezTo>
                    <a:pt x="19741" y="15776"/>
                    <a:pt x="19753" y="15775"/>
                    <a:pt x="19765" y="15773"/>
                  </a:cubicBezTo>
                  <a:cubicBezTo>
                    <a:pt x="19836" y="15773"/>
                    <a:pt x="19908" y="15737"/>
                    <a:pt x="19943" y="15690"/>
                  </a:cubicBezTo>
                  <a:cubicBezTo>
                    <a:pt x="20015" y="15583"/>
                    <a:pt x="20027" y="15404"/>
                    <a:pt x="19908" y="15321"/>
                  </a:cubicBezTo>
                  <a:cubicBezTo>
                    <a:pt x="19562" y="15094"/>
                    <a:pt x="19217" y="14868"/>
                    <a:pt x="18860" y="14642"/>
                  </a:cubicBezTo>
                  <a:cubicBezTo>
                    <a:pt x="19003" y="14475"/>
                    <a:pt x="19146" y="14297"/>
                    <a:pt x="19277" y="14118"/>
                  </a:cubicBezTo>
                  <a:cubicBezTo>
                    <a:pt x="19408" y="13928"/>
                    <a:pt x="19551" y="13725"/>
                    <a:pt x="19682" y="13523"/>
                  </a:cubicBezTo>
                  <a:cubicBezTo>
                    <a:pt x="20074" y="13713"/>
                    <a:pt x="20491" y="13856"/>
                    <a:pt x="20920" y="13951"/>
                  </a:cubicBezTo>
                  <a:cubicBezTo>
                    <a:pt x="20937" y="13956"/>
                    <a:pt x="20955" y="13958"/>
                    <a:pt x="20972" y="13958"/>
                  </a:cubicBezTo>
                  <a:cubicBezTo>
                    <a:pt x="21086" y="13958"/>
                    <a:pt x="21197" y="13863"/>
                    <a:pt x="21217" y="13749"/>
                  </a:cubicBezTo>
                  <a:cubicBezTo>
                    <a:pt x="21229" y="13606"/>
                    <a:pt x="21146" y="13487"/>
                    <a:pt x="21003" y="13451"/>
                  </a:cubicBezTo>
                  <a:cubicBezTo>
                    <a:pt x="20896" y="13428"/>
                    <a:pt x="20789" y="13392"/>
                    <a:pt x="20682" y="13368"/>
                  </a:cubicBezTo>
                  <a:cubicBezTo>
                    <a:pt x="20658" y="13356"/>
                    <a:pt x="20622" y="13344"/>
                    <a:pt x="20598" y="13332"/>
                  </a:cubicBezTo>
                  <a:lnTo>
                    <a:pt x="20574" y="13332"/>
                  </a:lnTo>
                  <a:cubicBezTo>
                    <a:pt x="20515" y="13308"/>
                    <a:pt x="20467" y="13297"/>
                    <a:pt x="20408" y="13273"/>
                  </a:cubicBezTo>
                  <a:cubicBezTo>
                    <a:pt x="20253" y="13225"/>
                    <a:pt x="20098" y="13154"/>
                    <a:pt x="19955" y="13082"/>
                  </a:cubicBezTo>
                  <a:cubicBezTo>
                    <a:pt x="20134" y="12785"/>
                    <a:pt x="20301" y="12463"/>
                    <a:pt x="20467" y="12142"/>
                  </a:cubicBezTo>
                  <a:cubicBezTo>
                    <a:pt x="20825" y="12273"/>
                    <a:pt x="21182" y="12439"/>
                    <a:pt x="21527" y="12618"/>
                  </a:cubicBezTo>
                  <a:cubicBezTo>
                    <a:pt x="21559" y="12634"/>
                    <a:pt x="21594" y="12641"/>
                    <a:pt x="21630" y="12641"/>
                  </a:cubicBezTo>
                  <a:cubicBezTo>
                    <a:pt x="21728" y="12641"/>
                    <a:pt x="21829" y="12586"/>
                    <a:pt x="21872" y="12499"/>
                  </a:cubicBezTo>
                  <a:cubicBezTo>
                    <a:pt x="21920" y="12368"/>
                    <a:pt x="21872" y="12225"/>
                    <a:pt x="21741" y="12154"/>
                  </a:cubicBezTo>
                  <a:cubicBezTo>
                    <a:pt x="21396" y="11975"/>
                    <a:pt x="21051" y="11808"/>
                    <a:pt x="20682" y="11677"/>
                  </a:cubicBezTo>
                  <a:cubicBezTo>
                    <a:pt x="20789" y="11415"/>
                    <a:pt x="20896" y="11165"/>
                    <a:pt x="20991" y="10903"/>
                  </a:cubicBezTo>
                  <a:cubicBezTo>
                    <a:pt x="21634" y="11106"/>
                    <a:pt x="22301" y="11261"/>
                    <a:pt x="22980" y="11356"/>
                  </a:cubicBezTo>
                  <a:cubicBezTo>
                    <a:pt x="22989" y="11357"/>
                    <a:pt x="22998" y="11357"/>
                    <a:pt x="23006" y="11357"/>
                  </a:cubicBezTo>
                  <a:cubicBezTo>
                    <a:pt x="23139" y="11357"/>
                    <a:pt x="23255" y="11275"/>
                    <a:pt x="23277" y="11142"/>
                  </a:cubicBezTo>
                  <a:cubicBezTo>
                    <a:pt x="23301" y="11011"/>
                    <a:pt x="23206" y="10868"/>
                    <a:pt x="23075" y="10844"/>
                  </a:cubicBezTo>
                  <a:cubicBezTo>
                    <a:pt x="22420" y="10761"/>
                    <a:pt x="21789" y="10618"/>
                    <a:pt x="21158" y="10415"/>
                  </a:cubicBezTo>
                  <a:cubicBezTo>
                    <a:pt x="21265" y="10106"/>
                    <a:pt x="21348" y="9784"/>
                    <a:pt x="21432" y="9463"/>
                  </a:cubicBezTo>
                  <a:cubicBezTo>
                    <a:pt x="21729" y="9594"/>
                    <a:pt x="22051" y="9677"/>
                    <a:pt x="22372" y="9713"/>
                  </a:cubicBezTo>
                  <a:cubicBezTo>
                    <a:pt x="22382" y="9714"/>
                    <a:pt x="22391" y="9714"/>
                    <a:pt x="22401" y="9714"/>
                  </a:cubicBezTo>
                  <a:cubicBezTo>
                    <a:pt x="22525" y="9714"/>
                    <a:pt x="22659" y="9643"/>
                    <a:pt x="22670" y="9510"/>
                  </a:cubicBezTo>
                  <a:cubicBezTo>
                    <a:pt x="22694" y="9379"/>
                    <a:pt x="22610" y="9225"/>
                    <a:pt x="22468" y="9213"/>
                  </a:cubicBezTo>
                  <a:cubicBezTo>
                    <a:pt x="22277" y="9189"/>
                    <a:pt x="22075" y="9165"/>
                    <a:pt x="21896" y="9094"/>
                  </a:cubicBezTo>
                  <a:lnTo>
                    <a:pt x="21896" y="9094"/>
                  </a:lnTo>
                  <a:cubicBezTo>
                    <a:pt x="21915" y="9101"/>
                    <a:pt x="21920" y="9104"/>
                    <a:pt x="21919" y="9104"/>
                  </a:cubicBezTo>
                  <a:cubicBezTo>
                    <a:pt x="21917" y="9104"/>
                    <a:pt x="21880" y="9090"/>
                    <a:pt x="21872" y="9082"/>
                  </a:cubicBezTo>
                  <a:cubicBezTo>
                    <a:pt x="21848" y="9082"/>
                    <a:pt x="21825" y="9070"/>
                    <a:pt x="21801" y="9058"/>
                  </a:cubicBezTo>
                  <a:cubicBezTo>
                    <a:pt x="21753" y="9046"/>
                    <a:pt x="21717" y="9022"/>
                    <a:pt x="21670" y="9010"/>
                  </a:cubicBezTo>
                  <a:cubicBezTo>
                    <a:pt x="21622" y="8986"/>
                    <a:pt x="21587" y="8963"/>
                    <a:pt x="21539" y="8939"/>
                  </a:cubicBezTo>
                  <a:cubicBezTo>
                    <a:pt x="21598" y="8629"/>
                    <a:pt x="21646" y="8320"/>
                    <a:pt x="21670" y="8010"/>
                  </a:cubicBezTo>
                  <a:cubicBezTo>
                    <a:pt x="21782" y="8015"/>
                    <a:pt x="21895" y="8017"/>
                    <a:pt x="22007" y="8017"/>
                  </a:cubicBezTo>
                  <a:cubicBezTo>
                    <a:pt x="22478" y="8017"/>
                    <a:pt x="22947" y="7975"/>
                    <a:pt x="23408" y="7879"/>
                  </a:cubicBezTo>
                  <a:cubicBezTo>
                    <a:pt x="23539" y="7843"/>
                    <a:pt x="23646" y="7748"/>
                    <a:pt x="23634" y="7605"/>
                  </a:cubicBezTo>
                  <a:cubicBezTo>
                    <a:pt x="23623" y="7485"/>
                    <a:pt x="23512" y="7364"/>
                    <a:pt x="23392" y="7364"/>
                  </a:cubicBezTo>
                  <a:cubicBezTo>
                    <a:pt x="23382" y="7364"/>
                    <a:pt x="23371" y="7365"/>
                    <a:pt x="23361" y="7367"/>
                  </a:cubicBezTo>
                  <a:cubicBezTo>
                    <a:pt x="22941" y="7460"/>
                    <a:pt x="22508" y="7510"/>
                    <a:pt x="22071" y="7510"/>
                  </a:cubicBezTo>
                  <a:cubicBezTo>
                    <a:pt x="21949" y="7510"/>
                    <a:pt x="21827" y="7506"/>
                    <a:pt x="21706" y="7498"/>
                  </a:cubicBezTo>
                  <a:cubicBezTo>
                    <a:pt x="21729" y="7177"/>
                    <a:pt x="21729" y="6855"/>
                    <a:pt x="21706" y="6534"/>
                  </a:cubicBezTo>
                  <a:lnTo>
                    <a:pt x="21706" y="6534"/>
                  </a:lnTo>
                  <a:cubicBezTo>
                    <a:pt x="21863" y="6556"/>
                    <a:pt x="22020" y="6568"/>
                    <a:pt x="22177" y="6568"/>
                  </a:cubicBezTo>
                  <a:cubicBezTo>
                    <a:pt x="22351" y="6568"/>
                    <a:pt x="22524" y="6553"/>
                    <a:pt x="22694" y="6522"/>
                  </a:cubicBezTo>
                  <a:cubicBezTo>
                    <a:pt x="22825" y="6486"/>
                    <a:pt x="22944" y="6391"/>
                    <a:pt x="22920" y="6236"/>
                  </a:cubicBezTo>
                  <a:cubicBezTo>
                    <a:pt x="22909" y="6130"/>
                    <a:pt x="22813" y="6004"/>
                    <a:pt x="22691" y="6004"/>
                  </a:cubicBezTo>
                  <a:cubicBezTo>
                    <a:pt x="22676" y="6004"/>
                    <a:pt x="22661" y="6006"/>
                    <a:pt x="22646" y="6010"/>
                  </a:cubicBezTo>
                  <a:cubicBezTo>
                    <a:pt x="22456" y="6046"/>
                    <a:pt x="22253" y="6058"/>
                    <a:pt x="22051" y="6058"/>
                  </a:cubicBezTo>
                  <a:lnTo>
                    <a:pt x="22015" y="6058"/>
                  </a:lnTo>
                  <a:cubicBezTo>
                    <a:pt x="22003" y="6058"/>
                    <a:pt x="21979" y="6046"/>
                    <a:pt x="21956" y="6046"/>
                  </a:cubicBezTo>
                  <a:cubicBezTo>
                    <a:pt x="21908" y="6046"/>
                    <a:pt x="21860" y="6034"/>
                    <a:pt x="21813" y="6034"/>
                  </a:cubicBezTo>
                  <a:cubicBezTo>
                    <a:pt x="21753" y="6022"/>
                    <a:pt x="21706" y="6010"/>
                    <a:pt x="21658" y="5998"/>
                  </a:cubicBezTo>
                  <a:cubicBezTo>
                    <a:pt x="21634" y="5748"/>
                    <a:pt x="21587" y="5498"/>
                    <a:pt x="21527" y="5248"/>
                  </a:cubicBezTo>
                  <a:cubicBezTo>
                    <a:pt x="21563" y="5248"/>
                    <a:pt x="21587" y="5248"/>
                    <a:pt x="21610" y="5236"/>
                  </a:cubicBezTo>
                  <a:cubicBezTo>
                    <a:pt x="22122" y="5069"/>
                    <a:pt x="22634" y="4903"/>
                    <a:pt x="23146" y="4760"/>
                  </a:cubicBezTo>
                  <a:cubicBezTo>
                    <a:pt x="23277" y="4724"/>
                    <a:pt x="23349" y="4557"/>
                    <a:pt x="23301" y="4426"/>
                  </a:cubicBezTo>
                  <a:cubicBezTo>
                    <a:pt x="23254" y="4323"/>
                    <a:pt x="23163" y="4272"/>
                    <a:pt x="23057" y="4272"/>
                  </a:cubicBezTo>
                  <a:cubicBezTo>
                    <a:pt x="23028" y="4272"/>
                    <a:pt x="22998" y="4276"/>
                    <a:pt x="22968" y="4284"/>
                  </a:cubicBezTo>
                  <a:cubicBezTo>
                    <a:pt x="22456" y="4426"/>
                    <a:pt x="21944" y="4581"/>
                    <a:pt x="21432" y="4760"/>
                  </a:cubicBezTo>
                  <a:cubicBezTo>
                    <a:pt x="21432" y="4760"/>
                    <a:pt x="21420" y="4772"/>
                    <a:pt x="21408" y="4772"/>
                  </a:cubicBezTo>
                  <a:cubicBezTo>
                    <a:pt x="21336" y="4522"/>
                    <a:pt x="21253" y="4272"/>
                    <a:pt x="21158" y="4033"/>
                  </a:cubicBezTo>
                  <a:cubicBezTo>
                    <a:pt x="21170" y="4033"/>
                    <a:pt x="21182" y="4033"/>
                    <a:pt x="21206" y="4022"/>
                  </a:cubicBezTo>
                  <a:cubicBezTo>
                    <a:pt x="21503" y="3926"/>
                    <a:pt x="21777" y="3772"/>
                    <a:pt x="22039" y="3581"/>
                  </a:cubicBezTo>
                  <a:cubicBezTo>
                    <a:pt x="22146" y="3510"/>
                    <a:pt x="22182" y="3343"/>
                    <a:pt x="22098" y="3236"/>
                  </a:cubicBezTo>
                  <a:cubicBezTo>
                    <a:pt x="22044" y="3166"/>
                    <a:pt x="21955" y="3122"/>
                    <a:pt x="21870" y="3122"/>
                  </a:cubicBezTo>
                  <a:cubicBezTo>
                    <a:pt x="21824" y="3122"/>
                    <a:pt x="21779" y="3135"/>
                    <a:pt x="21741" y="3164"/>
                  </a:cubicBezTo>
                  <a:cubicBezTo>
                    <a:pt x="21634" y="3248"/>
                    <a:pt x="21515" y="3319"/>
                    <a:pt x="21396" y="3391"/>
                  </a:cubicBezTo>
                  <a:cubicBezTo>
                    <a:pt x="21277" y="3450"/>
                    <a:pt x="21146" y="3498"/>
                    <a:pt x="21027" y="3545"/>
                  </a:cubicBezTo>
                  <a:cubicBezTo>
                    <a:pt x="21003" y="3557"/>
                    <a:pt x="20979" y="3569"/>
                    <a:pt x="20955" y="3593"/>
                  </a:cubicBezTo>
                  <a:cubicBezTo>
                    <a:pt x="20836" y="3331"/>
                    <a:pt x="20694" y="3093"/>
                    <a:pt x="20527" y="2855"/>
                  </a:cubicBezTo>
                  <a:cubicBezTo>
                    <a:pt x="20860" y="2640"/>
                    <a:pt x="21182" y="2402"/>
                    <a:pt x="21467" y="2128"/>
                  </a:cubicBezTo>
                  <a:cubicBezTo>
                    <a:pt x="21515" y="2081"/>
                    <a:pt x="21563" y="2045"/>
                    <a:pt x="21575" y="1974"/>
                  </a:cubicBezTo>
                  <a:cubicBezTo>
                    <a:pt x="21587" y="1902"/>
                    <a:pt x="21563" y="1831"/>
                    <a:pt x="21527" y="1771"/>
                  </a:cubicBezTo>
                  <a:cubicBezTo>
                    <a:pt x="21481" y="1710"/>
                    <a:pt x="21391" y="1664"/>
                    <a:pt x="21304" y="1664"/>
                  </a:cubicBezTo>
                  <a:cubicBezTo>
                    <a:pt x="21255" y="1664"/>
                    <a:pt x="21208" y="1678"/>
                    <a:pt x="21170" y="1712"/>
                  </a:cubicBezTo>
                  <a:cubicBezTo>
                    <a:pt x="20884" y="1986"/>
                    <a:pt x="20563" y="2224"/>
                    <a:pt x="20229" y="2438"/>
                  </a:cubicBezTo>
                  <a:cubicBezTo>
                    <a:pt x="20229" y="2426"/>
                    <a:pt x="20229" y="2426"/>
                    <a:pt x="20217" y="2426"/>
                  </a:cubicBezTo>
                  <a:cubicBezTo>
                    <a:pt x="20051" y="2200"/>
                    <a:pt x="19848" y="1986"/>
                    <a:pt x="19646" y="1795"/>
                  </a:cubicBezTo>
                  <a:cubicBezTo>
                    <a:pt x="19658" y="1783"/>
                    <a:pt x="19682" y="1771"/>
                    <a:pt x="19682" y="1759"/>
                  </a:cubicBezTo>
                  <a:cubicBezTo>
                    <a:pt x="19991" y="1331"/>
                    <a:pt x="20241" y="866"/>
                    <a:pt x="20420" y="366"/>
                  </a:cubicBezTo>
                  <a:cubicBezTo>
                    <a:pt x="20467" y="235"/>
                    <a:pt x="20432" y="81"/>
                    <a:pt x="20301" y="21"/>
                  </a:cubicBezTo>
                  <a:cubicBezTo>
                    <a:pt x="20267" y="8"/>
                    <a:pt x="20229" y="1"/>
                    <a:pt x="20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5" name="Google Shape;645;p19"/>
            <p:cNvSpPr/>
            <p:nvPr/>
          </p:nvSpPr>
          <p:spPr>
            <a:xfrm>
              <a:off x="2968500" y="5154850"/>
              <a:ext cx="16975" cy="37850"/>
            </a:xfrm>
            <a:custGeom>
              <a:rect b="b" l="l" r="r" t="t"/>
              <a:pathLst>
                <a:path extrusionOk="0" h="1514" w="679">
                  <a:moveTo>
                    <a:pt x="260" y="1"/>
                  </a:moveTo>
                  <a:cubicBezTo>
                    <a:pt x="253" y="1"/>
                    <a:pt x="246" y="1"/>
                    <a:pt x="238" y="2"/>
                  </a:cubicBezTo>
                  <a:cubicBezTo>
                    <a:pt x="107" y="25"/>
                    <a:pt x="0" y="133"/>
                    <a:pt x="12" y="275"/>
                  </a:cubicBezTo>
                  <a:cubicBezTo>
                    <a:pt x="36" y="609"/>
                    <a:pt x="84" y="942"/>
                    <a:pt x="143" y="1276"/>
                  </a:cubicBezTo>
                  <a:cubicBezTo>
                    <a:pt x="155" y="1347"/>
                    <a:pt x="179" y="1406"/>
                    <a:pt x="238" y="1454"/>
                  </a:cubicBezTo>
                  <a:cubicBezTo>
                    <a:pt x="286" y="1490"/>
                    <a:pt x="357" y="1514"/>
                    <a:pt x="429" y="1514"/>
                  </a:cubicBezTo>
                  <a:cubicBezTo>
                    <a:pt x="548" y="1490"/>
                    <a:pt x="679" y="1371"/>
                    <a:pt x="655" y="1228"/>
                  </a:cubicBezTo>
                  <a:cubicBezTo>
                    <a:pt x="596" y="906"/>
                    <a:pt x="548" y="573"/>
                    <a:pt x="524" y="240"/>
                  </a:cubicBezTo>
                  <a:cubicBezTo>
                    <a:pt x="513" y="104"/>
                    <a:pt x="394" y="1"/>
                    <a:pt x="26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6" name="Google Shape;646;p19"/>
            <p:cNvSpPr/>
            <p:nvPr/>
          </p:nvSpPr>
          <p:spPr>
            <a:xfrm>
              <a:off x="3006300" y="5222700"/>
              <a:ext cx="111050" cy="98375"/>
            </a:xfrm>
            <a:custGeom>
              <a:rect b="b" l="l" r="r" t="t"/>
              <a:pathLst>
                <a:path extrusionOk="0" h="3935" w="4442">
                  <a:moveTo>
                    <a:pt x="2454" y="507"/>
                  </a:moveTo>
                  <a:cubicBezTo>
                    <a:pt x="2650" y="507"/>
                    <a:pt x="2846" y="552"/>
                    <a:pt x="3025" y="645"/>
                  </a:cubicBezTo>
                  <a:cubicBezTo>
                    <a:pt x="3560" y="919"/>
                    <a:pt x="3858" y="1526"/>
                    <a:pt x="3751" y="2121"/>
                  </a:cubicBezTo>
                  <a:cubicBezTo>
                    <a:pt x="3644" y="2764"/>
                    <a:pt x="3144" y="3264"/>
                    <a:pt x="2501" y="3384"/>
                  </a:cubicBezTo>
                  <a:cubicBezTo>
                    <a:pt x="2385" y="3408"/>
                    <a:pt x="2266" y="3421"/>
                    <a:pt x="2147" y="3421"/>
                  </a:cubicBezTo>
                  <a:cubicBezTo>
                    <a:pt x="1639" y="3421"/>
                    <a:pt x="1128" y="3196"/>
                    <a:pt x="858" y="2753"/>
                  </a:cubicBezTo>
                  <a:cubicBezTo>
                    <a:pt x="512" y="2157"/>
                    <a:pt x="810" y="1514"/>
                    <a:pt x="1250" y="1074"/>
                  </a:cubicBezTo>
                  <a:cubicBezTo>
                    <a:pt x="1262" y="1076"/>
                    <a:pt x="1274" y="1077"/>
                    <a:pt x="1285" y="1077"/>
                  </a:cubicBezTo>
                  <a:cubicBezTo>
                    <a:pt x="1345" y="1077"/>
                    <a:pt x="1403" y="1050"/>
                    <a:pt x="1453" y="990"/>
                  </a:cubicBezTo>
                  <a:cubicBezTo>
                    <a:pt x="1696" y="676"/>
                    <a:pt x="2075" y="507"/>
                    <a:pt x="2454" y="507"/>
                  </a:cubicBezTo>
                  <a:close/>
                  <a:moveTo>
                    <a:pt x="2454" y="1"/>
                  </a:moveTo>
                  <a:cubicBezTo>
                    <a:pt x="2078" y="1"/>
                    <a:pt x="1703" y="117"/>
                    <a:pt x="1393" y="347"/>
                  </a:cubicBezTo>
                  <a:cubicBezTo>
                    <a:pt x="1346" y="347"/>
                    <a:pt x="1310" y="359"/>
                    <a:pt x="1274" y="383"/>
                  </a:cubicBezTo>
                  <a:cubicBezTo>
                    <a:pt x="536" y="895"/>
                    <a:pt x="0" y="1776"/>
                    <a:pt x="286" y="2693"/>
                  </a:cubicBezTo>
                  <a:cubicBezTo>
                    <a:pt x="524" y="3486"/>
                    <a:pt x="1367" y="3935"/>
                    <a:pt x="2156" y="3935"/>
                  </a:cubicBezTo>
                  <a:cubicBezTo>
                    <a:pt x="2196" y="3935"/>
                    <a:pt x="2235" y="3934"/>
                    <a:pt x="2274" y="3931"/>
                  </a:cubicBezTo>
                  <a:cubicBezTo>
                    <a:pt x="3144" y="3884"/>
                    <a:pt x="3917" y="3324"/>
                    <a:pt x="4179" y="2502"/>
                  </a:cubicBezTo>
                  <a:cubicBezTo>
                    <a:pt x="4441" y="1717"/>
                    <a:pt x="4179" y="812"/>
                    <a:pt x="3489" y="324"/>
                  </a:cubicBezTo>
                  <a:cubicBezTo>
                    <a:pt x="3180" y="108"/>
                    <a:pt x="2816" y="1"/>
                    <a:pt x="245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7" name="Google Shape;647;p19"/>
            <p:cNvSpPr/>
            <p:nvPr/>
          </p:nvSpPr>
          <p:spPr>
            <a:xfrm>
              <a:off x="2885450" y="5248175"/>
              <a:ext cx="73225" cy="184500"/>
            </a:xfrm>
            <a:custGeom>
              <a:rect b="b" l="l" r="r" t="t"/>
              <a:pathLst>
                <a:path extrusionOk="0" h="7380" w="2929">
                  <a:moveTo>
                    <a:pt x="1774" y="0"/>
                  </a:moveTo>
                  <a:cubicBezTo>
                    <a:pt x="1710" y="0"/>
                    <a:pt x="1646" y="30"/>
                    <a:pt x="1596" y="102"/>
                  </a:cubicBezTo>
                  <a:cubicBezTo>
                    <a:pt x="0" y="2365"/>
                    <a:pt x="346" y="5460"/>
                    <a:pt x="2405" y="7318"/>
                  </a:cubicBezTo>
                  <a:cubicBezTo>
                    <a:pt x="2456" y="7361"/>
                    <a:pt x="2510" y="7380"/>
                    <a:pt x="2561" y="7380"/>
                  </a:cubicBezTo>
                  <a:cubicBezTo>
                    <a:pt x="2763" y="7380"/>
                    <a:pt x="2929" y="7095"/>
                    <a:pt x="2739" y="6925"/>
                  </a:cubicBezTo>
                  <a:cubicBezTo>
                    <a:pt x="893" y="5270"/>
                    <a:pt x="560" y="2460"/>
                    <a:pt x="1989" y="436"/>
                  </a:cubicBezTo>
                  <a:cubicBezTo>
                    <a:pt x="2129" y="234"/>
                    <a:pt x="1953" y="0"/>
                    <a:pt x="17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19"/>
            <p:cNvSpPr/>
            <p:nvPr/>
          </p:nvSpPr>
          <p:spPr>
            <a:xfrm>
              <a:off x="2975375" y="5444425"/>
              <a:ext cx="130000" cy="36025"/>
            </a:xfrm>
            <a:custGeom>
              <a:rect b="b" l="l" r="r" t="t"/>
              <a:pathLst>
                <a:path extrusionOk="0" h="1441" w="5200">
                  <a:moveTo>
                    <a:pt x="392" y="0"/>
                  </a:moveTo>
                  <a:cubicBezTo>
                    <a:pt x="173" y="0"/>
                    <a:pt x="0" y="289"/>
                    <a:pt x="213" y="444"/>
                  </a:cubicBezTo>
                  <a:cubicBezTo>
                    <a:pt x="856" y="884"/>
                    <a:pt x="1595" y="1111"/>
                    <a:pt x="2357" y="1230"/>
                  </a:cubicBezTo>
                  <a:cubicBezTo>
                    <a:pt x="2963" y="1335"/>
                    <a:pt x="3609" y="1441"/>
                    <a:pt x="4236" y="1441"/>
                  </a:cubicBezTo>
                  <a:cubicBezTo>
                    <a:pt x="4458" y="1441"/>
                    <a:pt x="4678" y="1427"/>
                    <a:pt x="4893" y="1396"/>
                  </a:cubicBezTo>
                  <a:cubicBezTo>
                    <a:pt x="5200" y="1351"/>
                    <a:pt x="5181" y="881"/>
                    <a:pt x="4888" y="881"/>
                  </a:cubicBezTo>
                  <a:cubicBezTo>
                    <a:pt x="4874" y="881"/>
                    <a:pt x="4860" y="882"/>
                    <a:pt x="4845" y="884"/>
                  </a:cubicBezTo>
                  <a:cubicBezTo>
                    <a:pt x="4646" y="916"/>
                    <a:pt x="4442" y="929"/>
                    <a:pt x="4236" y="929"/>
                  </a:cubicBezTo>
                  <a:cubicBezTo>
                    <a:pt x="3668" y="929"/>
                    <a:pt x="3083" y="829"/>
                    <a:pt x="2523" y="741"/>
                  </a:cubicBezTo>
                  <a:cubicBezTo>
                    <a:pt x="1833" y="634"/>
                    <a:pt x="1130" y="456"/>
                    <a:pt x="547" y="51"/>
                  </a:cubicBezTo>
                  <a:cubicBezTo>
                    <a:pt x="496" y="15"/>
                    <a:pt x="443" y="0"/>
                    <a:pt x="39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19"/>
            <p:cNvSpPr/>
            <p:nvPr/>
          </p:nvSpPr>
          <p:spPr>
            <a:xfrm>
              <a:off x="3279025" y="5084725"/>
              <a:ext cx="69900" cy="200150"/>
            </a:xfrm>
            <a:custGeom>
              <a:rect b="b" l="l" r="r" t="t"/>
              <a:pathLst>
                <a:path extrusionOk="0" h="8006" w="2796">
                  <a:moveTo>
                    <a:pt x="360" y="0"/>
                  </a:moveTo>
                  <a:cubicBezTo>
                    <a:pt x="161" y="0"/>
                    <a:pt x="0" y="283"/>
                    <a:pt x="188" y="461"/>
                  </a:cubicBezTo>
                  <a:cubicBezTo>
                    <a:pt x="2236" y="2271"/>
                    <a:pt x="2260" y="5235"/>
                    <a:pt x="1379" y="7640"/>
                  </a:cubicBezTo>
                  <a:cubicBezTo>
                    <a:pt x="1308" y="7844"/>
                    <a:pt x="1484" y="8006"/>
                    <a:pt x="1643" y="8006"/>
                  </a:cubicBezTo>
                  <a:cubicBezTo>
                    <a:pt x="1727" y="8006"/>
                    <a:pt x="1806" y="7961"/>
                    <a:pt x="1843" y="7855"/>
                  </a:cubicBezTo>
                  <a:cubicBezTo>
                    <a:pt x="2795" y="5235"/>
                    <a:pt x="2748" y="2045"/>
                    <a:pt x="521" y="68"/>
                  </a:cubicBezTo>
                  <a:cubicBezTo>
                    <a:pt x="469" y="20"/>
                    <a:pt x="413" y="0"/>
                    <a:pt x="3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0" name="Google Shape;650;p19"/>
            <p:cNvSpPr/>
            <p:nvPr/>
          </p:nvSpPr>
          <p:spPr>
            <a:xfrm>
              <a:off x="3260500" y="5297375"/>
              <a:ext cx="54800" cy="64900"/>
            </a:xfrm>
            <a:custGeom>
              <a:rect b="b" l="l" r="r" t="t"/>
              <a:pathLst>
                <a:path extrusionOk="0" h="2596" w="2192">
                  <a:moveTo>
                    <a:pt x="1846" y="0"/>
                  </a:moveTo>
                  <a:cubicBezTo>
                    <a:pt x="1761" y="0"/>
                    <a:pt x="1679" y="40"/>
                    <a:pt x="1631" y="135"/>
                  </a:cubicBezTo>
                  <a:cubicBezTo>
                    <a:pt x="1239" y="897"/>
                    <a:pt x="715" y="1587"/>
                    <a:pt x="96" y="2182"/>
                  </a:cubicBezTo>
                  <a:cubicBezTo>
                    <a:pt x="0" y="2278"/>
                    <a:pt x="36" y="2456"/>
                    <a:pt x="131" y="2540"/>
                  </a:cubicBezTo>
                  <a:cubicBezTo>
                    <a:pt x="175" y="2579"/>
                    <a:pt x="227" y="2596"/>
                    <a:pt x="279" y="2596"/>
                  </a:cubicBezTo>
                  <a:cubicBezTo>
                    <a:pt x="355" y="2596"/>
                    <a:pt x="432" y="2560"/>
                    <a:pt x="488" y="2504"/>
                  </a:cubicBezTo>
                  <a:cubicBezTo>
                    <a:pt x="1143" y="1885"/>
                    <a:pt x="1679" y="1159"/>
                    <a:pt x="2096" y="361"/>
                  </a:cubicBezTo>
                  <a:cubicBezTo>
                    <a:pt x="2191" y="162"/>
                    <a:pt x="2015" y="0"/>
                    <a:pt x="184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1" name="Google Shape;651;p19"/>
            <p:cNvSpPr/>
            <p:nvPr/>
          </p:nvSpPr>
          <p:spPr>
            <a:xfrm>
              <a:off x="3058675" y="5365725"/>
              <a:ext cx="63725" cy="56050"/>
            </a:xfrm>
            <a:custGeom>
              <a:rect b="b" l="l" r="r" t="t"/>
              <a:pathLst>
                <a:path extrusionOk="0" h="2242" w="2549">
                  <a:moveTo>
                    <a:pt x="1299" y="508"/>
                  </a:moveTo>
                  <a:cubicBezTo>
                    <a:pt x="1299" y="508"/>
                    <a:pt x="1334" y="520"/>
                    <a:pt x="1334" y="520"/>
                  </a:cubicBezTo>
                  <a:lnTo>
                    <a:pt x="1382" y="520"/>
                  </a:lnTo>
                  <a:cubicBezTo>
                    <a:pt x="1430" y="532"/>
                    <a:pt x="1465" y="532"/>
                    <a:pt x="1513" y="544"/>
                  </a:cubicBezTo>
                  <a:cubicBezTo>
                    <a:pt x="1513" y="544"/>
                    <a:pt x="1513" y="544"/>
                    <a:pt x="1513" y="556"/>
                  </a:cubicBezTo>
                  <a:lnTo>
                    <a:pt x="1525" y="556"/>
                  </a:lnTo>
                  <a:cubicBezTo>
                    <a:pt x="1537" y="556"/>
                    <a:pt x="1561" y="568"/>
                    <a:pt x="1572" y="580"/>
                  </a:cubicBezTo>
                  <a:cubicBezTo>
                    <a:pt x="1596" y="580"/>
                    <a:pt x="1608" y="591"/>
                    <a:pt x="1632" y="603"/>
                  </a:cubicBezTo>
                  <a:cubicBezTo>
                    <a:pt x="1632" y="603"/>
                    <a:pt x="1656" y="615"/>
                    <a:pt x="1668" y="615"/>
                  </a:cubicBezTo>
                  <a:cubicBezTo>
                    <a:pt x="1692" y="639"/>
                    <a:pt x="1727" y="663"/>
                    <a:pt x="1751" y="687"/>
                  </a:cubicBezTo>
                  <a:cubicBezTo>
                    <a:pt x="1763" y="699"/>
                    <a:pt x="1775" y="711"/>
                    <a:pt x="1787" y="722"/>
                  </a:cubicBezTo>
                  <a:cubicBezTo>
                    <a:pt x="1799" y="734"/>
                    <a:pt x="1799" y="734"/>
                    <a:pt x="1811" y="746"/>
                  </a:cubicBezTo>
                  <a:cubicBezTo>
                    <a:pt x="1834" y="770"/>
                    <a:pt x="1846" y="806"/>
                    <a:pt x="1870" y="841"/>
                  </a:cubicBezTo>
                  <a:cubicBezTo>
                    <a:pt x="1870" y="841"/>
                    <a:pt x="1870" y="841"/>
                    <a:pt x="1870" y="853"/>
                  </a:cubicBezTo>
                  <a:cubicBezTo>
                    <a:pt x="1882" y="865"/>
                    <a:pt x="1894" y="889"/>
                    <a:pt x="1906" y="913"/>
                  </a:cubicBezTo>
                  <a:cubicBezTo>
                    <a:pt x="1906" y="937"/>
                    <a:pt x="1918" y="949"/>
                    <a:pt x="1918" y="972"/>
                  </a:cubicBezTo>
                  <a:cubicBezTo>
                    <a:pt x="1930" y="984"/>
                    <a:pt x="1930" y="984"/>
                    <a:pt x="1930" y="984"/>
                  </a:cubicBezTo>
                  <a:cubicBezTo>
                    <a:pt x="1930" y="1020"/>
                    <a:pt x="1942" y="1056"/>
                    <a:pt x="1942" y="1092"/>
                  </a:cubicBezTo>
                  <a:cubicBezTo>
                    <a:pt x="1942" y="1115"/>
                    <a:pt x="1942" y="1127"/>
                    <a:pt x="1942" y="1151"/>
                  </a:cubicBezTo>
                  <a:cubicBezTo>
                    <a:pt x="1942" y="1151"/>
                    <a:pt x="1942" y="1163"/>
                    <a:pt x="1942" y="1163"/>
                  </a:cubicBezTo>
                  <a:cubicBezTo>
                    <a:pt x="1942" y="1199"/>
                    <a:pt x="1930" y="1246"/>
                    <a:pt x="1930" y="1282"/>
                  </a:cubicBezTo>
                  <a:cubicBezTo>
                    <a:pt x="1918" y="1294"/>
                    <a:pt x="1918" y="1318"/>
                    <a:pt x="1918" y="1330"/>
                  </a:cubicBezTo>
                  <a:cubicBezTo>
                    <a:pt x="1906" y="1342"/>
                    <a:pt x="1906" y="1353"/>
                    <a:pt x="1906" y="1353"/>
                  </a:cubicBezTo>
                  <a:cubicBezTo>
                    <a:pt x="1894" y="1389"/>
                    <a:pt x="1870" y="1425"/>
                    <a:pt x="1858" y="1449"/>
                  </a:cubicBezTo>
                  <a:cubicBezTo>
                    <a:pt x="1858" y="1461"/>
                    <a:pt x="1858" y="1461"/>
                    <a:pt x="1858" y="1461"/>
                  </a:cubicBezTo>
                  <a:lnTo>
                    <a:pt x="1846" y="1461"/>
                  </a:lnTo>
                  <a:cubicBezTo>
                    <a:pt x="1834" y="1473"/>
                    <a:pt x="1822" y="1496"/>
                    <a:pt x="1811" y="1508"/>
                  </a:cubicBezTo>
                  <a:cubicBezTo>
                    <a:pt x="1811" y="1508"/>
                    <a:pt x="1799" y="1520"/>
                    <a:pt x="1787" y="1532"/>
                  </a:cubicBezTo>
                  <a:cubicBezTo>
                    <a:pt x="1775" y="1544"/>
                    <a:pt x="1751" y="1556"/>
                    <a:pt x="1739" y="1568"/>
                  </a:cubicBezTo>
                  <a:cubicBezTo>
                    <a:pt x="1715" y="1592"/>
                    <a:pt x="1692" y="1603"/>
                    <a:pt x="1668" y="1615"/>
                  </a:cubicBezTo>
                  <a:cubicBezTo>
                    <a:pt x="1668" y="1627"/>
                    <a:pt x="1656" y="1627"/>
                    <a:pt x="1656" y="1627"/>
                  </a:cubicBezTo>
                  <a:lnTo>
                    <a:pt x="1644" y="1627"/>
                  </a:lnTo>
                  <a:cubicBezTo>
                    <a:pt x="1608" y="1651"/>
                    <a:pt x="1561" y="1663"/>
                    <a:pt x="1525" y="1687"/>
                  </a:cubicBezTo>
                  <a:cubicBezTo>
                    <a:pt x="1501" y="1687"/>
                    <a:pt x="1477" y="1699"/>
                    <a:pt x="1465" y="1699"/>
                  </a:cubicBezTo>
                  <a:cubicBezTo>
                    <a:pt x="1465" y="1699"/>
                    <a:pt x="1430" y="1711"/>
                    <a:pt x="1418" y="1711"/>
                  </a:cubicBezTo>
                  <a:cubicBezTo>
                    <a:pt x="1406" y="1711"/>
                    <a:pt x="1370" y="1723"/>
                    <a:pt x="1382" y="1723"/>
                  </a:cubicBezTo>
                  <a:cubicBezTo>
                    <a:pt x="1346" y="1723"/>
                    <a:pt x="1322" y="1723"/>
                    <a:pt x="1299" y="1734"/>
                  </a:cubicBezTo>
                  <a:lnTo>
                    <a:pt x="1132" y="1734"/>
                  </a:lnTo>
                  <a:cubicBezTo>
                    <a:pt x="1108" y="1723"/>
                    <a:pt x="1096" y="1723"/>
                    <a:pt x="1072" y="1723"/>
                  </a:cubicBezTo>
                  <a:cubicBezTo>
                    <a:pt x="1049" y="1711"/>
                    <a:pt x="1025" y="1711"/>
                    <a:pt x="1013" y="1711"/>
                  </a:cubicBezTo>
                  <a:cubicBezTo>
                    <a:pt x="1013" y="1711"/>
                    <a:pt x="977" y="1699"/>
                    <a:pt x="965" y="1699"/>
                  </a:cubicBezTo>
                  <a:cubicBezTo>
                    <a:pt x="953" y="1687"/>
                    <a:pt x="918" y="1675"/>
                    <a:pt x="930" y="1675"/>
                  </a:cubicBezTo>
                  <a:cubicBezTo>
                    <a:pt x="906" y="1663"/>
                    <a:pt x="870" y="1651"/>
                    <a:pt x="846" y="1639"/>
                  </a:cubicBezTo>
                  <a:cubicBezTo>
                    <a:pt x="846" y="1639"/>
                    <a:pt x="822" y="1627"/>
                    <a:pt x="822" y="1627"/>
                  </a:cubicBezTo>
                  <a:cubicBezTo>
                    <a:pt x="799" y="1615"/>
                    <a:pt x="787" y="1603"/>
                    <a:pt x="775" y="1592"/>
                  </a:cubicBezTo>
                  <a:cubicBezTo>
                    <a:pt x="763" y="1580"/>
                    <a:pt x="739" y="1568"/>
                    <a:pt x="727" y="1544"/>
                  </a:cubicBezTo>
                  <a:lnTo>
                    <a:pt x="715" y="1544"/>
                  </a:lnTo>
                  <a:cubicBezTo>
                    <a:pt x="715" y="1532"/>
                    <a:pt x="715" y="1532"/>
                    <a:pt x="715" y="1532"/>
                  </a:cubicBezTo>
                  <a:cubicBezTo>
                    <a:pt x="691" y="1496"/>
                    <a:pt x="668" y="1461"/>
                    <a:pt x="644" y="1425"/>
                  </a:cubicBezTo>
                  <a:lnTo>
                    <a:pt x="632" y="1425"/>
                  </a:lnTo>
                  <a:cubicBezTo>
                    <a:pt x="632" y="1413"/>
                    <a:pt x="632" y="1413"/>
                    <a:pt x="632" y="1413"/>
                  </a:cubicBezTo>
                  <a:cubicBezTo>
                    <a:pt x="620" y="1377"/>
                    <a:pt x="608" y="1353"/>
                    <a:pt x="596" y="1330"/>
                  </a:cubicBezTo>
                  <a:cubicBezTo>
                    <a:pt x="549" y="1187"/>
                    <a:pt x="560" y="1032"/>
                    <a:pt x="620" y="889"/>
                  </a:cubicBezTo>
                  <a:cubicBezTo>
                    <a:pt x="632" y="877"/>
                    <a:pt x="644" y="853"/>
                    <a:pt x="656" y="841"/>
                  </a:cubicBezTo>
                  <a:cubicBezTo>
                    <a:pt x="656" y="830"/>
                    <a:pt x="668" y="818"/>
                    <a:pt x="679" y="806"/>
                  </a:cubicBezTo>
                  <a:cubicBezTo>
                    <a:pt x="691" y="794"/>
                    <a:pt x="703" y="782"/>
                    <a:pt x="703" y="770"/>
                  </a:cubicBezTo>
                  <a:cubicBezTo>
                    <a:pt x="715" y="758"/>
                    <a:pt x="751" y="722"/>
                    <a:pt x="751" y="722"/>
                  </a:cubicBezTo>
                  <a:cubicBezTo>
                    <a:pt x="787" y="687"/>
                    <a:pt x="822" y="663"/>
                    <a:pt x="858" y="639"/>
                  </a:cubicBezTo>
                  <a:lnTo>
                    <a:pt x="870" y="639"/>
                  </a:lnTo>
                  <a:cubicBezTo>
                    <a:pt x="894" y="627"/>
                    <a:pt x="918" y="615"/>
                    <a:pt x="953" y="603"/>
                  </a:cubicBezTo>
                  <a:cubicBezTo>
                    <a:pt x="977" y="591"/>
                    <a:pt x="1013" y="568"/>
                    <a:pt x="1037" y="544"/>
                  </a:cubicBezTo>
                  <a:lnTo>
                    <a:pt x="1049" y="544"/>
                  </a:lnTo>
                  <a:cubicBezTo>
                    <a:pt x="1049" y="544"/>
                    <a:pt x="1060" y="532"/>
                    <a:pt x="1084" y="532"/>
                  </a:cubicBezTo>
                  <a:cubicBezTo>
                    <a:pt x="1096" y="532"/>
                    <a:pt x="1120" y="520"/>
                    <a:pt x="1120" y="520"/>
                  </a:cubicBezTo>
                  <a:lnTo>
                    <a:pt x="1180" y="520"/>
                  </a:lnTo>
                  <a:cubicBezTo>
                    <a:pt x="1215" y="508"/>
                    <a:pt x="1251" y="508"/>
                    <a:pt x="1299" y="508"/>
                  </a:cubicBezTo>
                  <a:close/>
                  <a:moveTo>
                    <a:pt x="1271" y="1"/>
                  </a:moveTo>
                  <a:cubicBezTo>
                    <a:pt x="1069" y="1"/>
                    <a:pt x="867" y="47"/>
                    <a:pt x="691" y="139"/>
                  </a:cubicBezTo>
                  <a:cubicBezTo>
                    <a:pt x="656" y="151"/>
                    <a:pt x="632" y="175"/>
                    <a:pt x="608" y="199"/>
                  </a:cubicBezTo>
                  <a:cubicBezTo>
                    <a:pt x="239" y="413"/>
                    <a:pt x="1" y="841"/>
                    <a:pt x="60" y="1270"/>
                  </a:cubicBezTo>
                  <a:cubicBezTo>
                    <a:pt x="132" y="1782"/>
                    <a:pt x="549" y="2187"/>
                    <a:pt x="1072" y="2235"/>
                  </a:cubicBezTo>
                  <a:cubicBezTo>
                    <a:pt x="1119" y="2239"/>
                    <a:pt x="1166" y="2241"/>
                    <a:pt x="1213" y="2241"/>
                  </a:cubicBezTo>
                  <a:cubicBezTo>
                    <a:pt x="1664" y="2241"/>
                    <a:pt x="2142" y="2036"/>
                    <a:pt x="2346" y="1615"/>
                  </a:cubicBezTo>
                  <a:cubicBezTo>
                    <a:pt x="2549" y="1199"/>
                    <a:pt x="2454" y="675"/>
                    <a:pt x="2132" y="341"/>
                  </a:cubicBezTo>
                  <a:cubicBezTo>
                    <a:pt x="1913" y="115"/>
                    <a:pt x="1592" y="1"/>
                    <a:pt x="12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2" name="Google Shape;652;p19"/>
            <p:cNvSpPr/>
            <p:nvPr/>
          </p:nvSpPr>
          <p:spPr>
            <a:xfrm>
              <a:off x="3003925" y="5130000"/>
              <a:ext cx="26800" cy="52900"/>
            </a:xfrm>
            <a:custGeom>
              <a:rect b="b" l="l" r="r" t="t"/>
              <a:pathLst>
                <a:path extrusionOk="0" h="2116" w="1072">
                  <a:moveTo>
                    <a:pt x="297" y="1"/>
                  </a:moveTo>
                  <a:cubicBezTo>
                    <a:pt x="270" y="1"/>
                    <a:pt x="242" y="7"/>
                    <a:pt x="214" y="19"/>
                  </a:cubicBezTo>
                  <a:cubicBezTo>
                    <a:pt x="95" y="67"/>
                    <a:pt x="0" y="222"/>
                    <a:pt x="60" y="353"/>
                  </a:cubicBezTo>
                  <a:cubicBezTo>
                    <a:pt x="179" y="603"/>
                    <a:pt x="286" y="853"/>
                    <a:pt x="369" y="1115"/>
                  </a:cubicBezTo>
                  <a:cubicBezTo>
                    <a:pt x="453" y="1388"/>
                    <a:pt x="500" y="1603"/>
                    <a:pt x="548" y="1877"/>
                  </a:cubicBezTo>
                  <a:cubicBezTo>
                    <a:pt x="559" y="2001"/>
                    <a:pt x="668" y="2116"/>
                    <a:pt x="802" y="2116"/>
                  </a:cubicBezTo>
                  <a:cubicBezTo>
                    <a:pt x="808" y="2116"/>
                    <a:pt x="815" y="2115"/>
                    <a:pt x="822" y="2115"/>
                  </a:cubicBezTo>
                  <a:cubicBezTo>
                    <a:pt x="953" y="2091"/>
                    <a:pt x="1072" y="1972"/>
                    <a:pt x="1060" y="1841"/>
                  </a:cubicBezTo>
                  <a:cubicBezTo>
                    <a:pt x="964" y="1257"/>
                    <a:pt x="798" y="698"/>
                    <a:pt x="536" y="174"/>
                  </a:cubicBezTo>
                  <a:cubicBezTo>
                    <a:pt x="489" y="80"/>
                    <a:pt x="397" y="1"/>
                    <a:pt x="29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19"/>
            <p:cNvSpPr/>
            <p:nvPr/>
          </p:nvSpPr>
          <p:spPr>
            <a:xfrm>
              <a:off x="3039925" y="5135150"/>
              <a:ext cx="25025" cy="37975"/>
            </a:xfrm>
            <a:custGeom>
              <a:rect b="b" l="l" r="r" t="t"/>
              <a:pathLst>
                <a:path extrusionOk="0" h="1519" w="1001">
                  <a:moveTo>
                    <a:pt x="277" y="1"/>
                  </a:moveTo>
                  <a:cubicBezTo>
                    <a:pt x="222" y="1"/>
                    <a:pt x="159" y="22"/>
                    <a:pt x="120" y="51"/>
                  </a:cubicBezTo>
                  <a:cubicBezTo>
                    <a:pt x="72" y="87"/>
                    <a:pt x="25" y="147"/>
                    <a:pt x="13" y="218"/>
                  </a:cubicBezTo>
                  <a:cubicBezTo>
                    <a:pt x="1" y="289"/>
                    <a:pt x="25" y="349"/>
                    <a:pt x="60" y="409"/>
                  </a:cubicBezTo>
                  <a:lnTo>
                    <a:pt x="96" y="468"/>
                  </a:lnTo>
                  <a:cubicBezTo>
                    <a:pt x="96" y="480"/>
                    <a:pt x="96" y="480"/>
                    <a:pt x="96" y="480"/>
                  </a:cubicBezTo>
                  <a:cubicBezTo>
                    <a:pt x="96" y="480"/>
                    <a:pt x="96" y="480"/>
                    <a:pt x="96" y="492"/>
                  </a:cubicBezTo>
                  <a:cubicBezTo>
                    <a:pt x="120" y="528"/>
                    <a:pt x="144" y="575"/>
                    <a:pt x="167" y="611"/>
                  </a:cubicBezTo>
                  <a:cubicBezTo>
                    <a:pt x="203" y="694"/>
                    <a:pt x="239" y="766"/>
                    <a:pt x="275" y="849"/>
                  </a:cubicBezTo>
                  <a:cubicBezTo>
                    <a:pt x="346" y="1016"/>
                    <a:pt x="406" y="1182"/>
                    <a:pt x="465" y="1349"/>
                  </a:cubicBezTo>
                  <a:cubicBezTo>
                    <a:pt x="503" y="1452"/>
                    <a:pt x="614" y="1519"/>
                    <a:pt x="718" y="1519"/>
                  </a:cubicBezTo>
                  <a:cubicBezTo>
                    <a:pt x="746" y="1519"/>
                    <a:pt x="773" y="1514"/>
                    <a:pt x="798" y="1504"/>
                  </a:cubicBezTo>
                  <a:cubicBezTo>
                    <a:pt x="929" y="1444"/>
                    <a:pt x="1001" y="1313"/>
                    <a:pt x="953" y="1171"/>
                  </a:cubicBezTo>
                  <a:cubicBezTo>
                    <a:pt x="822" y="801"/>
                    <a:pt x="667" y="456"/>
                    <a:pt x="477" y="111"/>
                  </a:cubicBezTo>
                  <a:cubicBezTo>
                    <a:pt x="441" y="63"/>
                    <a:pt x="370" y="16"/>
                    <a:pt x="310" y="4"/>
                  </a:cubicBezTo>
                  <a:cubicBezTo>
                    <a:pt x="300" y="2"/>
                    <a:pt x="288" y="1"/>
                    <a:pt x="2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19"/>
            <p:cNvSpPr/>
            <p:nvPr/>
          </p:nvSpPr>
          <p:spPr>
            <a:xfrm>
              <a:off x="3051250" y="5100350"/>
              <a:ext cx="38425" cy="53400"/>
            </a:xfrm>
            <a:custGeom>
              <a:rect b="b" l="l" r="r" t="t"/>
              <a:pathLst>
                <a:path extrusionOk="0" h="2136" w="1537">
                  <a:moveTo>
                    <a:pt x="288" y="1"/>
                  </a:moveTo>
                  <a:cubicBezTo>
                    <a:pt x="234" y="1"/>
                    <a:pt x="181" y="17"/>
                    <a:pt x="143" y="50"/>
                  </a:cubicBezTo>
                  <a:cubicBezTo>
                    <a:pt x="24" y="146"/>
                    <a:pt x="0" y="288"/>
                    <a:pt x="84" y="408"/>
                  </a:cubicBezTo>
                  <a:cubicBezTo>
                    <a:pt x="405" y="943"/>
                    <a:pt x="726" y="1491"/>
                    <a:pt x="1048" y="2027"/>
                  </a:cubicBezTo>
                  <a:cubicBezTo>
                    <a:pt x="1084" y="2098"/>
                    <a:pt x="1167" y="2136"/>
                    <a:pt x="1249" y="2136"/>
                  </a:cubicBezTo>
                  <a:cubicBezTo>
                    <a:pt x="1302" y="2136"/>
                    <a:pt x="1355" y="2119"/>
                    <a:pt x="1393" y="2086"/>
                  </a:cubicBezTo>
                  <a:cubicBezTo>
                    <a:pt x="1512" y="1991"/>
                    <a:pt x="1536" y="1848"/>
                    <a:pt x="1465" y="1729"/>
                  </a:cubicBezTo>
                  <a:cubicBezTo>
                    <a:pt x="1143" y="1193"/>
                    <a:pt x="822" y="646"/>
                    <a:pt x="500" y="110"/>
                  </a:cubicBezTo>
                  <a:cubicBezTo>
                    <a:pt x="457" y="38"/>
                    <a:pt x="371" y="1"/>
                    <a:pt x="2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5" name="Google Shape;655;p19"/>
            <p:cNvSpPr/>
            <p:nvPr/>
          </p:nvSpPr>
          <p:spPr>
            <a:xfrm>
              <a:off x="3078625" y="5095000"/>
              <a:ext cx="38725" cy="29825"/>
            </a:xfrm>
            <a:custGeom>
              <a:rect b="b" l="l" r="r" t="t"/>
              <a:pathLst>
                <a:path extrusionOk="0" h="1193" w="1549">
                  <a:moveTo>
                    <a:pt x="299" y="0"/>
                  </a:moveTo>
                  <a:cubicBezTo>
                    <a:pt x="284" y="0"/>
                    <a:pt x="267" y="1"/>
                    <a:pt x="251" y="2"/>
                  </a:cubicBezTo>
                  <a:cubicBezTo>
                    <a:pt x="120" y="14"/>
                    <a:pt x="1" y="145"/>
                    <a:pt x="24" y="276"/>
                  </a:cubicBezTo>
                  <a:cubicBezTo>
                    <a:pt x="36" y="412"/>
                    <a:pt x="143" y="515"/>
                    <a:pt x="277" y="515"/>
                  </a:cubicBezTo>
                  <a:cubicBezTo>
                    <a:pt x="284" y="515"/>
                    <a:pt x="291" y="515"/>
                    <a:pt x="298" y="514"/>
                  </a:cubicBezTo>
                  <a:lnTo>
                    <a:pt x="322" y="514"/>
                  </a:lnTo>
                  <a:cubicBezTo>
                    <a:pt x="322" y="514"/>
                    <a:pt x="334" y="526"/>
                    <a:pt x="346" y="526"/>
                  </a:cubicBezTo>
                  <a:cubicBezTo>
                    <a:pt x="358" y="538"/>
                    <a:pt x="370" y="550"/>
                    <a:pt x="382" y="562"/>
                  </a:cubicBezTo>
                  <a:cubicBezTo>
                    <a:pt x="465" y="622"/>
                    <a:pt x="524" y="705"/>
                    <a:pt x="596" y="764"/>
                  </a:cubicBezTo>
                  <a:cubicBezTo>
                    <a:pt x="751" y="931"/>
                    <a:pt x="941" y="1062"/>
                    <a:pt x="1144" y="1169"/>
                  </a:cubicBezTo>
                  <a:cubicBezTo>
                    <a:pt x="1175" y="1185"/>
                    <a:pt x="1212" y="1193"/>
                    <a:pt x="1248" y="1193"/>
                  </a:cubicBezTo>
                  <a:cubicBezTo>
                    <a:pt x="1349" y="1193"/>
                    <a:pt x="1454" y="1137"/>
                    <a:pt x="1489" y="1050"/>
                  </a:cubicBezTo>
                  <a:cubicBezTo>
                    <a:pt x="1548" y="919"/>
                    <a:pt x="1501" y="776"/>
                    <a:pt x="1370" y="705"/>
                  </a:cubicBezTo>
                  <a:cubicBezTo>
                    <a:pt x="1322" y="681"/>
                    <a:pt x="1275" y="657"/>
                    <a:pt x="1227" y="622"/>
                  </a:cubicBezTo>
                  <a:cubicBezTo>
                    <a:pt x="1215" y="622"/>
                    <a:pt x="1203" y="610"/>
                    <a:pt x="1191" y="598"/>
                  </a:cubicBezTo>
                  <a:cubicBezTo>
                    <a:pt x="1167" y="586"/>
                    <a:pt x="1144" y="562"/>
                    <a:pt x="1120" y="550"/>
                  </a:cubicBezTo>
                  <a:cubicBezTo>
                    <a:pt x="1036" y="479"/>
                    <a:pt x="953" y="407"/>
                    <a:pt x="870" y="324"/>
                  </a:cubicBezTo>
                  <a:cubicBezTo>
                    <a:pt x="713" y="167"/>
                    <a:pt x="546" y="0"/>
                    <a:pt x="29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6" name="Google Shape;656;p19"/>
            <p:cNvSpPr/>
            <p:nvPr/>
          </p:nvSpPr>
          <p:spPr>
            <a:xfrm>
              <a:off x="3094100" y="5048125"/>
              <a:ext cx="37525" cy="44075"/>
            </a:xfrm>
            <a:custGeom>
              <a:rect b="b" l="l" r="r" t="t"/>
              <a:pathLst>
                <a:path extrusionOk="0" h="1763" w="1501">
                  <a:moveTo>
                    <a:pt x="293" y="1"/>
                  </a:moveTo>
                  <a:cubicBezTo>
                    <a:pt x="246" y="1"/>
                    <a:pt x="198" y="14"/>
                    <a:pt x="155" y="44"/>
                  </a:cubicBezTo>
                  <a:cubicBezTo>
                    <a:pt x="60" y="127"/>
                    <a:pt x="1" y="294"/>
                    <a:pt x="96" y="401"/>
                  </a:cubicBezTo>
                  <a:cubicBezTo>
                    <a:pt x="441" y="794"/>
                    <a:pt x="739" y="1211"/>
                    <a:pt x="1013" y="1651"/>
                  </a:cubicBezTo>
                  <a:cubicBezTo>
                    <a:pt x="1050" y="1726"/>
                    <a:pt x="1138" y="1763"/>
                    <a:pt x="1223" y="1763"/>
                  </a:cubicBezTo>
                  <a:cubicBezTo>
                    <a:pt x="1273" y="1763"/>
                    <a:pt x="1322" y="1749"/>
                    <a:pt x="1358" y="1723"/>
                  </a:cubicBezTo>
                  <a:cubicBezTo>
                    <a:pt x="1477" y="1627"/>
                    <a:pt x="1501" y="1484"/>
                    <a:pt x="1429" y="1365"/>
                  </a:cubicBezTo>
                  <a:cubicBezTo>
                    <a:pt x="1156" y="913"/>
                    <a:pt x="858" y="496"/>
                    <a:pt x="513" y="103"/>
                  </a:cubicBezTo>
                  <a:cubicBezTo>
                    <a:pt x="459" y="42"/>
                    <a:pt x="377" y="1"/>
                    <a:pt x="2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7" name="Google Shape;657;p19"/>
            <p:cNvSpPr/>
            <p:nvPr/>
          </p:nvSpPr>
          <p:spPr>
            <a:xfrm>
              <a:off x="3130725" y="5033300"/>
              <a:ext cx="26800" cy="30550"/>
            </a:xfrm>
            <a:custGeom>
              <a:rect b="b" l="l" r="r" t="t"/>
              <a:pathLst>
                <a:path extrusionOk="0" h="1222" w="1072">
                  <a:moveTo>
                    <a:pt x="275" y="1"/>
                  </a:moveTo>
                  <a:cubicBezTo>
                    <a:pt x="202" y="1"/>
                    <a:pt x="129" y="31"/>
                    <a:pt x="83" y="89"/>
                  </a:cubicBezTo>
                  <a:cubicBezTo>
                    <a:pt x="0" y="208"/>
                    <a:pt x="12" y="351"/>
                    <a:pt x="119" y="458"/>
                  </a:cubicBezTo>
                  <a:cubicBezTo>
                    <a:pt x="143" y="482"/>
                    <a:pt x="167" y="506"/>
                    <a:pt x="191" y="530"/>
                  </a:cubicBezTo>
                  <a:cubicBezTo>
                    <a:pt x="298" y="649"/>
                    <a:pt x="393" y="792"/>
                    <a:pt x="476" y="923"/>
                  </a:cubicBezTo>
                  <a:cubicBezTo>
                    <a:pt x="500" y="970"/>
                    <a:pt x="512" y="1006"/>
                    <a:pt x="536" y="1054"/>
                  </a:cubicBezTo>
                  <a:cubicBezTo>
                    <a:pt x="560" y="1113"/>
                    <a:pt x="607" y="1173"/>
                    <a:pt x="667" y="1196"/>
                  </a:cubicBezTo>
                  <a:cubicBezTo>
                    <a:pt x="704" y="1211"/>
                    <a:pt x="745" y="1221"/>
                    <a:pt x="785" y="1221"/>
                  </a:cubicBezTo>
                  <a:cubicBezTo>
                    <a:pt x="810" y="1221"/>
                    <a:pt x="835" y="1217"/>
                    <a:pt x="857" y="1208"/>
                  </a:cubicBezTo>
                  <a:cubicBezTo>
                    <a:pt x="988" y="1149"/>
                    <a:pt x="1072" y="1006"/>
                    <a:pt x="1012" y="875"/>
                  </a:cubicBezTo>
                  <a:cubicBezTo>
                    <a:pt x="881" y="565"/>
                    <a:pt x="691" y="292"/>
                    <a:pt x="441" y="65"/>
                  </a:cubicBezTo>
                  <a:cubicBezTo>
                    <a:pt x="397" y="22"/>
                    <a:pt x="336" y="1"/>
                    <a:pt x="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8" name="Google Shape;658;p19"/>
            <p:cNvSpPr/>
            <p:nvPr/>
          </p:nvSpPr>
          <p:spPr>
            <a:xfrm>
              <a:off x="3164650" y="4996450"/>
              <a:ext cx="22050" cy="51325"/>
            </a:xfrm>
            <a:custGeom>
              <a:rect b="b" l="l" r="r" t="t"/>
              <a:pathLst>
                <a:path extrusionOk="0" h="2053" w="882">
                  <a:moveTo>
                    <a:pt x="268" y="1"/>
                  </a:moveTo>
                  <a:cubicBezTo>
                    <a:pt x="240" y="1"/>
                    <a:pt x="214" y="5"/>
                    <a:pt x="191" y="15"/>
                  </a:cubicBezTo>
                  <a:cubicBezTo>
                    <a:pt x="48" y="75"/>
                    <a:pt x="0" y="206"/>
                    <a:pt x="36" y="349"/>
                  </a:cubicBezTo>
                  <a:cubicBezTo>
                    <a:pt x="84" y="575"/>
                    <a:pt x="143" y="813"/>
                    <a:pt x="191" y="1063"/>
                  </a:cubicBezTo>
                  <a:cubicBezTo>
                    <a:pt x="239" y="1313"/>
                    <a:pt x="298" y="1563"/>
                    <a:pt x="346" y="1813"/>
                  </a:cubicBezTo>
                  <a:cubicBezTo>
                    <a:pt x="368" y="1938"/>
                    <a:pt x="467" y="2052"/>
                    <a:pt x="600" y="2052"/>
                  </a:cubicBezTo>
                  <a:cubicBezTo>
                    <a:pt x="606" y="2052"/>
                    <a:pt x="613" y="2052"/>
                    <a:pt x="620" y="2051"/>
                  </a:cubicBezTo>
                  <a:cubicBezTo>
                    <a:pt x="739" y="2027"/>
                    <a:pt x="882" y="1908"/>
                    <a:pt x="846" y="1777"/>
                  </a:cubicBezTo>
                  <a:cubicBezTo>
                    <a:pt x="751" y="1230"/>
                    <a:pt x="643" y="706"/>
                    <a:pt x="512" y="170"/>
                  </a:cubicBezTo>
                  <a:cubicBezTo>
                    <a:pt x="494" y="67"/>
                    <a:pt x="371" y="1"/>
                    <a:pt x="2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9" name="Google Shape;659;p19"/>
            <p:cNvSpPr/>
            <p:nvPr/>
          </p:nvSpPr>
          <p:spPr>
            <a:xfrm>
              <a:off x="3215550" y="4980725"/>
              <a:ext cx="15500" cy="56325"/>
            </a:xfrm>
            <a:custGeom>
              <a:rect b="b" l="l" r="r" t="t"/>
              <a:pathLst>
                <a:path extrusionOk="0" h="2253" w="620">
                  <a:moveTo>
                    <a:pt x="344" y="1"/>
                  </a:moveTo>
                  <a:cubicBezTo>
                    <a:pt x="336" y="1"/>
                    <a:pt x="329" y="1"/>
                    <a:pt x="322" y="1"/>
                  </a:cubicBezTo>
                  <a:cubicBezTo>
                    <a:pt x="179" y="13"/>
                    <a:pt x="84" y="132"/>
                    <a:pt x="96" y="275"/>
                  </a:cubicBezTo>
                  <a:cubicBezTo>
                    <a:pt x="119" y="835"/>
                    <a:pt x="96" y="1394"/>
                    <a:pt x="24" y="1942"/>
                  </a:cubicBezTo>
                  <a:cubicBezTo>
                    <a:pt x="0" y="2085"/>
                    <a:pt x="84" y="2216"/>
                    <a:pt x="227" y="2252"/>
                  </a:cubicBezTo>
                  <a:cubicBezTo>
                    <a:pt x="235" y="2252"/>
                    <a:pt x="243" y="2253"/>
                    <a:pt x="252" y="2253"/>
                  </a:cubicBezTo>
                  <a:cubicBezTo>
                    <a:pt x="377" y="2253"/>
                    <a:pt x="513" y="2171"/>
                    <a:pt x="524" y="2037"/>
                  </a:cubicBezTo>
                  <a:cubicBezTo>
                    <a:pt x="596" y="1442"/>
                    <a:pt x="620" y="835"/>
                    <a:pt x="608" y="228"/>
                  </a:cubicBezTo>
                  <a:cubicBezTo>
                    <a:pt x="596" y="103"/>
                    <a:pt x="478" y="1"/>
                    <a:pt x="3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0" name="Google Shape;660;p19"/>
            <p:cNvSpPr/>
            <p:nvPr/>
          </p:nvSpPr>
          <p:spPr>
            <a:xfrm>
              <a:off x="3239075" y="5003750"/>
              <a:ext cx="22325" cy="36850"/>
            </a:xfrm>
            <a:custGeom>
              <a:rect b="b" l="l" r="r" t="t"/>
              <a:pathLst>
                <a:path extrusionOk="0" h="1474" w="893">
                  <a:moveTo>
                    <a:pt x="618" y="1"/>
                  </a:moveTo>
                  <a:cubicBezTo>
                    <a:pt x="522" y="1"/>
                    <a:pt x="424" y="46"/>
                    <a:pt x="381" y="140"/>
                  </a:cubicBezTo>
                  <a:cubicBezTo>
                    <a:pt x="250" y="485"/>
                    <a:pt x="131" y="819"/>
                    <a:pt x="12" y="1176"/>
                  </a:cubicBezTo>
                  <a:cubicBezTo>
                    <a:pt x="0" y="1224"/>
                    <a:pt x="24" y="1319"/>
                    <a:pt x="60" y="1366"/>
                  </a:cubicBezTo>
                  <a:cubicBezTo>
                    <a:pt x="95" y="1414"/>
                    <a:pt x="155" y="1462"/>
                    <a:pt x="214" y="1474"/>
                  </a:cubicBezTo>
                  <a:cubicBezTo>
                    <a:pt x="286" y="1474"/>
                    <a:pt x="357" y="1474"/>
                    <a:pt x="417" y="1426"/>
                  </a:cubicBezTo>
                  <a:cubicBezTo>
                    <a:pt x="464" y="1378"/>
                    <a:pt x="500" y="1331"/>
                    <a:pt x="512" y="1259"/>
                  </a:cubicBezTo>
                  <a:lnTo>
                    <a:pt x="512" y="1259"/>
                  </a:lnTo>
                  <a:cubicBezTo>
                    <a:pt x="508" y="1280"/>
                    <a:pt x="508" y="1288"/>
                    <a:pt x="509" y="1288"/>
                  </a:cubicBezTo>
                  <a:cubicBezTo>
                    <a:pt x="512" y="1288"/>
                    <a:pt x="524" y="1244"/>
                    <a:pt x="524" y="1235"/>
                  </a:cubicBezTo>
                  <a:cubicBezTo>
                    <a:pt x="536" y="1224"/>
                    <a:pt x="536" y="1200"/>
                    <a:pt x="548" y="1188"/>
                  </a:cubicBezTo>
                  <a:cubicBezTo>
                    <a:pt x="560" y="1140"/>
                    <a:pt x="572" y="1104"/>
                    <a:pt x="583" y="1057"/>
                  </a:cubicBezTo>
                  <a:cubicBezTo>
                    <a:pt x="607" y="985"/>
                    <a:pt x="643" y="914"/>
                    <a:pt x="667" y="831"/>
                  </a:cubicBezTo>
                  <a:cubicBezTo>
                    <a:pt x="726" y="676"/>
                    <a:pt x="786" y="521"/>
                    <a:pt x="845" y="366"/>
                  </a:cubicBezTo>
                  <a:cubicBezTo>
                    <a:pt x="893" y="235"/>
                    <a:pt x="857" y="81"/>
                    <a:pt x="726" y="21"/>
                  </a:cubicBezTo>
                  <a:cubicBezTo>
                    <a:pt x="693" y="8"/>
                    <a:pt x="656" y="1"/>
                    <a:pt x="6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19"/>
            <p:cNvSpPr/>
            <p:nvPr/>
          </p:nvSpPr>
          <p:spPr>
            <a:xfrm>
              <a:off x="3259325" y="4994850"/>
              <a:ext cx="34525" cy="60925"/>
            </a:xfrm>
            <a:custGeom>
              <a:rect b="b" l="l" r="r" t="t"/>
              <a:pathLst>
                <a:path extrusionOk="0" h="2437" w="1381">
                  <a:moveTo>
                    <a:pt x="1075" y="1"/>
                  </a:moveTo>
                  <a:cubicBezTo>
                    <a:pt x="958" y="1"/>
                    <a:pt x="864" y="97"/>
                    <a:pt x="833" y="210"/>
                  </a:cubicBezTo>
                  <a:cubicBezTo>
                    <a:pt x="643" y="853"/>
                    <a:pt x="393" y="1472"/>
                    <a:pt x="95" y="2080"/>
                  </a:cubicBezTo>
                  <a:cubicBezTo>
                    <a:pt x="0" y="2276"/>
                    <a:pt x="171" y="2437"/>
                    <a:pt x="339" y="2437"/>
                  </a:cubicBezTo>
                  <a:cubicBezTo>
                    <a:pt x="426" y="2437"/>
                    <a:pt x="511" y="2395"/>
                    <a:pt x="559" y="2294"/>
                  </a:cubicBezTo>
                  <a:cubicBezTo>
                    <a:pt x="869" y="1651"/>
                    <a:pt x="1131" y="984"/>
                    <a:pt x="1333" y="306"/>
                  </a:cubicBezTo>
                  <a:cubicBezTo>
                    <a:pt x="1381" y="163"/>
                    <a:pt x="1262" y="20"/>
                    <a:pt x="1131" y="8"/>
                  </a:cubicBezTo>
                  <a:cubicBezTo>
                    <a:pt x="1112" y="3"/>
                    <a:pt x="1093" y="1"/>
                    <a:pt x="10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19"/>
            <p:cNvSpPr/>
            <p:nvPr/>
          </p:nvSpPr>
          <p:spPr>
            <a:xfrm>
              <a:off x="2966100" y="5247625"/>
              <a:ext cx="13725" cy="13550"/>
            </a:xfrm>
            <a:custGeom>
              <a:rect b="b" l="l" r="r" t="t"/>
              <a:pathLst>
                <a:path extrusionOk="0" h="542" w="549">
                  <a:moveTo>
                    <a:pt x="301" y="1"/>
                  </a:moveTo>
                  <a:cubicBezTo>
                    <a:pt x="288" y="1"/>
                    <a:pt x="276" y="2"/>
                    <a:pt x="263" y="5"/>
                  </a:cubicBezTo>
                  <a:cubicBezTo>
                    <a:pt x="239" y="5"/>
                    <a:pt x="215" y="17"/>
                    <a:pt x="191" y="17"/>
                  </a:cubicBezTo>
                  <a:cubicBezTo>
                    <a:pt x="156" y="29"/>
                    <a:pt x="120" y="53"/>
                    <a:pt x="96" y="89"/>
                  </a:cubicBezTo>
                  <a:lnTo>
                    <a:pt x="72" y="112"/>
                  </a:lnTo>
                  <a:cubicBezTo>
                    <a:pt x="49" y="136"/>
                    <a:pt x="25" y="172"/>
                    <a:pt x="25" y="208"/>
                  </a:cubicBezTo>
                  <a:cubicBezTo>
                    <a:pt x="13" y="232"/>
                    <a:pt x="1" y="267"/>
                    <a:pt x="13" y="303"/>
                  </a:cubicBezTo>
                  <a:cubicBezTo>
                    <a:pt x="13" y="339"/>
                    <a:pt x="25" y="374"/>
                    <a:pt x="37" y="398"/>
                  </a:cubicBezTo>
                  <a:cubicBezTo>
                    <a:pt x="49" y="434"/>
                    <a:pt x="72" y="458"/>
                    <a:pt x="96" y="482"/>
                  </a:cubicBezTo>
                  <a:cubicBezTo>
                    <a:pt x="120" y="493"/>
                    <a:pt x="132" y="505"/>
                    <a:pt x="156" y="517"/>
                  </a:cubicBezTo>
                  <a:cubicBezTo>
                    <a:pt x="191" y="529"/>
                    <a:pt x="239" y="541"/>
                    <a:pt x="287" y="541"/>
                  </a:cubicBezTo>
                  <a:cubicBezTo>
                    <a:pt x="311" y="529"/>
                    <a:pt x="334" y="529"/>
                    <a:pt x="346" y="517"/>
                  </a:cubicBezTo>
                  <a:cubicBezTo>
                    <a:pt x="394" y="505"/>
                    <a:pt x="430" y="482"/>
                    <a:pt x="453" y="446"/>
                  </a:cubicBezTo>
                  <a:lnTo>
                    <a:pt x="477" y="422"/>
                  </a:lnTo>
                  <a:cubicBezTo>
                    <a:pt x="501" y="398"/>
                    <a:pt x="525" y="362"/>
                    <a:pt x="525" y="339"/>
                  </a:cubicBezTo>
                  <a:cubicBezTo>
                    <a:pt x="537" y="303"/>
                    <a:pt x="549" y="267"/>
                    <a:pt x="537" y="232"/>
                  </a:cubicBezTo>
                  <a:cubicBezTo>
                    <a:pt x="537" y="196"/>
                    <a:pt x="525" y="172"/>
                    <a:pt x="513" y="136"/>
                  </a:cubicBezTo>
                  <a:cubicBezTo>
                    <a:pt x="501" y="112"/>
                    <a:pt x="477" y="77"/>
                    <a:pt x="453" y="65"/>
                  </a:cubicBezTo>
                  <a:cubicBezTo>
                    <a:pt x="430" y="53"/>
                    <a:pt x="418" y="41"/>
                    <a:pt x="394" y="29"/>
                  </a:cubicBezTo>
                  <a:cubicBezTo>
                    <a:pt x="368" y="12"/>
                    <a:pt x="335" y="1"/>
                    <a:pt x="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19"/>
            <p:cNvSpPr/>
            <p:nvPr/>
          </p:nvSpPr>
          <p:spPr>
            <a:xfrm>
              <a:off x="2938425" y="5284350"/>
              <a:ext cx="12825" cy="13425"/>
            </a:xfrm>
            <a:custGeom>
              <a:rect b="b" l="l" r="r" t="t"/>
              <a:pathLst>
                <a:path extrusionOk="0" h="537" w="513">
                  <a:moveTo>
                    <a:pt x="239" y="1"/>
                  </a:moveTo>
                  <a:cubicBezTo>
                    <a:pt x="215" y="13"/>
                    <a:pt x="191" y="13"/>
                    <a:pt x="167" y="13"/>
                  </a:cubicBezTo>
                  <a:cubicBezTo>
                    <a:pt x="120" y="36"/>
                    <a:pt x="84" y="60"/>
                    <a:pt x="60" y="96"/>
                  </a:cubicBezTo>
                  <a:cubicBezTo>
                    <a:pt x="48" y="108"/>
                    <a:pt x="36" y="132"/>
                    <a:pt x="25" y="144"/>
                  </a:cubicBezTo>
                  <a:cubicBezTo>
                    <a:pt x="1" y="191"/>
                    <a:pt x="1" y="239"/>
                    <a:pt x="1" y="275"/>
                  </a:cubicBezTo>
                  <a:lnTo>
                    <a:pt x="1" y="298"/>
                  </a:lnTo>
                  <a:cubicBezTo>
                    <a:pt x="1" y="334"/>
                    <a:pt x="13" y="370"/>
                    <a:pt x="36" y="406"/>
                  </a:cubicBezTo>
                  <a:cubicBezTo>
                    <a:pt x="48" y="429"/>
                    <a:pt x="60" y="453"/>
                    <a:pt x="96" y="477"/>
                  </a:cubicBezTo>
                  <a:cubicBezTo>
                    <a:pt x="120" y="501"/>
                    <a:pt x="144" y="513"/>
                    <a:pt x="179" y="525"/>
                  </a:cubicBezTo>
                  <a:cubicBezTo>
                    <a:pt x="215" y="537"/>
                    <a:pt x="239" y="537"/>
                    <a:pt x="275" y="537"/>
                  </a:cubicBezTo>
                  <a:cubicBezTo>
                    <a:pt x="298" y="537"/>
                    <a:pt x="322" y="525"/>
                    <a:pt x="346" y="525"/>
                  </a:cubicBezTo>
                  <a:cubicBezTo>
                    <a:pt x="382" y="501"/>
                    <a:pt x="417" y="477"/>
                    <a:pt x="453" y="441"/>
                  </a:cubicBezTo>
                  <a:cubicBezTo>
                    <a:pt x="465" y="429"/>
                    <a:pt x="477" y="406"/>
                    <a:pt x="489" y="394"/>
                  </a:cubicBezTo>
                  <a:cubicBezTo>
                    <a:pt x="501" y="346"/>
                    <a:pt x="513" y="310"/>
                    <a:pt x="513" y="263"/>
                  </a:cubicBezTo>
                  <a:lnTo>
                    <a:pt x="513" y="239"/>
                  </a:lnTo>
                  <a:cubicBezTo>
                    <a:pt x="513" y="203"/>
                    <a:pt x="501" y="167"/>
                    <a:pt x="477" y="144"/>
                  </a:cubicBezTo>
                  <a:cubicBezTo>
                    <a:pt x="465" y="108"/>
                    <a:pt x="441" y="84"/>
                    <a:pt x="417" y="60"/>
                  </a:cubicBezTo>
                  <a:cubicBezTo>
                    <a:pt x="394" y="36"/>
                    <a:pt x="370" y="25"/>
                    <a:pt x="334" y="13"/>
                  </a:cubicBezTo>
                  <a:cubicBezTo>
                    <a:pt x="298" y="1"/>
                    <a:pt x="275" y="1"/>
                    <a:pt x="2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19"/>
            <p:cNvSpPr/>
            <p:nvPr/>
          </p:nvSpPr>
          <p:spPr>
            <a:xfrm>
              <a:off x="2962850" y="5298650"/>
              <a:ext cx="14000" cy="15200"/>
            </a:xfrm>
            <a:custGeom>
              <a:rect b="b" l="l" r="r" t="t"/>
              <a:pathLst>
                <a:path extrusionOk="0" h="608" w="560">
                  <a:moveTo>
                    <a:pt x="226" y="0"/>
                  </a:moveTo>
                  <a:cubicBezTo>
                    <a:pt x="179" y="0"/>
                    <a:pt x="143" y="24"/>
                    <a:pt x="107" y="48"/>
                  </a:cubicBezTo>
                  <a:cubicBezTo>
                    <a:pt x="83" y="60"/>
                    <a:pt x="71" y="72"/>
                    <a:pt x="60" y="96"/>
                  </a:cubicBezTo>
                  <a:cubicBezTo>
                    <a:pt x="24" y="119"/>
                    <a:pt x="12" y="167"/>
                    <a:pt x="0" y="215"/>
                  </a:cubicBezTo>
                  <a:cubicBezTo>
                    <a:pt x="0" y="238"/>
                    <a:pt x="0" y="262"/>
                    <a:pt x="0" y="286"/>
                  </a:cubicBezTo>
                  <a:cubicBezTo>
                    <a:pt x="0" y="298"/>
                    <a:pt x="0" y="298"/>
                    <a:pt x="0" y="310"/>
                  </a:cubicBezTo>
                  <a:cubicBezTo>
                    <a:pt x="0" y="322"/>
                    <a:pt x="0" y="334"/>
                    <a:pt x="0" y="346"/>
                  </a:cubicBezTo>
                  <a:cubicBezTo>
                    <a:pt x="12" y="357"/>
                    <a:pt x="12" y="369"/>
                    <a:pt x="12" y="381"/>
                  </a:cubicBezTo>
                  <a:cubicBezTo>
                    <a:pt x="12" y="393"/>
                    <a:pt x="24" y="393"/>
                    <a:pt x="24" y="393"/>
                  </a:cubicBezTo>
                  <a:cubicBezTo>
                    <a:pt x="36" y="417"/>
                    <a:pt x="48" y="441"/>
                    <a:pt x="60" y="465"/>
                  </a:cubicBezTo>
                  <a:cubicBezTo>
                    <a:pt x="60" y="477"/>
                    <a:pt x="71" y="477"/>
                    <a:pt x="71" y="477"/>
                  </a:cubicBezTo>
                  <a:cubicBezTo>
                    <a:pt x="83" y="500"/>
                    <a:pt x="107" y="524"/>
                    <a:pt x="119" y="536"/>
                  </a:cubicBezTo>
                  <a:cubicBezTo>
                    <a:pt x="143" y="560"/>
                    <a:pt x="167" y="572"/>
                    <a:pt x="191" y="584"/>
                  </a:cubicBezTo>
                  <a:cubicBezTo>
                    <a:pt x="214" y="596"/>
                    <a:pt x="250" y="607"/>
                    <a:pt x="286" y="607"/>
                  </a:cubicBezTo>
                  <a:cubicBezTo>
                    <a:pt x="321" y="607"/>
                    <a:pt x="357" y="607"/>
                    <a:pt x="393" y="584"/>
                  </a:cubicBezTo>
                  <a:cubicBezTo>
                    <a:pt x="417" y="584"/>
                    <a:pt x="452" y="560"/>
                    <a:pt x="464" y="536"/>
                  </a:cubicBezTo>
                  <a:cubicBezTo>
                    <a:pt x="500" y="512"/>
                    <a:pt x="512" y="488"/>
                    <a:pt x="536" y="465"/>
                  </a:cubicBezTo>
                  <a:cubicBezTo>
                    <a:pt x="536" y="441"/>
                    <a:pt x="548" y="417"/>
                    <a:pt x="548" y="393"/>
                  </a:cubicBezTo>
                  <a:cubicBezTo>
                    <a:pt x="560" y="346"/>
                    <a:pt x="560" y="310"/>
                    <a:pt x="536" y="262"/>
                  </a:cubicBezTo>
                  <a:cubicBezTo>
                    <a:pt x="524" y="238"/>
                    <a:pt x="512" y="226"/>
                    <a:pt x="512" y="203"/>
                  </a:cubicBezTo>
                  <a:cubicBezTo>
                    <a:pt x="500" y="203"/>
                    <a:pt x="500" y="191"/>
                    <a:pt x="500" y="191"/>
                  </a:cubicBezTo>
                  <a:cubicBezTo>
                    <a:pt x="488" y="167"/>
                    <a:pt x="476" y="131"/>
                    <a:pt x="464" y="107"/>
                  </a:cubicBezTo>
                  <a:cubicBezTo>
                    <a:pt x="441" y="84"/>
                    <a:pt x="417" y="60"/>
                    <a:pt x="393" y="36"/>
                  </a:cubicBezTo>
                  <a:cubicBezTo>
                    <a:pt x="357" y="24"/>
                    <a:pt x="333" y="12"/>
                    <a:pt x="2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5" name="Google Shape;665;p19"/>
            <p:cNvSpPr/>
            <p:nvPr/>
          </p:nvSpPr>
          <p:spPr>
            <a:xfrm>
              <a:off x="2971475" y="5276025"/>
              <a:ext cx="17575" cy="12825"/>
            </a:xfrm>
            <a:custGeom>
              <a:rect b="b" l="l" r="r" t="t"/>
              <a:pathLst>
                <a:path extrusionOk="0" h="513" w="703">
                  <a:moveTo>
                    <a:pt x="334" y="0"/>
                  </a:moveTo>
                  <a:cubicBezTo>
                    <a:pt x="0" y="0"/>
                    <a:pt x="48" y="512"/>
                    <a:pt x="381" y="512"/>
                  </a:cubicBezTo>
                  <a:cubicBezTo>
                    <a:pt x="703" y="512"/>
                    <a:pt x="667" y="0"/>
                    <a:pt x="3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19"/>
            <p:cNvSpPr/>
            <p:nvPr/>
          </p:nvSpPr>
          <p:spPr>
            <a:xfrm>
              <a:off x="3286400" y="5246425"/>
              <a:ext cx="12825" cy="13550"/>
            </a:xfrm>
            <a:custGeom>
              <a:rect b="b" l="l" r="r" t="t"/>
              <a:pathLst>
                <a:path extrusionOk="0" h="542" w="513">
                  <a:moveTo>
                    <a:pt x="258" y="1"/>
                  </a:moveTo>
                  <a:cubicBezTo>
                    <a:pt x="247" y="1"/>
                    <a:pt x="237" y="2"/>
                    <a:pt x="226" y="6"/>
                  </a:cubicBezTo>
                  <a:lnTo>
                    <a:pt x="167" y="18"/>
                  </a:lnTo>
                  <a:cubicBezTo>
                    <a:pt x="119" y="29"/>
                    <a:pt x="83" y="53"/>
                    <a:pt x="60" y="89"/>
                  </a:cubicBezTo>
                  <a:cubicBezTo>
                    <a:pt x="48" y="113"/>
                    <a:pt x="36" y="125"/>
                    <a:pt x="24" y="149"/>
                  </a:cubicBezTo>
                  <a:cubicBezTo>
                    <a:pt x="0" y="184"/>
                    <a:pt x="0" y="232"/>
                    <a:pt x="0" y="280"/>
                  </a:cubicBezTo>
                  <a:lnTo>
                    <a:pt x="0" y="303"/>
                  </a:lnTo>
                  <a:cubicBezTo>
                    <a:pt x="0" y="339"/>
                    <a:pt x="12" y="375"/>
                    <a:pt x="36" y="399"/>
                  </a:cubicBezTo>
                  <a:cubicBezTo>
                    <a:pt x="48" y="434"/>
                    <a:pt x="60" y="458"/>
                    <a:pt x="95" y="482"/>
                  </a:cubicBezTo>
                  <a:cubicBezTo>
                    <a:pt x="119" y="494"/>
                    <a:pt x="143" y="518"/>
                    <a:pt x="179" y="518"/>
                  </a:cubicBezTo>
                  <a:cubicBezTo>
                    <a:pt x="214" y="541"/>
                    <a:pt x="238" y="541"/>
                    <a:pt x="274" y="541"/>
                  </a:cubicBezTo>
                  <a:lnTo>
                    <a:pt x="345" y="518"/>
                  </a:lnTo>
                  <a:cubicBezTo>
                    <a:pt x="381" y="506"/>
                    <a:pt x="417" y="482"/>
                    <a:pt x="453" y="446"/>
                  </a:cubicBezTo>
                  <a:cubicBezTo>
                    <a:pt x="464" y="422"/>
                    <a:pt x="476" y="410"/>
                    <a:pt x="488" y="387"/>
                  </a:cubicBezTo>
                  <a:cubicBezTo>
                    <a:pt x="500" y="351"/>
                    <a:pt x="512" y="303"/>
                    <a:pt x="512" y="256"/>
                  </a:cubicBezTo>
                  <a:lnTo>
                    <a:pt x="512" y="232"/>
                  </a:lnTo>
                  <a:cubicBezTo>
                    <a:pt x="512" y="196"/>
                    <a:pt x="500" y="172"/>
                    <a:pt x="476" y="137"/>
                  </a:cubicBezTo>
                  <a:cubicBezTo>
                    <a:pt x="464" y="113"/>
                    <a:pt x="441" y="77"/>
                    <a:pt x="417" y="65"/>
                  </a:cubicBezTo>
                  <a:cubicBezTo>
                    <a:pt x="393" y="41"/>
                    <a:pt x="369" y="18"/>
                    <a:pt x="333" y="18"/>
                  </a:cubicBezTo>
                  <a:cubicBezTo>
                    <a:pt x="308" y="9"/>
                    <a:pt x="283" y="1"/>
                    <a:pt x="2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7" name="Google Shape;667;p19"/>
            <p:cNvSpPr/>
            <p:nvPr/>
          </p:nvSpPr>
          <p:spPr>
            <a:xfrm>
              <a:off x="3274475" y="5287325"/>
              <a:ext cx="13425" cy="13425"/>
            </a:xfrm>
            <a:custGeom>
              <a:rect b="b" l="l" r="r" t="t"/>
              <a:pathLst>
                <a:path extrusionOk="0" h="537" w="537">
                  <a:moveTo>
                    <a:pt x="263" y="1"/>
                  </a:moveTo>
                  <a:lnTo>
                    <a:pt x="191" y="13"/>
                  </a:lnTo>
                  <a:cubicBezTo>
                    <a:pt x="144" y="37"/>
                    <a:pt x="108" y="60"/>
                    <a:pt x="84" y="96"/>
                  </a:cubicBezTo>
                  <a:cubicBezTo>
                    <a:pt x="72" y="96"/>
                    <a:pt x="72" y="108"/>
                    <a:pt x="60" y="120"/>
                  </a:cubicBezTo>
                  <a:cubicBezTo>
                    <a:pt x="37" y="144"/>
                    <a:pt x="25" y="168"/>
                    <a:pt x="13" y="203"/>
                  </a:cubicBezTo>
                  <a:cubicBezTo>
                    <a:pt x="1" y="239"/>
                    <a:pt x="1" y="263"/>
                    <a:pt x="1" y="298"/>
                  </a:cubicBezTo>
                  <a:cubicBezTo>
                    <a:pt x="1" y="334"/>
                    <a:pt x="13" y="370"/>
                    <a:pt x="37" y="406"/>
                  </a:cubicBezTo>
                  <a:cubicBezTo>
                    <a:pt x="48" y="429"/>
                    <a:pt x="60" y="453"/>
                    <a:pt x="96" y="477"/>
                  </a:cubicBezTo>
                  <a:cubicBezTo>
                    <a:pt x="108" y="489"/>
                    <a:pt x="132" y="501"/>
                    <a:pt x="144" y="513"/>
                  </a:cubicBezTo>
                  <a:cubicBezTo>
                    <a:pt x="191" y="537"/>
                    <a:pt x="239" y="537"/>
                    <a:pt x="275" y="537"/>
                  </a:cubicBezTo>
                  <a:lnTo>
                    <a:pt x="346" y="525"/>
                  </a:lnTo>
                  <a:cubicBezTo>
                    <a:pt x="394" y="501"/>
                    <a:pt x="429" y="477"/>
                    <a:pt x="453" y="441"/>
                  </a:cubicBezTo>
                  <a:lnTo>
                    <a:pt x="477" y="418"/>
                  </a:lnTo>
                  <a:cubicBezTo>
                    <a:pt x="501" y="394"/>
                    <a:pt x="513" y="370"/>
                    <a:pt x="525" y="334"/>
                  </a:cubicBezTo>
                  <a:cubicBezTo>
                    <a:pt x="537" y="298"/>
                    <a:pt x="537" y="275"/>
                    <a:pt x="537" y="239"/>
                  </a:cubicBezTo>
                  <a:cubicBezTo>
                    <a:pt x="537" y="203"/>
                    <a:pt x="525" y="168"/>
                    <a:pt x="501" y="144"/>
                  </a:cubicBezTo>
                  <a:cubicBezTo>
                    <a:pt x="489" y="108"/>
                    <a:pt x="477" y="84"/>
                    <a:pt x="441" y="60"/>
                  </a:cubicBezTo>
                  <a:cubicBezTo>
                    <a:pt x="429" y="48"/>
                    <a:pt x="406" y="37"/>
                    <a:pt x="394" y="25"/>
                  </a:cubicBezTo>
                  <a:cubicBezTo>
                    <a:pt x="346" y="13"/>
                    <a:pt x="310" y="1"/>
                    <a:pt x="2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8" name="Google Shape;668;p19"/>
            <p:cNvSpPr/>
            <p:nvPr/>
          </p:nvSpPr>
          <p:spPr>
            <a:xfrm>
              <a:off x="3263175" y="5304600"/>
              <a:ext cx="12825" cy="13425"/>
            </a:xfrm>
            <a:custGeom>
              <a:rect b="b" l="l" r="r" t="t"/>
              <a:pathLst>
                <a:path extrusionOk="0" h="537" w="513">
                  <a:moveTo>
                    <a:pt x="239" y="0"/>
                  </a:moveTo>
                  <a:cubicBezTo>
                    <a:pt x="215" y="0"/>
                    <a:pt x="191" y="12"/>
                    <a:pt x="167" y="12"/>
                  </a:cubicBezTo>
                  <a:cubicBezTo>
                    <a:pt x="131" y="36"/>
                    <a:pt x="96" y="60"/>
                    <a:pt x="60" y="84"/>
                  </a:cubicBezTo>
                  <a:cubicBezTo>
                    <a:pt x="48" y="108"/>
                    <a:pt x="36" y="131"/>
                    <a:pt x="24" y="143"/>
                  </a:cubicBezTo>
                  <a:cubicBezTo>
                    <a:pt x="12" y="191"/>
                    <a:pt x="0" y="227"/>
                    <a:pt x="0" y="274"/>
                  </a:cubicBezTo>
                  <a:lnTo>
                    <a:pt x="0" y="298"/>
                  </a:lnTo>
                  <a:cubicBezTo>
                    <a:pt x="0" y="334"/>
                    <a:pt x="12" y="369"/>
                    <a:pt x="36" y="393"/>
                  </a:cubicBezTo>
                  <a:cubicBezTo>
                    <a:pt x="48" y="429"/>
                    <a:pt x="72" y="453"/>
                    <a:pt x="96" y="477"/>
                  </a:cubicBezTo>
                  <a:cubicBezTo>
                    <a:pt x="119" y="500"/>
                    <a:pt x="143" y="512"/>
                    <a:pt x="179" y="524"/>
                  </a:cubicBezTo>
                  <a:cubicBezTo>
                    <a:pt x="215" y="536"/>
                    <a:pt x="250" y="536"/>
                    <a:pt x="286" y="536"/>
                  </a:cubicBezTo>
                  <a:cubicBezTo>
                    <a:pt x="298" y="524"/>
                    <a:pt x="322" y="524"/>
                    <a:pt x="346" y="512"/>
                  </a:cubicBezTo>
                  <a:cubicBezTo>
                    <a:pt x="393" y="500"/>
                    <a:pt x="429" y="477"/>
                    <a:pt x="453" y="441"/>
                  </a:cubicBezTo>
                  <a:cubicBezTo>
                    <a:pt x="465" y="429"/>
                    <a:pt x="477" y="405"/>
                    <a:pt x="489" y="393"/>
                  </a:cubicBezTo>
                  <a:cubicBezTo>
                    <a:pt x="512" y="346"/>
                    <a:pt x="512" y="298"/>
                    <a:pt x="512" y="250"/>
                  </a:cubicBezTo>
                  <a:lnTo>
                    <a:pt x="512" y="227"/>
                  </a:lnTo>
                  <a:cubicBezTo>
                    <a:pt x="512" y="191"/>
                    <a:pt x="500" y="167"/>
                    <a:pt x="489" y="131"/>
                  </a:cubicBezTo>
                  <a:cubicBezTo>
                    <a:pt x="465" y="108"/>
                    <a:pt x="453" y="84"/>
                    <a:pt x="417" y="60"/>
                  </a:cubicBezTo>
                  <a:cubicBezTo>
                    <a:pt x="393" y="36"/>
                    <a:pt x="370" y="24"/>
                    <a:pt x="334" y="12"/>
                  </a:cubicBezTo>
                  <a:cubicBezTo>
                    <a:pt x="310" y="0"/>
                    <a:pt x="274" y="0"/>
                    <a:pt x="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9" name="Google Shape;669;p19"/>
            <p:cNvSpPr/>
            <p:nvPr/>
          </p:nvSpPr>
          <p:spPr>
            <a:xfrm>
              <a:off x="3252450" y="5259525"/>
              <a:ext cx="13725" cy="13375"/>
            </a:xfrm>
            <a:custGeom>
              <a:rect b="b" l="l" r="r" t="t"/>
              <a:pathLst>
                <a:path extrusionOk="0" h="535" w="549">
                  <a:moveTo>
                    <a:pt x="270" y="1"/>
                  </a:moveTo>
                  <a:cubicBezTo>
                    <a:pt x="260" y="1"/>
                    <a:pt x="249" y="2"/>
                    <a:pt x="239" y="6"/>
                  </a:cubicBezTo>
                  <a:cubicBezTo>
                    <a:pt x="203" y="6"/>
                    <a:pt x="167" y="17"/>
                    <a:pt x="144" y="29"/>
                  </a:cubicBezTo>
                  <a:cubicBezTo>
                    <a:pt x="108" y="41"/>
                    <a:pt x="84" y="65"/>
                    <a:pt x="60" y="89"/>
                  </a:cubicBezTo>
                  <a:cubicBezTo>
                    <a:pt x="48" y="113"/>
                    <a:pt x="37" y="125"/>
                    <a:pt x="25" y="148"/>
                  </a:cubicBezTo>
                  <a:cubicBezTo>
                    <a:pt x="13" y="184"/>
                    <a:pt x="1" y="232"/>
                    <a:pt x="1" y="279"/>
                  </a:cubicBezTo>
                  <a:cubicBezTo>
                    <a:pt x="13" y="303"/>
                    <a:pt x="13" y="327"/>
                    <a:pt x="25" y="339"/>
                  </a:cubicBezTo>
                  <a:cubicBezTo>
                    <a:pt x="37" y="387"/>
                    <a:pt x="60" y="422"/>
                    <a:pt x="96" y="446"/>
                  </a:cubicBezTo>
                  <a:lnTo>
                    <a:pt x="120" y="470"/>
                  </a:lnTo>
                  <a:cubicBezTo>
                    <a:pt x="144" y="494"/>
                    <a:pt x="179" y="518"/>
                    <a:pt x="203" y="518"/>
                  </a:cubicBezTo>
                  <a:cubicBezTo>
                    <a:pt x="228" y="526"/>
                    <a:pt x="254" y="534"/>
                    <a:pt x="279" y="534"/>
                  </a:cubicBezTo>
                  <a:cubicBezTo>
                    <a:pt x="289" y="534"/>
                    <a:pt x="300" y="533"/>
                    <a:pt x="310" y="529"/>
                  </a:cubicBezTo>
                  <a:cubicBezTo>
                    <a:pt x="346" y="529"/>
                    <a:pt x="370" y="518"/>
                    <a:pt x="406" y="506"/>
                  </a:cubicBezTo>
                  <a:cubicBezTo>
                    <a:pt x="429" y="494"/>
                    <a:pt x="465" y="470"/>
                    <a:pt x="477" y="446"/>
                  </a:cubicBezTo>
                  <a:cubicBezTo>
                    <a:pt x="489" y="422"/>
                    <a:pt x="501" y="410"/>
                    <a:pt x="513" y="387"/>
                  </a:cubicBezTo>
                  <a:cubicBezTo>
                    <a:pt x="537" y="351"/>
                    <a:pt x="548" y="303"/>
                    <a:pt x="537" y="256"/>
                  </a:cubicBezTo>
                  <a:cubicBezTo>
                    <a:pt x="537" y="232"/>
                    <a:pt x="525" y="208"/>
                    <a:pt x="525" y="184"/>
                  </a:cubicBezTo>
                  <a:cubicBezTo>
                    <a:pt x="513" y="148"/>
                    <a:pt x="489" y="113"/>
                    <a:pt x="453" y="89"/>
                  </a:cubicBezTo>
                  <a:lnTo>
                    <a:pt x="429" y="65"/>
                  </a:lnTo>
                  <a:cubicBezTo>
                    <a:pt x="406" y="41"/>
                    <a:pt x="370" y="17"/>
                    <a:pt x="334" y="17"/>
                  </a:cubicBezTo>
                  <a:cubicBezTo>
                    <a:pt x="317" y="9"/>
                    <a:pt x="295" y="1"/>
                    <a:pt x="2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0" name="Google Shape;670;p19"/>
            <p:cNvSpPr/>
            <p:nvPr/>
          </p:nvSpPr>
          <p:spPr>
            <a:xfrm>
              <a:off x="3210500" y="5182450"/>
              <a:ext cx="13400" cy="12925"/>
            </a:xfrm>
            <a:custGeom>
              <a:rect b="b" l="l" r="r" t="t"/>
              <a:pathLst>
                <a:path extrusionOk="0" h="517" w="536">
                  <a:moveTo>
                    <a:pt x="293" y="0"/>
                  </a:moveTo>
                  <a:cubicBezTo>
                    <a:pt x="282" y="0"/>
                    <a:pt x="272" y="2"/>
                    <a:pt x="262" y="5"/>
                  </a:cubicBezTo>
                  <a:lnTo>
                    <a:pt x="238" y="5"/>
                  </a:lnTo>
                  <a:cubicBezTo>
                    <a:pt x="202" y="5"/>
                    <a:pt x="167" y="17"/>
                    <a:pt x="131" y="29"/>
                  </a:cubicBezTo>
                  <a:cubicBezTo>
                    <a:pt x="107" y="41"/>
                    <a:pt x="83" y="64"/>
                    <a:pt x="60" y="88"/>
                  </a:cubicBezTo>
                  <a:cubicBezTo>
                    <a:pt x="36" y="112"/>
                    <a:pt x="24" y="148"/>
                    <a:pt x="12" y="183"/>
                  </a:cubicBezTo>
                  <a:cubicBezTo>
                    <a:pt x="0" y="207"/>
                    <a:pt x="0" y="243"/>
                    <a:pt x="0" y="279"/>
                  </a:cubicBezTo>
                  <a:lnTo>
                    <a:pt x="12" y="350"/>
                  </a:lnTo>
                  <a:cubicBezTo>
                    <a:pt x="36" y="386"/>
                    <a:pt x="60" y="422"/>
                    <a:pt x="95" y="457"/>
                  </a:cubicBezTo>
                  <a:cubicBezTo>
                    <a:pt x="107" y="469"/>
                    <a:pt x="131" y="481"/>
                    <a:pt x="143" y="493"/>
                  </a:cubicBezTo>
                  <a:cubicBezTo>
                    <a:pt x="191" y="505"/>
                    <a:pt x="226" y="517"/>
                    <a:pt x="274" y="517"/>
                  </a:cubicBezTo>
                  <a:lnTo>
                    <a:pt x="298" y="517"/>
                  </a:lnTo>
                  <a:cubicBezTo>
                    <a:pt x="333" y="505"/>
                    <a:pt x="369" y="493"/>
                    <a:pt x="393" y="481"/>
                  </a:cubicBezTo>
                  <a:cubicBezTo>
                    <a:pt x="429" y="469"/>
                    <a:pt x="452" y="445"/>
                    <a:pt x="476" y="422"/>
                  </a:cubicBezTo>
                  <a:cubicBezTo>
                    <a:pt x="500" y="398"/>
                    <a:pt x="512" y="362"/>
                    <a:pt x="524" y="338"/>
                  </a:cubicBezTo>
                  <a:cubicBezTo>
                    <a:pt x="536" y="302"/>
                    <a:pt x="536" y="267"/>
                    <a:pt x="536" y="231"/>
                  </a:cubicBezTo>
                  <a:lnTo>
                    <a:pt x="524" y="172"/>
                  </a:lnTo>
                  <a:cubicBezTo>
                    <a:pt x="500" y="124"/>
                    <a:pt x="476" y="88"/>
                    <a:pt x="441" y="64"/>
                  </a:cubicBezTo>
                  <a:cubicBezTo>
                    <a:pt x="429" y="52"/>
                    <a:pt x="405" y="41"/>
                    <a:pt x="393" y="29"/>
                  </a:cubicBezTo>
                  <a:cubicBezTo>
                    <a:pt x="358" y="11"/>
                    <a:pt x="323" y="0"/>
                    <a:pt x="2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1" name="Google Shape;671;p19"/>
            <p:cNvSpPr/>
            <p:nvPr/>
          </p:nvSpPr>
          <p:spPr>
            <a:xfrm>
              <a:off x="3245325" y="5194350"/>
              <a:ext cx="13700" cy="13350"/>
            </a:xfrm>
            <a:custGeom>
              <a:rect b="b" l="l" r="r" t="t"/>
              <a:pathLst>
                <a:path extrusionOk="0" h="534" w="548">
                  <a:moveTo>
                    <a:pt x="270" y="0"/>
                  </a:moveTo>
                  <a:cubicBezTo>
                    <a:pt x="259" y="0"/>
                    <a:pt x="249" y="2"/>
                    <a:pt x="238" y="5"/>
                  </a:cubicBezTo>
                  <a:cubicBezTo>
                    <a:pt x="202" y="5"/>
                    <a:pt x="167" y="5"/>
                    <a:pt x="143" y="29"/>
                  </a:cubicBezTo>
                  <a:cubicBezTo>
                    <a:pt x="107" y="41"/>
                    <a:pt x="83" y="65"/>
                    <a:pt x="71" y="88"/>
                  </a:cubicBezTo>
                  <a:cubicBezTo>
                    <a:pt x="60" y="112"/>
                    <a:pt x="48" y="124"/>
                    <a:pt x="36" y="148"/>
                  </a:cubicBezTo>
                  <a:cubicBezTo>
                    <a:pt x="12" y="184"/>
                    <a:pt x="0" y="231"/>
                    <a:pt x="12" y="279"/>
                  </a:cubicBezTo>
                  <a:cubicBezTo>
                    <a:pt x="12" y="303"/>
                    <a:pt x="12" y="327"/>
                    <a:pt x="24" y="338"/>
                  </a:cubicBezTo>
                  <a:cubicBezTo>
                    <a:pt x="36" y="386"/>
                    <a:pt x="60" y="422"/>
                    <a:pt x="95" y="446"/>
                  </a:cubicBezTo>
                  <a:lnTo>
                    <a:pt x="119" y="469"/>
                  </a:lnTo>
                  <a:cubicBezTo>
                    <a:pt x="143" y="493"/>
                    <a:pt x="179" y="517"/>
                    <a:pt x="202" y="517"/>
                  </a:cubicBezTo>
                  <a:cubicBezTo>
                    <a:pt x="228" y="525"/>
                    <a:pt x="253" y="534"/>
                    <a:pt x="278" y="534"/>
                  </a:cubicBezTo>
                  <a:cubicBezTo>
                    <a:pt x="289" y="534"/>
                    <a:pt x="299" y="532"/>
                    <a:pt x="310" y="529"/>
                  </a:cubicBezTo>
                  <a:cubicBezTo>
                    <a:pt x="345" y="529"/>
                    <a:pt x="369" y="517"/>
                    <a:pt x="405" y="505"/>
                  </a:cubicBezTo>
                  <a:cubicBezTo>
                    <a:pt x="429" y="493"/>
                    <a:pt x="464" y="469"/>
                    <a:pt x="476" y="446"/>
                  </a:cubicBezTo>
                  <a:cubicBezTo>
                    <a:pt x="488" y="422"/>
                    <a:pt x="500" y="410"/>
                    <a:pt x="512" y="386"/>
                  </a:cubicBezTo>
                  <a:cubicBezTo>
                    <a:pt x="536" y="350"/>
                    <a:pt x="548" y="303"/>
                    <a:pt x="536" y="255"/>
                  </a:cubicBezTo>
                  <a:cubicBezTo>
                    <a:pt x="536" y="231"/>
                    <a:pt x="536" y="207"/>
                    <a:pt x="524" y="184"/>
                  </a:cubicBezTo>
                  <a:cubicBezTo>
                    <a:pt x="512" y="148"/>
                    <a:pt x="488" y="112"/>
                    <a:pt x="452" y="77"/>
                  </a:cubicBezTo>
                  <a:cubicBezTo>
                    <a:pt x="441" y="77"/>
                    <a:pt x="429" y="65"/>
                    <a:pt x="429" y="53"/>
                  </a:cubicBezTo>
                  <a:cubicBezTo>
                    <a:pt x="405" y="41"/>
                    <a:pt x="369" y="17"/>
                    <a:pt x="345" y="17"/>
                  </a:cubicBezTo>
                  <a:cubicBezTo>
                    <a:pt x="320" y="9"/>
                    <a:pt x="295" y="0"/>
                    <a:pt x="2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2" name="Google Shape;672;p19"/>
            <p:cNvSpPr/>
            <p:nvPr/>
          </p:nvSpPr>
          <p:spPr>
            <a:xfrm>
              <a:off x="3266150" y="5170050"/>
              <a:ext cx="17575" cy="12825"/>
            </a:xfrm>
            <a:custGeom>
              <a:rect b="b" l="l" r="r" t="t"/>
              <a:pathLst>
                <a:path extrusionOk="0" h="513" w="703">
                  <a:moveTo>
                    <a:pt x="334" y="1"/>
                  </a:moveTo>
                  <a:cubicBezTo>
                    <a:pt x="0" y="1"/>
                    <a:pt x="48" y="513"/>
                    <a:pt x="381" y="513"/>
                  </a:cubicBezTo>
                  <a:cubicBezTo>
                    <a:pt x="703" y="513"/>
                    <a:pt x="655" y="1"/>
                    <a:pt x="3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3" name="Google Shape;673;p19"/>
            <p:cNvSpPr/>
            <p:nvPr/>
          </p:nvSpPr>
          <p:spPr>
            <a:xfrm>
              <a:off x="3235200" y="5161125"/>
              <a:ext cx="13700" cy="13425"/>
            </a:xfrm>
            <a:custGeom>
              <a:rect b="b" l="l" r="r" t="t"/>
              <a:pathLst>
                <a:path extrusionOk="0" h="537" w="548">
                  <a:moveTo>
                    <a:pt x="262" y="1"/>
                  </a:moveTo>
                  <a:cubicBezTo>
                    <a:pt x="238" y="1"/>
                    <a:pt x="215" y="12"/>
                    <a:pt x="203" y="12"/>
                  </a:cubicBezTo>
                  <a:cubicBezTo>
                    <a:pt x="155" y="36"/>
                    <a:pt x="119" y="60"/>
                    <a:pt x="95" y="96"/>
                  </a:cubicBezTo>
                  <a:lnTo>
                    <a:pt x="72" y="120"/>
                  </a:lnTo>
                  <a:cubicBezTo>
                    <a:pt x="48" y="143"/>
                    <a:pt x="24" y="167"/>
                    <a:pt x="24" y="203"/>
                  </a:cubicBezTo>
                  <a:cubicBezTo>
                    <a:pt x="12" y="239"/>
                    <a:pt x="0" y="263"/>
                    <a:pt x="12" y="298"/>
                  </a:cubicBezTo>
                  <a:cubicBezTo>
                    <a:pt x="12" y="334"/>
                    <a:pt x="24" y="370"/>
                    <a:pt x="36" y="393"/>
                  </a:cubicBezTo>
                  <a:cubicBezTo>
                    <a:pt x="48" y="429"/>
                    <a:pt x="72" y="453"/>
                    <a:pt x="95" y="477"/>
                  </a:cubicBezTo>
                  <a:cubicBezTo>
                    <a:pt x="119" y="489"/>
                    <a:pt x="131" y="501"/>
                    <a:pt x="155" y="513"/>
                  </a:cubicBezTo>
                  <a:cubicBezTo>
                    <a:pt x="191" y="524"/>
                    <a:pt x="238" y="536"/>
                    <a:pt x="286" y="536"/>
                  </a:cubicBezTo>
                  <a:cubicBezTo>
                    <a:pt x="310" y="524"/>
                    <a:pt x="334" y="524"/>
                    <a:pt x="357" y="524"/>
                  </a:cubicBezTo>
                  <a:cubicBezTo>
                    <a:pt x="393" y="501"/>
                    <a:pt x="429" y="477"/>
                    <a:pt x="465" y="441"/>
                  </a:cubicBezTo>
                  <a:lnTo>
                    <a:pt x="488" y="417"/>
                  </a:lnTo>
                  <a:cubicBezTo>
                    <a:pt x="500" y="393"/>
                    <a:pt x="524" y="370"/>
                    <a:pt x="524" y="334"/>
                  </a:cubicBezTo>
                  <a:cubicBezTo>
                    <a:pt x="548" y="298"/>
                    <a:pt x="548" y="263"/>
                    <a:pt x="548" y="239"/>
                  </a:cubicBezTo>
                  <a:cubicBezTo>
                    <a:pt x="536" y="203"/>
                    <a:pt x="536" y="167"/>
                    <a:pt x="512" y="132"/>
                  </a:cubicBezTo>
                  <a:cubicBezTo>
                    <a:pt x="500" y="108"/>
                    <a:pt x="476" y="84"/>
                    <a:pt x="453" y="60"/>
                  </a:cubicBezTo>
                  <a:cubicBezTo>
                    <a:pt x="429" y="48"/>
                    <a:pt x="417" y="36"/>
                    <a:pt x="393" y="24"/>
                  </a:cubicBezTo>
                  <a:cubicBezTo>
                    <a:pt x="357" y="1"/>
                    <a:pt x="310" y="1"/>
                    <a:pt x="2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4" name="Google Shape;674;p19"/>
            <p:cNvSpPr/>
            <p:nvPr/>
          </p:nvSpPr>
          <p:spPr>
            <a:xfrm>
              <a:off x="3113150" y="5103925"/>
              <a:ext cx="204825" cy="147500"/>
            </a:xfrm>
            <a:custGeom>
              <a:rect b="b" l="l" r="r" t="t"/>
              <a:pathLst>
                <a:path extrusionOk="0" h="5900" w="8193">
                  <a:moveTo>
                    <a:pt x="3343" y="516"/>
                  </a:moveTo>
                  <a:cubicBezTo>
                    <a:pt x="3468" y="516"/>
                    <a:pt x="3593" y="521"/>
                    <a:pt x="3715" y="526"/>
                  </a:cubicBezTo>
                  <a:cubicBezTo>
                    <a:pt x="4394" y="538"/>
                    <a:pt x="5120" y="574"/>
                    <a:pt x="5787" y="765"/>
                  </a:cubicBezTo>
                  <a:cubicBezTo>
                    <a:pt x="6430" y="943"/>
                    <a:pt x="6918" y="1348"/>
                    <a:pt x="7156" y="1979"/>
                  </a:cubicBezTo>
                  <a:cubicBezTo>
                    <a:pt x="7371" y="2539"/>
                    <a:pt x="7383" y="3193"/>
                    <a:pt x="7144" y="3741"/>
                  </a:cubicBezTo>
                  <a:cubicBezTo>
                    <a:pt x="6597" y="5015"/>
                    <a:pt x="4894" y="4896"/>
                    <a:pt x="3751" y="5087"/>
                  </a:cubicBezTo>
                  <a:cubicBezTo>
                    <a:pt x="3406" y="5146"/>
                    <a:pt x="3072" y="5218"/>
                    <a:pt x="2727" y="5289"/>
                  </a:cubicBezTo>
                  <a:cubicBezTo>
                    <a:pt x="2484" y="5348"/>
                    <a:pt x="2236" y="5412"/>
                    <a:pt x="1989" y="5412"/>
                  </a:cubicBezTo>
                  <a:cubicBezTo>
                    <a:pt x="1885" y="5412"/>
                    <a:pt x="1782" y="5401"/>
                    <a:pt x="1679" y="5372"/>
                  </a:cubicBezTo>
                  <a:cubicBezTo>
                    <a:pt x="1025" y="5206"/>
                    <a:pt x="644" y="4563"/>
                    <a:pt x="572" y="3932"/>
                  </a:cubicBezTo>
                  <a:cubicBezTo>
                    <a:pt x="501" y="3241"/>
                    <a:pt x="703" y="2527"/>
                    <a:pt x="1084" y="1943"/>
                  </a:cubicBezTo>
                  <a:cubicBezTo>
                    <a:pt x="1239" y="1693"/>
                    <a:pt x="1465" y="1431"/>
                    <a:pt x="1703" y="1205"/>
                  </a:cubicBezTo>
                  <a:cubicBezTo>
                    <a:pt x="1739" y="1193"/>
                    <a:pt x="1775" y="1181"/>
                    <a:pt x="1810" y="1146"/>
                  </a:cubicBezTo>
                  <a:cubicBezTo>
                    <a:pt x="1918" y="1050"/>
                    <a:pt x="2037" y="955"/>
                    <a:pt x="2156" y="872"/>
                  </a:cubicBezTo>
                  <a:cubicBezTo>
                    <a:pt x="2322" y="776"/>
                    <a:pt x="2513" y="693"/>
                    <a:pt x="2703" y="657"/>
                  </a:cubicBezTo>
                  <a:cubicBezTo>
                    <a:pt x="2787" y="646"/>
                    <a:pt x="2846" y="598"/>
                    <a:pt x="2882" y="550"/>
                  </a:cubicBezTo>
                  <a:cubicBezTo>
                    <a:pt x="3033" y="524"/>
                    <a:pt x="3188" y="516"/>
                    <a:pt x="3343" y="516"/>
                  </a:cubicBezTo>
                  <a:close/>
                  <a:moveTo>
                    <a:pt x="3406" y="1"/>
                  </a:moveTo>
                  <a:cubicBezTo>
                    <a:pt x="3149" y="1"/>
                    <a:pt x="2893" y="18"/>
                    <a:pt x="2644" y="74"/>
                  </a:cubicBezTo>
                  <a:cubicBezTo>
                    <a:pt x="2370" y="134"/>
                    <a:pt x="2144" y="265"/>
                    <a:pt x="1918" y="407"/>
                  </a:cubicBezTo>
                  <a:cubicBezTo>
                    <a:pt x="894" y="967"/>
                    <a:pt x="167" y="2217"/>
                    <a:pt x="60" y="3324"/>
                  </a:cubicBezTo>
                  <a:cubicBezTo>
                    <a:pt x="1" y="4063"/>
                    <a:pt x="167" y="4837"/>
                    <a:pt x="703" y="5372"/>
                  </a:cubicBezTo>
                  <a:cubicBezTo>
                    <a:pt x="1089" y="5758"/>
                    <a:pt x="1535" y="5900"/>
                    <a:pt x="2014" y="5900"/>
                  </a:cubicBezTo>
                  <a:cubicBezTo>
                    <a:pt x="2245" y="5900"/>
                    <a:pt x="2484" y="5867"/>
                    <a:pt x="2727" y="5813"/>
                  </a:cubicBezTo>
                  <a:cubicBezTo>
                    <a:pt x="3620" y="5610"/>
                    <a:pt x="4525" y="5515"/>
                    <a:pt x="5430" y="5372"/>
                  </a:cubicBezTo>
                  <a:cubicBezTo>
                    <a:pt x="6156" y="5253"/>
                    <a:pt x="6882" y="5027"/>
                    <a:pt x="7347" y="4420"/>
                  </a:cubicBezTo>
                  <a:cubicBezTo>
                    <a:pt x="8192" y="3289"/>
                    <a:pt x="7918" y="1419"/>
                    <a:pt x="6728" y="622"/>
                  </a:cubicBezTo>
                  <a:cubicBezTo>
                    <a:pt x="5978" y="122"/>
                    <a:pt x="4977" y="74"/>
                    <a:pt x="4108" y="26"/>
                  </a:cubicBezTo>
                  <a:cubicBezTo>
                    <a:pt x="3876" y="15"/>
                    <a:pt x="3640" y="1"/>
                    <a:pt x="34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5" name="Google Shape;675;p19"/>
            <p:cNvSpPr/>
            <p:nvPr/>
          </p:nvSpPr>
          <p:spPr>
            <a:xfrm>
              <a:off x="3125050" y="5288475"/>
              <a:ext cx="118200" cy="111000"/>
            </a:xfrm>
            <a:custGeom>
              <a:rect b="b" l="l" r="r" t="t"/>
              <a:pathLst>
                <a:path extrusionOk="0" h="4440" w="4728">
                  <a:moveTo>
                    <a:pt x="2920" y="518"/>
                  </a:moveTo>
                  <a:cubicBezTo>
                    <a:pt x="3339" y="518"/>
                    <a:pt x="3733" y="658"/>
                    <a:pt x="3930" y="1086"/>
                  </a:cubicBezTo>
                  <a:cubicBezTo>
                    <a:pt x="4216" y="1693"/>
                    <a:pt x="4037" y="2550"/>
                    <a:pt x="3704" y="3110"/>
                  </a:cubicBezTo>
                  <a:cubicBezTo>
                    <a:pt x="3390" y="3647"/>
                    <a:pt x="2816" y="3934"/>
                    <a:pt x="2212" y="3934"/>
                  </a:cubicBezTo>
                  <a:cubicBezTo>
                    <a:pt x="2107" y="3934"/>
                    <a:pt x="2000" y="3925"/>
                    <a:pt x="1894" y="3908"/>
                  </a:cubicBezTo>
                  <a:cubicBezTo>
                    <a:pt x="1156" y="3789"/>
                    <a:pt x="549" y="3289"/>
                    <a:pt x="561" y="2491"/>
                  </a:cubicBezTo>
                  <a:cubicBezTo>
                    <a:pt x="584" y="1717"/>
                    <a:pt x="1156" y="1074"/>
                    <a:pt x="1834" y="741"/>
                  </a:cubicBezTo>
                  <a:cubicBezTo>
                    <a:pt x="1858" y="741"/>
                    <a:pt x="1906" y="741"/>
                    <a:pt x="1942" y="717"/>
                  </a:cubicBezTo>
                  <a:cubicBezTo>
                    <a:pt x="2224" y="610"/>
                    <a:pt x="2581" y="518"/>
                    <a:pt x="2920" y="518"/>
                  </a:cubicBezTo>
                  <a:close/>
                  <a:moveTo>
                    <a:pt x="2896" y="1"/>
                  </a:moveTo>
                  <a:cubicBezTo>
                    <a:pt x="2625" y="1"/>
                    <a:pt x="2352" y="54"/>
                    <a:pt x="2085" y="133"/>
                  </a:cubicBezTo>
                  <a:cubicBezTo>
                    <a:pt x="2064" y="127"/>
                    <a:pt x="2035" y="120"/>
                    <a:pt x="2006" y="120"/>
                  </a:cubicBezTo>
                  <a:cubicBezTo>
                    <a:pt x="1984" y="120"/>
                    <a:pt x="1962" y="123"/>
                    <a:pt x="1942" y="133"/>
                  </a:cubicBezTo>
                  <a:cubicBezTo>
                    <a:pt x="1037" y="455"/>
                    <a:pt x="239" y="1241"/>
                    <a:pt x="84" y="2205"/>
                  </a:cubicBezTo>
                  <a:cubicBezTo>
                    <a:pt x="1" y="2681"/>
                    <a:pt x="96" y="3193"/>
                    <a:pt x="370" y="3586"/>
                  </a:cubicBezTo>
                  <a:cubicBezTo>
                    <a:pt x="632" y="3967"/>
                    <a:pt x="1061" y="4217"/>
                    <a:pt x="1501" y="4336"/>
                  </a:cubicBezTo>
                  <a:cubicBezTo>
                    <a:pt x="1733" y="4405"/>
                    <a:pt x="1972" y="4439"/>
                    <a:pt x="2210" y="4439"/>
                  </a:cubicBezTo>
                  <a:cubicBezTo>
                    <a:pt x="2879" y="4439"/>
                    <a:pt x="3536" y="4169"/>
                    <a:pt x="3966" y="3634"/>
                  </a:cubicBezTo>
                  <a:cubicBezTo>
                    <a:pt x="4501" y="2955"/>
                    <a:pt x="4728" y="1907"/>
                    <a:pt x="4466" y="1074"/>
                  </a:cubicBezTo>
                  <a:cubicBezTo>
                    <a:pt x="4323" y="574"/>
                    <a:pt x="3918" y="217"/>
                    <a:pt x="3418" y="74"/>
                  </a:cubicBezTo>
                  <a:cubicBezTo>
                    <a:pt x="3245" y="23"/>
                    <a:pt x="3071" y="1"/>
                    <a:pt x="28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76" name="Google Shape;676;p19"/>
          <p:cNvGrpSpPr/>
          <p:nvPr/>
        </p:nvGrpSpPr>
        <p:grpSpPr>
          <a:xfrm>
            <a:off x="1648200" y="1141232"/>
            <a:ext cx="5909751" cy="3550243"/>
            <a:chOff x="1648200" y="1141232"/>
            <a:chExt cx="5909751" cy="3550243"/>
          </a:xfrm>
        </p:grpSpPr>
        <p:grpSp>
          <p:nvGrpSpPr>
            <p:cNvPr id="677" name="Google Shape;677;p19"/>
            <p:cNvGrpSpPr/>
            <p:nvPr/>
          </p:nvGrpSpPr>
          <p:grpSpPr>
            <a:xfrm>
              <a:off x="1648200" y="1141232"/>
              <a:ext cx="4088451" cy="1016730"/>
              <a:chOff x="1648200" y="1141232"/>
              <a:chExt cx="4088451" cy="1016730"/>
            </a:xfrm>
          </p:grpSpPr>
          <p:sp>
            <p:nvSpPr>
              <p:cNvPr id="678" name="Google Shape;678;p19"/>
              <p:cNvSpPr/>
              <p:nvPr/>
            </p:nvSpPr>
            <p:spPr>
              <a:xfrm flipH="1" rot="-8527709">
                <a:off x="5640003" y="1155758"/>
                <a:ext cx="77669" cy="88497"/>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9" name="Google Shape;679;p19"/>
              <p:cNvCxnSpPr/>
              <p:nvPr/>
            </p:nvCxnSpPr>
            <p:spPr>
              <a:xfrm flipH="1" rot="10800000">
                <a:off x="1648200" y="1184163"/>
                <a:ext cx="4076400" cy="973800"/>
              </a:xfrm>
              <a:prstGeom prst="straightConnector1">
                <a:avLst/>
              </a:prstGeom>
              <a:noFill/>
              <a:ln cap="flat" cmpd="sng" w="19050">
                <a:solidFill>
                  <a:schemeClr val="lt1"/>
                </a:solidFill>
                <a:prstDash val="solid"/>
                <a:round/>
                <a:headEnd len="med" w="med" type="none"/>
                <a:tailEnd len="med" w="med" type="none"/>
              </a:ln>
            </p:spPr>
          </p:cxnSp>
        </p:grpSp>
        <p:grpSp>
          <p:nvGrpSpPr>
            <p:cNvPr id="680" name="Google Shape;680;p19"/>
            <p:cNvGrpSpPr/>
            <p:nvPr/>
          </p:nvGrpSpPr>
          <p:grpSpPr>
            <a:xfrm>
              <a:off x="3469500" y="3674745"/>
              <a:ext cx="4088451" cy="1016730"/>
              <a:chOff x="3469500" y="3674745"/>
              <a:chExt cx="4088451" cy="1016730"/>
            </a:xfrm>
          </p:grpSpPr>
          <p:cxnSp>
            <p:nvCxnSpPr>
              <p:cNvPr id="681" name="Google Shape;681;p19"/>
              <p:cNvCxnSpPr/>
              <p:nvPr/>
            </p:nvCxnSpPr>
            <p:spPr>
              <a:xfrm flipH="1" rot="10800000">
                <a:off x="3469500" y="3717675"/>
                <a:ext cx="4076400" cy="973800"/>
              </a:xfrm>
              <a:prstGeom prst="straightConnector1">
                <a:avLst/>
              </a:prstGeom>
              <a:noFill/>
              <a:ln cap="flat" cmpd="sng" w="19050">
                <a:solidFill>
                  <a:schemeClr val="lt1"/>
                </a:solidFill>
                <a:prstDash val="solid"/>
                <a:round/>
                <a:headEnd len="med" w="med" type="none"/>
                <a:tailEnd len="med" w="med" type="none"/>
              </a:ln>
            </p:spPr>
          </p:cxnSp>
          <p:sp>
            <p:nvSpPr>
              <p:cNvPr id="682" name="Google Shape;682;p19"/>
              <p:cNvSpPr/>
              <p:nvPr/>
            </p:nvSpPr>
            <p:spPr>
              <a:xfrm flipH="1" rot="-8527709">
                <a:off x="7461303" y="3689271"/>
                <a:ext cx="77669" cy="88497"/>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20"/>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688" name="Google Shape;688;p20"/>
          <p:cNvGrpSpPr/>
          <p:nvPr/>
        </p:nvGrpSpPr>
        <p:grpSpPr>
          <a:xfrm>
            <a:off x="6774025" y="3665275"/>
            <a:ext cx="1912800" cy="1066800"/>
            <a:chOff x="6774025" y="3665275"/>
            <a:chExt cx="1912800" cy="1066800"/>
          </a:xfrm>
        </p:grpSpPr>
        <p:sp>
          <p:nvSpPr>
            <p:cNvPr id="689" name="Google Shape;689;p20"/>
            <p:cNvSpPr txBox="1"/>
            <p:nvPr/>
          </p:nvSpPr>
          <p:spPr>
            <a:xfrm>
              <a:off x="6774025" y="4225375"/>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690" name="Google Shape;690;p20"/>
            <p:cNvSpPr txBox="1"/>
            <p:nvPr/>
          </p:nvSpPr>
          <p:spPr>
            <a:xfrm>
              <a:off x="7131175" y="3890125"/>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691" name="Google Shape;691;p20"/>
            <p:cNvSpPr txBox="1"/>
            <p:nvPr/>
          </p:nvSpPr>
          <p:spPr>
            <a:xfrm>
              <a:off x="7391425" y="3665275"/>
              <a:ext cx="678000" cy="22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08</a:t>
              </a:r>
              <a:endParaRPr sz="3000">
                <a:solidFill>
                  <a:schemeClr val="lt1"/>
                </a:solidFill>
                <a:latin typeface="Love Ya Like A Sister"/>
                <a:ea typeface="Love Ya Like A Sister"/>
                <a:cs typeface="Love Ya Like A Sister"/>
                <a:sym typeface="Love Ya Like A Sister"/>
              </a:endParaRPr>
            </a:p>
          </p:txBody>
        </p:sp>
      </p:grpSp>
      <p:grpSp>
        <p:nvGrpSpPr>
          <p:cNvPr id="692" name="Google Shape;692;p20"/>
          <p:cNvGrpSpPr/>
          <p:nvPr/>
        </p:nvGrpSpPr>
        <p:grpSpPr>
          <a:xfrm>
            <a:off x="457200" y="1954525"/>
            <a:ext cx="1912800" cy="1177338"/>
            <a:chOff x="457200" y="1954525"/>
            <a:chExt cx="1912800" cy="1177338"/>
          </a:xfrm>
        </p:grpSpPr>
        <p:sp>
          <p:nvSpPr>
            <p:cNvPr id="693" name="Google Shape;693;p20"/>
            <p:cNvSpPr txBox="1"/>
            <p:nvPr/>
          </p:nvSpPr>
          <p:spPr>
            <a:xfrm>
              <a:off x="457200" y="2625163"/>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694" name="Google Shape;694;p20"/>
            <p:cNvSpPr txBox="1"/>
            <p:nvPr/>
          </p:nvSpPr>
          <p:spPr>
            <a:xfrm>
              <a:off x="814350" y="22899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695" name="Google Shape;695;p20"/>
            <p:cNvSpPr txBox="1"/>
            <p:nvPr/>
          </p:nvSpPr>
          <p:spPr>
            <a:xfrm>
              <a:off x="1074600" y="1954525"/>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05</a:t>
              </a:r>
              <a:endParaRPr sz="3000">
                <a:solidFill>
                  <a:schemeClr val="lt1"/>
                </a:solidFill>
                <a:latin typeface="Love Ya Like A Sister"/>
                <a:ea typeface="Love Ya Like A Sister"/>
                <a:cs typeface="Love Ya Like A Sister"/>
                <a:sym typeface="Love Ya Like A Sister"/>
              </a:endParaRPr>
            </a:p>
          </p:txBody>
        </p:sp>
      </p:grpSp>
      <p:grpSp>
        <p:nvGrpSpPr>
          <p:cNvPr id="696" name="Google Shape;696;p20"/>
          <p:cNvGrpSpPr/>
          <p:nvPr/>
        </p:nvGrpSpPr>
        <p:grpSpPr>
          <a:xfrm>
            <a:off x="2562808" y="2487925"/>
            <a:ext cx="1912800" cy="1177338"/>
            <a:chOff x="2562808" y="2487925"/>
            <a:chExt cx="1912800" cy="1177338"/>
          </a:xfrm>
        </p:grpSpPr>
        <p:sp>
          <p:nvSpPr>
            <p:cNvPr id="697" name="Google Shape;697;p20"/>
            <p:cNvSpPr txBox="1"/>
            <p:nvPr/>
          </p:nvSpPr>
          <p:spPr>
            <a:xfrm>
              <a:off x="2562808" y="3158563"/>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698" name="Google Shape;698;p20"/>
            <p:cNvSpPr txBox="1"/>
            <p:nvPr/>
          </p:nvSpPr>
          <p:spPr>
            <a:xfrm>
              <a:off x="2919958" y="28233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699" name="Google Shape;699;p20"/>
            <p:cNvSpPr txBox="1"/>
            <p:nvPr/>
          </p:nvSpPr>
          <p:spPr>
            <a:xfrm>
              <a:off x="3180208" y="2487925"/>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06</a:t>
              </a:r>
              <a:endParaRPr sz="3000">
                <a:solidFill>
                  <a:schemeClr val="lt1"/>
                </a:solidFill>
                <a:latin typeface="Love Ya Like A Sister"/>
                <a:ea typeface="Love Ya Like A Sister"/>
                <a:cs typeface="Love Ya Like A Sister"/>
                <a:sym typeface="Love Ya Like A Sister"/>
              </a:endParaRPr>
            </a:p>
          </p:txBody>
        </p:sp>
      </p:grpSp>
      <p:grpSp>
        <p:nvGrpSpPr>
          <p:cNvPr id="700" name="Google Shape;700;p20"/>
          <p:cNvGrpSpPr/>
          <p:nvPr/>
        </p:nvGrpSpPr>
        <p:grpSpPr>
          <a:xfrm>
            <a:off x="4668417" y="3021325"/>
            <a:ext cx="1912800" cy="1177350"/>
            <a:chOff x="4668417" y="3021325"/>
            <a:chExt cx="1912800" cy="1177350"/>
          </a:xfrm>
        </p:grpSpPr>
        <p:sp>
          <p:nvSpPr>
            <p:cNvPr id="701" name="Google Shape;701;p20"/>
            <p:cNvSpPr txBox="1"/>
            <p:nvPr/>
          </p:nvSpPr>
          <p:spPr>
            <a:xfrm>
              <a:off x="4668417" y="3691975"/>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702" name="Google Shape;702;p20"/>
            <p:cNvSpPr txBox="1"/>
            <p:nvPr/>
          </p:nvSpPr>
          <p:spPr>
            <a:xfrm>
              <a:off x="5025567" y="3356725"/>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703" name="Google Shape;703;p20"/>
            <p:cNvSpPr txBox="1"/>
            <p:nvPr/>
          </p:nvSpPr>
          <p:spPr>
            <a:xfrm>
              <a:off x="5285817" y="3021325"/>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07</a:t>
              </a:r>
              <a:endParaRPr sz="3000">
                <a:solidFill>
                  <a:schemeClr val="lt1"/>
                </a:solidFill>
                <a:latin typeface="Love Ya Like A Sister"/>
                <a:ea typeface="Love Ya Like A Sister"/>
                <a:cs typeface="Love Ya Like A Sister"/>
                <a:sym typeface="Love Ya Like A Sister"/>
              </a:endParaRPr>
            </a:p>
          </p:txBody>
        </p:sp>
      </p:grpSp>
      <p:grpSp>
        <p:nvGrpSpPr>
          <p:cNvPr id="704" name="Google Shape;704;p20"/>
          <p:cNvGrpSpPr/>
          <p:nvPr/>
        </p:nvGrpSpPr>
        <p:grpSpPr>
          <a:xfrm>
            <a:off x="5260920" y="2251595"/>
            <a:ext cx="727808" cy="640296"/>
            <a:chOff x="602800" y="3981788"/>
            <a:chExt cx="617100" cy="542900"/>
          </a:xfrm>
        </p:grpSpPr>
        <p:sp>
          <p:nvSpPr>
            <p:cNvPr id="705" name="Google Shape;705;p20"/>
            <p:cNvSpPr/>
            <p:nvPr/>
          </p:nvSpPr>
          <p:spPr>
            <a:xfrm>
              <a:off x="602800" y="3981788"/>
              <a:ext cx="617100" cy="542900"/>
            </a:xfrm>
            <a:custGeom>
              <a:rect b="b" l="l" r="r" t="t"/>
              <a:pathLst>
                <a:path extrusionOk="0" h="21716" w="24684">
                  <a:moveTo>
                    <a:pt x="14046" y="377"/>
                  </a:moveTo>
                  <a:cubicBezTo>
                    <a:pt x="15802" y="377"/>
                    <a:pt x="17531" y="757"/>
                    <a:pt x="19137" y="1461"/>
                  </a:cubicBezTo>
                  <a:cubicBezTo>
                    <a:pt x="20859" y="2226"/>
                    <a:pt x="22293" y="3446"/>
                    <a:pt x="23273" y="5071"/>
                  </a:cubicBezTo>
                  <a:cubicBezTo>
                    <a:pt x="23799" y="5932"/>
                    <a:pt x="24158" y="6936"/>
                    <a:pt x="24206" y="7940"/>
                  </a:cubicBezTo>
                  <a:cubicBezTo>
                    <a:pt x="24254" y="8586"/>
                    <a:pt x="24134" y="9327"/>
                    <a:pt x="23536" y="9686"/>
                  </a:cubicBezTo>
                  <a:cubicBezTo>
                    <a:pt x="23375" y="9780"/>
                    <a:pt x="23199" y="9823"/>
                    <a:pt x="23021" y="9823"/>
                  </a:cubicBezTo>
                  <a:cubicBezTo>
                    <a:pt x="22751" y="9823"/>
                    <a:pt x="22476" y="9725"/>
                    <a:pt x="22245" y="9566"/>
                  </a:cubicBezTo>
                  <a:cubicBezTo>
                    <a:pt x="21696" y="9207"/>
                    <a:pt x="21863" y="8610"/>
                    <a:pt x="21815" y="8036"/>
                  </a:cubicBezTo>
                  <a:cubicBezTo>
                    <a:pt x="21716" y="6704"/>
                    <a:pt x="20592" y="5819"/>
                    <a:pt x="19364" y="5819"/>
                  </a:cubicBezTo>
                  <a:cubicBezTo>
                    <a:pt x="19115" y="5819"/>
                    <a:pt x="18861" y="5855"/>
                    <a:pt x="18611" y="5932"/>
                  </a:cubicBezTo>
                  <a:cubicBezTo>
                    <a:pt x="17296" y="6339"/>
                    <a:pt x="16316" y="7869"/>
                    <a:pt x="16388" y="9207"/>
                  </a:cubicBezTo>
                  <a:cubicBezTo>
                    <a:pt x="16412" y="9805"/>
                    <a:pt x="16579" y="10379"/>
                    <a:pt x="16723" y="10929"/>
                  </a:cubicBezTo>
                  <a:cubicBezTo>
                    <a:pt x="16914" y="11766"/>
                    <a:pt x="17057" y="12602"/>
                    <a:pt x="17081" y="13463"/>
                  </a:cubicBezTo>
                  <a:cubicBezTo>
                    <a:pt x="17177" y="15376"/>
                    <a:pt x="16747" y="17312"/>
                    <a:pt x="15527" y="18819"/>
                  </a:cubicBezTo>
                  <a:cubicBezTo>
                    <a:pt x="14523" y="20038"/>
                    <a:pt x="13089" y="20827"/>
                    <a:pt x="11558" y="21162"/>
                  </a:cubicBezTo>
                  <a:cubicBezTo>
                    <a:pt x="10986" y="21292"/>
                    <a:pt x="10399" y="21354"/>
                    <a:pt x="9811" y="21354"/>
                  </a:cubicBezTo>
                  <a:cubicBezTo>
                    <a:pt x="7380" y="21354"/>
                    <a:pt x="4918" y="20288"/>
                    <a:pt x="3262" y="18556"/>
                  </a:cubicBezTo>
                  <a:cubicBezTo>
                    <a:pt x="921" y="16074"/>
                    <a:pt x="460" y="12193"/>
                    <a:pt x="1273" y="8980"/>
                  </a:cubicBezTo>
                  <a:lnTo>
                    <a:pt x="1273" y="8980"/>
                  </a:lnTo>
                  <a:cubicBezTo>
                    <a:pt x="1274" y="8976"/>
                    <a:pt x="1276" y="8972"/>
                    <a:pt x="1278" y="8968"/>
                  </a:cubicBezTo>
                  <a:cubicBezTo>
                    <a:pt x="1732" y="7701"/>
                    <a:pt x="2306" y="6482"/>
                    <a:pt x="3143" y="5406"/>
                  </a:cubicBezTo>
                  <a:cubicBezTo>
                    <a:pt x="4195" y="4067"/>
                    <a:pt x="5581" y="3039"/>
                    <a:pt x="7064" y="2250"/>
                  </a:cubicBezTo>
                  <a:cubicBezTo>
                    <a:pt x="9096" y="1174"/>
                    <a:pt x="11295" y="457"/>
                    <a:pt x="13591" y="385"/>
                  </a:cubicBezTo>
                  <a:cubicBezTo>
                    <a:pt x="13743" y="380"/>
                    <a:pt x="13894" y="377"/>
                    <a:pt x="14046" y="377"/>
                  </a:cubicBezTo>
                  <a:close/>
                  <a:moveTo>
                    <a:pt x="13956" y="0"/>
                  </a:moveTo>
                  <a:cubicBezTo>
                    <a:pt x="11848" y="0"/>
                    <a:pt x="9808" y="564"/>
                    <a:pt x="7901" y="1437"/>
                  </a:cubicBezTo>
                  <a:cubicBezTo>
                    <a:pt x="6275" y="2179"/>
                    <a:pt x="4769" y="3135"/>
                    <a:pt x="3525" y="4426"/>
                  </a:cubicBezTo>
                  <a:cubicBezTo>
                    <a:pt x="2593" y="5406"/>
                    <a:pt x="1876" y="6578"/>
                    <a:pt x="1326" y="7821"/>
                  </a:cubicBezTo>
                  <a:cubicBezTo>
                    <a:pt x="1182" y="8179"/>
                    <a:pt x="1039" y="8514"/>
                    <a:pt x="919" y="8873"/>
                  </a:cubicBezTo>
                  <a:cubicBezTo>
                    <a:pt x="907" y="8909"/>
                    <a:pt x="907" y="8941"/>
                    <a:pt x="914" y="8970"/>
                  </a:cubicBezTo>
                  <a:lnTo>
                    <a:pt x="914" y="8970"/>
                  </a:lnTo>
                  <a:cubicBezTo>
                    <a:pt x="1" y="12593"/>
                    <a:pt x="734" y="16877"/>
                    <a:pt x="3645" y="19392"/>
                  </a:cubicBezTo>
                  <a:cubicBezTo>
                    <a:pt x="5325" y="20865"/>
                    <a:pt x="7585" y="21716"/>
                    <a:pt x="9827" y="21716"/>
                  </a:cubicBezTo>
                  <a:cubicBezTo>
                    <a:pt x="10934" y="21716"/>
                    <a:pt x="12037" y="21508"/>
                    <a:pt x="13065" y="21066"/>
                  </a:cubicBezTo>
                  <a:cubicBezTo>
                    <a:pt x="14499" y="20444"/>
                    <a:pt x="15695" y="19416"/>
                    <a:pt x="16484" y="18077"/>
                  </a:cubicBezTo>
                  <a:cubicBezTo>
                    <a:pt x="17392" y="16476"/>
                    <a:pt x="17583" y="14491"/>
                    <a:pt x="17392" y="12674"/>
                  </a:cubicBezTo>
                  <a:cubicBezTo>
                    <a:pt x="17320" y="11933"/>
                    <a:pt x="17153" y="11192"/>
                    <a:pt x="16962" y="10451"/>
                  </a:cubicBezTo>
                  <a:cubicBezTo>
                    <a:pt x="16842" y="9925"/>
                    <a:pt x="16699" y="9375"/>
                    <a:pt x="16747" y="8825"/>
                  </a:cubicBezTo>
                  <a:cubicBezTo>
                    <a:pt x="16881" y="7477"/>
                    <a:pt x="18086" y="6161"/>
                    <a:pt x="19423" y="6161"/>
                  </a:cubicBezTo>
                  <a:cubicBezTo>
                    <a:pt x="19747" y="6161"/>
                    <a:pt x="20078" y="6238"/>
                    <a:pt x="20404" y="6410"/>
                  </a:cubicBezTo>
                  <a:cubicBezTo>
                    <a:pt x="21241" y="6864"/>
                    <a:pt x="21528" y="7773"/>
                    <a:pt x="21456" y="8658"/>
                  </a:cubicBezTo>
                  <a:cubicBezTo>
                    <a:pt x="21409" y="9112"/>
                    <a:pt x="21648" y="9542"/>
                    <a:pt x="21982" y="9829"/>
                  </a:cubicBezTo>
                  <a:cubicBezTo>
                    <a:pt x="22277" y="10059"/>
                    <a:pt x="22621" y="10169"/>
                    <a:pt x="22961" y="10169"/>
                  </a:cubicBezTo>
                  <a:cubicBezTo>
                    <a:pt x="23502" y="10169"/>
                    <a:pt x="24031" y="9889"/>
                    <a:pt x="24325" y="9375"/>
                  </a:cubicBezTo>
                  <a:cubicBezTo>
                    <a:pt x="24684" y="8729"/>
                    <a:pt x="24612" y="7916"/>
                    <a:pt x="24493" y="7223"/>
                  </a:cubicBezTo>
                  <a:cubicBezTo>
                    <a:pt x="24325" y="6267"/>
                    <a:pt x="23919" y="5382"/>
                    <a:pt x="23393" y="4569"/>
                  </a:cubicBezTo>
                  <a:cubicBezTo>
                    <a:pt x="22437" y="3063"/>
                    <a:pt x="21026" y="1939"/>
                    <a:pt x="19400" y="1198"/>
                  </a:cubicBezTo>
                  <a:cubicBezTo>
                    <a:pt x="17775" y="457"/>
                    <a:pt x="16005" y="51"/>
                    <a:pt x="14212" y="3"/>
                  </a:cubicBezTo>
                  <a:cubicBezTo>
                    <a:pt x="14127" y="1"/>
                    <a:pt x="14042" y="0"/>
                    <a:pt x="1395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650275" y="4165538"/>
              <a:ext cx="353275" cy="324375"/>
            </a:xfrm>
            <a:custGeom>
              <a:rect b="b" l="l" r="r" t="t"/>
              <a:pathLst>
                <a:path extrusionOk="0" h="12975" w="14131">
                  <a:moveTo>
                    <a:pt x="5502" y="1"/>
                  </a:moveTo>
                  <a:cubicBezTo>
                    <a:pt x="5114" y="1"/>
                    <a:pt x="4728" y="75"/>
                    <a:pt x="4376" y="232"/>
                  </a:cubicBezTo>
                  <a:cubicBezTo>
                    <a:pt x="3867" y="444"/>
                    <a:pt x="3358" y="825"/>
                    <a:pt x="2815" y="825"/>
                  </a:cubicBezTo>
                  <a:cubicBezTo>
                    <a:pt x="2746" y="825"/>
                    <a:pt x="2677" y="819"/>
                    <a:pt x="2607" y="806"/>
                  </a:cubicBezTo>
                  <a:cubicBezTo>
                    <a:pt x="2391" y="758"/>
                    <a:pt x="2200" y="638"/>
                    <a:pt x="1961" y="638"/>
                  </a:cubicBezTo>
                  <a:cubicBezTo>
                    <a:pt x="1940" y="636"/>
                    <a:pt x="1918" y="635"/>
                    <a:pt x="1898" y="635"/>
                  </a:cubicBezTo>
                  <a:cubicBezTo>
                    <a:pt x="1429" y="635"/>
                    <a:pt x="1091" y="1136"/>
                    <a:pt x="885" y="1571"/>
                  </a:cubicBezTo>
                  <a:cubicBezTo>
                    <a:pt x="598" y="2144"/>
                    <a:pt x="455" y="2694"/>
                    <a:pt x="216" y="3770"/>
                  </a:cubicBezTo>
                  <a:cubicBezTo>
                    <a:pt x="1" y="4846"/>
                    <a:pt x="144" y="6639"/>
                    <a:pt x="861" y="8193"/>
                  </a:cubicBezTo>
                  <a:cubicBezTo>
                    <a:pt x="2057" y="10799"/>
                    <a:pt x="3921" y="12042"/>
                    <a:pt x="6360" y="12736"/>
                  </a:cubicBezTo>
                  <a:cubicBezTo>
                    <a:pt x="6902" y="12897"/>
                    <a:pt x="7482" y="12974"/>
                    <a:pt x="8071" y="12974"/>
                  </a:cubicBezTo>
                  <a:cubicBezTo>
                    <a:pt x="10108" y="12974"/>
                    <a:pt x="12250" y="12043"/>
                    <a:pt x="13270" y="10393"/>
                  </a:cubicBezTo>
                  <a:cubicBezTo>
                    <a:pt x="13891" y="9341"/>
                    <a:pt x="14106" y="8098"/>
                    <a:pt x="14106" y="6902"/>
                  </a:cubicBezTo>
                  <a:cubicBezTo>
                    <a:pt x="14130" y="5850"/>
                    <a:pt x="14011" y="4822"/>
                    <a:pt x="13724" y="3818"/>
                  </a:cubicBezTo>
                  <a:cubicBezTo>
                    <a:pt x="13413" y="2718"/>
                    <a:pt x="12696" y="1547"/>
                    <a:pt x="11524" y="1403"/>
                  </a:cubicBezTo>
                  <a:cubicBezTo>
                    <a:pt x="11439" y="1392"/>
                    <a:pt x="11354" y="1387"/>
                    <a:pt x="11268" y="1387"/>
                  </a:cubicBezTo>
                  <a:cubicBezTo>
                    <a:pt x="10532" y="1387"/>
                    <a:pt x="9751" y="1747"/>
                    <a:pt x="9059" y="1747"/>
                  </a:cubicBezTo>
                  <a:cubicBezTo>
                    <a:pt x="8779" y="1747"/>
                    <a:pt x="8514" y="1688"/>
                    <a:pt x="8273" y="1523"/>
                  </a:cubicBezTo>
                  <a:cubicBezTo>
                    <a:pt x="8010" y="1355"/>
                    <a:pt x="7842" y="1092"/>
                    <a:pt x="7651" y="877"/>
                  </a:cubicBezTo>
                  <a:cubicBezTo>
                    <a:pt x="7105" y="315"/>
                    <a:pt x="6299" y="1"/>
                    <a:pt x="5502" y="1"/>
                  </a:cubicBezTo>
                  <a:close/>
                </a:path>
              </a:pathLst>
            </a:cu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0"/>
            <p:cNvSpPr/>
            <p:nvPr/>
          </p:nvSpPr>
          <p:spPr>
            <a:xfrm>
              <a:off x="733950" y="4344638"/>
              <a:ext cx="51425" cy="50875"/>
            </a:xfrm>
            <a:custGeom>
              <a:rect b="b" l="l" r="r" t="t"/>
              <a:pathLst>
                <a:path extrusionOk="0" h="2035" w="2057">
                  <a:moveTo>
                    <a:pt x="1274" y="990"/>
                  </a:moveTo>
                  <a:lnTo>
                    <a:pt x="1274" y="990"/>
                  </a:lnTo>
                  <a:cubicBezTo>
                    <a:pt x="1334" y="1089"/>
                    <a:pt x="1292" y="1163"/>
                    <a:pt x="1212" y="1172"/>
                  </a:cubicBezTo>
                  <a:lnTo>
                    <a:pt x="1212" y="1172"/>
                  </a:lnTo>
                  <a:cubicBezTo>
                    <a:pt x="1250" y="1117"/>
                    <a:pt x="1273" y="1053"/>
                    <a:pt x="1274" y="990"/>
                  </a:cubicBezTo>
                  <a:close/>
                  <a:moveTo>
                    <a:pt x="519" y="1096"/>
                  </a:moveTo>
                  <a:cubicBezTo>
                    <a:pt x="548" y="1180"/>
                    <a:pt x="595" y="1261"/>
                    <a:pt x="654" y="1332"/>
                  </a:cubicBezTo>
                  <a:lnTo>
                    <a:pt x="654" y="1332"/>
                  </a:lnTo>
                  <a:cubicBezTo>
                    <a:pt x="592" y="1263"/>
                    <a:pt x="543" y="1182"/>
                    <a:pt x="519" y="1096"/>
                  </a:cubicBezTo>
                  <a:close/>
                  <a:moveTo>
                    <a:pt x="1072" y="0"/>
                  </a:moveTo>
                  <a:cubicBezTo>
                    <a:pt x="1058" y="0"/>
                    <a:pt x="1043" y="0"/>
                    <a:pt x="1029" y="1"/>
                  </a:cubicBezTo>
                  <a:cubicBezTo>
                    <a:pt x="560" y="42"/>
                    <a:pt x="143" y="396"/>
                    <a:pt x="60" y="840"/>
                  </a:cubicBezTo>
                  <a:lnTo>
                    <a:pt x="60" y="840"/>
                  </a:lnTo>
                  <a:cubicBezTo>
                    <a:pt x="24" y="873"/>
                    <a:pt x="1" y="920"/>
                    <a:pt x="1" y="981"/>
                  </a:cubicBezTo>
                  <a:cubicBezTo>
                    <a:pt x="25" y="1579"/>
                    <a:pt x="527" y="1985"/>
                    <a:pt x="1077" y="2033"/>
                  </a:cubicBezTo>
                  <a:cubicBezTo>
                    <a:pt x="1089" y="2034"/>
                    <a:pt x="1102" y="2034"/>
                    <a:pt x="1114" y="2034"/>
                  </a:cubicBezTo>
                  <a:cubicBezTo>
                    <a:pt x="1690" y="2034"/>
                    <a:pt x="2057" y="1496"/>
                    <a:pt x="2057" y="957"/>
                  </a:cubicBezTo>
                  <a:cubicBezTo>
                    <a:pt x="2057" y="422"/>
                    <a:pt x="1604" y="0"/>
                    <a:pt x="10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0"/>
            <p:cNvSpPr/>
            <p:nvPr/>
          </p:nvSpPr>
          <p:spPr>
            <a:xfrm>
              <a:off x="740525" y="4361713"/>
              <a:ext cx="29850" cy="18625"/>
            </a:xfrm>
            <a:custGeom>
              <a:rect b="b" l="l" r="r" t="t"/>
              <a:pathLst>
                <a:path extrusionOk="0" h="745" w="1194">
                  <a:moveTo>
                    <a:pt x="359" y="346"/>
                  </a:moveTo>
                  <a:cubicBezTo>
                    <a:pt x="349" y="368"/>
                    <a:pt x="343" y="389"/>
                    <a:pt x="340" y="410"/>
                  </a:cubicBezTo>
                  <a:lnTo>
                    <a:pt x="340" y="410"/>
                  </a:lnTo>
                  <a:cubicBezTo>
                    <a:pt x="340" y="395"/>
                    <a:pt x="345" y="374"/>
                    <a:pt x="359" y="346"/>
                  </a:cubicBezTo>
                  <a:close/>
                  <a:moveTo>
                    <a:pt x="410" y="1"/>
                  </a:moveTo>
                  <a:cubicBezTo>
                    <a:pt x="277" y="1"/>
                    <a:pt x="144" y="75"/>
                    <a:pt x="96" y="203"/>
                  </a:cubicBezTo>
                  <a:cubicBezTo>
                    <a:pt x="1" y="394"/>
                    <a:pt x="96" y="585"/>
                    <a:pt x="264" y="705"/>
                  </a:cubicBezTo>
                  <a:cubicBezTo>
                    <a:pt x="306" y="733"/>
                    <a:pt x="364" y="744"/>
                    <a:pt x="425" y="744"/>
                  </a:cubicBezTo>
                  <a:cubicBezTo>
                    <a:pt x="467" y="744"/>
                    <a:pt x="511" y="739"/>
                    <a:pt x="551" y="729"/>
                  </a:cubicBezTo>
                  <a:cubicBezTo>
                    <a:pt x="642" y="692"/>
                    <a:pt x="692" y="641"/>
                    <a:pt x="764" y="641"/>
                  </a:cubicBezTo>
                  <a:cubicBezTo>
                    <a:pt x="786" y="641"/>
                    <a:pt x="810" y="646"/>
                    <a:pt x="837" y="657"/>
                  </a:cubicBezTo>
                  <a:cubicBezTo>
                    <a:pt x="866" y="666"/>
                    <a:pt x="892" y="671"/>
                    <a:pt x="917" y="671"/>
                  </a:cubicBezTo>
                  <a:cubicBezTo>
                    <a:pt x="1140" y="671"/>
                    <a:pt x="1194" y="313"/>
                    <a:pt x="957" y="227"/>
                  </a:cubicBezTo>
                  <a:cubicBezTo>
                    <a:pt x="885" y="203"/>
                    <a:pt x="814" y="191"/>
                    <a:pt x="745" y="191"/>
                  </a:cubicBezTo>
                  <a:cubicBezTo>
                    <a:pt x="738" y="191"/>
                    <a:pt x="732" y="191"/>
                    <a:pt x="726" y="191"/>
                  </a:cubicBezTo>
                  <a:lnTo>
                    <a:pt x="726" y="191"/>
                  </a:lnTo>
                  <a:cubicBezTo>
                    <a:pt x="694" y="142"/>
                    <a:pt x="651" y="97"/>
                    <a:pt x="598" y="59"/>
                  </a:cubicBezTo>
                  <a:cubicBezTo>
                    <a:pt x="543" y="19"/>
                    <a:pt x="476" y="1"/>
                    <a:pt x="4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0"/>
            <p:cNvSpPr/>
            <p:nvPr/>
          </p:nvSpPr>
          <p:spPr>
            <a:xfrm>
              <a:off x="714225" y="4278438"/>
              <a:ext cx="20750" cy="18025"/>
            </a:xfrm>
            <a:custGeom>
              <a:rect b="b" l="l" r="r" t="t"/>
              <a:pathLst>
                <a:path extrusionOk="0" h="721" w="830">
                  <a:moveTo>
                    <a:pt x="465" y="1"/>
                  </a:moveTo>
                  <a:cubicBezTo>
                    <a:pt x="356" y="1"/>
                    <a:pt x="245" y="49"/>
                    <a:pt x="168" y="139"/>
                  </a:cubicBezTo>
                  <a:cubicBezTo>
                    <a:pt x="1" y="354"/>
                    <a:pt x="192" y="641"/>
                    <a:pt x="431" y="713"/>
                  </a:cubicBezTo>
                  <a:cubicBezTo>
                    <a:pt x="451" y="718"/>
                    <a:pt x="470" y="721"/>
                    <a:pt x="489" y="721"/>
                  </a:cubicBezTo>
                  <a:cubicBezTo>
                    <a:pt x="605" y="721"/>
                    <a:pt x="683" y="618"/>
                    <a:pt x="696" y="510"/>
                  </a:cubicBezTo>
                  <a:lnTo>
                    <a:pt x="696" y="510"/>
                  </a:lnTo>
                  <a:cubicBezTo>
                    <a:pt x="803" y="411"/>
                    <a:pt x="829" y="242"/>
                    <a:pt x="718" y="115"/>
                  </a:cubicBezTo>
                  <a:cubicBezTo>
                    <a:pt x="651" y="37"/>
                    <a:pt x="559" y="1"/>
                    <a:pt x="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0"/>
            <p:cNvSpPr/>
            <p:nvPr/>
          </p:nvSpPr>
          <p:spPr>
            <a:xfrm>
              <a:off x="779375" y="4290113"/>
              <a:ext cx="11375" cy="14525"/>
            </a:xfrm>
            <a:custGeom>
              <a:rect b="b" l="l" r="r" t="t"/>
              <a:pathLst>
                <a:path extrusionOk="0" h="581" w="455">
                  <a:moveTo>
                    <a:pt x="228" y="0"/>
                  </a:moveTo>
                  <a:cubicBezTo>
                    <a:pt x="114" y="0"/>
                    <a:pt x="1" y="66"/>
                    <a:pt x="1" y="198"/>
                  </a:cubicBezTo>
                  <a:lnTo>
                    <a:pt x="1" y="365"/>
                  </a:lnTo>
                  <a:cubicBezTo>
                    <a:pt x="1" y="509"/>
                    <a:pt x="114" y="580"/>
                    <a:pt x="228" y="580"/>
                  </a:cubicBezTo>
                  <a:cubicBezTo>
                    <a:pt x="341" y="580"/>
                    <a:pt x="455" y="509"/>
                    <a:pt x="455" y="365"/>
                  </a:cubicBezTo>
                  <a:lnTo>
                    <a:pt x="455" y="198"/>
                  </a:lnTo>
                  <a:cubicBezTo>
                    <a:pt x="455" y="66"/>
                    <a:pt x="341" y="0"/>
                    <a:pt x="22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941275" y="4259138"/>
              <a:ext cx="47925" cy="162350"/>
            </a:xfrm>
            <a:custGeom>
              <a:rect b="b" l="l" r="r" t="t"/>
              <a:pathLst>
                <a:path extrusionOk="0" h="6494" w="1917">
                  <a:moveTo>
                    <a:pt x="864" y="0"/>
                  </a:moveTo>
                  <a:cubicBezTo>
                    <a:pt x="748" y="0"/>
                    <a:pt x="639" y="87"/>
                    <a:pt x="697" y="217"/>
                  </a:cubicBezTo>
                  <a:cubicBezTo>
                    <a:pt x="1510" y="2178"/>
                    <a:pt x="1295" y="4473"/>
                    <a:pt x="99" y="6218"/>
                  </a:cubicBezTo>
                  <a:cubicBezTo>
                    <a:pt x="0" y="6367"/>
                    <a:pt x="119" y="6493"/>
                    <a:pt x="248" y="6493"/>
                  </a:cubicBezTo>
                  <a:cubicBezTo>
                    <a:pt x="306" y="6493"/>
                    <a:pt x="366" y="6468"/>
                    <a:pt x="410" y="6410"/>
                  </a:cubicBezTo>
                  <a:cubicBezTo>
                    <a:pt x="1653" y="4569"/>
                    <a:pt x="1916" y="2154"/>
                    <a:pt x="1056" y="122"/>
                  </a:cubicBezTo>
                  <a:cubicBezTo>
                    <a:pt x="1018" y="37"/>
                    <a:pt x="940" y="0"/>
                    <a:pt x="86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0"/>
            <p:cNvSpPr/>
            <p:nvPr/>
          </p:nvSpPr>
          <p:spPr>
            <a:xfrm>
              <a:off x="881000" y="4152188"/>
              <a:ext cx="14350" cy="14375"/>
            </a:xfrm>
            <a:custGeom>
              <a:rect b="b" l="l" r="r" t="t"/>
              <a:pathLst>
                <a:path extrusionOk="0" h="575" w="574">
                  <a:moveTo>
                    <a:pt x="287" y="1"/>
                  </a:moveTo>
                  <a:cubicBezTo>
                    <a:pt x="120" y="1"/>
                    <a:pt x="0" y="120"/>
                    <a:pt x="0" y="288"/>
                  </a:cubicBezTo>
                  <a:cubicBezTo>
                    <a:pt x="0" y="455"/>
                    <a:pt x="120" y="574"/>
                    <a:pt x="287" y="574"/>
                  </a:cubicBezTo>
                  <a:cubicBezTo>
                    <a:pt x="454" y="574"/>
                    <a:pt x="574" y="455"/>
                    <a:pt x="574" y="288"/>
                  </a:cubicBezTo>
                  <a:cubicBezTo>
                    <a:pt x="574" y="120"/>
                    <a:pt x="454" y="1"/>
                    <a:pt x="2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873225" y="4060138"/>
              <a:ext cx="29300" cy="29325"/>
            </a:xfrm>
            <a:custGeom>
              <a:rect b="b" l="l" r="r" t="t"/>
              <a:pathLst>
                <a:path extrusionOk="0" h="1173" w="1172">
                  <a:moveTo>
                    <a:pt x="598" y="1"/>
                  </a:moveTo>
                  <a:cubicBezTo>
                    <a:pt x="263" y="1"/>
                    <a:pt x="0" y="264"/>
                    <a:pt x="0" y="575"/>
                  </a:cubicBezTo>
                  <a:cubicBezTo>
                    <a:pt x="0" y="909"/>
                    <a:pt x="263" y="1172"/>
                    <a:pt x="598" y="1172"/>
                  </a:cubicBezTo>
                  <a:cubicBezTo>
                    <a:pt x="909" y="1172"/>
                    <a:pt x="1172" y="909"/>
                    <a:pt x="1172" y="575"/>
                  </a:cubicBezTo>
                  <a:cubicBezTo>
                    <a:pt x="1172" y="264"/>
                    <a:pt x="909" y="1"/>
                    <a:pt x="5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0"/>
            <p:cNvSpPr/>
            <p:nvPr/>
          </p:nvSpPr>
          <p:spPr>
            <a:xfrm>
              <a:off x="935975" y="4118713"/>
              <a:ext cx="29325" cy="29325"/>
            </a:xfrm>
            <a:custGeom>
              <a:rect b="b" l="l" r="r" t="t"/>
              <a:pathLst>
                <a:path extrusionOk="0" h="1173" w="1173">
                  <a:moveTo>
                    <a:pt x="574" y="1"/>
                  </a:moveTo>
                  <a:cubicBezTo>
                    <a:pt x="264" y="1"/>
                    <a:pt x="1" y="264"/>
                    <a:pt x="1" y="599"/>
                  </a:cubicBezTo>
                  <a:cubicBezTo>
                    <a:pt x="1" y="909"/>
                    <a:pt x="264" y="1172"/>
                    <a:pt x="574" y="1172"/>
                  </a:cubicBezTo>
                  <a:cubicBezTo>
                    <a:pt x="909" y="1172"/>
                    <a:pt x="1172" y="909"/>
                    <a:pt x="1172" y="599"/>
                  </a:cubicBezTo>
                  <a:cubicBezTo>
                    <a:pt x="1172" y="264"/>
                    <a:pt x="909" y="1"/>
                    <a:pt x="57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0"/>
            <p:cNvSpPr/>
            <p:nvPr/>
          </p:nvSpPr>
          <p:spPr>
            <a:xfrm>
              <a:off x="719000" y="4148013"/>
              <a:ext cx="14975" cy="14975"/>
            </a:xfrm>
            <a:custGeom>
              <a:rect b="b" l="l" r="r" t="t"/>
              <a:pathLst>
                <a:path extrusionOk="0" h="599" w="599">
                  <a:moveTo>
                    <a:pt x="288" y="0"/>
                  </a:moveTo>
                  <a:cubicBezTo>
                    <a:pt x="121" y="0"/>
                    <a:pt x="1" y="144"/>
                    <a:pt x="1" y="311"/>
                  </a:cubicBezTo>
                  <a:cubicBezTo>
                    <a:pt x="1" y="478"/>
                    <a:pt x="121" y="598"/>
                    <a:pt x="288" y="598"/>
                  </a:cubicBezTo>
                  <a:cubicBezTo>
                    <a:pt x="455" y="598"/>
                    <a:pt x="599" y="478"/>
                    <a:pt x="599" y="311"/>
                  </a:cubicBezTo>
                  <a:cubicBezTo>
                    <a:pt x="599" y="144"/>
                    <a:pt x="455" y="0"/>
                    <a:pt x="28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0"/>
            <p:cNvSpPr/>
            <p:nvPr/>
          </p:nvSpPr>
          <p:spPr>
            <a:xfrm>
              <a:off x="981400" y="4009338"/>
              <a:ext cx="112200" cy="32950"/>
            </a:xfrm>
            <a:custGeom>
              <a:rect b="b" l="l" r="r" t="t"/>
              <a:pathLst>
                <a:path extrusionOk="0" h="1318" w="4488">
                  <a:moveTo>
                    <a:pt x="240" y="1"/>
                  </a:moveTo>
                  <a:cubicBezTo>
                    <a:pt x="1" y="1"/>
                    <a:pt x="1" y="359"/>
                    <a:pt x="240" y="383"/>
                  </a:cubicBezTo>
                  <a:cubicBezTo>
                    <a:pt x="1579" y="383"/>
                    <a:pt x="2917" y="694"/>
                    <a:pt x="4113" y="1292"/>
                  </a:cubicBezTo>
                  <a:cubicBezTo>
                    <a:pt x="4145" y="1309"/>
                    <a:pt x="4176" y="1317"/>
                    <a:pt x="4206" y="1317"/>
                  </a:cubicBezTo>
                  <a:cubicBezTo>
                    <a:pt x="4376" y="1317"/>
                    <a:pt x="4487" y="1062"/>
                    <a:pt x="4304" y="981"/>
                  </a:cubicBezTo>
                  <a:cubicBezTo>
                    <a:pt x="3037" y="359"/>
                    <a:pt x="1650" y="25"/>
                    <a:pt x="2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0"/>
            <p:cNvSpPr/>
            <p:nvPr/>
          </p:nvSpPr>
          <p:spPr>
            <a:xfrm>
              <a:off x="1106250" y="4048538"/>
              <a:ext cx="22900" cy="13075"/>
            </a:xfrm>
            <a:custGeom>
              <a:rect b="b" l="l" r="r" t="t"/>
              <a:pathLst>
                <a:path extrusionOk="0" h="523" w="916">
                  <a:moveTo>
                    <a:pt x="232" y="1"/>
                  </a:moveTo>
                  <a:cubicBezTo>
                    <a:pt x="60" y="1"/>
                    <a:pt x="0" y="280"/>
                    <a:pt x="195" y="345"/>
                  </a:cubicBezTo>
                  <a:cubicBezTo>
                    <a:pt x="338" y="417"/>
                    <a:pt x="482" y="465"/>
                    <a:pt x="625" y="513"/>
                  </a:cubicBezTo>
                  <a:cubicBezTo>
                    <a:pt x="646" y="520"/>
                    <a:pt x="665" y="523"/>
                    <a:pt x="683" y="523"/>
                  </a:cubicBezTo>
                  <a:cubicBezTo>
                    <a:pt x="856" y="523"/>
                    <a:pt x="915" y="241"/>
                    <a:pt x="721" y="154"/>
                  </a:cubicBezTo>
                  <a:cubicBezTo>
                    <a:pt x="577" y="106"/>
                    <a:pt x="434" y="58"/>
                    <a:pt x="290" y="11"/>
                  </a:cubicBezTo>
                  <a:cubicBezTo>
                    <a:pt x="270" y="4"/>
                    <a:pt x="250" y="1"/>
                    <a:pt x="23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 name="Google Shape;718;p20"/>
          <p:cNvGrpSpPr/>
          <p:nvPr/>
        </p:nvGrpSpPr>
        <p:grpSpPr>
          <a:xfrm rot="5400000">
            <a:off x="3151833" y="1663076"/>
            <a:ext cx="734740" cy="727808"/>
            <a:chOff x="3652200" y="2908525"/>
            <a:chExt cx="532575" cy="527550"/>
          </a:xfrm>
        </p:grpSpPr>
        <p:sp>
          <p:nvSpPr>
            <p:cNvPr id="719" name="Google Shape;719;p20"/>
            <p:cNvSpPr/>
            <p:nvPr/>
          </p:nvSpPr>
          <p:spPr>
            <a:xfrm>
              <a:off x="3888575" y="3140350"/>
              <a:ext cx="162675" cy="144700"/>
            </a:xfrm>
            <a:custGeom>
              <a:rect b="b" l="l" r="r" t="t"/>
              <a:pathLst>
                <a:path extrusionOk="0" h="5788" w="6507">
                  <a:moveTo>
                    <a:pt x="3067" y="363"/>
                  </a:moveTo>
                  <a:cubicBezTo>
                    <a:pt x="3707" y="363"/>
                    <a:pt x="4353" y="606"/>
                    <a:pt x="4842" y="1034"/>
                  </a:cubicBezTo>
                  <a:cubicBezTo>
                    <a:pt x="6507" y="2488"/>
                    <a:pt x="5321" y="5413"/>
                    <a:pt x="3155" y="5413"/>
                  </a:cubicBezTo>
                  <a:cubicBezTo>
                    <a:pt x="3112" y="5413"/>
                    <a:pt x="3069" y="5412"/>
                    <a:pt x="3025" y="5409"/>
                  </a:cubicBezTo>
                  <a:cubicBezTo>
                    <a:pt x="1830" y="5361"/>
                    <a:pt x="730" y="4429"/>
                    <a:pt x="491" y="3257"/>
                  </a:cubicBezTo>
                  <a:cubicBezTo>
                    <a:pt x="480" y="3204"/>
                    <a:pt x="455" y="3167"/>
                    <a:pt x="423" y="3145"/>
                  </a:cubicBezTo>
                  <a:lnTo>
                    <a:pt x="423" y="3145"/>
                  </a:lnTo>
                  <a:cubicBezTo>
                    <a:pt x="560" y="2132"/>
                    <a:pt x="1080" y="1107"/>
                    <a:pt x="2021" y="604"/>
                  </a:cubicBezTo>
                  <a:cubicBezTo>
                    <a:pt x="2348" y="440"/>
                    <a:pt x="2707" y="363"/>
                    <a:pt x="3067" y="363"/>
                  </a:cubicBezTo>
                  <a:close/>
                  <a:moveTo>
                    <a:pt x="3061" y="1"/>
                  </a:moveTo>
                  <a:cubicBezTo>
                    <a:pt x="2815" y="1"/>
                    <a:pt x="2569" y="33"/>
                    <a:pt x="2332" y="102"/>
                  </a:cubicBezTo>
                  <a:cubicBezTo>
                    <a:pt x="874" y="508"/>
                    <a:pt x="132" y="2014"/>
                    <a:pt x="13" y="3425"/>
                  </a:cubicBezTo>
                  <a:cubicBezTo>
                    <a:pt x="1" y="3544"/>
                    <a:pt x="91" y="3604"/>
                    <a:pt x="186" y="3604"/>
                  </a:cubicBezTo>
                  <a:cubicBezTo>
                    <a:pt x="197" y="3604"/>
                    <a:pt x="208" y="3603"/>
                    <a:pt x="218" y="3602"/>
                  </a:cubicBezTo>
                  <a:lnTo>
                    <a:pt x="218" y="3602"/>
                  </a:lnTo>
                  <a:cubicBezTo>
                    <a:pt x="541" y="4683"/>
                    <a:pt x="1509" y="5544"/>
                    <a:pt x="2643" y="5744"/>
                  </a:cubicBezTo>
                  <a:cubicBezTo>
                    <a:pt x="2806" y="5773"/>
                    <a:pt x="2968" y="5788"/>
                    <a:pt x="3128" y="5788"/>
                  </a:cubicBezTo>
                  <a:cubicBezTo>
                    <a:pt x="4141" y="5788"/>
                    <a:pt x="5067" y="5218"/>
                    <a:pt x="5583" y="4309"/>
                  </a:cubicBezTo>
                  <a:cubicBezTo>
                    <a:pt x="6181" y="3305"/>
                    <a:pt x="6181" y="1990"/>
                    <a:pt x="5392" y="1058"/>
                  </a:cubicBezTo>
                  <a:cubicBezTo>
                    <a:pt x="4815" y="406"/>
                    <a:pt x="3932" y="1"/>
                    <a:pt x="30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0"/>
            <p:cNvSpPr/>
            <p:nvPr/>
          </p:nvSpPr>
          <p:spPr>
            <a:xfrm>
              <a:off x="3894400" y="3001350"/>
              <a:ext cx="44225" cy="145025"/>
            </a:xfrm>
            <a:custGeom>
              <a:rect b="b" l="l" r="r" t="t"/>
              <a:pathLst>
                <a:path extrusionOk="0" h="5801" w="1769">
                  <a:moveTo>
                    <a:pt x="222" y="0"/>
                  </a:moveTo>
                  <a:cubicBezTo>
                    <a:pt x="110" y="0"/>
                    <a:pt x="0" y="92"/>
                    <a:pt x="43" y="234"/>
                  </a:cubicBezTo>
                  <a:cubicBezTo>
                    <a:pt x="521" y="2028"/>
                    <a:pt x="904" y="3869"/>
                    <a:pt x="1382" y="5662"/>
                  </a:cubicBezTo>
                  <a:cubicBezTo>
                    <a:pt x="1411" y="5758"/>
                    <a:pt x="1482" y="5800"/>
                    <a:pt x="1555" y="5800"/>
                  </a:cubicBezTo>
                  <a:cubicBezTo>
                    <a:pt x="1661" y="5800"/>
                    <a:pt x="1769" y="5709"/>
                    <a:pt x="1740" y="5566"/>
                  </a:cubicBezTo>
                  <a:cubicBezTo>
                    <a:pt x="1262" y="3773"/>
                    <a:pt x="856" y="1932"/>
                    <a:pt x="401" y="139"/>
                  </a:cubicBezTo>
                  <a:cubicBezTo>
                    <a:pt x="373" y="42"/>
                    <a:pt x="297" y="0"/>
                    <a:pt x="2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0"/>
            <p:cNvSpPr/>
            <p:nvPr/>
          </p:nvSpPr>
          <p:spPr>
            <a:xfrm>
              <a:off x="3924875" y="2988200"/>
              <a:ext cx="50825" cy="158325"/>
            </a:xfrm>
            <a:custGeom>
              <a:rect b="b" l="l" r="r" t="t"/>
              <a:pathLst>
                <a:path extrusionOk="0" h="6333" w="2033">
                  <a:moveTo>
                    <a:pt x="222" y="0"/>
                  </a:moveTo>
                  <a:cubicBezTo>
                    <a:pt x="111" y="0"/>
                    <a:pt x="0" y="92"/>
                    <a:pt x="43" y="235"/>
                  </a:cubicBezTo>
                  <a:cubicBezTo>
                    <a:pt x="569" y="2219"/>
                    <a:pt x="1119" y="4203"/>
                    <a:pt x="1645" y="6212"/>
                  </a:cubicBezTo>
                  <a:cubicBezTo>
                    <a:pt x="1664" y="6296"/>
                    <a:pt x="1731" y="6333"/>
                    <a:pt x="1802" y="6333"/>
                  </a:cubicBezTo>
                  <a:cubicBezTo>
                    <a:pt x="1912" y="6333"/>
                    <a:pt x="2033" y="6246"/>
                    <a:pt x="2004" y="6116"/>
                  </a:cubicBezTo>
                  <a:cubicBezTo>
                    <a:pt x="1478" y="4108"/>
                    <a:pt x="928" y="2123"/>
                    <a:pt x="402" y="139"/>
                  </a:cubicBezTo>
                  <a:cubicBezTo>
                    <a:pt x="373" y="42"/>
                    <a:pt x="297" y="0"/>
                    <a:pt x="2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0"/>
            <p:cNvSpPr/>
            <p:nvPr/>
          </p:nvSpPr>
          <p:spPr>
            <a:xfrm>
              <a:off x="3848850" y="2908525"/>
              <a:ext cx="106300" cy="94850"/>
            </a:xfrm>
            <a:custGeom>
              <a:rect b="b" l="l" r="r" t="t"/>
              <a:pathLst>
                <a:path extrusionOk="0" h="3794" w="4252">
                  <a:moveTo>
                    <a:pt x="2086" y="0"/>
                  </a:moveTo>
                  <a:cubicBezTo>
                    <a:pt x="1749" y="0"/>
                    <a:pt x="1403" y="103"/>
                    <a:pt x="1076" y="337"/>
                  </a:cubicBezTo>
                  <a:cubicBezTo>
                    <a:pt x="383" y="863"/>
                    <a:pt x="0" y="1820"/>
                    <a:pt x="311" y="2680"/>
                  </a:cubicBezTo>
                  <a:cubicBezTo>
                    <a:pt x="349" y="2765"/>
                    <a:pt x="427" y="2802"/>
                    <a:pt x="502" y="2802"/>
                  </a:cubicBezTo>
                  <a:cubicBezTo>
                    <a:pt x="619" y="2802"/>
                    <a:pt x="727" y="2715"/>
                    <a:pt x="669" y="2585"/>
                  </a:cubicBezTo>
                  <a:cubicBezTo>
                    <a:pt x="359" y="1796"/>
                    <a:pt x="765" y="887"/>
                    <a:pt x="1506" y="505"/>
                  </a:cubicBezTo>
                  <a:cubicBezTo>
                    <a:pt x="1705" y="399"/>
                    <a:pt x="1908" y="352"/>
                    <a:pt x="2107" y="352"/>
                  </a:cubicBezTo>
                  <a:cubicBezTo>
                    <a:pt x="2673" y="352"/>
                    <a:pt x="3201" y="739"/>
                    <a:pt x="3467" y="1270"/>
                  </a:cubicBezTo>
                  <a:cubicBezTo>
                    <a:pt x="3825" y="2011"/>
                    <a:pt x="3658" y="2872"/>
                    <a:pt x="2893" y="3254"/>
                  </a:cubicBezTo>
                  <a:cubicBezTo>
                    <a:pt x="2651" y="3375"/>
                    <a:pt x="2374" y="3437"/>
                    <a:pt x="2099" y="3437"/>
                  </a:cubicBezTo>
                  <a:cubicBezTo>
                    <a:pt x="1612" y="3437"/>
                    <a:pt x="1127" y="3245"/>
                    <a:pt x="837" y="2848"/>
                  </a:cubicBezTo>
                  <a:cubicBezTo>
                    <a:pt x="795" y="2792"/>
                    <a:pt x="736" y="2768"/>
                    <a:pt x="678" y="2768"/>
                  </a:cubicBezTo>
                  <a:cubicBezTo>
                    <a:pt x="538" y="2768"/>
                    <a:pt x="401" y="2904"/>
                    <a:pt x="502" y="3039"/>
                  </a:cubicBezTo>
                  <a:cubicBezTo>
                    <a:pt x="886" y="3544"/>
                    <a:pt x="1509" y="3793"/>
                    <a:pt x="2126" y="3793"/>
                  </a:cubicBezTo>
                  <a:cubicBezTo>
                    <a:pt x="2969" y="3793"/>
                    <a:pt x="3799" y="3328"/>
                    <a:pt x="3993" y="2417"/>
                  </a:cubicBezTo>
                  <a:cubicBezTo>
                    <a:pt x="4251" y="1180"/>
                    <a:pt x="3227" y="0"/>
                    <a:pt x="208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0"/>
            <p:cNvSpPr/>
            <p:nvPr/>
          </p:nvSpPr>
          <p:spPr>
            <a:xfrm>
              <a:off x="4109425" y="3156025"/>
              <a:ext cx="75350" cy="73975"/>
            </a:xfrm>
            <a:custGeom>
              <a:rect b="b" l="l" r="r" t="t"/>
              <a:pathLst>
                <a:path extrusionOk="0" h="2959" w="3014">
                  <a:moveTo>
                    <a:pt x="1579" y="359"/>
                  </a:moveTo>
                  <a:cubicBezTo>
                    <a:pt x="2201" y="359"/>
                    <a:pt x="2607" y="909"/>
                    <a:pt x="2607" y="1483"/>
                  </a:cubicBezTo>
                  <a:cubicBezTo>
                    <a:pt x="2631" y="2057"/>
                    <a:pt x="2248" y="2559"/>
                    <a:pt x="1651" y="2607"/>
                  </a:cubicBezTo>
                  <a:cubicBezTo>
                    <a:pt x="1633" y="2607"/>
                    <a:pt x="1616" y="2608"/>
                    <a:pt x="1599" y="2608"/>
                  </a:cubicBezTo>
                  <a:cubicBezTo>
                    <a:pt x="1065" y="2608"/>
                    <a:pt x="522" y="2254"/>
                    <a:pt x="384" y="1698"/>
                  </a:cubicBezTo>
                  <a:cubicBezTo>
                    <a:pt x="374" y="1656"/>
                    <a:pt x="353" y="1626"/>
                    <a:pt x="326" y="1607"/>
                  </a:cubicBezTo>
                  <a:lnTo>
                    <a:pt x="326" y="1607"/>
                  </a:lnTo>
                  <a:cubicBezTo>
                    <a:pt x="357" y="1577"/>
                    <a:pt x="378" y="1536"/>
                    <a:pt x="384" y="1483"/>
                  </a:cubicBezTo>
                  <a:cubicBezTo>
                    <a:pt x="407" y="861"/>
                    <a:pt x="981" y="383"/>
                    <a:pt x="1579" y="359"/>
                  </a:cubicBezTo>
                  <a:close/>
                  <a:moveTo>
                    <a:pt x="1579" y="1"/>
                  </a:moveTo>
                  <a:cubicBezTo>
                    <a:pt x="766" y="1"/>
                    <a:pt x="49" y="670"/>
                    <a:pt x="1" y="1483"/>
                  </a:cubicBezTo>
                  <a:cubicBezTo>
                    <a:pt x="1" y="1556"/>
                    <a:pt x="35" y="1607"/>
                    <a:pt x="82" y="1636"/>
                  </a:cubicBezTo>
                  <a:lnTo>
                    <a:pt x="82" y="1636"/>
                  </a:lnTo>
                  <a:cubicBezTo>
                    <a:pt x="45" y="1673"/>
                    <a:pt x="27" y="1728"/>
                    <a:pt x="49" y="1794"/>
                  </a:cubicBezTo>
                  <a:cubicBezTo>
                    <a:pt x="200" y="2483"/>
                    <a:pt x="874" y="2959"/>
                    <a:pt x="1566" y="2959"/>
                  </a:cubicBezTo>
                  <a:cubicBezTo>
                    <a:pt x="1642" y="2959"/>
                    <a:pt x="1718" y="2953"/>
                    <a:pt x="1794" y="2941"/>
                  </a:cubicBezTo>
                  <a:cubicBezTo>
                    <a:pt x="2559" y="2846"/>
                    <a:pt x="3013" y="2152"/>
                    <a:pt x="2966" y="1411"/>
                  </a:cubicBezTo>
                  <a:cubicBezTo>
                    <a:pt x="2918" y="646"/>
                    <a:pt x="2368" y="1"/>
                    <a:pt x="15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0"/>
            <p:cNvSpPr/>
            <p:nvPr/>
          </p:nvSpPr>
          <p:spPr>
            <a:xfrm>
              <a:off x="3652200" y="3181500"/>
              <a:ext cx="105475" cy="92775"/>
            </a:xfrm>
            <a:custGeom>
              <a:rect b="b" l="l" r="r" t="t"/>
              <a:pathLst>
                <a:path extrusionOk="0" h="3711" w="4219">
                  <a:moveTo>
                    <a:pt x="2009" y="368"/>
                  </a:moveTo>
                  <a:cubicBezTo>
                    <a:pt x="2821" y="368"/>
                    <a:pt x="3347" y="1109"/>
                    <a:pt x="3371" y="1874"/>
                  </a:cubicBezTo>
                  <a:cubicBezTo>
                    <a:pt x="3371" y="2640"/>
                    <a:pt x="2869" y="3309"/>
                    <a:pt x="2080" y="3357"/>
                  </a:cubicBezTo>
                  <a:cubicBezTo>
                    <a:pt x="2063" y="3357"/>
                    <a:pt x="2045" y="3358"/>
                    <a:pt x="2027" y="3358"/>
                  </a:cubicBezTo>
                  <a:cubicBezTo>
                    <a:pt x="1303" y="3358"/>
                    <a:pt x="570" y="2885"/>
                    <a:pt x="407" y="2161"/>
                  </a:cubicBezTo>
                  <a:cubicBezTo>
                    <a:pt x="390" y="2076"/>
                    <a:pt x="333" y="2034"/>
                    <a:pt x="270" y="2025"/>
                  </a:cubicBezTo>
                  <a:lnTo>
                    <a:pt x="270" y="2025"/>
                  </a:lnTo>
                  <a:cubicBezTo>
                    <a:pt x="328" y="1999"/>
                    <a:pt x="375" y="1948"/>
                    <a:pt x="383" y="1874"/>
                  </a:cubicBezTo>
                  <a:cubicBezTo>
                    <a:pt x="407" y="1038"/>
                    <a:pt x="1196" y="368"/>
                    <a:pt x="2009" y="368"/>
                  </a:cubicBezTo>
                  <a:close/>
                  <a:moveTo>
                    <a:pt x="1966" y="1"/>
                  </a:moveTo>
                  <a:cubicBezTo>
                    <a:pt x="1856" y="1"/>
                    <a:pt x="1743" y="11"/>
                    <a:pt x="1626" y="34"/>
                  </a:cubicBezTo>
                  <a:cubicBezTo>
                    <a:pt x="765" y="225"/>
                    <a:pt x="48" y="966"/>
                    <a:pt x="0" y="1874"/>
                  </a:cubicBezTo>
                  <a:cubicBezTo>
                    <a:pt x="0" y="1982"/>
                    <a:pt x="72" y="2036"/>
                    <a:pt x="154" y="2044"/>
                  </a:cubicBezTo>
                  <a:lnTo>
                    <a:pt x="154" y="2044"/>
                  </a:lnTo>
                  <a:cubicBezTo>
                    <a:pt x="82" y="2079"/>
                    <a:pt x="28" y="2155"/>
                    <a:pt x="48" y="2257"/>
                  </a:cubicBezTo>
                  <a:cubicBezTo>
                    <a:pt x="253" y="3149"/>
                    <a:pt x="1147" y="3710"/>
                    <a:pt x="2007" y="3710"/>
                  </a:cubicBezTo>
                  <a:cubicBezTo>
                    <a:pt x="2553" y="3710"/>
                    <a:pt x="3085" y="3485"/>
                    <a:pt x="3419" y="2974"/>
                  </a:cubicBezTo>
                  <a:cubicBezTo>
                    <a:pt x="4218" y="1776"/>
                    <a:pt x="3390" y="1"/>
                    <a:pt x="196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0"/>
            <p:cNvSpPr/>
            <p:nvPr/>
          </p:nvSpPr>
          <p:spPr>
            <a:xfrm>
              <a:off x="3871550" y="3343250"/>
              <a:ext cx="107200" cy="92825"/>
            </a:xfrm>
            <a:custGeom>
              <a:rect b="b" l="l" r="r" t="t"/>
              <a:pathLst>
                <a:path extrusionOk="0" h="3713" w="4288">
                  <a:moveTo>
                    <a:pt x="2101" y="363"/>
                  </a:moveTo>
                  <a:cubicBezTo>
                    <a:pt x="2821" y="363"/>
                    <a:pt x="3359" y="984"/>
                    <a:pt x="3491" y="1644"/>
                  </a:cubicBezTo>
                  <a:cubicBezTo>
                    <a:pt x="3658" y="2386"/>
                    <a:pt x="3276" y="3103"/>
                    <a:pt x="2535" y="3294"/>
                  </a:cubicBezTo>
                  <a:cubicBezTo>
                    <a:pt x="2387" y="3335"/>
                    <a:pt x="2234" y="3355"/>
                    <a:pt x="2081" y="3355"/>
                  </a:cubicBezTo>
                  <a:cubicBezTo>
                    <a:pt x="1516" y="3355"/>
                    <a:pt x="952" y="3080"/>
                    <a:pt x="670" y="2553"/>
                  </a:cubicBezTo>
                  <a:cubicBezTo>
                    <a:pt x="641" y="2494"/>
                    <a:pt x="588" y="2469"/>
                    <a:pt x="534" y="2469"/>
                  </a:cubicBezTo>
                  <a:cubicBezTo>
                    <a:pt x="519" y="2469"/>
                    <a:pt x="504" y="2471"/>
                    <a:pt x="490" y="2475"/>
                  </a:cubicBezTo>
                  <a:lnTo>
                    <a:pt x="490" y="2475"/>
                  </a:lnTo>
                  <a:cubicBezTo>
                    <a:pt x="551" y="2438"/>
                    <a:pt x="593" y="2373"/>
                    <a:pt x="574" y="2290"/>
                  </a:cubicBezTo>
                  <a:cubicBezTo>
                    <a:pt x="383" y="1429"/>
                    <a:pt x="1053" y="521"/>
                    <a:pt x="1913" y="377"/>
                  </a:cubicBezTo>
                  <a:cubicBezTo>
                    <a:pt x="1977" y="368"/>
                    <a:pt x="2040" y="363"/>
                    <a:pt x="2101" y="363"/>
                  </a:cubicBezTo>
                  <a:close/>
                  <a:moveTo>
                    <a:pt x="2075" y="0"/>
                  </a:moveTo>
                  <a:cubicBezTo>
                    <a:pt x="1860" y="0"/>
                    <a:pt x="1636" y="43"/>
                    <a:pt x="1411" y="138"/>
                  </a:cubicBezTo>
                  <a:cubicBezTo>
                    <a:pt x="574" y="521"/>
                    <a:pt x="1" y="1453"/>
                    <a:pt x="216" y="2386"/>
                  </a:cubicBezTo>
                  <a:cubicBezTo>
                    <a:pt x="235" y="2470"/>
                    <a:pt x="302" y="2507"/>
                    <a:pt x="373" y="2507"/>
                  </a:cubicBezTo>
                  <a:cubicBezTo>
                    <a:pt x="391" y="2507"/>
                    <a:pt x="409" y="2505"/>
                    <a:pt x="427" y="2500"/>
                  </a:cubicBezTo>
                  <a:lnTo>
                    <a:pt x="427" y="2500"/>
                  </a:lnTo>
                  <a:cubicBezTo>
                    <a:pt x="350" y="2547"/>
                    <a:pt x="301" y="2640"/>
                    <a:pt x="359" y="2744"/>
                  </a:cubicBezTo>
                  <a:cubicBezTo>
                    <a:pt x="706" y="3378"/>
                    <a:pt x="1411" y="3713"/>
                    <a:pt x="2104" y="3713"/>
                  </a:cubicBezTo>
                  <a:cubicBezTo>
                    <a:pt x="2798" y="3713"/>
                    <a:pt x="3479" y="3378"/>
                    <a:pt x="3778" y="2673"/>
                  </a:cubicBezTo>
                  <a:cubicBezTo>
                    <a:pt x="4288" y="1449"/>
                    <a:pt x="3320" y="0"/>
                    <a:pt x="20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0"/>
            <p:cNvSpPr/>
            <p:nvPr/>
          </p:nvSpPr>
          <p:spPr>
            <a:xfrm>
              <a:off x="4024350" y="3166150"/>
              <a:ext cx="104050" cy="25275"/>
            </a:xfrm>
            <a:custGeom>
              <a:rect b="b" l="l" r="r" t="t"/>
              <a:pathLst>
                <a:path extrusionOk="0" h="1011" w="4162">
                  <a:moveTo>
                    <a:pt x="3857" y="1"/>
                  </a:moveTo>
                  <a:cubicBezTo>
                    <a:pt x="3850" y="1"/>
                    <a:pt x="3842" y="1"/>
                    <a:pt x="3834" y="2"/>
                  </a:cubicBezTo>
                  <a:cubicBezTo>
                    <a:pt x="2639" y="217"/>
                    <a:pt x="1420" y="432"/>
                    <a:pt x="224" y="648"/>
                  </a:cubicBezTo>
                  <a:cubicBezTo>
                    <a:pt x="0" y="692"/>
                    <a:pt x="70" y="1011"/>
                    <a:pt x="277" y="1011"/>
                  </a:cubicBezTo>
                  <a:cubicBezTo>
                    <a:pt x="291" y="1011"/>
                    <a:pt x="305" y="1009"/>
                    <a:pt x="320" y="1006"/>
                  </a:cubicBezTo>
                  <a:cubicBezTo>
                    <a:pt x="1539" y="791"/>
                    <a:pt x="2735" y="576"/>
                    <a:pt x="3930" y="361"/>
                  </a:cubicBezTo>
                  <a:cubicBezTo>
                    <a:pt x="4161" y="338"/>
                    <a:pt x="4079" y="1"/>
                    <a:pt x="385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0"/>
            <p:cNvSpPr/>
            <p:nvPr/>
          </p:nvSpPr>
          <p:spPr>
            <a:xfrm>
              <a:off x="4024925" y="3200150"/>
              <a:ext cx="94950" cy="22950"/>
            </a:xfrm>
            <a:custGeom>
              <a:rect b="b" l="l" r="r" t="t"/>
              <a:pathLst>
                <a:path extrusionOk="0" h="918" w="3798">
                  <a:moveTo>
                    <a:pt x="3539" y="0"/>
                  </a:moveTo>
                  <a:cubicBezTo>
                    <a:pt x="3527" y="0"/>
                    <a:pt x="3514" y="2"/>
                    <a:pt x="3501" y="5"/>
                  </a:cubicBezTo>
                  <a:cubicBezTo>
                    <a:pt x="2401" y="196"/>
                    <a:pt x="1325" y="387"/>
                    <a:pt x="225" y="555"/>
                  </a:cubicBezTo>
                  <a:cubicBezTo>
                    <a:pt x="1" y="600"/>
                    <a:pt x="92" y="918"/>
                    <a:pt x="282" y="918"/>
                  </a:cubicBezTo>
                  <a:cubicBezTo>
                    <a:pt x="294" y="918"/>
                    <a:pt x="307" y="916"/>
                    <a:pt x="321" y="913"/>
                  </a:cubicBezTo>
                  <a:cubicBezTo>
                    <a:pt x="1421" y="722"/>
                    <a:pt x="2496" y="555"/>
                    <a:pt x="3596" y="363"/>
                  </a:cubicBezTo>
                  <a:cubicBezTo>
                    <a:pt x="3798" y="319"/>
                    <a:pt x="3726" y="0"/>
                    <a:pt x="35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0"/>
            <p:cNvSpPr/>
            <p:nvPr/>
          </p:nvSpPr>
          <p:spPr>
            <a:xfrm>
              <a:off x="3723925" y="3185325"/>
              <a:ext cx="179325" cy="21550"/>
            </a:xfrm>
            <a:custGeom>
              <a:rect b="b" l="l" r="r" t="t"/>
              <a:pathLst>
                <a:path extrusionOk="0" h="862" w="7173">
                  <a:moveTo>
                    <a:pt x="6934" y="0"/>
                  </a:moveTo>
                  <a:cubicBezTo>
                    <a:pt x="4710" y="24"/>
                    <a:pt x="2463" y="191"/>
                    <a:pt x="239" y="478"/>
                  </a:cubicBezTo>
                  <a:cubicBezTo>
                    <a:pt x="7" y="501"/>
                    <a:pt x="0" y="862"/>
                    <a:pt x="218" y="862"/>
                  </a:cubicBezTo>
                  <a:cubicBezTo>
                    <a:pt x="225" y="862"/>
                    <a:pt x="232" y="862"/>
                    <a:pt x="239" y="861"/>
                  </a:cubicBezTo>
                  <a:cubicBezTo>
                    <a:pt x="2463" y="550"/>
                    <a:pt x="4686" y="383"/>
                    <a:pt x="6934" y="359"/>
                  </a:cubicBezTo>
                  <a:cubicBezTo>
                    <a:pt x="7173" y="359"/>
                    <a:pt x="7173" y="0"/>
                    <a:pt x="69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0"/>
            <p:cNvSpPr/>
            <p:nvPr/>
          </p:nvSpPr>
          <p:spPr>
            <a:xfrm>
              <a:off x="3744050" y="3221775"/>
              <a:ext cx="155025" cy="25850"/>
            </a:xfrm>
            <a:custGeom>
              <a:rect b="b" l="l" r="r" t="t"/>
              <a:pathLst>
                <a:path extrusionOk="0" h="1034" w="6201">
                  <a:moveTo>
                    <a:pt x="5961" y="0"/>
                  </a:moveTo>
                  <a:cubicBezTo>
                    <a:pt x="4025" y="24"/>
                    <a:pt x="2112" y="263"/>
                    <a:pt x="223" y="670"/>
                  </a:cubicBezTo>
                  <a:cubicBezTo>
                    <a:pt x="0" y="737"/>
                    <a:pt x="69" y="1033"/>
                    <a:pt x="273" y="1033"/>
                  </a:cubicBezTo>
                  <a:cubicBezTo>
                    <a:pt x="288" y="1033"/>
                    <a:pt x="303" y="1032"/>
                    <a:pt x="319" y="1029"/>
                  </a:cubicBezTo>
                  <a:cubicBezTo>
                    <a:pt x="2184" y="622"/>
                    <a:pt x="4072" y="407"/>
                    <a:pt x="5961" y="383"/>
                  </a:cubicBezTo>
                  <a:cubicBezTo>
                    <a:pt x="6200" y="359"/>
                    <a:pt x="6200" y="0"/>
                    <a:pt x="596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0"/>
            <p:cNvSpPr/>
            <p:nvPr/>
          </p:nvSpPr>
          <p:spPr>
            <a:xfrm>
              <a:off x="3922825" y="3279275"/>
              <a:ext cx="23575" cy="70475"/>
            </a:xfrm>
            <a:custGeom>
              <a:rect b="b" l="l" r="r" t="t"/>
              <a:pathLst>
                <a:path extrusionOk="0" h="2819" w="943">
                  <a:moveTo>
                    <a:pt x="718" y="1"/>
                  </a:moveTo>
                  <a:cubicBezTo>
                    <a:pt x="645" y="1"/>
                    <a:pt x="575" y="43"/>
                    <a:pt x="556" y="139"/>
                  </a:cubicBezTo>
                  <a:cubicBezTo>
                    <a:pt x="412" y="952"/>
                    <a:pt x="245" y="1789"/>
                    <a:pt x="30" y="2602"/>
                  </a:cubicBezTo>
                  <a:cubicBezTo>
                    <a:pt x="1" y="2732"/>
                    <a:pt x="121" y="2819"/>
                    <a:pt x="231" y="2819"/>
                  </a:cubicBezTo>
                  <a:cubicBezTo>
                    <a:pt x="302" y="2819"/>
                    <a:pt x="369" y="2782"/>
                    <a:pt x="388" y="2697"/>
                  </a:cubicBezTo>
                  <a:cubicBezTo>
                    <a:pt x="603" y="1884"/>
                    <a:pt x="771" y="1072"/>
                    <a:pt x="914" y="235"/>
                  </a:cubicBezTo>
                  <a:cubicBezTo>
                    <a:pt x="943" y="92"/>
                    <a:pt x="827" y="1"/>
                    <a:pt x="7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0"/>
            <p:cNvSpPr/>
            <p:nvPr/>
          </p:nvSpPr>
          <p:spPr>
            <a:xfrm>
              <a:off x="3949125" y="3279875"/>
              <a:ext cx="29550" cy="87650"/>
            </a:xfrm>
            <a:custGeom>
              <a:rect b="b" l="l" r="r" t="t"/>
              <a:pathLst>
                <a:path extrusionOk="0" h="3506" w="1182">
                  <a:moveTo>
                    <a:pt x="957" y="1"/>
                  </a:moveTo>
                  <a:cubicBezTo>
                    <a:pt x="884" y="1"/>
                    <a:pt x="814" y="43"/>
                    <a:pt x="795" y="139"/>
                  </a:cubicBezTo>
                  <a:lnTo>
                    <a:pt x="30" y="3271"/>
                  </a:lnTo>
                  <a:cubicBezTo>
                    <a:pt x="1" y="3414"/>
                    <a:pt x="117" y="3505"/>
                    <a:pt x="225" y="3505"/>
                  </a:cubicBezTo>
                  <a:cubicBezTo>
                    <a:pt x="299" y="3505"/>
                    <a:pt x="369" y="3463"/>
                    <a:pt x="388" y="3367"/>
                  </a:cubicBezTo>
                  <a:lnTo>
                    <a:pt x="1153" y="235"/>
                  </a:lnTo>
                  <a:cubicBezTo>
                    <a:pt x="1182" y="92"/>
                    <a:pt x="1066" y="1"/>
                    <a:pt x="95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 name="Google Shape;732;p20"/>
          <p:cNvGrpSpPr/>
          <p:nvPr/>
        </p:nvGrpSpPr>
        <p:grpSpPr>
          <a:xfrm>
            <a:off x="1076652" y="1027293"/>
            <a:ext cx="673893" cy="798533"/>
            <a:chOff x="3105850" y="3997228"/>
            <a:chExt cx="727824" cy="862439"/>
          </a:xfrm>
        </p:grpSpPr>
        <p:sp>
          <p:nvSpPr>
            <p:cNvPr id="733" name="Google Shape;733;p20"/>
            <p:cNvSpPr/>
            <p:nvPr/>
          </p:nvSpPr>
          <p:spPr>
            <a:xfrm>
              <a:off x="3284594" y="4211184"/>
              <a:ext cx="187806" cy="132502"/>
            </a:xfrm>
            <a:custGeom>
              <a:rect b="b" l="l" r="r" t="t"/>
              <a:pathLst>
                <a:path extrusionOk="0" h="5084" w="7206">
                  <a:moveTo>
                    <a:pt x="6964" y="1"/>
                  </a:moveTo>
                  <a:cubicBezTo>
                    <a:pt x="6936" y="1"/>
                    <a:pt x="6907" y="9"/>
                    <a:pt x="6877" y="28"/>
                  </a:cubicBezTo>
                  <a:cubicBezTo>
                    <a:pt x="4630" y="1606"/>
                    <a:pt x="2406" y="3160"/>
                    <a:pt x="159" y="4737"/>
                  </a:cubicBezTo>
                  <a:cubicBezTo>
                    <a:pt x="0" y="4837"/>
                    <a:pt x="105" y="5083"/>
                    <a:pt x="254" y="5083"/>
                  </a:cubicBezTo>
                  <a:cubicBezTo>
                    <a:pt x="285" y="5083"/>
                    <a:pt x="317" y="5073"/>
                    <a:pt x="350" y="5048"/>
                  </a:cubicBezTo>
                  <a:cubicBezTo>
                    <a:pt x="2574" y="3470"/>
                    <a:pt x="4821" y="1916"/>
                    <a:pt x="7044" y="338"/>
                  </a:cubicBezTo>
                  <a:cubicBezTo>
                    <a:pt x="7206" y="238"/>
                    <a:pt x="7112" y="1"/>
                    <a:pt x="69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0"/>
            <p:cNvSpPr/>
            <p:nvPr/>
          </p:nvSpPr>
          <p:spPr>
            <a:xfrm>
              <a:off x="3278756" y="4334960"/>
              <a:ext cx="17149" cy="186946"/>
            </a:xfrm>
            <a:custGeom>
              <a:rect b="b" l="l" r="r" t="t"/>
              <a:pathLst>
                <a:path extrusionOk="0" h="7173" w="658">
                  <a:moveTo>
                    <a:pt x="180" y="0"/>
                  </a:moveTo>
                  <a:cubicBezTo>
                    <a:pt x="90" y="0"/>
                    <a:pt x="0" y="60"/>
                    <a:pt x="0" y="180"/>
                  </a:cubicBezTo>
                  <a:cubicBezTo>
                    <a:pt x="24" y="2451"/>
                    <a:pt x="120" y="4722"/>
                    <a:pt x="287" y="6994"/>
                  </a:cubicBezTo>
                  <a:cubicBezTo>
                    <a:pt x="287" y="7113"/>
                    <a:pt x="383" y="7173"/>
                    <a:pt x="476" y="7173"/>
                  </a:cubicBezTo>
                  <a:cubicBezTo>
                    <a:pt x="568" y="7173"/>
                    <a:pt x="658" y="7113"/>
                    <a:pt x="646" y="6994"/>
                  </a:cubicBezTo>
                  <a:cubicBezTo>
                    <a:pt x="479" y="4722"/>
                    <a:pt x="383" y="2451"/>
                    <a:pt x="359" y="180"/>
                  </a:cubicBezTo>
                  <a:cubicBezTo>
                    <a:pt x="359" y="60"/>
                    <a:pt x="269"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0"/>
            <p:cNvSpPr/>
            <p:nvPr/>
          </p:nvSpPr>
          <p:spPr>
            <a:xfrm>
              <a:off x="3465214" y="4211184"/>
              <a:ext cx="187832" cy="132502"/>
            </a:xfrm>
            <a:custGeom>
              <a:rect b="b" l="l" r="r" t="t"/>
              <a:pathLst>
                <a:path extrusionOk="0" h="5084" w="7207">
                  <a:moveTo>
                    <a:pt x="265" y="1"/>
                  </a:moveTo>
                  <a:cubicBezTo>
                    <a:pt x="112" y="1"/>
                    <a:pt x="1" y="238"/>
                    <a:pt x="162" y="338"/>
                  </a:cubicBezTo>
                  <a:cubicBezTo>
                    <a:pt x="2410" y="1916"/>
                    <a:pt x="4633" y="3470"/>
                    <a:pt x="6857" y="5048"/>
                  </a:cubicBezTo>
                  <a:cubicBezTo>
                    <a:pt x="6893" y="5073"/>
                    <a:pt x="6929" y="5083"/>
                    <a:pt x="6961" y="5083"/>
                  </a:cubicBezTo>
                  <a:cubicBezTo>
                    <a:pt x="7119" y="5083"/>
                    <a:pt x="7206" y="4837"/>
                    <a:pt x="7048" y="4737"/>
                  </a:cubicBezTo>
                  <a:cubicBezTo>
                    <a:pt x="4824" y="3160"/>
                    <a:pt x="2577" y="1606"/>
                    <a:pt x="354" y="28"/>
                  </a:cubicBezTo>
                  <a:cubicBezTo>
                    <a:pt x="324" y="9"/>
                    <a:pt x="294"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0"/>
            <p:cNvSpPr/>
            <p:nvPr/>
          </p:nvSpPr>
          <p:spPr>
            <a:xfrm>
              <a:off x="3284646" y="4517509"/>
              <a:ext cx="187754" cy="132528"/>
            </a:xfrm>
            <a:custGeom>
              <a:rect b="b" l="l" r="r" t="t"/>
              <a:pathLst>
                <a:path extrusionOk="0" h="5085" w="7204">
                  <a:moveTo>
                    <a:pt x="247" y="0"/>
                  </a:moveTo>
                  <a:cubicBezTo>
                    <a:pt x="100" y="0"/>
                    <a:pt x="0" y="231"/>
                    <a:pt x="157" y="348"/>
                  </a:cubicBezTo>
                  <a:cubicBezTo>
                    <a:pt x="2404" y="1926"/>
                    <a:pt x="4628" y="3480"/>
                    <a:pt x="6875" y="5058"/>
                  </a:cubicBezTo>
                  <a:cubicBezTo>
                    <a:pt x="6905" y="5077"/>
                    <a:pt x="6934" y="5085"/>
                    <a:pt x="6962" y="5085"/>
                  </a:cubicBezTo>
                  <a:cubicBezTo>
                    <a:pt x="7110" y="5085"/>
                    <a:pt x="7204" y="4848"/>
                    <a:pt x="7042" y="4747"/>
                  </a:cubicBezTo>
                  <a:cubicBezTo>
                    <a:pt x="4819" y="3169"/>
                    <a:pt x="2572" y="1591"/>
                    <a:pt x="348" y="37"/>
                  </a:cubicBezTo>
                  <a:cubicBezTo>
                    <a:pt x="314" y="12"/>
                    <a:pt x="279" y="0"/>
                    <a:pt x="2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0"/>
            <p:cNvSpPr/>
            <p:nvPr/>
          </p:nvSpPr>
          <p:spPr>
            <a:xfrm>
              <a:off x="3465214" y="4517509"/>
              <a:ext cx="187780" cy="132528"/>
            </a:xfrm>
            <a:custGeom>
              <a:rect b="b" l="l" r="r" t="t"/>
              <a:pathLst>
                <a:path extrusionOk="0" h="5085" w="7205">
                  <a:moveTo>
                    <a:pt x="6979" y="0"/>
                  </a:moveTo>
                  <a:cubicBezTo>
                    <a:pt x="6949" y="0"/>
                    <a:pt x="6915" y="12"/>
                    <a:pt x="6880" y="37"/>
                  </a:cubicBezTo>
                  <a:cubicBezTo>
                    <a:pt x="4633" y="1615"/>
                    <a:pt x="2410" y="3169"/>
                    <a:pt x="162" y="4747"/>
                  </a:cubicBezTo>
                  <a:cubicBezTo>
                    <a:pt x="1" y="4848"/>
                    <a:pt x="112" y="5085"/>
                    <a:pt x="265" y="5085"/>
                  </a:cubicBezTo>
                  <a:cubicBezTo>
                    <a:pt x="294" y="5085"/>
                    <a:pt x="324" y="5077"/>
                    <a:pt x="354" y="5058"/>
                  </a:cubicBezTo>
                  <a:cubicBezTo>
                    <a:pt x="2577" y="3480"/>
                    <a:pt x="4824" y="1926"/>
                    <a:pt x="7048" y="348"/>
                  </a:cubicBezTo>
                  <a:cubicBezTo>
                    <a:pt x="7205" y="231"/>
                    <a:pt x="7120" y="0"/>
                    <a:pt x="69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0"/>
            <p:cNvSpPr/>
            <p:nvPr/>
          </p:nvSpPr>
          <p:spPr>
            <a:xfrm>
              <a:off x="3642342" y="4334960"/>
              <a:ext cx="16550" cy="186946"/>
            </a:xfrm>
            <a:custGeom>
              <a:rect b="b" l="l" r="r" t="t"/>
              <a:pathLst>
                <a:path extrusionOk="0" h="7173" w="635">
                  <a:moveTo>
                    <a:pt x="455" y="0"/>
                  </a:moveTo>
                  <a:cubicBezTo>
                    <a:pt x="365" y="0"/>
                    <a:pt x="276" y="60"/>
                    <a:pt x="276" y="180"/>
                  </a:cubicBezTo>
                  <a:cubicBezTo>
                    <a:pt x="252" y="2451"/>
                    <a:pt x="156" y="4722"/>
                    <a:pt x="13" y="6994"/>
                  </a:cubicBezTo>
                  <a:cubicBezTo>
                    <a:pt x="1" y="7113"/>
                    <a:pt x="84" y="7173"/>
                    <a:pt x="174" y="7173"/>
                  </a:cubicBezTo>
                  <a:cubicBezTo>
                    <a:pt x="264" y="7173"/>
                    <a:pt x="359" y="7113"/>
                    <a:pt x="371" y="6994"/>
                  </a:cubicBezTo>
                  <a:cubicBezTo>
                    <a:pt x="539" y="4722"/>
                    <a:pt x="610" y="2451"/>
                    <a:pt x="634" y="180"/>
                  </a:cubicBezTo>
                  <a:cubicBezTo>
                    <a:pt x="634" y="60"/>
                    <a:pt x="545" y="0"/>
                    <a:pt x="4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0"/>
            <p:cNvSpPr/>
            <p:nvPr/>
          </p:nvSpPr>
          <p:spPr>
            <a:xfrm>
              <a:off x="3451609" y="4256665"/>
              <a:ext cx="180926" cy="121347"/>
            </a:xfrm>
            <a:custGeom>
              <a:rect b="b" l="l" r="r" t="t"/>
              <a:pathLst>
                <a:path extrusionOk="0" h="4656" w="6942">
                  <a:moveTo>
                    <a:pt x="261" y="1"/>
                  </a:moveTo>
                  <a:cubicBezTo>
                    <a:pt x="108" y="1"/>
                    <a:pt x="1" y="238"/>
                    <a:pt x="182" y="339"/>
                  </a:cubicBezTo>
                  <a:cubicBezTo>
                    <a:pt x="2382" y="1678"/>
                    <a:pt x="4533" y="3112"/>
                    <a:pt x="6613" y="4618"/>
                  </a:cubicBezTo>
                  <a:cubicBezTo>
                    <a:pt x="6648" y="4644"/>
                    <a:pt x="6682" y="4655"/>
                    <a:pt x="6713" y="4655"/>
                  </a:cubicBezTo>
                  <a:cubicBezTo>
                    <a:pt x="6854" y="4655"/>
                    <a:pt x="6942" y="4425"/>
                    <a:pt x="6805" y="4307"/>
                  </a:cubicBezTo>
                  <a:cubicBezTo>
                    <a:pt x="4701" y="2801"/>
                    <a:pt x="2549" y="1367"/>
                    <a:pt x="350" y="28"/>
                  </a:cubicBezTo>
                  <a:cubicBezTo>
                    <a:pt x="320" y="9"/>
                    <a:pt x="290" y="1"/>
                    <a:pt x="2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0"/>
            <p:cNvSpPr/>
            <p:nvPr/>
          </p:nvSpPr>
          <p:spPr>
            <a:xfrm>
              <a:off x="3316131" y="4352397"/>
              <a:ext cx="17488" cy="152075"/>
            </a:xfrm>
            <a:custGeom>
              <a:rect b="b" l="l" r="r" t="t"/>
              <a:pathLst>
                <a:path extrusionOk="0" h="5835" w="671">
                  <a:moveTo>
                    <a:pt x="180" y="1"/>
                  </a:moveTo>
                  <a:cubicBezTo>
                    <a:pt x="91" y="1"/>
                    <a:pt x="1" y="61"/>
                    <a:pt x="1" y="180"/>
                  </a:cubicBezTo>
                  <a:cubicBezTo>
                    <a:pt x="96" y="1997"/>
                    <a:pt x="192" y="3838"/>
                    <a:pt x="288" y="5655"/>
                  </a:cubicBezTo>
                  <a:cubicBezTo>
                    <a:pt x="300" y="5775"/>
                    <a:pt x="395" y="5834"/>
                    <a:pt x="488" y="5834"/>
                  </a:cubicBezTo>
                  <a:cubicBezTo>
                    <a:pt x="581" y="5834"/>
                    <a:pt x="670" y="5775"/>
                    <a:pt x="670" y="5655"/>
                  </a:cubicBezTo>
                  <a:cubicBezTo>
                    <a:pt x="575" y="3838"/>
                    <a:pt x="455" y="1997"/>
                    <a:pt x="359" y="180"/>
                  </a:cubicBezTo>
                  <a:cubicBezTo>
                    <a:pt x="359" y="61"/>
                    <a:pt x="270"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0"/>
            <p:cNvSpPr/>
            <p:nvPr/>
          </p:nvSpPr>
          <p:spPr>
            <a:xfrm>
              <a:off x="3464667" y="4500047"/>
              <a:ext cx="149703" cy="102243"/>
            </a:xfrm>
            <a:custGeom>
              <a:rect b="b" l="l" r="r" t="t"/>
              <a:pathLst>
                <a:path extrusionOk="0" h="3923" w="5744">
                  <a:moveTo>
                    <a:pt x="5505" y="1"/>
                  </a:moveTo>
                  <a:cubicBezTo>
                    <a:pt x="5471" y="1"/>
                    <a:pt x="5434" y="12"/>
                    <a:pt x="5395" y="38"/>
                  </a:cubicBezTo>
                  <a:cubicBezTo>
                    <a:pt x="3650" y="1209"/>
                    <a:pt x="1905" y="2381"/>
                    <a:pt x="159" y="3576"/>
                  </a:cubicBezTo>
                  <a:cubicBezTo>
                    <a:pt x="1" y="3675"/>
                    <a:pt x="89" y="3922"/>
                    <a:pt x="232" y="3922"/>
                  </a:cubicBezTo>
                  <a:cubicBezTo>
                    <a:pt x="262" y="3922"/>
                    <a:pt x="294" y="3912"/>
                    <a:pt x="327" y="3887"/>
                  </a:cubicBezTo>
                  <a:cubicBezTo>
                    <a:pt x="2096" y="2716"/>
                    <a:pt x="3841" y="1520"/>
                    <a:pt x="5586" y="349"/>
                  </a:cubicBezTo>
                  <a:cubicBezTo>
                    <a:pt x="5743" y="231"/>
                    <a:pt x="5659" y="1"/>
                    <a:pt x="550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0"/>
            <p:cNvSpPr/>
            <p:nvPr/>
          </p:nvSpPr>
          <p:spPr>
            <a:xfrm>
              <a:off x="3466309" y="4134766"/>
              <a:ext cx="9382" cy="89290"/>
            </a:xfrm>
            <a:custGeom>
              <a:rect b="b" l="l" r="r" t="t"/>
              <a:pathLst>
                <a:path extrusionOk="0" h="3426" w="360">
                  <a:moveTo>
                    <a:pt x="180" y="1"/>
                  </a:moveTo>
                  <a:cubicBezTo>
                    <a:pt x="90" y="1"/>
                    <a:pt x="1" y="55"/>
                    <a:pt x="1" y="162"/>
                  </a:cubicBezTo>
                  <a:lnTo>
                    <a:pt x="1" y="3246"/>
                  </a:lnTo>
                  <a:cubicBezTo>
                    <a:pt x="1" y="3366"/>
                    <a:pt x="90" y="3426"/>
                    <a:pt x="180" y="3426"/>
                  </a:cubicBezTo>
                  <a:cubicBezTo>
                    <a:pt x="270" y="3426"/>
                    <a:pt x="359" y="3366"/>
                    <a:pt x="359" y="3246"/>
                  </a:cubicBezTo>
                  <a:lnTo>
                    <a:pt x="359" y="162"/>
                  </a:lnTo>
                  <a:cubicBezTo>
                    <a:pt x="359" y="55"/>
                    <a:pt x="270"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0"/>
            <p:cNvSpPr/>
            <p:nvPr/>
          </p:nvSpPr>
          <p:spPr>
            <a:xfrm>
              <a:off x="3440767" y="4002832"/>
              <a:ext cx="9382" cy="95363"/>
            </a:xfrm>
            <a:custGeom>
              <a:rect b="b" l="l" r="r" t="t"/>
              <a:pathLst>
                <a:path extrusionOk="0" h="3659" w="360">
                  <a:moveTo>
                    <a:pt x="180" y="0"/>
                  </a:moveTo>
                  <a:cubicBezTo>
                    <a:pt x="90" y="0"/>
                    <a:pt x="0" y="60"/>
                    <a:pt x="0" y="180"/>
                  </a:cubicBezTo>
                  <a:lnTo>
                    <a:pt x="0" y="3479"/>
                  </a:lnTo>
                  <a:cubicBezTo>
                    <a:pt x="0" y="3599"/>
                    <a:pt x="90" y="3658"/>
                    <a:pt x="180" y="3658"/>
                  </a:cubicBezTo>
                  <a:cubicBezTo>
                    <a:pt x="269" y="3658"/>
                    <a:pt x="359" y="3599"/>
                    <a:pt x="359" y="3479"/>
                  </a:cubicBezTo>
                  <a:lnTo>
                    <a:pt x="359" y="180"/>
                  </a:lnTo>
                  <a:cubicBezTo>
                    <a:pt x="359" y="60"/>
                    <a:pt x="269"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0"/>
            <p:cNvSpPr/>
            <p:nvPr/>
          </p:nvSpPr>
          <p:spPr>
            <a:xfrm>
              <a:off x="3439516" y="4048626"/>
              <a:ext cx="63593" cy="9382"/>
            </a:xfrm>
            <a:custGeom>
              <a:rect b="b" l="l" r="r" t="t"/>
              <a:pathLst>
                <a:path extrusionOk="0" h="360" w="2440">
                  <a:moveTo>
                    <a:pt x="216" y="1"/>
                  </a:moveTo>
                  <a:cubicBezTo>
                    <a:pt x="1" y="1"/>
                    <a:pt x="1" y="359"/>
                    <a:pt x="216" y="359"/>
                  </a:cubicBezTo>
                  <a:lnTo>
                    <a:pt x="2200" y="359"/>
                  </a:lnTo>
                  <a:cubicBezTo>
                    <a:pt x="2439" y="359"/>
                    <a:pt x="2439" y="1"/>
                    <a:pt x="220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0"/>
            <p:cNvSpPr/>
            <p:nvPr/>
          </p:nvSpPr>
          <p:spPr>
            <a:xfrm>
              <a:off x="3491851" y="3997228"/>
              <a:ext cx="10008" cy="100966"/>
            </a:xfrm>
            <a:custGeom>
              <a:rect b="b" l="l" r="r" t="t"/>
              <a:pathLst>
                <a:path extrusionOk="0" h="3874" w="384">
                  <a:moveTo>
                    <a:pt x="192" y="0"/>
                  </a:moveTo>
                  <a:cubicBezTo>
                    <a:pt x="97" y="0"/>
                    <a:pt x="1" y="60"/>
                    <a:pt x="1" y="180"/>
                  </a:cubicBezTo>
                  <a:lnTo>
                    <a:pt x="1" y="3694"/>
                  </a:lnTo>
                  <a:cubicBezTo>
                    <a:pt x="1" y="3814"/>
                    <a:pt x="97" y="3873"/>
                    <a:pt x="192" y="3873"/>
                  </a:cubicBezTo>
                  <a:cubicBezTo>
                    <a:pt x="288" y="3873"/>
                    <a:pt x="383" y="3814"/>
                    <a:pt x="383" y="3694"/>
                  </a:cubicBezTo>
                  <a:lnTo>
                    <a:pt x="383" y="180"/>
                  </a:lnTo>
                  <a:cubicBezTo>
                    <a:pt x="383" y="60"/>
                    <a:pt x="288" y="0"/>
                    <a:pt x="19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0"/>
            <p:cNvSpPr/>
            <p:nvPr/>
          </p:nvSpPr>
          <p:spPr>
            <a:xfrm>
              <a:off x="3466309" y="4644491"/>
              <a:ext cx="9382" cy="89290"/>
            </a:xfrm>
            <a:custGeom>
              <a:rect b="b" l="l" r="r" t="t"/>
              <a:pathLst>
                <a:path extrusionOk="0" h="3426" w="360">
                  <a:moveTo>
                    <a:pt x="180" y="1"/>
                  </a:moveTo>
                  <a:cubicBezTo>
                    <a:pt x="90" y="1"/>
                    <a:pt x="1" y="55"/>
                    <a:pt x="1" y="162"/>
                  </a:cubicBezTo>
                  <a:lnTo>
                    <a:pt x="1" y="3246"/>
                  </a:lnTo>
                  <a:cubicBezTo>
                    <a:pt x="1" y="3366"/>
                    <a:pt x="90" y="3426"/>
                    <a:pt x="180" y="3426"/>
                  </a:cubicBezTo>
                  <a:cubicBezTo>
                    <a:pt x="270" y="3426"/>
                    <a:pt x="359" y="3366"/>
                    <a:pt x="359" y="3246"/>
                  </a:cubicBezTo>
                  <a:lnTo>
                    <a:pt x="359" y="162"/>
                  </a:lnTo>
                  <a:cubicBezTo>
                    <a:pt x="359" y="55"/>
                    <a:pt x="270"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0"/>
            <p:cNvSpPr/>
            <p:nvPr/>
          </p:nvSpPr>
          <p:spPr>
            <a:xfrm>
              <a:off x="3440767" y="4764774"/>
              <a:ext cx="9382" cy="94894"/>
            </a:xfrm>
            <a:custGeom>
              <a:rect b="b" l="l" r="r" t="t"/>
              <a:pathLst>
                <a:path extrusionOk="0" h="3641" w="360">
                  <a:moveTo>
                    <a:pt x="180" y="0"/>
                  </a:moveTo>
                  <a:cubicBezTo>
                    <a:pt x="90" y="0"/>
                    <a:pt x="0" y="54"/>
                    <a:pt x="0" y="161"/>
                  </a:cubicBezTo>
                  <a:lnTo>
                    <a:pt x="0" y="3461"/>
                  </a:lnTo>
                  <a:cubicBezTo>
                    <a:pt x="0" y="3580"/>
                    <a:pt x="90" y="3640"/>
                    <a:pt x="180" y="3640"/>
                  </a:cubicBezTo>
                  <a:cubicBezTo>
                    <a:pt x="269" y="3640"/>
                    <a:pt x="359" y="3580"/>
                    <a:pt x="359" y="3461"/>
                  </a:cubicBezTo>
                  <a:lnTo>
                    <a:pt x="359" y="161"/>
                  </a:lnTo>
                  <a:cubicBezTo>
                    <a:pt x="359" y="54"/>
                    <a:pt x="269"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0"/>
            <p:cNvSpPr/>
            <p:nvPr/>
          </p:nvSpPr>
          <p:spPr>
            <a:xfrm>
              <a:off x="3439516" y="4810099"/>
              <a:ext cx="63593" cy="9356"/>
            </a:xfrm>
            <a:custGeom>
              <a:rect b="b" l="l" r="r" t="t"/>
              <a:pathLst>
                <a:path extrusionOk="0" h="359" w="2440">
                  <a:moveTo>
                    <a:pt x="216" y="0"/>
                  </a:moveTo>
                  <a:cubicBezTo>
                    <a:pt x="1" y="0"/>
                    <a:pt x="1" y="359"/>
                    <a:pt x="216" y="359"/>
                  </a:cubicBezTo>
                  <a:lnTo>
                    <a:pt x="2200" y="359"/>
                  </a:lnTo>
                  <a:cubicBezTo>
                    <a:pt x="2439" y="359"/>
                    <a:pt x="2439" y="0"/>
                    <a:pt x="22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0"/>
            <p:cNvSpPr/>
            <p:nvPr/>
          </p:nvSpPr>
          <p:spPr>
            <a:xfrm>
              <a:off x="3491851" y="4758675"/>
              <a:ext cx="10008" cy="100992"/>
            </a:xfrm>
            <a:custGeom>
              <a:rect b="b" l="l" r="r" t="t"/>
              <a:pathLst>
                <a:path extrusionOk="0" h="3875" w="384">
                  <a:moveTo>
                    <a:pt x="192" y="1"/>
                  </a:moveTo>
                  <a:cubicBezTo>
                    <a:pt x="97" y="1"/>
                    <a:pt x="1" y="61"/>
                    <a:pt x="1" y="180"/>
                  </a:cubicBezTo>
                  <a:lnTo>
                    <a:pt x="1" y="3695"/>
                  </a:lnTo>
                  <a:cubicBezTo>
                    <a:pt x="1" y="3814"/>
                    <a:pt x="97" y="3874"/>
                    <a:pt x="192" y="3874"/>
                  </a:cubicBezTo>
                  <a:cubicBezTo>
                    <a:pt x="288" y="3874"/>
                    <a:pt x="383" y="3814"/>
                    <a:pt x="383" y="3695"/>
                  </a:cubicBezTo>
                  <a:lnTo>
                    <a:pt x="383" y="180"/>
                  </a:lnTo>
                  <a:cubicBezTo>
                    <a:pt x="383" y="61"/>
                    <a:pt x="288" y="1"/>
                    <a:pt x="1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0"/>
            <p:cNvSpPr/>
            <p:nvPr/>
          </p:nvSpPr>
          <p:spPr>
            <a:xfrm>
              <a:off x="3647764" y="4311737"/>
              <a:ext cx="70838" cy="33986"/>
            </a:xfrm>
            <a:custGeom>
              <a:rect b="b" l="l" r="r" t="t"/>
              <a:pathLst>
                <a:path extrusionOk="0" h="1304" w="2718">
                  <a:moveTo>
                    <a:pt x="2444" y="1"/>
                  </a:moveTo>
                  <a:cubicBezTo>
                    <a:pt x="2418" y="1"/>
                    <a:pt x="2391" y="6"/>
                    <a:pt x="2363" y="19"/>
                  </a:cubicBezTo>
                  <a:cubicBezTo>
                    <a:pt x="1646" y="353"/>
                    <a:pt x="904" y="664"/>
                    <a:pt x="187" y="975"/>
                  </a:cubicBezTo>
                  <a:cubicBezTo>
                    <a:pt x="0" y="1058"/>
                    <a:pt x="120" y="1304"/>
                    <a:pt x="296" y="1304"/>
                  </a:cubicBezTo>
                  <a:cubicBezTo>
                    <a:pt x="323" y="1304"/>
                    <a:pt x="350" y="1298"/>
                    <a:pt x="379" y="1286"/>
                  </a:cubicBezTo>
                  <a:cubicBezTo>
                    <a:pt x="1096" y="975"/>
                    <a:pt x="1813" y="664"/>
                    <a:pt x="2530" y="330"/>
                  </a:cubicBezTo>
                  <a:cubicBezTo>
                    <a:pt x="2717" y="246"/>
                    <a:pt x="2615" y="1"/>
                    <a:pt x="24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0"/>
            <p:cNvSpPr/>
            <p:nvPr/>
          </p:nvSpPr>
          <p:spPr>
            <a:xfrm>
              <a:off x="3739247" y="4237743"/>
              <a:ext cx="14647" cy="112590"/>
            </a:xfrm>
            <a:custGeom>
              <a:rect b="b" l="l" r="r" t="t"/>
              <a:pathLst>
                <a:path extrusionOk="0" h="4320" w="562">
                  <a:moveTo>
                    <a:pt x="293" y="1"/>
                  </a:moveTo>
                  <a:cubicBezTo>
                    <a:pt x="204" y="1"/>
                    <a:pt x="108" y="61"/>
                    <a:pt x="96" y="180"/>
                  </a:cubicBezTo>
                  <a:cubicBezTo>
                    <a:pt x="0" y="1495"/>
                    <a:pt x="24" y="2834"/>
                    <a:pt x="192" y="4149"/>
                  </a:cubicBezTo>
                  <a:cubicBezTo>
                    <a:pt x="204" y="4259"/>
                    <a:pt x="304" y="4319"/>
                    <a:pt x="396" y="4319"/>
                  </a:cubicBezTo>
                  <a:cubicBezTo>
                    <a:pt x="483" y="4319"/>
                    <a:pt x="562" y="4265"/>
                    <a:pt x="550" y="4149"/>
                  </a:cubicBezTo>
                  <a:cubicBezTo>
                    <a:pt x="407" y="2834"/>
                    <a:pt x="359" y="1495"/>
                    <a:pt x="455" y="180"/>
                  </a:cubicBezTo>
                  <a:cubicBezTo>
                    <a:pt x="467" y="61"/>
                    <a:pt x="383" y="1"/>
                    <a:pt x="2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0"/>
            <p:cNvSpPr/>
            <p:nvPr/>
          </p:nvSpPr>
          <p:spPr>
            <a:xfrm>
              <a:off x="3739898" y="4288306"/>
              <a:ext cx="58797" cy="15638"/>
            </a:xfrm>
            <a:custGeom>
              <a:rect b="b" l="l" r="r" t="t"/>
              <a:pathLst>
                <a:path extrusionOk="0" h="600" w="2256">
                  <a:moveTo>
                    <a:pt x="1438" y="0"/>
                  </a:moveTo>
                  <a:cubicBezTo>
                    <a:pt x="1016" y="0"/>
                    <a:pt x="598" y="86"/>
                    <a:pt x="191" y="248"/>
                  </a:cubicBezTo>
                  <a:cubicBezTo>
                    <a:pt x="0" y="312"/>
                    <a:pt x="53" y="599"/>
                    <a:pt x="216" y="599"/>
                  </a:cubicBezTo>
                  <a:cubicBezTo>
                    <a:pt x="238" y="599"/>
                    <a:pt x="261" y="594"/>
                    <a:pt x="286" y="583"/>
                  </a:cubicBezTo>
                  <a:cubicBezTo>
                    <a:pt x="671" y="443"/>
                    <a:pt x="1069" y="354"/>
                    <a:pt x="1480" y="354"/>
                  </a:cubicBezTo>
                  <a:cubicBezTo>
                    <a:pt x="1630" y="354"/>
                    <a:pt x="1782" y="366"/>
                    <a:pt x="1936" y="392"/>
                  </a:cubicBezTo>
                  <a:cubicBezTo>
                    <a:pt x="1951" y="395"/>
                    <a:pt x="1965" y="396"/>
                    <a:pt x="1979" y="396"/>
                  </a:cubicBezTo>
                  <a:cubicBezTo>
                    <a:pt x="2186" y="396"/>
                    <a:pt x="2256" y="80"/>
                    <a:pt x="2032" y="57"/>
                  </a:cubicBezTo>
                  <a:cubicBezTo>
                    <a:pt x="1833" y="19"/>
                    <a:pt x="1635" y="0"/>
                    <a:pt x="14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0"/>
            <p:cNvSpPr/>
            <p:nvPr/>
          </p:nvSpPr>
          <p:spPr>
            <a:xfrm>
              <a:off x="3784728" y="4232139"/>
              <a:ext cx="15924" cy="129635"/>
            </a:xfrm>
            <a:custGeom>
              <a:rect b="b" l="l" r="r" t="t"/>
              <a:pathLst>
                <a:path extrusionOk="0" h="4974" w="611">
                  <a:moveTo>
                    <a:pt x="309" y="1"/>
                  </a:moveTo>
                  <a:cubicBezTo>
                    <a:pt x="216" y="1"/>
                    <a:pt x="120" y="60"/>
                    <a:pt x="120" y="180"/>
                  </a:cubicBezTo>
                  <a:cubicBezTo>
                    <a:pt x="1" y="1710"/>
                    <a:pt x="49" y="3264"/>
                    <a:pt x="240" y="4794"/>
                  </a:cubicBezTo>
                  <a:cubicBezTo>
                    <a:pt x="252" y="4914"/>
                    <a:pt x="347" y="4973"/>
                    <a:pt x="437" y="4973"/>
                  </a:cubicBezTo>
                  <a:cubicBezTo>
                    <a:pt x="527" y="4973"/>
                    <a:pt x="610" y="4914"/>
                    <a:pt x="598" y="4794"/>
                  </a:cubicBezTo>
                  <a:cubicBezTo>
                    <a:pt x="407" y="3264"/>
                    <a:pt x="359" y="1710"/>
                    <a:pt x="479" y="180"/>
                  </a:cubicBezTo>
                  <a:cubicBezTo>
                    <a:pt x="491" y="60"/>
                    <a:pt x="401" y="1"/>
                    <a:pt x="3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0"/>
            <p:cNvSpPr/>
            <p:nvPr/>
          </p:nvSpPr>
          <p:spPr>
            <a:xfrm>
              <a:off x="3635436" y="4519021"/>
              <a:ext cx="106074" cy="59996"/>
            </a:xfrm>
            <a:custGeom>
              <a:rect b="b" l="l" r="r" t="t"/>
              <a:pathLst>
                <a:path extrusionOk="0" h="2302" w="4070">
                  <a:moveTo>
                    <a:pt x="275" y="0"/>
                  </a:moveTo>
                  <a:cubicBezTo>
                    <a:pt x="108" y="0"/>
                    <a:pt x="1" y="237"/>
                    <a:pt x="182" y="338"/>
                  </a:cubicBezTo>
                  <a:cubicBezTo>
                    <a:pt x="1354" y="983"/>
                    <a:pt x="2525" y="1629"/>
                    <a:pt x="3720" y="2275"/>
                  </a:cubicBezTo>
                  <a:cubicBezTo>
                    <a:pt x="3750" y="2293"/>
                    <a:pt x="3780" y="2301"/>
                    <a:pt x="3809" y="2301"/>
                  </a:cubicBezTo>
                  <a:cubicBezTo>
                    <a:pt x="3962" y="2301"/>
                    <a:pt x="4069" y="2065"/>
                    <a:pt x="3888" y="1964"/>
                  </a:cubicBezTo>
                  <a:cubicBezTo>
                    <a:pt x="2716" y="1318"/>
                    <a:pt x="1545" y="673"/>
                    <a:pt x="373" y="27"/>
                  </a:cubicBezTo>
                  <a:cubicBezTo>
                    <a:pt x="340" y="8"/>
                    <a:pt x="307" y="0"/>
                    <a:pt x="2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0"/>
            <p:cNvSpPr/>
            <p:nvPr/>
          </p:nvSpPr>
          <p:spPr>
            <a:xfrm>
              <a:off x="3764163" y="4512557"/>
              <a:ext cx="9382" cy="106570"/>
            </a:xfrm>
            <a:custGeom>
              <a:rect b="b" l="l" r="r" t="t"/>
              <a:pathLst>
                <a:path extrusionOk="0" h="4089" w="360">
                  <a:moveTo>
                    <a:pt x="180" y="0"/>
                  </a:moveTo>
                  <a:cubicBezTo>
                    <a:pt x="90" y="0"/>
                    <a:pt x="1" y="60"/>
                    <a:pt x="1" y="180"/>
                  </a:cubicBezTo>
                  <a:lnTo>
                    <a:pt x="1" y="3909"/>
                  </a:lnTo>
                  <a:cubicBezTo>
                    <a:pt x="1" y="4029"/>
                    <a:pt x="90" y="4089"/>
                    <a:pt x="180" y="4089"/>
                  </a:cubicBezTo>
                  <a:cubicBezTo>
                    <a:pt x="270" y="4089"/>
                    <a:pt x="359" y="4029"/>
                    <a:pt x="359" y="3909"/>
                  </a:cubicBezTo>
                  <a:lnTo>
                    <a:pt x="359" y="180"/>
                  </a:lnTo>
                  <a:cubicBezTo>
                    <a:pt x="359" y="60"/>
                    <a:pt x="270"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0"/>
            <p:cNvSpPr/>
            <p:nvPr/>
          </p:nvSpPr>
          <p:spPr>
            <a:xfrm>
              <a:off x="3769063" y="4555197"/>
              <a:ext cx="63045" cy="20251"/>
            </a:xfrm>
            <a:custGeom>
              <a:rect b="b" l="l" r="r" t="t"/>
              <a:pathLst>
                <a:path extrusionOk="0" h="777" w="2419">
                  <a:moveTo>
                    <a:pt x="2202" y="1"/>
                  </a:moveTo>
                  <a:cubicBezTo>
                    <a:pt x="2195" y="1"/>
                    <a:pt x="2187" y="1"/>
                    <a:pt x="2180" y="2"/>
                  </a:cubicBezTo>
                  <a:cubicBezTo>
                    <a:pt x="1510" y="26"/>
                    <a:pt x="841" y="145"/>
                    <a:pt x="195" y="408"/>
                  </a:cubicBezTo>
                  <a:cubicBezTo>
                    <a:pt x="1" y="495"/>
                    <a:pt x="60" y="777"/>
                    <a:pt x="233" y="777"/>
                  </a:cubicBezTo>
                  <a:cubicBezTo>
                    <a:pt x="251" y="777"/>
                    <a:pt x="270" y="774"/>
                    <a:pt x="291" y="767"/>
                  </a:cubicBezTo>
                  <a:cubicBezTo>
                    <a:pt x="913" y="504"/>
                    <a:pt x="1534" y="384"/>
                    <a:pt x="2180" y="361"/>
                  </a:cubicBezTo>
                  <a:cubicBezTo>
                    <a:pt x="2411" y="337"/>
                    <a:pt x="2419" y="1"/>
                    <a:pt x="22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p:nvPr/>
          </p:nvSpPr>
          <p:spPr>
            <a:xfrm>
              <a:off x="3819627" y="4500698"/>
              <a:ext cx="14048" cy="135655"/>
            </a:xfrm>
            <a:custGeom>
              <a:rect b="b" l="l" r="r" t="t"/>
              <a:pathLst>
                <a:path extrusionOk="0" h="5205" w="539">
                  <a:moveTo>
                    <a:pt x="365" y="1"/>
                  </a:moveTo>
                  <a:cubicBezTo>
                    <a:pt x="276" y="1"/>
                    <a:pt x="180" y="61"/>
                    <a:pt x="168" y="180"/>
                  </a:cubicBezTo>
                  <a:cubicBezTo>
                    <a:pt x="25" y="1806"/>
                    <a:pt x="1" y="3408"/>
                    <a:pt x="96" y="5034"/>
                  </a:cubicBezTo>
                  <a:cubicBezTo>
                    <a:pt x="96" y="5144"/>
                    <a:pt x="191" y="5204"/>
                    <a:pt x="283" y="5204"/>
                  </a:cubicBezTo>
                  <a:cubicBezTo>
                    <a:pt x="370" y="5204"/>
                    <a:pt x="455" y="5150"/>
                    <a:pt x="455" y="5034"/>
                  </a:cubicBezTo>
                  <a:cubicBezTo>
                    <a:pt x="359" y="3408"/>
                    <a:pt x="383" y="1806"/>
                    <a:pt x="527" y="180"/>
                  </a:cubicBezTo>
                  <a:cubicBezTo>
                    <a:pt x="539" y="61"/>
                    <a:pt x="455" y="1"/>
                    <a:pt x="3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0"/>
            <p:cNvSpPr/>
            <p:nvPr/>
          </p:nvSpPr>
          <p:spPr>
            <a:xfrm>
              <a:off x="3220921" y="4311737"/>
              <a:ext cx="70838" cy="33986"/>
            </a:xfrm>
            <a:custGeom>
              <a:rect b="b" l="l" r="r" t="t"/>
              <a:pathLst>
                <a:path extrusionOk="0" h="1304" w="2718">
                  <a:moveTo>
                    <a:pt x="273" y="1"/>
                  </a:moveTo>
                  <a:cubicBezTo>
                    <a:pt x="102" y="1"/>
                    <a:pt x="0" y="246"/>
                    <a:pt x="187" y="330"/>
                  </a:cubicBezTo>
                  <a:cubicBezTo>
                    <a:pt x="904" y="664"/>
                    <a:pt x="1622" y="975"/>
                    <a:pt x="2339" y="1286"/>
                  </a:cubicBezTo>
                  <a:cubicBezTo>
                    <a:pt x="2367" y="1298"/>
                    <a:pt x="2395" y="1304"/>
                    <a:pt x="2421" y="1304"/>
                  </a:cubicBezTo>
                  <a:cubicBezTo>
                    <a:pt x="2597" y="1304"/>
                    <a:pt x="2717" y="1058"/>
                    <a:pt x="2530" y="975"/>
                  </a:cubicBezTo>
                  <a:cubicBezTo>
                    <a:pt x="1789" y="664"/>
                    <a:pt x="1072" y="353"/>
                    <a:pt x="355" y="19"/>
                  </a:cubicBezTo>
                  <a:cubicBezTo>
                    <a:pt x="326" y="6"/>
                    <a:pt x="299" y="1"/>
                    <a:pt x="2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0"/>
            <p:cNvSpPr/>
            <p:nvPr/>
          </p:nvSpPr>
          <p:spPr>
            <a:xfrm>
              <a:off x="3185605" y="4237743"/>
              <a:ext cx="14647" cy="112355"/>
            </a:xfrm>
            <a:custGeom>
              <a:rect b="b" l="l" r="r" t="t"/>
              <a:pathLst>
                <a:path extrusionOk="0" h="4311" w="562">
                  <a:moveTo>
                    <a:pt x="269" y="1"/>
                  </a:moveTo>
                  <a:cubicBezTo>
                    <a:pt x="179" y="1"/>
                    <a:pt x="96" y="61"/>
                    <a:pt x="108" y="180"/>
                  </a:cubicBezTo>
                  <a:cubicBezTo>
                    <a:pt x="203" y="1495"/>
                    <a:pt x="155" y="2834"/>
                    <a:pt x="12" y="4149"/>
                  </a:cubicBezTo>
                  <a:cubicBezTo>
                    <a:pt x="0" y="4256"/>
                    <a:pt x="84" y="4310"/>
                    <a:pt x="173" y="4310"/>
                  </a:cubicBezTo>
                  <a:cubicBezTo>
                    <a:pt x="263" y="4310"/>
                    <a:pt x="359" y="4256"/>
                    <a:pt x="371" y="4149"/>
                  </a:cubicBezTo>
                  <a:cubicBezTo>
                    <a:pt x="514" y="2834"/>
                    <a:pt x="562" y="1495"/>
                    <a:pt x="466" y="180"/>
                  </a:cubicBezTo>
                  <a:cubicBezTo>
                    <a:pt x="454" y="61"/>
                    <a:pt x="359" y="1"/>
                    <a:pt x="2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0"/>
            <p:cNvSpPr/>
            <p:nvPr/>
          </p:nvSpPr>
          <p:spPr>
            <a:xfrm>
              <a:off x="3140801" y="4288306"/>
              <a:ext cx="58797" cy="15638"/>
            </a:xfrm>
            <a:custGeom>
              <a:rect b="b" l="l" r="r" t="t"/>
              <a:pathLst>
                <a:path extrusionOk="0" h="600" w="2256">
                  <a:moveTo>
                    <a:pt x="819" y="0"/>
                  </a:moveTo>
                  <a:cubicBezTo>
                    <a:pt x="621" y="0"/>
                    <a:pt x="423" y="19"/>
                    <a:pt x="225" y="57"/>
                  </a:cubicBezTo>
                  <a:cubicBezTo>
                    <a:pt x="1" y="80"/>
                    <a:pt x="71" y="396"/>
                    <a:pt x="277" y="396"/>
                  </a:cubicBezTo>
                  <a:cubicBezTo>
                    <a:pt x="291" y="396"/>
                    <a:pt x="306" y="395"/>
                    <a:pt x="320" y="392"/>
                  </a:cubicBezTo>
                  <a:cubicBezTo>
                    <a:pt x="468" y="366"/>
                    <a:pt x="617" y="354"/>
                    <a:pt x="766" y="354"/>
                  </a:cubicBezTo>
                  <a:cubicBezTo>
                    <a:pt x="1174" y="354"/>
                    <a:pt x="1585" y="443"/>
                    <a:pt x="1970" y="583"/>
                  </a:cubicBezTo>
                  <a:cubicBezTo>
                    <a:pt x="1995" y="594"/>
                    <a:pt x="2019" y="599"/>
                    <a:pt x="2040" y="599"/>
                  </a:cubicBezTo>
                  <a:cubicBezTo>
                    <a:pt x="2203" y="599"/>
                    <a:pt x="2256" y="312"/>
                    <a:pt x="2066" y="248"/>
                  </a:cubicBezTo>
                  <a:cubicBezTo>
                    <a:pt x="1659" y="86"/>
                    <a:pt x="1240" y="0"/>
                    <a:pt x="8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0"/>
            <p:cNvSpPr/>
            <p:nvPr/>
          </p:nvSpPr>
          <p:spPr>
            <a:xfrm>
              <a:off x="3138846" y="4232139"/>
              <a:ext cx="15924" cy="129635"/>
            </a:xfrm>
            <a:custGeom>
              <a:rect b="b" l="l" r="r" t="t"/>
              <a:pathLst>
                <a:path extrusionOk="0" h="4974" w="611">
                  <a:moveTo>
                    <a:pt x="294" y="1"/>
                  </a:moveTo>
                  <a:cubicBezTo>
                    <a:pt x="204" y="1"/>
                    <a:pt x="121" y="60"/>
                    <a:pt x="132" y="180"/>
                  </a:cubicBezTo>
                  <a:cubicBezTo>
                    <a:pt x="252" y="1710"/>
                    <a:pt x="204" y="3264"/>
                    <a:pt x="13" y="4794"/>
                  </a:cubicBezTo>
                  <a:cubicBezTo>
                    <a:pt x="1" y="4914"/>
                    <a:pt x="85" y="4973"/>
                    <a:pt x="174" y="4973"/>
                  </a:cubicBezTo>
                  <a:cubicBezTo>
                    <a:pt x="264" y="4973"/>
                    <a:pt x="360" y="4914"/>
                    <a:pt x="372" y="4794"/>
                  </a:cubicBezTo>
                  <a:cubicBezTo>
                    <a:pt x="563" y="3264"/>
                    <a:pt x="611" y="1710"/>
                    <a:pt x="491" y="180"/>
                  </a:cubicBezTo>
                  <a:cubicBezTo>
                    <a:pt x="479" y="60"/>
                    <a:pt x="384" y="1"/>
                    <a:pt x="2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0"/>
            <p:cNvSpPr/>
            <p:nvPr/>
          </p:nvSpPr>
          <p:spPr>
            <a:xfrm>
              <a:off x="3197907" y="4519021"/>
              <a:ext cx="105631" cy="59996"/>
            </a:xfrm>
            <a:custGeom>
              <a:rect b="b" l="l" r="r" t="t"/>
              <a:pathLst>
                <a:path extrusionOk="0" h="2302" w="4053">
                  <a:moveTo>
                    <a:pt x="3796" y="0"/>
                  </a:moveTo>
                  <a:cubicBezTo>
                    <a:pt x="3766" y="0"/>
                    <a:pt x="3734" y="8"/>
                    <a:pt x="3700" y="27"/>
                  </a:cubicBezTo>
                  <a:cubicBezTo>
                    <a:pt x="2529" y="673"/>
                    <a:pt x="1357" y="1318"/>
                    <a:pt x="162" y="1964"/>
                  </a:cubicBezTo>
                  <a:cubicBezTo>
                    <a:pt x="0" y="2065"/>
                    <a:pt x="111" y="2301"/>
                    <a:pt x="265" y="2301"/>
                  </a:cubicBezTo>
                  <a:cubicBezTo>
                    <a:pt x="293" y="2301"/>
                    <a:pt x="323" y="2293"/>
                    <a:pt x="353" y="2275"/>
                  </a:cubicBezTo>
                  <a:cubicBezTo>
                    <a:pt x="1524" y="1629"/>
                    <a:pt x="2720" y="983"/>
                    <a:pt x="3891" y="338"/>
                  </a:cubicBezTo>
                  <a:cubicBezTo>
                    <a:pt x="4053" y="237"/>
                    <a:pt x="3959" y="0"/>
                    <a:pt x="37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p:nvPr/>
          </p:nvSpPr>
          <p:spPr>
            <a:xfrm>
              <a:off x="3165953" y="4512557"/>
              <a:ext cx="9383" cy="106570"/>
            </a:xfrm>
            <a:custGeom>
              <a:rect b="b" l="l" r="r" t="t"/>
              <a:pathLst>
                <a:path extrusionOk="0" h="4089" w="360">
                  <a:moveTo>
                    <a:pt x="180" y="0"/>
                  </a:moveTo>
                  <a:cubicBezTo>
                    <a:pt x="91" y="0"/>
                    <a:pt x="1" y="60"/>
                    <a:pt x="1" y="180"/>
                  </a:cubicBezTo>
                  <a:lnTo>
                    <a:pt x="1" y="3909"/>
                  </a:lnTo>
                  <a:cubicBezTo>
                    <a:pt x="1" y="4029"/>
                    <a:pt x="91" y="4089"/>
                    <a:pt x="180" y="4089"/>
                  </a:cubicBezTo>
                  <a:cubicBezTo>
                    <a:pt x="270" y="4089"/>
                    <a:pt x="360" y="4029"/>
                    <a:pt x="360" y="3909"/>
                  </a:cubicBezTo>
                  <a:lnTo>
                    <a:pt x="360" y="180"/>
                  </a:lnTo>
                  <a:cubicBezTo>
                    <a:pt x="360" y="60"/>
                    <a:pt x="270"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0"/>
            <p:cNvSpPr/>
            <p:nvPr/>
          </p:nvSpPr>
          <p:spPr>
            <a:xfrm>
              <a:off x="3107388" y="4555197"/>
              <a:ext cx="63045" cy="20251"/>
            </a:xfrm>
            <a:custGeom>
              <a:rect b="b" l="l" r="r" t="t"/>
              <a:pathLst>
                <a:path extrusionOk="0" h="777" w="2419">
                  <a:moveTo>
                    <a:pt x="196" y="1"/>
                  </a:moveTo>
                  <a:cubicBezTo>
                    <a:pt x="1" y="1"/>
                    <a:pt x="8" y="337"/>
                    <a:pt x="216" y="361"/>
                  </a:cubicBezTo>
                  <a:cubicBezTo>
                    <a:pt x="885" y="384"/>
                    <a:pt x="1507" y="504"/>
                    <a:pt x="2128" y="767"/>
                  </a:cubicBezTo>
                  <a:cubicBezTo>
                    <a:pt x="2149" y="774"/>
                    <a:pt x="2168" y="777"/>
                    <a:pt x="2187" y="777"/>
                  </a:cubicBezTo>
                  <a:cubicBezTo>
                    <a:pt x="2359" y="777"/>
                    <a:pt x="2419" y="495"/>
                    <a:pt x="2224" y="408"/>
                  </a:cubicBezTo>
                  <a:cubicBezTo>
                    <a:pt x="1579" y="145"/>
                    <a:pt x="909" y="26"/>
                    <a:pt x="216" y="2"/>
                  </a:cubicBezTo>
                  <a:cubicBezTo>
                    <a:pt x="209" y="1"/>
                    <a:pt x="202" y="1"/>
                    <a:pt x="1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p:nvPr/>
          </p:nvSpPr>
          <p:spPr>
            <a:xfrm>
              <a:off x="3105850" y="4500933"/>
              <a:ext cx="14022" cy="135421"/>
            </a:xfrm>
            <a:custGeom>
              <a:rect b="b" l="l" r="r" t="t"/>
              <a:pathLst>
                <a:path extrusionOk="0" h="5196" w="538">
                  <a:moveTo>
                    <a:pt x="166" y="1"/>
                  </a:moveTo>
                  <a:cubicBezTo>
                    <a:pt x="79" y="1"/>
                    <a:pt x="0" y="55"/>
                    <a:pt x="12" y="171"/>
                  </a:cubicBezTo>
                  <a:cubicBezTo>
                    <a:pt x="131" y="1797"/>
                    <a:pt x="179" y="3399"/>
                    <a:pt x="84" y="5025"/>
                  </a:cubicBezTo>
                  <a:cubicBezTo>
                    <a:pt x="72" y="5141"/>
                    <a:pt x="157" y="5195"/>
                    <a:pt x="247" y="5195"/>
                  </a:cubicBezTo>
                  <a:cubicBezTo>
                    <a:pt x="341" y="5195"/>
                    <a:pt x="442" y="5135"/>
                    <a:pt x="442" y="5025"/>
                  </a:cubicBezTo>
                  <a:cubicBezTo>
                    <a:pt x="538" y="3399"/>
                    <a:pt x="514" y="1797"/>
                    <a:pt x="370" y="171"/>
                  </a:cubicBezTo>
                  <a:cubicBezTo>
                    <a:pt x="358" y="61"/>
                    <a:pt x="258" y="1"/>
                    <a:pt x="16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6" name="Google Shape;766;p20"/>
          <p:cNvSpPr/>
          <p:nvPr/>
        </p:nvSpPr>
        <p:spPr>
          <a:xfrm>
            <a:off x="7366526" y="2709200"/>
            <a:ext cx="727798" cy="798555"/>
          </a:xfrm>
          <a:custGeom>
            <a:rect b="b" l="l" r="r" t="t"/>
            <a:pathLst>
              <a:path extrusionOk="0" h="34986" w="31886">
                <a:moveTo>
                  <a:pt x="10578" y="507"/>
                </a:moveTo>
                <a:cubicBezTo>
                  <a:pt x="10862" y="507"/>
                  <a:pt x="11149" y="553"/>
                  <a:pt x="11431" y="648"/>
                </a:cubicBezTo>
                <a:cubicBezTo>
                  <a:pt x="12610" y="1052"/>
                  <a:pt x="13336" y="2315"/>
                  <a:pt x="13014" y="3529"/>
                </a:cubicBezTo>
                <a:cubicBezTo>
                  <a:pt x="13003" y="3577"/>
                  <a:pt x="13003" y="3624"/>
                  <a:pt x="13014" y="3660"/>
                </a:cubicBezTo>
                <a:cubicBezTo>
                  <a:pt x="12931" y="4696"/>
                  <a:pt x="12121" y="5565"/>
                  <a:pt x="11109" y="5767"/>
                </a:cubicBezTo>
                <a:cubicBezTo>
                  <a:pt x="10936" y="5802"/>
                  <a:pt x="10760" y="5818"/>
                  <a:pt x="10585" y="5818"/>
                </a:cubicBezTo>
                <a:cubicBezTo>
                  <a:pt x="9665" y="5818"/>
                  <a:pt x="8754" y="5362"/>
                  <a:pt x="8204" y="4612"/>
                </a:cubicBezTo>
                <a:cubicBezTo>
                  <a:pt x="7478" y="3624"/>
                  <a:pt x="7680" y="2326"/>
                  <a:pt x="8490" y="1445"/>
                </a:cubicBezTo>
                <a:cubicBezTo>
                  <a:pt x="9040" y="851"/>
                  <a:pt x="9796" y="507"/>
                  <a:pt x="10578" y="507"/>
                </a:cubicBezTo>
                <a:close/>
                <a:moveTo>
                  <a:pt x="18908" y="2862"/>
                </a:moveTo>
                <a:cubicBezTo>
                  <a:pt x="19137" y="2862"/>
                  <a:pt x="19369" y="2894"/>
                  <a:pt x="19587" y="2946"/>
                </a:cubicBezTo>
                <a:cubicBezTo>
                  <a:pt x="19622" y="2969"/>
                  <a:pt x="19658" y="2981"/>
                  <a:pt x="19718" y="2993"/>
                </a:cubicBezTo>
                <a:cubicBezTo>
                  <a:pt x="20384" y="3065"/>
                  <a:pt x="20682" y="3862"/>
                  <a:pt x="20646" y="4446"/>
                </a:cubicBezTo>
                <a:cubicBezTo>
                  <a:pt x="20611" y="5077"/>
                  <a:pt x="20206" y="5636"/>
                  <a:pt x="19611" y="5851"/>
                </a:cubicBezTo>
                <a:cubicBezTo>
                  <a:pt x="19419" y="5921"/>
                  <a:pt x="19219" y="5955"/>
                  <a:pt x="19022" y="5955"/>
                </a:cubicBezTo>
                <a:cubicBezTo>
                  <a:pt x="18582" y="5955"/>
                  <a:pt x="18153" y="5783"/>
                  <a:pt x="17848" y="5446"/>
                </a:cubicBezTo>
                <a:cubicBezTo>
                  <a:pt x="17396" y="4970"/>
                  <a:pt x="17229" y="4208"/>
                  <a:pt x="17527" y="3600"/>
                </a:cubicBezTo>
                <a:cubicBezTo>
                  <a:pt x="17806" y="3051"/>
                  <a:pt x="18348" y="2862"/>
                  <a:pt x="18908" y="2862"/>
                </a:cubicBezTo>
                <a:close/>
                <a:moveTo>
                  <a:pt x="8163" y="10910"/>
                </a:moveTo>
                <a:cubicBezTo>
                  <a:pt x="9220" y="10910"/>
                  <a:pt x="10260" y="11230"/>
                  <a:pt x="11133" y="11840"/>
                </a:cubicBezTo>
                <a:cubicBezTo>
                  <a:pt x="11598" y="12149"/>
                  <a:pt x="12074" y="12590"/>
                  <a:pt x="12443" y="13090"/>
                </a:cubicBezTo>
                <a:cubicBezTo>
                  <a:pt x="10395" y="12399"/>
                  <a:pt x="8311" y="11780"/>
                  <a:pt x="6216" y="11256"/>
                </a:cubicBezTo>
                <a:cubicBezTo>
                  <a:pt x="6799" y="11030"/>
                  <a:pt x="7430" y="10911"/>
                  <a:pt x="8050" y="10911"/>
                </a:cubicBezTo>
                <a:cubicBezTo>
                  <a:pt x="8087" y="10910"/>
                  <a:pt x="8125" y="10910"/>
                  <a:pt x="8163" y="10910"/>
                </a:cubicBezTo>
                <a:close/>
                <a:moveTo>
                  <a:pt x="5525" y="11601"/>
                </a:moveTo>
                <a:cubicBezTo>
                  <a:pt x="5525" y="11613"/>
                  <a:pt x="5537" y="11613"/>
                  <a:pt x="5549" y="11613"/>
                </a:cubicBezTo>
                <a:cubicBezTo>
                  <a:pt x="7978" y="12209"/>
                  <a:pt x="10383" y="12911"/>
                  <a:pt x="12753" y="13733"/>
                </a:cubicBezTo>
                <a:lnTo>
                  <a:pt x="12824" y="13733"/>
                </a:lnTo>
                <a:cubicBezTo>
                  <a:pt x="12931" y="13983"/>
                  <a:pt x="13003" y="14233"/>
                  <a:pt x="13038" y="14495"/>
                </a:cubicBezTo>
                <a:cubicBezTo>
                  <a:pt x="13050" y="14566"/>
                  <a:pt x="13074" y="14602"/>
                  <a:pt x="13110" y="14637"/>
                </a:cubicBezTo>
                <a:cubicBezTo>
                  <a:pt x="13169" y="14971"/>
                  <a:pt x="13217" y="15304"/>
                  <a:pt x="13229" y="15638"/>
                </a:cubicBezTo>
                <a:cubicBezTo>
                  <a:pt x="10336" y="14530"/>
                  <a:pt x="7395" y="13542"/>
                  <a:pt x="4418" y="12685"/>
                </a:cubicBezTo>
                <a:cubicBezTo>
                  <a:pt x="4644" y="12328"/>
                  <a:pt x="4930" y="12006"/>
                  <a:pt x="5287" y="11756"/>
                </a:cubicBezTo>
                <a:cubicBezTo>
                  <a:pt x="5359" y="11709"/>
                  <a:pt x="5442" y="11649"/>
                  <a:pt x="5525" y="11601"/>
                </a:cubicBezTo>
                <a:close/>
                <a:moveTo>
                  <a:pt x="23253" y="8641"/>
                </a:moveTo>
                <a:cubicBezTo>
                  <a:pt x="23603" y="8641"/>
                  <a:pt x="23958" y="8681"/>
                  <a:pt x="24302" y="8732"/>
                </a:cubicBezTo>
                <a:cubicBezTo>
                  <a:pt x="24754" y="8803"/>
                  <a:pt x="25195" y="8922"/>
                  <a:pt x="25576" y="9184"/>
                </a:cubicBezTo>
                <a:cubicBezTo>
                  <a:pt x="25615" y="9216"/>
                  <a:pt x="25660" y="9232"/>
                  <a:pt x="25703" y="9232"/>
                </a:cubicBezTo>
                <a:cubicBezTo>
                  <a:pt x="25725" y="9232"/>
                  <a:pt x="25746" y="9228"/>
                  <a:pt x="25766" y="9220"/>
                </a:cubicBezTo>
                <a:cubicBezTo>
                  <a:pt x="26242" y="9565"/>
                  <a:pt x="26588" y="10054"/>
                  <a:pt x="26838" y="10589"/>
                </a:cubicBezTo>
                <a:cubicBezTo>
                  <a:pt x="27183" y="11316"/>
                  <a:pt x="27421" y="12161"/>
                  <a:pt x="27350" y="12983"/>
                </a:cubicBezTo>
                <a:cubicBezTo>
                  <a:pt x="27231" y="14483"/>
                  <a:pt x="26135" y="15792"/>
                  <a:pt x="24659" y="16114"/>
                </a:cubicBezTo>
                <a:cubicBezTo>
                  <a:pt x="24398" y="16174"/>
                  <a:pt x="24139" y="16202"/>
                  <a:pt x="23885" y="16202"/>
                </a:cubicBezTo>
                <a:cubicBezTo>
                  <a:pt x="22568" y="16202"/>
                  <a:pt x="21369" y="15439"/>
                  <a:pt x="20670" y="14292"/>
                </a:cubicBezTo>
                <a:cubicBezTo>
                  <a:pt x="19849" y="12947"/>
                  <a:pt x="19730" y="11173"/>
                  <a:pt x="20706" y="9887"/>
                </a:cubicBezTo>
                <a:cubicBezTo>
                  <a:pt x="21218" y="9196"/>
                  <a:pt x="21992" y="8732"/>
                  <a:pt x="22849" y="8661"/>
                </a:cubicBezTo>
                <a:cubicBezTo>
                  <a:pt x="22982" y="8647"/>
                  <a:pt x="23117" y="8641"/>
                  <a:pt x="23253" y="8641"/>
                </a:cubicBezTo>
                <a:close/>
                <a:moveTo>
                  <a:pt x="4192" y="13149"/>
                </a:moveTo>
                <a:cubicBezTo>
                  <a:pt x="7240" y="14018"/>
                  <a:pt x="10252" y="15030"/>
                  <a:pt x="13217" y="16185"/>
                </a:cubicBezTo>
                <a:cubicBezTo>
                  <a:pt x="13193" y="16554"/>
                  <a:pt x="13145" y="16935"/>
                  <a:pt x="13050" y="17304"/>
                </a:cubicBezTo>
                <a:cubicBezTo>
                  <a:pt x="13026" y="17400"/>
                  <a:pt x="12991" y="17495"/>
                  <a:pt x="12955" y="17602"/>
                </a:cubicBezTo>
                <a:cubicBezTo>
                  <a:pt x="11467" y="17114"/>
                  <a:pt x="9966" y="16638"/>
                  <a:pt x="8466" y="16161"/>
                </a:cubicBezTo>
                <a:cubicBezTo>
                  <a:pt x="6990" y="15685"/>
                  <a:pt x="5514" y="15233"/>
                  <a:pt x="4001" y="14899"/>
                </a:cubicBezTo>
                <a:cubicBezTo>
                  <a:pt x="3993" y="14895"/>
                  <a:pt x="3986" y="14894"/>
                  <a:pt x="3978" y="14894"/>
                </a:cubicBezTo>
                <a:cubicBezTo>
                  <a:pt x="3962" y="14894"/>
                  <a:pt x="3946" y="14899"/>
                  <a:pt x="3930" y="14899"/>
                </a:cubicBezTo>
                <a:cubicBezTo>
                  <a:pt x="3918" y="14626"/>
                  <a:pt x="3918" y="14364"/>
                  <a:pt x="3942" y="14102"/>
                </a:cubicBezTo>
                <a:cubicBezTo>
                  <a:pt x="3978" y="13768"/>
                  <a:pt x="4061" y="13447"/>
                  <a:pt x="4192" y="13149"/>
                </a:cubicBezTo>
                <a:close/>
                <a:moveTo>
                  <a:pt x="3978" y="15423"/>
                </a:moveTo>
                <a:cubicBezTo>
                  <a:pt x="5442" y="15745"/>
                  <a:pt x="6883" y="16185"/>
                  <a:pt x="8311" y="16650"/>
                </a:cubicBezTo>
                <a:cubicBezTo>
                  <a:pt x="9800" y="17114"/>
                  <a:pt x="11276" y="17602"/>
                  <a:pt x="12764" y="18066"/>
                </a:cubicBezTo>
                <a:cubicBezTo>
                  <a:pt x="12562" y="18483"/>
                  <a:pt x="12288" y="18828"/>
                  <a:pt x="11943" y="19126"/>
                </a:cubicBezTo>
                <a:cubicBezTo>
                  <a:pt x="11919" y="19114"/>
                  <a:pt x="11907" y="19102"/>
                  <a:pt x="11871" y="19090"/>
                </a:cubicBezTo>
                <a:cubicBezTo>
                  <a:pt x="9443" y="18328"/>
                  <a:pt x="7014" y="17555"/>
                  <a:pt x="4585" y="16793"/>
                </a:cubicBezTo>
                <a:cubicBezTo>
                  <a:pt x="4555" y="16784"/>
                  <a:pt x="4527" y="16780"/>
                  <a:pt x="4501" y="16780"/>
                </a:cubicBezTo>
                <a:cubicBezTo>
                  <a:pt x="4454" y="16780"/>
                  <a:pt x="4413" y="16793"/>
                  <a:pt x="4382" y="16816"/>
                </a:cubicBezTo>
                <a:cubicBezTo>
                  <a:pt x="4192" y="16364"/>
                  <a:pt x="4049" y="15900"/>
                  <a:pt x="3978" y="15423"/>
                </a:cubicBezTo>
                <a:close/>
                <a:moveTo>
                  <a:pt x="4632" y="17352"/>
                </a:moveTo>
                <a:lnTo>
                  <a:pt x="4632" y="17352"/>
                </a:lnTo>
                <a:cubicBezTo>
                  <a:pt x="6907" y="18055"/>
                  <a:pt x="9169" y="18769"/>
                  <a:pt x="11431" y="19483"/>
                </a:cubicBezTo>
                <a:cubicBezTo>
                  <a:pt x="11371" y="19531"/>
                  <a:pt x="11300" y="19567"/>
                  <a:pt x="11229" y="19602"/>
                </a:cubicBezTo>
                <a:cubicBezTo>
                  <a:pt x="10561" y="19936"/>
                  <a:pt x="9826" y="20097"/>
                  <a:pt x="9090" y="20097"/>
                </a:cubicBezTo>
                <a:cubicBezTo>
                  <a:pt x="8749" y="20097"/>
                  <a:pt x="8408" y="20063"/>
                  <a:pt x="8073" y="19995"/>
                </a:cubicBezTo>
                <a:cubicBezTo>
                  <a:pt x="8024" y="19966"/>
                  <a:pt x="7975" y="19945"/>
                  <a:pt x="7920" y="19945"/>
                </a:cubicBezTo>
                <a:cubicBezTo>
                  <a:pt x="7908" y="19945"/>
                  <a:pt x="7896" y="19946"/>
                  <a:pt x="7883" y="19948"/>
                </a:cubicBezTo>
                <a:cubicBezTo>
                  <a:pt x="7276" y="19793"/>
                  <a:pt x="6692" y="19531"/>
                  <a:pt x="6180" y="19162"/>
                </a:cubicBezTo>
                <a:cubicBezTo>
                  <a:pt x="5537" y="18698"/>
                  <a:pt x="5025" y="18066"/>
                  <a:pt x="4632" y="17352"/>
                </a:cubicBezTo>
                <a:close/>
                <a:moveTo>
                  <a:pt x="29446" y="17198"/>
                </a:moveTo>
                <a:cubicBezTo>
                  <a:pt x="29870" y="17198"/>
                  <a:pt x="30328" y="17385"/>
                  <a:pt x="30612" y="17626"/>
                </a:cubicBezTo>
                <a:cubicBezTo>
                  <a:pt x="30636" y="17662"/>
                  <a:pt x="30660" y="17709"/>
                  <a:pt x="30695" y="17733"/>
                </a:cubicBezTo>
                <a:cubicBezTo>
                  <a:pt x="31207" y="18150"/>
                  <a:pt x="31302" y="18912"/>
                  <a:pt x="31076" y="19495"/>
                </a:cubicBezTo>
                <a:cubicBezTo>
                  <a:pt x="30870" y="20015"/>
                  <a:pt x="30408" y="20338"/>
                  <a:pt x="29869" y="20338"/>
                </a:cubicBezTo>
                <a:cubicBezTo>
                  <a:pt x="29816" y="20338"/>
                  <a:pt x="29762" y="20335"/>
                  <a:pt x="29707" y="20329"/>
                </a:cubicBezTo>
                <a:cubicBezTo>
                  <a:pt x="29112" y="20269"/>
                  <a:pt x="28624" y="19852"/>
                  <a:pt x="28433" y="19293"/>
                </a:cubicBezTo>
                <a:cubicBezTo>
                  <a:pt x="28243" y="18733"/>
                  <a:pt x="28290" y="17959"/>
                  <a:pt x="28695" y="17495"/>
                </a:cubicBezTo>
                <a:cubicBezTo>
                  <a:pt x="28887" y="17284"/>
                  <a:pt x="29159" y="17198"/>
                  <a:pt x="29446" y="17198"/>
                </a:cubicBezTo>
                <a:close/>
                <a:moveTo>
                  <a:pt x="22750" y="19942"/>
                </a:moveTo>
                <a:cubicBezTo>
                  <a:pt x="23196" y="19942"/>
                  <a:pt x="23639" y="20137"/>
                  <a:pt x="23921" y="20507"/>
                </a:cubicBezTo>
                <a:cubicBezTo>
                  <a:pt x="23944" y="20543"/>
                  <a:pt x="23968" y="20567"/>
                  <a:pt x="24004" y="20579"/>
                </a:cubicBezTo>
                <a:cubicBezTo>
                  <a:pt x="24433" y="21091"/>
                  <a:pt x="24587" y="21793"/>
                  <a:pt x="24302" y="22436"/>
                </a:cubicBezTo>
                <a:cubicBezTo>
                  <a:pt x="24030" y="23043"/>
                  <a:pt x="23443" y="23423"/>
                  <a:pt x="22792" y="23423"/>
                </a:cubicBezTo>
                <a:cubicBezTo>
                  <a:pt x="22728" y="23423"/>
                  <a:pt x="22664" y="23420"/>
                  <a:pt x="22599" y="23412"/>
                </a:cubicBezTo>
                <a:cubicBezTo>
                  <a:pt x="21039" y="23222"/>
                  <a:pt x="20682" y="20960"/>
                  <a:pt x="21968" y="20162"/>
                </a:cubicBezTo>
                <a:cubicBezTo>
                  <a:pt x="22206" y="20014"/>
                  <a:pt x="22479" y="19942"/>
                  <a:pt x="22750" y="19942"/>
                </a:cubicBezTo>
                <a:close/>
                <a:moveTo>
                  <a:pt x="15334" y="23384"/>
                </a:moveTo>
                <a:cubicBezTo>
                  <a:pt x="15413" y="23384"/>
                  <a:pt x="15493" y="23389"/>
                  <a:pt x="15574" y="23400"/>
                </a:cubicBezTo>
                <a:cubicBezTo>
                  <a:pt x="16074" y="23472"/>
                  <a:pt x="16634" y="23650"/>
                  <a:pt x="17003" y="24008"/>
                </a:cubicBezTo>
                <a:cubicBezTo>
                  <a:pt x="17053" y="24057"/>
                  <a:pt x="17108" y="24078"/>
                  <a:pt x="17162" y="24078"/>
                </a:cubicBezTo>
                <a:cubicBezTo>
                  <a:pt x="17185" y="24078"/>
                  <a:pt x="17208" y="24074"/>
                  <a:pt x="17229" y="24067"/>
                </a:cubicBezTo>
                <a:cubicBezTo>
                  <a:pt x="17777" y="24508"/>
                  <a:pt x="18098" y="25210"/>
                  <a:pt x="18015" y="25913"/>
                </a:cubicBezTo>
                <a:cubicBezTo>
                  <a:pt x="17920" y="26758"/>
                  <a:pt x="17289" y="27460"/>
                  <a:pt x="16467" y="27663"/>
                </a:cubicBezTo>
                <a:cubicBezTo>
                  <a:pt x="16311" y="27698"/>
                  <a:pt x="16152" y="27715"/>
                  <a:pt x="15994" y="27715"/>
                </a:cubicBezTo>
                <a:cubicBezTo>
                  <a:pt x="15717" y="27715"/>
                  <a:pt x="15443" y="27662"/>
                  <a:pt x="15193" y="27556"/>
                </a:cubicBezTo>
                <a:cubicBezTo>
                  <a:pt x="14717" y="27353"/>
                  <a:pt x="14443" y="26960"/>
                  <a:pt x="14229" y="26508"/>
                </a:cubicBezTo>
                <a:cubicBezTo>
                  <a:pt x="13860" y="25698"/>
                  <a:pt x="13669" y="24663"/>
                  <a:pt x="14253" y="23912"/>
                </a:cubicBezTo>
                <a:cubicBezTo>
                  <a:pt x="14524" y="23550"/>
                  <a:pt x="14906" y="23384"/>
                  <a:pt x="15334" y="23384"/>
                </a:cubicBezTo>
                <a:close/>
                <a:moveTo>
                  <a:pt x="1334" y="28115"/>
                </a:moveTo>
                <a:cubicBezTo>
                  <a:pt x="1513" y="28115"/>
                  <a:pt x="1668" y="28175"/>
                  <a:pt x="1823" y="28246"/>
                </a:cubicBezTo>
                <a:cubicBezTo>
                  <a:pt x="1858" y="28270"/>
                  <a:pt x="1882" y="28294"/>
                  <a:pt x="1918" y="28306"/>
                </a:cubicBezTo>
                <a:cubicBezTo>
                  <a:pt x="2239" y="28449"/>
                  <a:pt x="2323" y="28854"/>
                  <a:pt x="2239" y="29163"/>
                </a:cubicBezTo>
                <a:cubicBezTo>
                  <a:pt x="2146" y="29514"/>
                  <a:pt x="1891" y="29866"/>
                  <a:pt x="1497" y="29866"/>
                </a:cubicBezTo>
                <a:cubicBezTo>
                  <a:pt x="1490" y="29866"/>
                  <a:pt x="1484" y="29866"/>
                  <a:pt x="1477" y="29866"/>
                </a:cubicBezTo>
                <a:cubicBezTo>
                  <a:pt x="727" y="29842"/>
                  <a:pt x="334" y="28818"/>
                  <a:pt x="870" y="28318"/>
                </a:cubicBezTo>
                <a:cubicBezTo>
                  <a:pt x="1001" y="28199"/>
                  <a:pt x="1168" y="28115"/>
                  <a:pt x="1334" y="28115"/>
                </a:cubicBezTo>
                <a:close/>
                <a:moveTo>
                  <a:pt x="13651" y="32059"/>
                </a:moveTo>
                <a:cubicBezTo>
                  <a:pt x="13795" y="32059"/>
                  <a:pt x="13943" y="32091"/>
                  <a:pt x="14086" y="32152"/>
                </a:cubicBezTo>
                <a:cubicBezTo>
                  <a:pt x="14122" y="32199"/>
                  <a:pt x="14169" y="32247"/>
                  <a:pt x="14229" y="32271"/>
                </a:cubicBezTo>
                <a:cubicBezTo>
                  <a:pt x="14348" y="32330"/>
                  <a:pt x="14419" y="32461"/>
                  <a:pt x="14443" y="32604"/>
                </a:cubicBezTo>
                <a:cubicBezTo>
                  <a:pt x="14467" y="32747"/>
                  <a:pt x="14419" y="32914"/>
                  <a:pt x="14360" y="33045"/>
                </a:cubicBezTo>
                <a:cubicBezTo>
                  <a:pt x="14205" y="33342"/>
                  <a:pt x="13949" y="33609"/>
                  <a:pt x="13647" y="33609"/>
                </a:cubicBezTo>
                <a:cubicBezTo>
                  <a:pt x="13623" y="33609"/>
                  <a:pt x="13599" y="33608"/>
                  <a:pt x="13574" y="33604"/>
                </a:cubicBezTo>
                <a:cubicBezTo>
                  <a:pt x="13538" y="33604"/>
                  <a:pt x="13431" y="33568"/>
                  <a:pt x="13407" y="33556"/>
                </a:cubicBezTo>
                <a:cubicBezTo>
                  <a:pt x="13336" y="33521"/>
                  <a:pt x="13264" y="33473"/>
                  <a:pt x="13217" y="33437"/>
                </a:cubicBezTo>
                <a:cubicBezTo>
                  <a:pt x="13086" y="33318"/>
                  <a:pt x="13003" y="33199"/>
                  <a:pt x="12943" y="33021"/>
                </a:cubicBezTo>
                <a:cubicBezTo>
                  <a:pt x="12883" y="32866"/>
                  <a:pt x="12860" y="32687"/>
                  <a:pt x="12919" y="32533"/>
                </a:cubicBezTo>
                <a:cubicBezTo>
                  <a:pt x="12955" y="32402"/>
                  <a:pt x="13074" y="32271"/>
                  <a:pt x="13169" y="32199"/>
                </a:cubicBezTo>
                <a:cubicBezTo>
                  <a:pt x="13317" y="32103"/>
                  <a:pt x="13482" y="32059"/>
                  <a:pt x="13651" y="32059"/>
                </a:cubicBezTo>
                <a:close/>
                <a:moveTo>
                  <a:pt x="7322" y="29303"/>
                </a:moveTo>
                <a:cubicBezTo>
                  <a:pt x="7953" y="29303"/>
                  <a:pt x="8608" y="29493"/>
                  <a:pt x="9145" y="29782"/>
                </a:cubicBezTo>
                <a:cubicBezTo>
                  <a:pt x="9157" y="29818"/>
                  <a:pt x="9193" y="29866"/>
                  <a:pt x="9252" y="29889"/>
                </a:cubicBezTo>
                <a:cubicBezTo>
                  <a:pt x="10288" y="30437"/>
                  <a:pt x="10514" y="31675"/>
                  <a:pt x="10145" y="32711"/>
                </a:cubicBezTo>
                <a:cubicBezTo>
                  <a:pt x="9775" y="33765"/>
                  <a:pt x="8887" y="34482"/>
                  <a:pt x="7780" y="34482"/>
                </a:cubicBezTo>
                <a:cubicBezTo>
                  <a:pt x="7712" y="34482"/>
                  <a:pt x="7643" y="34479"/>
                  <a:pt x="7573" y="34473"/>
                </a:cubicBezTo>
                <a:cubicBezTo>
                  <a:pt x="6526" y="34378"/>
                  <a:pt x="5597" y="33652"/>
                  <a:pt x="5228" y="32675"/>
                </a:cubicBezTo>
                <a:cubicBezTo>
                  <a:pt x="4859" y="31687"/>
                  <a:pt x="5025" y="30318"/>
                  <a:pt x="5966" y="29687"/>
                </a:cubicBezTo>
                <a:cubicBezTo>
                  <a:pt x="6361" y="29417"/>
                  <a:pt x="6834" y="29303"/>
                  <a:pt x="7322" y="29303"/>
                </a:cubicBezTo>
                <a:close/>
                <a:moveTo>
                  <a:pt x="10570" y="0"/>
                </a:moveTo>
                <a:cubicBezTo>
                  <a:pt x="9820" y="0"/>
                  <a:pt x="9074" y="260"/>
                  <a:pt x="8466" y="755"/>
                </a:cubicBezTo>
                <a:cubicBezTo>
                  <a:pt x="7407" y="1636"/>
                  <a:pt x="6883" y="3136"/>
                  <a:pt x="7490" y="4422"/>
                </a:cubicBezTo>
                <a:cubicBezTo>
                  <a:pt x="7764" y="4993"/>
                  <a:pt x="8216" y="5470"/>
                  <a:pt x="8752" y="5791"/>
                </a:cubicBezTo>
                <a:cubicBezTo>
                  <a:pt x="8704" y="7339"/>
                  <a:pt x="8585" y="8875"/>
                  <a:pt x="8419" y="10399"/>
                </a:cubicBezTo>
                <a:cubicBezTo>
                  <a:pt x="8335" y="10395"/>
                  <a:pt x="8251" y="10394"/>
                  <a:pt x="8167" y="10394"/>
                </a:cubicBezTo>
                <a:cubicBezTo>
                  <a:pt x="6270" y="10394"/>
                  <a:pt x="4236" y="11292"/>
                  <a:pt x="3620" y="13173"/>
                </a:cubicBezTo>
                <a:cubicBezTo>
                  <a:pt x="2977" y="15149"/>
                  <a:pt x="3787" y="17531"/>
                  <a:pt x="5204" y="18983"/>
                </a:cubicBezTo>
                <a:cubicBezTo>
                  <a:pt x="5883" y="19674"/>
                  <a:pt x="6740" y="20162"/>
                  <a:pt x="7657" y="20412"/>
                </a:cubicBezTo>
                <a:cubicBezTo>
                  <a:pt x="7526" y="23210"/>
                  <a:pt x="7335" y="26020"/>
                  <a:pt x="7097" y="28818"/>
                </a:cubicBezTo>
                <a:cubicBezTo>
                  <a:pt x="6716" y="28842"/>
                  <a:pt x="6347" y="28925"/>
                  <a:pt x="6002" y="29080"/>
                </a:cubicBezTo>
                <a:cubicBezTo>
                  <a:pt x="5597" y="29270"/>
                  <a:pt x="5275" y="29568"/>
                  <a:pt x="5037" y="29925"/>
                </a:cubicBezTo>
                <a:cubicBezTo>
                  <a:pt x="4251" y="29746"/>
                  <a:pt x="3489" y="29532"/>
                  <a:pt x="2727" y="29282"/>
                </a:cubicBezTo>
                <a:cubicBezTo>
                  <a:pt x="2847" y="28806"/>
                  <a:pt x="2716" y="28306"/>
                  <a:pt x="2358" y="27996"/>
                </a:cubicBezTo>
                <a:cubicBezTo>
                  <a:pt x="2335" y="27949"/>
                  <a:pt x="2311" y="27901"/>
                  <a:pt x="2263" y="27877"/>
                </a:cubicBezTo>
                <a:cubicBezTo>
                  <a:pt x="2001" y="27758"/>
                  <a:pt x="1727" y="27627"/>
                  <a:pt x="1430" y="27615"/>
                </a:cubicBezTo>
                <a:cubicBezTo>
                  <a:pt x="1400" y="27613"/>
                  <a:pt x="1370" y="27611"/>
                  <a:pt x="1340" y="27611"/>
                </a:cubicBezTo>
                <a:cubicBezTo>
                  <a:pt x="1106" y="27611"/>
                  <a:pt x="869" y="27691"/>
                  <a:pt x="680" y="27818"/>
                </a:cubicBezTo>
                <a:cubicBezTo>
                  <a:pt x="203" y="28151"/>
                  <a:pt x="1" y="28734"/>
                  <a:pt x="156" y="29282"/>
                </a:cubicBezTo>
                <a:cubicBezTo>
                  <a:pt x="310" y="29842"/>
                  <a:pt x="763" y="30282"/>
                  <a:pt x="1334" y="30366"/>
                </a:cubicBezTo>
                <a:cubicBezTo>
                  <a:pt x="1384" y="30372"/>
                  <a:pt x="1434" y="30375"/>
                  <a:pt x="1484" y="30375"/>
                </a:cubicBezTo>
                <a:cubicBezTo>
                  <a:pt x="1733" y="30375"/>
                  <a:pt x="1981" y="30300"/>
                  <a:pt x="2180" y="30151"/>
                </a:cubicBezTo>
                <a:cubicBezTo>
                  <a:pt x="2323" y="30056"/>
                  <a:pt x="2442" y="29913"/>
                  <a:pt x="2525" y="29758"/>
                </a:cubicBezTo>
                <a:cubicBezTo>
                  <a:pt x="3275" y="30008"/>
                  <a:pt x="4025" y="30211"/>
                  <a:pt x="4787" y="30389"/>
                </a:cubicBezTo>
                <a:cubicBezTo>
                  <a:pt x="4525" y="31020"/>
                  <a:pt x="4478" y="31747"/>
                  <a:pt x="4621" y="32402"/>
                </a:cubicBezTo>
                <a:cubicBezTo>
                  <a:pt x="4894" y="33664"/>
                  <a:pt x="5918" y="34676"/>
                  <a:pt x="7180" y="34926"/>
                </a:cubicBezTo>
                <a:cubicBezTo>
                  <a:pt x="7383" y="34966"/>
                  <a:pt x="7583" y="34985"/>
                  <a:pt x="7781" y="34985"/>
                </a:cubicBezTo>
                <a:cubicBezTo>
                  <a:pt x="8930" y="34985"/>
                  <a:pt x="9960" y="34326"/>
                  <a:pt x="10478" y="33259"/>
                </a:cubicBezTo>
                <a:cubicBezTo>
                  <a:pt x="10633" y="32914"/>
                  <a:pt x="10740" y="32544"/>
                  <a:pt x="10788" y="32163"/>
                </a:cubicBezTo>
                <a:cubicBezTo>
                  <a:pt x="11324" y="32306"/>
                  <a:pt x="11848" y="32449"/>
                  <a:pt x="12360" y="32640"/>
                </a:cubicBezTo>
                <a:lnTo>
                  <a:pt x="12383" y="32640"/>
                </a:lnTo>
                <a:cubicBezTo>
                  <a:pt x="12372" y="32783"/>
                  <a:pt x="12383" y="32925"/>
                  <a:pt x="12419" y="33080"/>
                </a:cubicBezTo>
                <a:cubicBezTo>
                  <a:pt x="12562" y="33545"/>
                  <a:pt x="12931" y="33997"/>
                  <a:pt x="13419" y="34104"/>
                </a:cubicBezTo>
                <a:cubicBezTo>
                  <a:pt x="13487" y="34117"/>
                  <a:pt x="13553" y="34123"/>
                  <a:pt x="13619" y="34123"/>
                </a:cubicBezTo>
                <a:cubicBezTo>
                  <a:pt x="14108" y="34123"/>
                  <a:pt x="14534" y="33786"/>
                  <a:pt x="14765" y="33366"/>
                </a:cubicBezTo>
                <a:cubicBezTo>
                  <a:pt x="14908" y="33092"/>
                  <a:pt x="15003" y="32783"/>
                  <a:pt x="14943" y="32485"/>
                </a:cubicBezTo>
                <a:cubicBezTo>
                  <a:pt x="14908" y="32271"/>
                  <a:pt x="14800" y="32092"/>
                  <a:pt x="14634" y="31949"/>
                </a:cubicBezTo>
                <a:cubicBezTo>
                  <a:pt x="14622" y="31890"/>
                  <a:pt x="14586" y="31830"/>
                  <a:pt x="14527" y="31794"/>
                </a:cubicBezTo>
                <a:cubicBezTo>
                  <a:pt x="14264" y="31642"/>
                  <a:pt x="13953" y="31546"/>
                  <a:pt x="13645" y="31546"/>
                </a:cubicBezTo>
                <a:cubicBezTo>
                  <a:pt x="13423" y="31546"/>
                  <a:pt x="13202" y="31596"/>
                  <a:pt x="13003" y="31711"/>
                </a:cubicBezTo>
                <a:cubicBezTo>
                  <a:pt x="12800" y="31818"/>
                  <a:pt x="12645" y="31973"/>
                  <a:pt x="12538" y="32163"/>
                </a:cubicBezTo>
                <a:cubicBezTo>
                  <a:pt x="12526" y="32152"/>
                  <a:pt x="12526" y="32152"/>
                  <a:pt x="12514" y="32152"/>
                </a:cubicBezTo>
                <a:cubicBezTo>
                  <a:pt x="11955" y="31949"/>
                  <a:pt x="11383" y="31782"/>
                  <a:pt x="10812" y="31640"/>
                </a:cubicBezTo>
                <a:cubicBezTo>
                  <a:pt x="10788" y="30878"/>
                  <a:pt x="10478" y="30139"/>
                  <a:pt x="9835" y="29663"/>
                </a:cubicBezTo>
                <a:cubicBezTo>
                  <a:pt x="9824" y="29616"/>
                  <a:pt x="9800" y="29580"/>
                  <a:pt x="9752" y="29544"/>
                </a:cubicBezTo>
                <a:cubicBezTo>
                  <a:pt x="9133" y="29127"/>
                  <a:pt x="8371" y="28854"/>
                  <a:pt x="7609" y="28806"/>
                </a:cubicBezTo>
                <a:cubicBezTo>
                  <a:pt x="7847" y="26056"/>
                  <a:pt x="8038" y="23293"/>
                  <a:pt x="8157" y="20531"/>
                </a:cubicBezTo>
                <a:cubicBezTo>
                  <a:pt x="8459" y="20580"/>
                  <a:pt x="8766" y="20605"/>
                  <a:pt x="9074" y="20605"/>
                </a:cubicBezTo>
                <a:cubicBezTo>
                  <a:pt x="9666" y="20605"/>
                  <a:pt x="10260" y="20512"/>
                  <a:pt x="10824" y="20317"/>
                </a:cubicBezTo>
                <a:cubicBezTo>
                  <a:pt x="11169" y="20210"/>
                  <a:pt x="11490" y="20043"/>
                  <a:pt x="11788" y="19864"/>
                </a:cubicBezTo>
                <a:cubicBezTo>
                  <a:pt x="12574" y="21007"/>
                  <a:pt x="13360" y="22150"/>
                  <a:pt x="14146" y="23293"/>
                </a:cubicBezTo>
                <a:cubicBezTo>
                  <a:pt x="13264" y="24020"/>
                  <a:pt x="13241" y="25270"/>
                  <a:pt x="13598" y="26294"/>
                </a:cubicBezTo>
                <a:cubicBezTo>
                  <a:pt x="13800" y="26865"/>
                  <a:pt x="14074" y="27425"/>
                  <a:pt x="14574" y="27794"/>
                </a:cubicBezTo>
                <a:cubicBezTo>
                  <a:pt x="14971" y="28083"/>
                  <a:pt x="15473" y="28228"/>
                  <a:pt x="15969" y="28228"/>
                </a:cubicBezTo>
                <a:cubicBezTo>
                  <a:pt x="16024" y="28228"/>
                  <a:pt x="16079" y="28226"/>
                  <a:pt x="16134" y="28222"/>
                </a:cubicBezTo>
                <a:cubicBezTo>
                  <a:pt x="17217" y="28151"/>
                  <a:pt x="18158" y="27413"/>
                  <a:pt x="18444" y="26353"/>
                </a:cubicBezTo>
                <a:cubicBezTo>
                  <a:pt x="18789" y="25115"/>
                  <a:pt x="18134" y="23865"/>
                  <a:pt x="16991" y="23341"/>
                </a:cubicBezTo>
                <a:cubicBezTo>
                  <a:pt x="16967" y="23329"/>
                  <a:pt x="16944" y="23317"/>
                  <a:pt x="16932" y="23317"/>
                </a:cubicBezTo>
                <a:cubicBezTo>
                  <a:pt x="16598" y="23139"/>
                  <a:pt x="16241" y="23019"/>
                  <a:pt x="15872" y="22936"/>
                </a:cubicBezTo>
                <a:cubicBezTo>
                  <a:pt x="15689" y="22902"/>
                  <a:pt x="15505" y="22881"/>
                  <a:pt x="15323" y="22881"/>
                </a:cubicBezTo>
                <a:cubicBezTo>
                  <a:pt x="15065" y="22881"/>
                  <a:pt x="14811" y="22922"/>
                  <a:pt x="14574" y="23019"/>
                </a:cubicBezTo>
                <a:cubicBezTo>
                  <a:pt x="13788" y="21876"/>
                  <a:pt x="12991" y="20722"/>
                  <a:pt x="12205" y="19567"/>
                </a:cubicBezTo>
                <a:cubicBezTo>
                  <a:pt x="12729" y="19150"/>
                  <a:pt x="13134" y="18614"/>
                  <a:pt x="13384" y="17959"/>
                </a:cubicBezTo>
                <a:cubicBezTo>
                  <a:pt x="13753" y="16971"/>
                  <a:pt x="13812" y="15876"/>
                  <a:pt x="13657" y="14840"/>
                </a:cubicBezTo>
                <a:lnTo>
                  <a:pt x="19741" y="13471"/>
                </a:lnTo>
                <a:cubicBezTo>
                  <a:pt x="19789" y="13637"/>
                  <a:pt x="19861" y="13816"/>
                  <a:pt x="19932" y="13983"/>
                </a:cubicBezTo>
                <a:cubicBezTo>
                  <a:pt x="20563" y="15411"/>
                  <a:pt x="21885" y="16507"/>
                  <a:pt x="23432" y="16685"/>
                </a:cubicBezTo>
                <a:cubicBezTo>
                  <a:pt x="23242" y="17614"/>
                  <a:pt x="23028" y="18531"/>
                  <a:pt x="22789" y="19436"/>
                </a:cubicBezTo>
                <a:cubicBezTo>
                  <a:pt x="22504" y="19436"/>
                  <a:pt x="22230" y="19483"/>
                  <a:pt x="21968" y="19590"/>
                </a:cubicBezTo>
                <a:cubicBezTo>
                  <a:pt x="21158" y="19912"/>
                  <a:pt x="20658" y="20817"/>
                  <a:pt x="20658" y="21674"/>
                </a:cubicBezTo>
                <a:cubicBezTo>
                  <a:pt x="20658" y="22638"/>
                  <a:pt x="21254" y="23591"/>
                  <a:pt x="22218" y="23853"/>
                </a:cubicBezTo>
                <a:cubicBezTo>
                  <a:pt x="22409" y="23906"/>
                  <a:pt x="22601" y="23932"/>
                  <a:pt x="22792" y="23932"/>
                </a:cubicBezTo>
                <a:cubicBezTo>
                  <a:pt x="23494" y="23932"/>
                  <a:pt x="24163" y="23583"/>
                  <a:pt x="24575" y="22984"/>
                </a:cubicBezTo>
                <a:cubicBezTo>
                  <a:pt x="25206" y="22067"/>
                  <a:pt x="25016" y="20793"/>
                  <a:pt x="24206" y="20055"/>
                </a:cubicBezTo>
                <a:cubicBezTo>
                  <a:pt x="23956" y="19781"/>
                  <a:pt x="23635" y="19602"/>
                  <a:pt x="23290" y="19507"/>
                </a:cubicBezTo>
                <a:cubicBezTo>
                  <a:pt x="23540" y="18578"/>
                  <a:pt x="23766" y="17650"/>
                  <a:pt x="23956" y="16709"/>
                </a:cubicBezTo>
                <a:lnTo>
                  <a:pt x="24183" y="16709"/>
                </a:lnTo>
                <a:cubicBezTo>
                  <a:pt x="25195" y="16626"/>
                  <a:pt x="26111" y="16161"/>
                  <a:pt x="26778" y="15447"/>
                </a:cubicBezTo>
                <a:cubicBezTo>
                  <a:pt x="27338" y="15971"/>
                  <a:pt x="27862" y="16531"/>
                  <a:pt x="28362" y="17102"/>
                </a:cubicBezTo>
                <a:cubicBezTo>
                  <a:pt x="27862" y="17602"/>
                  <a:pt x="27731" y="18495"/>
                  <a:pt x="27862" y="19150"/>
                </a:cubicBezTo>
                <a:cubicBezTo>
                  <a:pt x="28028" y="19948"/>
                  <a:pt x="28612" y="20614"/>
                  <a:pt x="29409" y="20793"/>
                </a:cubicBezTo>
                <a:cubicBezTo>
                  <a:pt x="29561" y="20829"/>
                  <a:pt x="29713" y="20847"/>
                  <a:pt x="29862" y="20847"/>
                </a:cubicBezTo>
                <a:cubicBezTo>
                  <a:pt x="30500" y="20847"/>
                  <a:pt x="31096" y="20524"/>
                  <a:pt x="31433" y="19936"/>
                </a:cubicBezTo>
                <a:cubicBezTo>
                  <a:pt x="31886" y="19114"/>
                  <a:pt x="31767" y="18066"/>
                  <a:pt x="31100" y="17424"/>
                </a:cubicBezTo>
                <a:cubicBezTo>
                  <a:pt x="31088" y="17376"/>
                  <a:pt x="31064" y="17340"/>
                  <a:pt x="31017" y="17304"/>
                </a:cubicBezTo>
                <a:cubicBezTo>
                  <a:pt x="30606" y="16945"/>
                  <a:pt x="30017" y="16690"/>
                  <a:pt x="29444" y="16690"/>
                </a:cubicBezTo>
                <a:cubicBezTo>
                  <a:pt x="29220" y="16690"/>
                  <a:pt x="28998" y="16729"/>
                  <a:pt x="28790" y="16816"/>
                </a:cubicBezTo>
                <a:cubicBezTo>
                  <a:pt x="28266" y="16209"/>
                  <a:pt x="27707" y="15614"/>
                  <a:pt x="27111" y="15054"/>
                </a:cubicBezTo>
                <a:cubicBezTo>
                  <a:pt x="27421" y="14626"/>
                  <a:pt x="27659" y="14126"/>
                  <a:pt x="27778" y="13578"/>
                </a:cubicBezTo>
                <a:cubicBezTo>
                  <a:pt x="28004" y="12554"/>
                  <a:pt x="27790" y="11518"/>
                  <a:pt x="27385" y="10577"/>
                </a:cubicBezTo>
                <a:cubicBezTo>
                  <a:pt x="27004" y="9661"/>
                  <a:pt x="26385" y="8851"/>
                  <a:pt x="25445" y="8470"/>
                </a:cubicBezTo>
                <a:cubicBezTo>
                  <a:pt x="25410" y="8456"/>
                  <a:pt x="25379" y="8450"/>
                  <a:pt x="25350" y="8450"/>
                </a:cubicBezTo>
                <a:cubicBezTo>
                  <a:pt x="25329" y="8450"/>
                  <a:pt x="25310" y="8453"/>
                  <a:pt x="25290" y="8458"/>
                </a:cubicBezTo>
                <a:cubicBezTo>
                  <a:pt x="24635" y="8196"/>
                  <a:pt x="23861" y="8125"/>
                  <a:pt x="23182" y="8125"/>
                </a:cubicBezTo>
                <a:cubicBezTo>
                  <a:pt x="22278" y="8137"/>
                  <a:pt x="21444" y="8446"/>
                  <a:pt x="20765" y="9053"/>
                </a:cubicBezTo>
                <a:cubicBezTo>
                  <a:pt x="19658" y="10065"/>
                  <a:pt x="19313" y="11566"/>
                  <a:pt x="19611" y="12971"/>
                </a:cubicBezTo>
                <a:lnTo>
                  <a:pt x="13574" y="14328"/>
                </a:lnTo>
                <a:cubicBezTo>
                  <a:pt x="13562" y="14280"/>
                  <a:pt x="13550" y="14233"/>
                  <a:pt x="13538" y="14173"/>
                </a:cubicBezTo>
                <a:cubicBezTo>
                  <a:pt x="13526" y="14137"/>
                  <a:pt x="13503" y="14102"/>
                  <a:pt x="13479" y="14066"/>
                </a:cubicBezTo>
                <a:cubicBezTo>
                  <a:pt x="13253" y="13125"/>
                  <a:pt x="12502" y="12268"/>
                  <a:pt x="11776" y="11685"/>
                </a:cubicBezTo>
                <a:cubicBezTo>
                  <a:pt x="10955" y="11018"/>
                  <a:pt x="9966" y="10589"/>
                  <a:pt x="8931" y="10446"/>
                </a:cubicBezTo>
                <a:cubicBezTo>
                  <a:pt x="9097" y="8982"/>
                  <a:pt x="9204" y="7518"/>
                  <a:pt x="9252" y="6053"/>
                </a:cubicBezTo>
                <a:cubicBezTo>
                  <a:pt x="9680" y="6235"/>
                  <a:pt x="10147" y="6331"/>
                  <a:pt x="10610" y="6331"/>
                </a:cubicBezTo>
                <a:cubicBezTo>
                  <a:pt x="10661" y="6331"/>
                  <a:pt x="10713" y="6329"/>
                  <a:pt x="10764" y="6327"/>
                </a:cubicBezTo>
                <a:cubicBezTo>
                  <a:pt x="12110" y="6244"/>
                  <a:pt x="13288" y="5243"/>
                  <a:pt x="13503" y="3922"/>
                </a:cubicBezTo>
                <a:cubicBezTo>
                  <a:pt x="14038" y="4005"/>
                  <a:pt x="14562" y="4089"/>
                  <a:pt x="15098" y="4184"/>
                </a:cubicBezTo>
                <a:cubicBezTo>
                  <a:pt x="15396" y="4243"/>
                  <a:pt x="15693" y="4303"/>
                  <a:pt x="15991" y="4351"/>
                </a:cubicBezTo>
                <a:cubicBezTo>
                  <a:pt x="16134" y="4386"/>
                  <a:pt x="16289" y="4410"/>
                  <a:pt x="16432" y="4446"/>
                </a:cubicBezTo>
                <a:cubicBezTo>
                  <a:pt x="16539" y="4470"/>
                  <a:pt x="16658" y="4481"/>
                  <a:pt x="16765" y="4505"/>
                </a:cubicBezTo>
                <a:cubicBezTo>
                  <a:pt x="16801" y="4553"/>
                  <a:pt x="16848" y="4577"/>
                  <a:pt x="16896" y="4589"/>
                </a:cubicBezTo>
                <a:cubicBezTo>
                  <a:pt x="16955" y="4958"/>
                  <a:pt x="17098" y="5303"/>
                  <a:pt x="17313" y="5601"/>
                </a:cubicBezTo>
                <a:cubicBezTo>
                  <a:pt x="17715" y="6157"/>
                  <a:pt x="18365" y="6466"/>
                  <a:pt x="19037" y="6466"/>
                </a:cubicBezTo>
                <a:cubicBezTo>
                  <a:pt x="19200" y="6466"/>
                  <a:pt x="19365" y="6447"/>
                  <a:pt x="19527" y="6410"/>
                </a:cubicBezTo>
                <a:cubicBezTo>
                  <a:pt x="20384" y="6208"/>
                  <a:pt x="21004" y="5529"/>
                  <a:pt x="21135" y="4660"/>
                </a:cubicBezTo>
                <a:cubicBezTo>
                  <a:pt x="21265" y="3827"/>
                  <a:pt x="20861" y="2815"/>
                  <a:pt x="20015" y="2541"/>
                </a:cubicBezTo>
                <a:cubicBezTo>
                  <a:pt x="20003" y="2529"/>
                  <a:pt x="19992" y="2529"/>
                  <a:pt x="19968" y="2517"/>
                </a:cubicBezTo>
                <a:cubicBezTo>
                  <a:pt x="19631" y="2413"/>
                  <a:pt x="19267" y="2349"/>
                  <a:pt x="18908" y="2349"/>
                </a:cubicBezTo>
                <a:cubicBezTo>
                  <a:pt x="18275" y="2349"/>
                  <a:pt x="17659" y="2549"/>
                  <a:pt x="17241" y="3088"/>
                </a:cubicBezTo>
                <a:cubicBezTo>
                  <a:pt x="17039" y="3362"/>
                  <a:pt x="16920" y="3684"/>
                  <a:pt x="16884" y="4005"/>
                </a:cubicBezTo>
                <a:cubicBezTo>
                  <a:pt x="16777" y="3993"/>
                  <a:pt x="16682" y="3981"/>
                  <a:pt x="16586" y="3958"/>
                </a:cubicBezTo>
                <a:cubicBezTo>
                  <a:pt x="16217" y="3886"/>
                  <a:pt x="15860" y="3815"/>
                  <a:pt x="15491" y="3743"/>
                </a:cubicBezTo>
                <a:cubicBezTo>
                  <a:pt x="14848" y="3624"/>
                  <a:pt x="14205" y="3517"/>
                  <a:pt x="13562" y="3410"/>
                </a:cubicBezTo>
                <a:cubicBezTo>
                  <a:pt x="13753" y="2207"/>
                  <a:pt x="13169" y="957"/>
                  <a:pt x="12074" y="374"/>
                </a:cubicBezTo>
                <a:cubicBezTo>
                  <a:pt x="11600" y="122"/>
                  <a:pt x="11084" y="0"/>
                  <a:pt x="105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7" name="Google Shape;767;p20"/>
          <p:cNvGrpSpPr/>
          <p:nvPr/>
        </p:nvGrpSpPr>
        <p:grpSpPr>
          <a:xfrm>
            <a:off x="1633200" y="1184163"/>
            <a:ext cx="5912700" cy="3555032"/>
            <a:chOff x="1633200" y="1184163"/>
            <a:chExt cx="5912700" cy="3555032"/>
          </a:xfrm>
        </p:grpSpPr>
        <p:grpSp>
          <p:nvGrpSpPr>
            <p:cNvPr id="768" name="Google Shape;768;p20"/>
            <p:cNvGrpSpPr/>
            <p:nvPr/>
          </p:nvGrpSpPr>
          <p:grpSpPr>
            <a:xfrm>
              <a:off x="1633200" y="3717675"/>
              <a:ext cx="4091400" cy="1021519"/>
              <a:chOff x="1633200" y="3717675"/>
              <a:chExt cx="4091400" cy="1021519"/>
            </a:xfrm>
          </p:grpSpPr>
          <p:cxnSp>
            <p:nvCxnSpPr>
              <p:cNvPr id="769" name="Google Shape;769;p20"/>
              <p:cNvCxnSpPr/>
              <p:nvPr/>
            </p:nvCxnSpPr>
            <p:spPr>
              <a:xfrm rot="10800000">
                <a:off x="1633200" y="3717675"/>
                <a:ext cx="4076400" cy="973800"/>
              </a:xfrm>
              <a:prstGeom prst="straightConnector1">
                <a:avLst/>
              </a:prstGeom>
              <a:noFill/>
              <a:ln cap="flat" cmpd="sng" w="19050">
                <a:solidFill>
                  <a:schemeClr val="lt1"/>
                </a:solidFill>
                <a:prstDash val="solid"/>
                <a:round/>
                <a:headEnd len="med" w="med" type="none"/>
                <a:tailEnd len="med" w="med" type="none"/>
              </a:ln>
            </p:spPr>
          </p:cxnSp>
          <p:sp>
            <p:nvSpPr>
              <p:cNvPr id="770" name="Google Shape;770;p20"/>
              <p:cNvSpPr/>
              <p:nvPr/>
            </p:nvSpPr>
            <p:spPr>
              <a:xfrm rot="-2272291">
                <a:off x="5627952" y="4636171"/>
                <a:ext cx="77669" cy="88497"/>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 name="Google Shape;771;p20"/>
            <p:cNvGrpSpPr/>
            <p:nvPr/>
          </p:nvGrpSpPr>
          <p:grpSpPr>
            <a:xfrm>
              <a:off x="3454500" y="1184163"/>
              <a:ext cx="4091400" cy="1021519"/>
              <a:chOff x="1633200" y="3717675"/>
              <a:chExt cx="4091400" cy="1021519"/>
            </a:xfrm>
          </p:grpSpPr>
          <p:cxnSp>
            <p:nvCxnSpPr>
              <p:cNvPr id="772" name="Google Shape;772;p20"/>
              <p:cNvCxnSpPr/>
              <p:nvPr/>
            </p:nvCxnSpPr>
            <p:spPr>
              <a:xfrm rot="10800000">
                <a:off x="1633200" y="3717675"/>
                <a:ext cx="4076400" cy="973800"/>
              </a:xfrm>
              <a:prstGeom prst="straightConnector1">
                <a:avLst/>
              </a:prstGeom>
              <a:noFill/>
              <a:ln cap="flat" cmpd="sng" w="19050">
                <a:solidFill>
                  <a:schemeClr val="lt1"/>
                </a:solidFill>
                <a:prstDash val="solid"/>
                <a:round/>
                <a:headEnd len="med" w="med" type="none"/>
                <a:tailEnd len="med" w="med" type="none"/>
              </a:ln>
            </p:spPr>
          </p:cxnSp>
          <p:sp>
            <p:nvSpPr>
              <p:cNvPr id="773" name="Google Shape;773;p20"/>
              <p:cNvSpPr/>
              <p:nvPr/>
            </p:nvSpPr>
            <p:spPr>
              <a:xfrm rot="-2272291">
                <a:off x="5627952" y="4636171"/>
                <a:ext cx="77669" cy="88497"/>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grpSp>
        <p:nvGrpSpPr>
          <p:cNvPr id="778" name="Google Shape;778;p21"/>
          <p:cNvGrpSpPr/>
          <p:nvPr/>
        </p:nvGrpSpPr>
        <p:grpSpPr>
          <a:xfrm>
            <a:off x="6054401" y="3091673"/>
            <a:ext cx="2635250" cy="1640406"/>
            <a:chOff x="6054401" y="3091673"/>
            <a:chExt cx="2635250" cy="1640406"/>
          </a:xfrm>
        </p:grpSpPr>
        <p:sp>
          <p:nvSpPr>
            <p:cNvPr id="779" name="Google Shape;779;p21"/>
            <p:cNvSpPr/>
            <p:nvPr/>
          </p:nvSpPr>
          <p:spPr>
            <a:xfrm rot="10800000">
              <a:off x="6054401" y="3273155"/>
              <a:ext cx="2635250" cy="1458925"/>
            </a:xfrm>
            <a:custGeom>
              <a:rect b="b" l="l" r="r" t="t"/>
              <a:pathLst>
                <a:path extrusionOk="0" h="58357" w="105410">
                  <a:moveTo>
                    <a:pt x="13716" y="3239"/>
                  </a:moveTo>
                  <a:cubicBezTo>
                    <a:pt x="3937" y="5652"/>
                    <a:pt x="3302" y="6795"/>
                    <a:pt x="1524" y="14669"/>
                  </a:cubicBezTo>
                  <a:cubicBezTo>
                    <a:pt x="-254" y="22543"/>
                    <a:pt x="-1016" y="43371"/>
                    <a:pt x="3048" y="50483"/>
                  </a:cubicBezTo>
                  <a:cubicBezTo>
                    <a:pt x="7112" y="57595"/>
                    <a:pt x="12065" y="56706"/>
                    <a:pt x="25908" y="57341"/>
                  </a:cubicBezTo>
                  <a:cubicBezTo>
                    <a:pt x="39751" y="57976"/>
                    <a:pt x="72898" y="60135"/>
                    <a:pt x="86106" y="54293"/>
                  </a:cubicBezTo>
                  <a:cubicBezTo>
                    <a:pt x="99314" y="48451"/>
                    <a:pt x="104140" y="30417"/>
                    <a:pt x="105156" y="22289"/>
                  </a:cubicBezTo>
                  <a:cubicBezTo>
                    <a:pt x="106172" y="14161"/>
                    <a:pt x="99695" y="9208"/>
                    <a:pt x="92202" y="5525"/>
                  </a:cubicBezTo>
                  <a:cubicBezTo>
                    <a:pt x="84709" y="1842"/>
                    <a:pt x="73279" y="572"/>
                    <a:pt x="60198" y="191"/>
                  </a:cubicBezTo>
                  <a:cubicBezTo>
                    <a:pt x="47117" y="-190"/>
                    <a:pt x="23495" y="826"/>
                    <a:pt x="13716" y="3239"/>
                  </a:cubicBezTo>
                  <a:close/>
                </a:path>
              </a:pathLst>
            </a:custGeom>
            <a:noFill/>
            <a:ln cap="flat" cmpd="sng" w="19050">
              <a:solidFill>
                <a:schemeClr val="lt1"/>
              </a:solidFill>
              <a:prstDash val="solid"/>
              <a:round/>
              <a:headEnd len="med" w="med" type="none"/>
              <a:tailEnd len="med" w="med" type="none"/>
            </a:ln>
          </p:spPr>
        </p:sp>
        <p:sp>
          <p:nvSpPr>
            <p:cNvPr id="780" name="Google Shape;780;p21"/>
            <p:cNvSpPr/>
            <p:nvPr/>
          </p:nvSpPr>
          <p:spPr>
            <a:xfrm>
              <a:off x="6414913" y="3091673"/>
              <a:ext cx="586800" cy="5868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1" name="Google Shape;781;p21"/>
          <p:cNvGrpSpPr/>
          <p:nvPr/>
        </p:nvGrpSpPr>
        <p:grpSpPr>
          <a:xfrm>
            <a:off x="6051600" y="1028048"/>
            <a:ext cx="2637375" cy="1723939"/>
            <a:chOff x="6051600" y="1028048"/>
            <a:chExt cx="2637375" cy="1723939"/>
          </a:xfrm>
        </p:grpSpPr>
        <p:sp>
          <p:nvSpPr>
            <p:cNvPr id="782" name="Google Shape;782;p21"/>
            <p:cNvSpPr/>
            <p:nvPr/>
          </p:nvSpPr>
          <p:spPr>
            <a:xfrm rot="10800000">
              <a:off x="6051600" y="1309688"/>
              <a:ext cx="2637375" cy="1442300"/>
            </a:xfrm>
            <a:custGeom>
              <a:rect b="b" l="l" r="r" t="t"/>
              <a:pathLst>
                <a:path extrusionOk="0" h="57692" w="105495">
                  <a:moveTo>
                    <a:pt x="13918" y="1139"/>
                  </a:moveTo>
                  <a:cubicBezTo>
                    <a:pt x="4139" y="3552"/>
                    <a:pt x="2894" y="7350"/>
                    <a:pt x="1497" y="15859"/>
                  </a:cubicBezTo>
                  <a:cubicBezTo>
                    <a:pt x="100" y="24368"/>
                    <a:pt x="-2376" y="45375"/>
                    <a:pt x="5536" y="52193"/>
                  </a:cubicBezTo>
                  <a:cubicBezTo>
                    <a:pt x="13448" y="59011"/>
                    <a:pt x="35546" y="56217"/>
                    <a:pt x="48970" y="56765"/>
                  </a:cubicBezTo>
                  <a:cubicBezTo>
                    <a:pt x="62394" y="57313"/>
                    <a:pt x="76745" y="59103"/>
                    <a:pt x="86079" y="55483"/>
                  </a:cubicBezTo>
                  <a:cubicBezTo>
                    <a:pt x="95414" y="51864"/>
                    <a:pt x="103224" y="43534"/>
                    <a:pt x="104977" y="35048"/>
                  </a:cubicBezTo>
                  <a:cubicBezTo>
                    <a:pt x="106730" y="26562"/>
                    <a:pt x="104063" y="10179"/>
                    <a:pt x="96595" y="4568"/>
                  </a:cubicBezTo>
                  <a:cubicBezTo>
                    <a:pt x="89127" y="-1043"/>
                    <a:pt x="73951" y="1953"/>
                    <a:pt x="60171" y="1381"/>
                  </a:cubicBezTo>
                  <a:cubicBezTo>
                    <a:pt x="46392" y="810"/>
                    <a:pt x="23697" y="-1274"/>
                    <a:pt x="13918" y="1139"/>
                  </a:cubicBezTo>
                  <a:close/>
                </a:path>
              </a:pathLst>
            </a:custGeom>
            <a:noFill/>
            <a:ln cap="flat" cmpd="sng" w="19050">
              <a:solidFill>
                <a:schemeClr val="lt1"/>
              </a:solidFill>
              <a:prstDash val="solid"/>
              <a:round/>
              <a:headEnd len="med" w="med" type="none"/>
              <a:tailEnd len="med" w="med" type="none"/>
            </a:ln>
          </p:spPr>
        </p:sp>
        <p:sp>
          <p:nvSpPr>
            <p:cNvPr id="783" name="Google Shape;783;p21"/>
            <p:cNvSpPr/>
            <p:nvPr/>
          </p:nvSpPr>
          <p:spPr>
            <a:xfrm>
              <a:off x="6414913" y="1028048"/>
              <a:ext cx="586800" cy="586800"/>
            </a:xfrm>
            <a:prstGeom prst="ellipse">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4" name="Google Shape;784;p21"/>
          <p:cNvGrpSpPr/>
          <p:nvPr/>
        </p:nvGrpSpPr>
        <p:grpSpPr>
          <a:xfrm>
            <a:off x="457876" y="3091673"/>
            <a:ext cx="2637375" cy="1640406"/>
            <a:chOff x="457876" y="3091673"/>
            <a:chExt cx="2637375" cy="1640406"/>
          </a:xfrm>
        </p:grpSpPr>
        <p:sp>
          <p:nvSpPr>
            <p:cNvPr id="785" name="Google Shape;785;p21"/>
            <p:cNvSpPr/>
            <p:nvPr/>
          </p:nvSpPr>
          <p:spPr>
            <a:xfrm>
              <a:off x="457876" y="3289780"/>
              <a:ext cx="2637375" cy="1442300"/>
            </a:xfrm>
            <a:custGeom>
              <a:rect b="b" l="l" r="r" t="t"/>
              <a:pathLst>
                <a:path extrusionOk="0" h="57692" w="105495">
                  <a:moveTo>
                    <a:pt x="13918" y="1139"/>
                  </a:moveTo>
                  <a:cubicBezTo>
                    <a:pt x="4139" y="3552"/>
                    <a:pt x="2894" y="7350"/>
                    <a:pt x="1497" y="15859"/>
                  </a:cubicBezTo>
                  <a:cubicBezTo>
                    <a:pt x="100" y="24368"/>
                    <a:pt x="-2376" y="45375"/>
                    <a:pt x="5536" y="52193"/>
                  </a:cubicBezTo>
                  <a:cubicBezTo>
                    <a:pt x="13448" y="59011"/>
                    <a:pt x="35546" y="56217"/>
                    <a:pt x="48970" y="56765"/>
                  </a:cubicBezTo>
                  <a:cubicBezTo>
                    <a:pt x="62394" y="57313"/>
                    <a:pt x="76745" y="59103"/>
                    <a:pt x="86079" y="55483"/>
                  </a:cubicBezTo>
                  <a:cubicBezTo>
                    <a:pt x="95414" y="51864"/>
                    <a:pt x="103224" y="43534"/>
                    <a:pt x="104977" y="35048"/>
                  </a:cubicBezTo>
                  <a:cubicBezTo>
                    <a:pt x="106730" y="26562"/>
                    <a:pt x="104063" y="10179"/>
                    <a:pt x="96595" y="4568"/>
                  </a:cubicBezTo>
                  <a:cubicBezTo>
                    <a:pt x="89127" y="-1043"/>
                    <a:pt x="73951" y="1953"/>
                    <a:pt x="60171" y="1381"/>
                  </a:cubicBezTo>
                  <a:cubicBezTo>
                    <a:pt x="46392" y="810"/>
                    <a:pt x="23697" y="-1274"/>
                    <a:pt x="13918" y="1139"/>
                  </a:cubicBezTo>
                  <a:close/>
                </a:path>
              </a:pathLst>
            </a:custGeom>
            <a:noFill/>
            <a:ln cap="flat" cmpd="sng" w="19050">
              <a:solidFill>
                <a:schemeClr val="lt1"/>
              </a:solidFill>
              <a:prstDash val="solid"/>
              <a:round/>
              <a:headEnd len="med" w="med" type="none"/>
              <a:tailEnd len="med" w="med" type="none"/>
            </a:ln>
          </p:spPr>
        </p:sp>
        <p:sp>
          <p:nvSpPr>
            <p:cNvPr id="786" name="Google Shape;786;p21"/>
            <p:cNvSpPr/>
            <p:nvPr/>
          </p:nvSpPr>
          <p:spPr>
            <a:xfrm>
              <a:off x="2145113" y="3091673"/>
              <a:ext cx="586800" cy="586800"/>
            </a:xfrm>
            <a:prstGeom prst="ellipse">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7" name="Google Shape;787;p21"/>
          <p:cNvGrpSpPr/>
          <p:nvPr/>
        </p:nvGrpSpPr>
        <p:grpSpPr>
          <a:xfrm>
            <a:off x="457200" y="1028048"/>
            <a:ext cx="2635250" cy="1740564"/>
            <a:chOff x="457200" y="1028048"/>
            <a:chExt cx="2635250" cy="1740564"/>
          </a:xfrm>
        </p:grpSpPr>
        <p:sp>
          <p:nvSpPr>
            <p:cNvPr id="788" name="Google Shape;788;p21"/>
            <p:cNvSpPr/>
            <p:nvPr/>
          </p:nvSpPr>
          <p:spPr>
            <a:xfrm>
              <a:off x="457200" y="1309688"/>
              <a:ext cx="2635250" cy="1458925"/>
            </a:xfrm>
            <a:custGeom>
              <a:rect b="b" l="l" r="r" t="t"/>
              <a:pathLst>
                <a:path extrusionOk="0" h="58357" w="105410">
                  <a:moveTo>
                    <a:pt x="13716" y="3239"/>
                  </a:moveTo>
                  <a:cubicBezTo>
                    <a:pt x="3937" y="5652"/>
                    <a:pt x="3302" y="6795"/>
                    <a:pt x="1524" y="14669"/>
                  </a:cubicBezTo>
                  <a:cubicBezTo>
                    <a:pt x="-254" y="22543"/>
                    <a:pt x="-1016" y="43371"/>
                    <a:pt x="3048" y="50483"/>
                  </a:cubicBezTo>
                  <a:cubicBezTo>
                    <a:pt x="7112" y="57595"/>
                    <a:pt x="12065" y="56706"/>
                    <a:pt x="25908" y="57341"/>
                  </a:cubicBezTo>
                  <a:cubicBezTo>
                    <a:pt x="39751" y="57976"/>
                    <a:pt x="72898" y="60135"/>
                    <a:pt x="86106" y="54293"/>
                  </a:cubicBezTo>
                  <a:cubicBezTo>
                    <a:pt x="99314" y="48451"/>
                    <a:pt x="104140" y="30417"/>
                    <a:pt x="105156" y="22289"/>
                  </a:cubicBezTo>
                  <a:cubicBezTo>
                    <a:pt x="106172" y="14161"/>
                    <a:pt x="99695" y="9208"/>
                    <a:pt x="92202" y="5525"/>
                  </a:cubicBezTo>
                  <a:cubicBezTo>
                    <a:pt x="84709" y="1842"/>
                    <a:pt x="73279" y="572"/>
                    <a:pt x="60198" y="191"/>
                  </a:cubicBezTo>
                  <a:cubicBezTo>
                    <a:pt x="47117" y="-190"/>
                    <a:pt x="23495" y="826"/>
                    <a:pt x="13716" y="3239"/>
                  </a:cubicBezTo>
                  <a:close/>
                </a:path>
              </a:pathLst>
            </a:custGeom>
            <a:noFill/>
            <a:ln cap="flat" cmpd="sng" w="19050">
              <a:solidFill>
                <a:schemeClr val="lt1"/>
              </a:solidFill>
              <a:prstDash val="solid"/>
              <a:round/>
              <a:headEnd len="med" w="med" type="none"/>
              <a:tailEnd len="med" w="med" type="none"/>
            </a:ln>
          </p:spPr>
        </p:sp>
        <p:sp>
          <p:nvSpPr>
            <p:cNvPr id="789" name="Google Shape;789;p21"/>
            <p:cNvSpPr/>
            <p:nvPr/>
          </p:nvSpPr>
          <p:spPr>
            <a:xfrm>
              <a:off x="2145113" y="1028048"/>
              <a:ext cx="586800" cy="586800"/>
            </a:xfrm>
            <a:prstGeom prst="ellipse">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0" name="Google Shape;790;p21"/>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791" name="Google Shape;791;p21"/>
          <p:cNvGrpSpPr/>
          <p:nvPr/>
        </p:nvGrpSpPr>
        <p:grpSpPr>
          <a:xfrm>
            <a:off x="6460750" y="1153725"/>
            <a:ext cx="2114550" cy="1361975"/>
            <a:chOff x="6460750" y="1153725"/>
            <a:chExt cx="2114550" cy="1361975"/>
          </a:xfrm>
        </p:grpSpPr>
        <p:sp>
          <p:nvSpPr>
            <p:cNvPr id="792" name="Google Shape;792;p21"/>
            <p:cNvSpPr txBox="1"/>
            <p:nvPr/>
          </p:nvSpPr>
          <p:spPr>
            <a:xfrm>
              <a:off x="6460750" y="1832900"/>
              <a:ext cx="2114400" cy="682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It</a:t>
              </a:r>
              <a:r>
                <a:rPr lang="en">
                  <a:solidFill>
                    <a:schemeClr val="lt1"/>
                  </a:solidFill>
                  <a:latin typeface="Catamaran"/>
                  <a:ea typeface="Catamaran"/>
                  <a:cs typeface="Catamaran"/>
                  <a:sym typeface="Catamaran"/>
                </a:rPr>
                <a:t> is the closest planet to the Sun and the smallest one in the Solar System</a:t>
              </a:r>
              <a:endParaRPr>
                <a:solidFill>
                  <a:schemeClr val="lt1"/>
                </a:solidFill>
                <a:latin typeface="Catamaran"/>
                <a:ea typeface="Catamaran"/>
                <a:cs typeface="Catamaran"/>
                <a:sym typeface="Catamaran"/>
              </a:endParaRPr>
            </a:p>
          </p:txBody>
        </p:sp>
        <p:sp>
          <p:nvSpPr>
            <p:cNvPr id="793" name="Google Shape;793;p21"/>
            <p:cNvSpPr txBox="1"/>
            <p:nvPr/>
          </p:nvSpPr>
          <p:spPr>
            <a:xfrm>
              <a:off x="7376800" y="149763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794" name="Google Shape;794;p21"/>
            <p:cNvSpPr txBox="1"/>
            <p:nvPr/>
          </p:nvSpPr>
          <p:spPr>
            <a:xfrm>
              <a:off x="6460950" y="1153725"/>
              <a:ext cx="4953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B</a:t>
              </a:r>
              <a:endParaRPr sz="3000">
                <a:solidFill>
                  <a:schemeClr val="dk2"/>
                </a:solidFill>
                <a:latin typeface="Love Ya Like A Sister"/>
                <a:ea typeface="Love Ya Like A Sister"/>
                <a:cs typeface="Love Ya Like A Sister"/>
                <a:sym typeface="Love Ya Like A Sister"/>
              </a:endParaRPr>
            </a:p>
          </p:txBody>
        </p:sp>
      </p:grpSp>
      <p:grpSp>
        <p:nvGrpSpPr>
          <p:cNvPr id="795" name="Google Shape;795;p21"/>
          <p:cNvGrpSpPr/>
          <p:nvPr/>
        </p:nvGrpSpPr>
        <p:grpSpPr>
          <a:xfrm>
            <a:off x="6460750" y="3217375"/>
            <a:ext cx="2114550" cy="1353475"/>
            <a:chOff x="6460750" y="3217375"/>
            <a:chExt cx="2114550" cy="1353475"/>
          </a:xfrm>
        </p:grpSpPr>
        <p:sp>
          <p:nvSpPr>
            <p:cNvPr id="796" name="Google Shape;796;p21"/>
            <p:cNvSpPr txBox="1"/>
            <p:nvPr/>
          </p:nvSpPr>
          <p:spPr>
            <a:xfrm>
              <a:off x="6460750" y="3888050"/>
              <a:ext cx="2114400" cy="682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Jupiter is a gas giant and the biggest planet in the entire Solar System</a:t>
              </a:r>
              <a:endParaRPr>
                <a:solidFill>
                  <a:schemeClr val="lt1"/>
                </a:solidFill>
                <a:latin typeface="Catamaran"/>
                <a:ea typeface="Catamaran"/>
                <a:cs typeface="Catamaran"/>
                <a:sym typeface="Catamaran"/>
              </a:endParaRPr>
            </a:p>
          </p:txBody>
        </p:sp>
        <p:sp>
          <p:nvSpPr>
            <p:cNvPr id="797" name="Google Shape;797;p21"/>
            <p:cNvSpPr txBox="1"/>
            <p:nvPr/>
          </p:nvSpPr>
          <p:spPr>
            <a:xfrm>
              <a:off x="7376800" y="3552775"/>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798" name="Google Shape;798;p21"/>
            <p:cNvSpPr txBox="1"/>
            <p:nvPr/>
          </p:nvSpPr>
          <p:spPr>
            <a:xfrm>
              <a:off x="6460950" y="3217375"/>
              <a:ext cx="4953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D</a:t>
              </a:r>
              <a:endParaRPr sz="3000">
                <a:solidFill>
                  <a:schemeClr val="dk2"/>
                </a:solidFill>
                <a:latin typeface="Love Ya Like A Sister"/>
                <a:ea typeface="Love Ya Like A Sister"/>
                <a:cs typeface="Love Ya Like A Sister"/>
                <a:sym typeface="Love Ya Like A Sister"/>
              </a:endParaRPr>
            </a:p>
          </p:txBody>
        </p:sp>
      </p:grpSp>
      <p:grpSp>
        <p:nvGrpSpPr>
          <p:cNvPr id="799" name="Google Shape;799;p21"/>
          <p:cNvGrpSpPr/>
          <p:nvPr/>
        </p:nvGrpSpPr>
        <p:grpSpPr>
          <a:xfrm>
            <a:off x="571500" y="1153725"/>
            <a:ext cx="2114600" cy="1361975"/>
            <a:chOff x="571500" y="1153725"/>
            <a:chExt cx="2114600" cy="1361975"/>
          </a:xfrm>
        </p:grpSpPr>
        <p:sp>
          <p:nvSpPr>
            <p:cNvPr id="800" name="Google Shape;800;p21"/>
            <p:cNvSpPr txBox="1"/>
            <p:nvPr/>
          </p:nvSpPr>
          <p:spPr>
            <a:xfrm>
              <a:off x="571500" y="1832900"/>
              <a:ext cx="2114400" cy="68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actually a cold place. It's full of iron oxide dust</a:t>
              </a:r>
              <a:endParaRPr>
                <a:solidFill>
                  <a:schemeClr val="lt1"/>
                </a:solidFill>
                <a:latin typeface="Catamaran"/>
                <a:ea typeface="Catamaran"/>
                <a:cs typeface="Catamaran"/>
                <a:sym typeface="Catamaran"/>
              </a:endParaRPr>
            </a:p>
          </p:txBody>
        </p:sp>
        <p:sp>
          <p:nvSpPr>
            <p:cNvPr id="801" name="Google Shape;801;p21"/>
            <p:cNvSpPr txBox="1"/>
            <p:nvPr/>
          </p:nvSpPr>
          <p:spPr>
            <a:xfrm>
              <a:off x="571500" y="149763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802" name="Google Shape;802;p21"/>
            <p:cNvSpPr txBox="1"/>
            <p:nvPr/>
          </p:nvSpPr>
          <p:spPr>
            <a:xfrm>
              <a:off x="2190800" y="1153725"/>
              <a:ext cx="4953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A</a:t>
              </a:r>
              <a:endParaRPr sz="3000">
                <a:solidFill>
                  <a:schemeClr val="dk2"/>
                </a:solidFill>
                <a:latin typeface="Love Ya Like A Sister"/>
                <a:ea typeface="Love Ya Like A Sister"/>
                <a:cs typeface="Love Ya Like A Sister"/>
                <a:sym typeface="Love Ya Like A Sister"/>
              </a:endParaRPr>
            </a:p>
          </p:txBody>
        </p:sp>
      </p:grpSp>
      <p:grpSp>
        <p:nvGrpSpPr>
          <p:cNvPr id="803" name="Google Shape;803;p21"/>
          <p:cNvGrpSpPr/>
          <p:nvPr/>
        </p:nvGrpSpPr>
        <p:grpSpPr>
          <a:xfrm>
            <a:off x="571500" y="3217375"/>
            <a:ext cx="2114600" cy="1353475"/>
            <a:chOff x="571500" y="3217375"/>
            <a:chExt cx="2114600" cy="1353475"/>
          </a:xfrm>
        </p:grpSpPr>
        <p:sp>
          <p:nvSpPr>
            <p:cNvPr id="804" name="Google Shape;804;p21"/>
            <p:cNvSpPr txBox="1"/>
            <p:nvPr/>
          </p:nvSpPr>
          <p:spPr>
            <a:xfrm>
              <a:off x="571500" y="3888050"/>
              <a:ext cx="2114400" cy="68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Venus has a beautiful name and is the second planet from the Sun</a:t>
              </a:r>
              <a:endParaRPr>
                <a:solidFill>
                  <a:schemeClr val="lt1"/>
                </a:solidFill>
                <a:latin typeface="Catamaran"/>
                <a:ea typeface="Catamaran"/>
                <a:cs typeface="Catamaran"/>
                <a:sym typeface="Catamaran"/>
              </a:endParaRPr>
            </a:p>
          </p:txBody>
        </p:sp>
        <p:sp>
          <p:nvSpPr>
            <p:cNvPr id="805" name="Google Shape;805;p21"/>
            <p:cNvSpPr txBox="1"/>
            <p:nvPr/>
          </p:nvSpPr>
          <p:spPr>
            <a:xfrm>
              <a:off x="571500" y="3552775"/>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sp>
          <p:nvSpPr>
            <p:cNvPr id="806" name="Google Shape;806;p21"/>
            <p:cNvSpPr txBox="1"/>
            <p:nvPr/>
          </p:nvSpPr>
          <p:spPr>
            <a:xfrm>
              <a:off x="2190800" y="3217375"/>
              <a:ext cx="4953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C</a:t>
              </a:r>
              <a:endParaRPr sz="3000">
                <a:solidFill>
                  <a:schemeClr val="dk2"/>
                </a:solidFill>
                <a:latin typeface="Love Ya Like A Sister"/>
                <a:ea typeface="Love Ya Like A Sister"/>
                <a:cs typeface="Love Ya Like A Sister"/>
                <a:sym typeface="Love Ya Like A Sister"/>
              </a:endParaRPr>
            </a:p>
          </p:txBody>
        </p:sp>
      </p:grpSp>
      <p:grpSp>
        <p:nvGrpSpPr>
          <p:cNvPr id="807" name="Google Shape;807;p21"/>
          <p:cNvGrpSpPr/>
          <p:nvPr/>
        </p:nvGrpSpPr>
        <p:grpSpPr>
          <a:xfrm>
            <a:off x="3297731" y="1511361"/>
            <a:ext cx="2613564" cy="2951908"/>
            <a:chOff x="3297731" y="1511361"/>
            <a:chExt cx="2613564" cy="2951908"/>
          </a:xfrm>
        </p:grpSpPr>
        <p:sp>
          <p:nvSpPr>
            <p:cNvPr id="808" name="Google Shape;808;p21"/>
            <p:cNvSpPr/>
            <p:nvPr/>
          </p:nvSpPr>
          <p:spPr>
            <a:xfrm rot="540967">
              <a:off x="4079132" y="2201543"/>
              <a:ext cx="998561" cy="929578"/>
            </a:xfrm>
            <a:custGeom>
              <a:rect b="b" l="l" r="r" t="t"/>
              <a:pathLst>
                <a:path extrusionOk="0" h="24566" w="26389">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1"/>
            <p:cNvSpPr/>
            <p:nvPr/>
          </p:nvSpPr>
          <p:spPr>
            <a:xfrm rot="540967">
              <a:off x="3519194" y="1535672"/>
              <a:ext cx="334317" cy="304953"/>
            </a:xfrm>
            <a:custGeom>
              <a:rect b="b" l="l" r="r" t="t"/>
              <a:pathLst>
                <a:path extrusionOk="0" h="8059" w="8835">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1"/>
            <p:cNvSpPr/>
            <p:nvPr/>
          </p:nvSpPr>
          <p:spPr>
            <a:xfrm rot="540967">
              <a:off x="5346989" y="3931664"/>
              <a:ext cx="528928" cy="493207"/>
            </a:xfrm>
            <a:custGeom>
              <a:rect b="b" l="l" r="r" t="t"/>
              <a:pathLst>
                <a:path extrusionOk="0" h="13034" w="13978">
                  <a:moveTo>
                    <a:pt x="7182" y="574"/>
                  </a:moveTo>
                  <a:cubicBezTo>
                    <a:pt x="8595" y="574"/>
                    <a:pt x="9821" y="1829"/>
                    <a:pt x="10775" y="2751"/>
                  </a:cubicBezTo>
                  <a:cubicBezTo>
                    <a:pt x="13244" y="5220"/>
                    <a:pt x="13010" y="8689"/>
                    <a:pt x="10542" y="11024"/>
                  </a:cubicBezTo>
                  <a:cubicBezTo>
                    <a:pt x="9525" y="11980"/>
                    <a:pt x="8274" y="12404"/>
                    <a:pt x="7009" y="12404"/>
                  </a:cubicBezTo>
                  <a:cubicBezTo>
                    <a:pt x="5491" y="12404"/>
                    <a:pt x="3952" y="11794"/>
                    <a:pt x="2769" y="10757"/>
                  </a:cubicBezTo>
                  <a:cubicBezTo>
                    <a:pt x="361" y="8580"/>
                    <a:pt x="791" y="4837"/>
                    <a:pt x="2833" y="2658"/>
                  </a:cubicBezTo>
                  <a:lnTo>
                    <a:pt x="2833" y="2658"/>
                  </a:lnTo>
                  <a:cubicBezTo>
                    <a:pt x="4059" y="1635"/>
                    <a:pt x="5309" y="740"/>
                    <a:pt x="6972" y="583"/>
                  </a:cubicBezTo>
                  <a:cubicBezTo>
                    <a:pt x="7043" y="577"/>
                    <a:pt x="7113" y="574"/>
                    <a:pt x="7182" y="574"/>
                  </a:cubicBezTo>
                  <a:close/>
                  <a:moveTo>
                    <a:pt x="7198" y="1"/>
                  </a:moveTo>
                  <a:cubicBezTo>
                    <a:pt x="5200" y="1"/>
                    <a:pt x="3668" y="1134"/>
                    <a:pt x="2136" y="2385"/>
                  </a:cubicBezTo>
                  <a:cubicBezTo>
                    <a:pt x="2062" y="2450"/>
                    <a:pt x="2034" y="2526"/>
                    <a:pt x="2040" y="2600"/>
                  </a:cubicBezTo>
                  <a:lnTo>
                    <a:pt x="2040" y="2600"/>
                  </a:lnTo>
                  <a:cubicBezTo>
                    <a:pt x="80" y="5003"/>
                    <a:pt x="0" y="8260"/>
                    <a:pt x="1936" y="10757"/>
                  </a:cubicBezTo>
                  <a:cubicBezTo>
                    <a:pt x="3100" y="12251"/>
                    <a:pt x="4974" y="13034"/>
                    <a:pt x="6832" y="13034"/>
                  </a:cubicBezTo>
                  <a:cubicBezTo>
                    <a:pt x="8168" y="13034"/>
                    <a:pt x="9495" y="12629"/>
                    <a:pt x="10542" y="11791"/>
                  </a:cubicBezTo>
                  <a:cubicBezTo>
                    <a:pt x="13510" y="9456"/>
                    <a:pt x="13977" y="5720"/>
                    <a:pt x="11609" y="2751"/>
                  </a:cubicBezTo>
                  <a:cubicBezTo>
                    <a:pt x="10708" y="1651"/>
                    <a:pt x="9141" y="150"/>
                    <a:pt x="7606" y="16"/>
                  </a:cubicBezTo>
                  <a:cubicBezTo>
                    <a:pt x="7468" y="6"/>
                    <a:pt x="7332" y="1"/>
                    <a:pt x="71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1"/>
            <p:cNvSpPr/>
            <p:nvPr/>
          </p:nvSpPr>
          <p:spPr>
            <a:xfrm rot="540967">
              <a:off x="4867332" y="3193393"/>
              <a:ext cx="609868" cy="57675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1"/>
            <p:cNvSpPr/>
            <p:nvPr/>
          </p:nvSpPr>
          <p:spPr>
            <a:xfrm rot="540967">
              <a:off x="5296525" y="3637607"/>
              <a:ext cx="162069" cy="184659"/>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1"/>
            <p:cNvSpPr/>
            <p:nvPr/>
          </p:nvSpPr>
          <p:spPr>
            <a:xfrm rot="540967">
              <a:off x="3888527" y="1954866"/>
              <a:ext cx="221251" cy="202028"/>
            </a:xfrm>
            <a:custGeom>
              <a:rect b="b" l="l" r="r" t="t"/>
              <a:pathLst>
                <a:path extrusionOk="0" h="5339" w="5847">
                  <a:moveTo>
                    <a:pt x="459" y="1"/>
                  </a:moveTo>
                  <a:cubicBezTo>
                    <a:pt x="212" y="1"/>
                    <a:pt x="0" y="310"/>
                    <a:pt x="234" y="518"/>
                  </a:cubicBezTo>
                  <a:cubicBezTo>
                    <a:pt x="1969" y="2019"/>
                    <a:pt x="3603" y="3587"/>
                    <a:pt x="5205" y="5255"/>
                  </a:cubicBezTo>
                  <a:cubicBezTo>
                    <a:pt x="5263" y="5313"/>
                    <a:pt x="5329" y="5338"/>
                    <a:pt x="5395" y="5338"/>
                  </a:cubicBezTo>
                  <a:cubicBezTo>
                    <a:pt x="5628" y="5338"/>
                    <a:pt x="5847" y="5022"/>
                    <a:pt x="5638" y="4788"/>
                  </a:cubicBezTo>
                  <a:cubicBezTo>
                    <a:pt x="4070" y="3153"/>
                    <a:pt x="2403" y="1586"/>
                    <a:pt x="668" y="84"/>
                  </a:cubicBezTo>
                  <a:cubicBezTo>
                    <a:pt x="602" y="26"/>
                    <a:pt x="529" y="1"/>
                    <a:pt x="45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1"/>
            <p:cNvSpPr/>
            <p:nvPr/>
          </p:nvSpPr>
          <p:spPr>
            <a:xfrm rot="540967">
              <a:off x="3902851" y="1927992"/>
              <a:ext cx="125137" cy="160858"/>
            </a:xfrm>
            <a:custGeom>
              <a:rect b="b" l="l" r="r" t="t"/>
              <a:pathLst>
                <a:path extrusionOk="0" h="4251" w="3307">
                  <a:moveTo>
                    <a:pt x="2967" y="1"/>
                  </a:moveTo>
                  <a:cubicBezTo>
                    <a:pt x="2949" y="1"/>
                    <a:pt x="2930" y="2"/>
                    <a:pt x="2910" y="6"/>
                  </a:cubicBezTo>
                  <a:cubicBezTo>
                    <a:pt x="2076" y="72"/>
                    <a:pt x="1242" y="172"/>
                    <a:pt x="408" y="273"/>
                  </a:cubicBezTo>
                  <a:cubicBezTo>
                    <a:pt x="161" y="303"/>
                    <a:pt x="29" y="477"/>
                    <a:pt x="90" y="688"/>
                  </a:cubicBezTo>
                  <a:lnTo>
                    <a:pt x="90" y="688"/>
                  </a:lnTo>
                  <a:cubicBezTo>
                    <a:pt x="28" y="754"/>
                    <a:pt x="1" y="851"/>
                    <a:pt x="41" y="973"/>
                  </a:cubicBezTo>
                  <a:cubicBezTo>
                    <a:pt x="375" y="2007"/>
                    <a:pt x="742" y="3008"/>
                    <a:pt x="1142" y="4009"/>
                  </a:cubicBezTo>
                  <a:cubicBezTo>
                    <a:pt x="1212" y="4176"/>
                    <a:pt x="1346" y="4250"/>
                    <a:pt x="1471" y="4250"/>
                  </a:cubicBezTo>
                  <a:cubicBezTo>
                    <a:pt x="1645" y="4250"/>
                    <a:pt x="1801" y="4108"/>
                    <a:pt x="1743" y="3875"/>
                  </a:cubicBezTo>
                  <a:cubicBezTo>
                    <a:pt x="1538" y="2824"/>
                    <a:pt x="1232" y="1825"/>
                    <a:pt x="846" y="854"/>
                  </a:cubicBezTo>
                  <a:lnTo>
                    <a:pt x="846" y="854"/>
                  </a:lnTo>
                  <a:cubicBezTo>
                    <a:pt x="1534" y="771"/>
                    <a:pt x="2222" y="689"/>
                    <a:pt x="2910" y="606"/>
                  </a:cubicBezTo>
                  <a:cubicBezTo>
                    <a:pt x="3259" y="574"/>
                    <a:pt x="3306" y="1"/>
                    <a:pt x="296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1"/>
            <p:cNvSpPr/>
            <p:nvPr/>
          </p:nvSpPr>
          <p:spPr>
            <a:xfrm rot="540967">
              <a:off x="3779453" y="304171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1"/>
            <p:cNvSpPr/>
            <p:nvPr/>
          </p:nvSpPr>
          <p:spPr>
            <a:xfrm rot="540967">
              <a:off x="3754747" y="323936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1"/>
            <p:cNvSpPr/>
            <p:nvPr/>
          </p:nvSpPr>
          <p:spPr>
            <a:xfrm rot="540967">
              <a:off x="5067560" y="2158626"/>
              <a:ext cx="182881" cy="172399"/>
            </a:xfrm>
            <a:custGeom>
              <a:rect b="b" l="l" r="r" t="t"/>
              <a:pathLst>
                <a:path extrusionOk="0" h="4556" w="4833">
                  <a:moveTo>
                    <a:pt x="4382" y="1"/>
                  </a:moveTo>
                  <a:cubicBezTo>
                    <a:pt x="4309" y="1"/>
                    <a:pt x="4234" y="31"/>
                    <a:pt x="4170" y="102"/>
                  </a:cubicBezTo>
                  <a:lnTo>
                    <a:pt x="234" y="4038"/>
                  </a:lnTo>
                  <a:cubicBezTo>
                    <a:pt x="0" y="4246"/>
                    <a:pt x="232" y="4556"/>
                    <a:pt x="472" y="4556"/>
                  </a:cubicBezTo>
                  <a:cubicBezTo>
                    <a:pt x="540" y="4556"/>
                    <a:pt x="609" y="4531"/>
                    <a:pt x="668" y="4472"/>
                  </a:cubicBezTo>
                  <a:cubicBezTo>
                    <a:pt x="1969" y="3171"/>
                    <a:pt x="3303" y="1837"/>
                    <a:pt x="4604" y="536"/>
                  </a:cubicBezTo>
                  <a:cubicBezTo>
                    <a:pt x="4833" y="307"/>
                    <a:pt x="4616" y="1"/>
                    <a:pt x="438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1"/>
            <p:cNvSpPr/>
            <p:nvPr/>
          </p:nvSpPr>
          <p:spPr>
            <a:xfrm rot="540967">
              <a:off x="5147587" y="2139807"/>
              <a:ext cx="112196" cy="140349"/>
            </a:xfrm>
            <a:custGeom>
              <a:rect b="b" l="l" r="r" t="t"/>
              <a:pathLst>
                <a:path extrusionOk="0" h="3709" w="2965">
                  <a:moveTo>
                    <a:pt x="485" y="1"/>
                  </a:moveTo>
                  <a:cubicBezTo>
                    <a:pt x="130" y="1"/>
                    <a:pt x="0" y="543"/>
                    <a:pt x="380" y="606"/>
                  </a:cubicBezTo>
                  <a:cubicBezTo>
                    <a:pt x="453" y="623"/>
                    <a:pt x="544" y="629"/>
                    <a:pt x="646" y="629"/>
                  </a:cubicBezTo>
                  <a:cubicBezTo>
                    <a:pt x="834" y="629"/>
                    <a:pt x="1058" y="610"/>
                    <a:pt x="1272" y="610"/>
                  </a:cubicBezTo>
                  <a:cubicBezTo>
                    <a:pt x="1630" y="610"/>
                    <a:pt x="1961" y="662"/>
                    <a:pt x="2047" y="940"/>
                  </a:cubicBezTo>
                  <a:cubicBezTo>
                    <a:pt x="2181" y="1307"/>
                    <a:pt x="2181" y="1807"/>
                    <a:pt x="2214" y="2174"/>
                  </a:cubicBezTo>
                  <a:cubicBezTo>
                    <a:pt x="2248" y="2608"/>
                    <a:pt x="2281" y="3008"/>
                    <a:pt x="2314" y="3408"/>
                  </a:cubicBezTo>
                  <a:cubicBezTo>
                    <a:pt x="2348" y="3609"/>
                    <a:pt x="2514" y="3709"/>
                    <a:pt x="2669" y="3709"/>
                  </a:cubicBezTo>
                  <a:cubicBezTo>
                    <a:pt x="2823" y="3709"/>
                    <a:pt x="2965" y="3609"/>
                    <a:pt x="2948" y="3408"/>
                  </a:cubicBezTo>
                  <a:cubicBezTo>
                    <a:pt x="2915" y="2808"/>
                    <a:pt x="2848" y="2207"/>
                    <a:pt x="2815" y="1640"/>
                  </a:cubicBezTo>
                  <a:cubicBezTo>
                    <a:pt x="2810" y="1583"/>
                    <a:pt x="2793" y="1534"/>
                    <a:pt x="2767" y="1494"/>
                  </a:cubicBezTo>
                  <a:lnTo>
                    <a:pt x="2767" y="1494"/>
                  </a:lnTo>
                  <a:cubicBezTo>
                    <a:pt x="2752" y="1166"/>
                    <a:pt x="2743" y="749"/>
                    <a:pt x="2581" y="506"/>
                  </a:cubicBezTo>
                  <a:cubicBezTo>
                    <a:pt x="2298" y="99"/>
                    <a:pt x="1958" y="30"/>
                    <a:pt x="1588" y="30"/>
                  </a:cubicBezTo>
                  <a:cubicBezTo>
                    <a:pt x="1397" y="30"/>
                    <a:pt x="1199" y="48"/>
                    <a:pt x="995" y="48"/>
                  </a:cubicBezTo>
                  <a:cubicBezTo>
                    <a:pt x="848" y="48"/>
                    <a:pt x="698" y="39"/>
                    <a:pt x="546" y="6"/>
                  </a:cubicBezTo>
                  <a:cubicBezTo>
                    <a:pt x="525" y="2"/>
                    <a:pt x="505" y="1"/>
                    <a:pt x="4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1"/>
            <p:cNvSpPr/>
            <p:nvPr/>
          </p:nvSpPr>
          <p:spPr>
            <a:xfrm rot="540967">
              <a:off x="4372494" y="3372387"/>
              <a:ext cx="66258" cy="214326"/>
            </a:xfrm>
            <a:custGeom>
              <a:rect b="b" l="l" r="r" t="t"/>
              <a:pathLst>
                <a:path extrusionOk="0" h="5664" w="1751">
                  <a:moveTo>
                    <a:pt x="442" y="1"/>
                  </a:moveTo>
                  <a:cubicBezTo>
                    <a:pt x="284" y="1"/>
                    <a:pt x="117" y="101"/>
                    <a:pt x="100" y="301"/>
                  </a:cubicBezTo>
                  <a:cubicBezTo>
                    <a:pt x="0" y="2136"/>
                    <a:pt x="334" y="3837"/>
                    <a:pt x="1101" y="5505"/>
                  </a:cubicBezTo>
                  <a:cubicBezTo>
                    <a:pt x="1152" y="5617"/>
                    <a:pt x="1238" y="5664"/>
                    <a:pt x="1327" y="5664"/>
                  </a:cubicBezTo>
                  <a:cubicBezTo>
                    <a:pt x="1529" y="5664"/>
                    <a:pt x="1750" y="5425"/>
                    <a:pt x="1635" y="5171"/>
                  </a:cubicBezTo>
                  <a:cubicBezTo>
                    <a:pt x="934" y="3637"/>
                    <a:pt x="634" y="2002"/>
                    <a:pt x="734" y="301"/>
                  </a:cubicBezTo>
                  <a:cubicBezTo>
                    <a:pt x="751" y="101"/>
                    <a:pt x="601" y="1"/>
                    <a:pt x="44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1"/>
            <p:cNvSpPr/>
            <p:nvPr/>
          </p:nvSpPr>
          <p:spPr>
            <a:xfrm rot="540967">
              <a:off x="4443589" y="3722800"/>
              <a:ext cx="156393" cy="164528"/>
            </a:xfrm>
            <a:custGeom>
              <a:rect b="b" l="l" r="r" t="t"/>
              <a:pathLst>
                <a:path extrusionOk="0" h="4348" w="4133">
                  <a:moveTo>
                    <a:pt x="419" y="0"/>
                  </a:moveTo>
                  <a:cubicBezTo>
                    <a:pt x="210" y="0"/>
                    <a:pt x="0" y="219"/>
                    <a:pt x="114" y="468"/>
                  </a:cubicBezTo>
                  <a:cubicBezTo>
                    <a:pt x="914" y="2035"/>
                    <a:pt x="2082" y="3303"/>
                    <a:pt x="3549" y="4304"/>
                  </a:cubicBezTo>
                  <a:cubicBezTo>
                    <a:pt x="3600" y="4334"/>
                    <a:pt x="3651" y="4348"/>
                    <a:pt x="3698" y="4348"/>
                  </a:cubicBezTo>
                  <a:cubicBezTo>
                    <a:pt x="3960" y="4348"/>
                    <a:pt x="4132" y="3934"/>
                    <a:pt x="3850" y="3737"/>
                  </a:cubicBezTo>
                  <a:cubicBezTo>
                    <a:pt x="2482" y="2836"/>
                    <a:pt x="1415" y="1602"/>
                    <a:pt x="681" y="167"/>
                  </a:cubicBezTo>
                  <a:cubicBezTo>
                    <a:pt x="616" y="49"/>
                    <a:pt x="518" y="0"/>
                    <a:pt x="4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1"/>
            <p:cNvSpPr/>
            <p:nvPr/>
          </p:nvSpPr>
          <p:spPr>
            <a:xfrm rot="540967">
              <a:off x="4710199" y="4028911"/>
              <a:ext cx="238203" cy="97854"/>
            </a:xfrm>
            <a:custGeom>
              <a:rect b="b" l="l" r="r" t="t"/>
              <a:pathLst>
                <a:path extrusionOk="0" h="2586" w="6295">
                  <a:moveTo>
                    <a:pt x="460" y="1"/>
                  </a:moveTo>
                  <a:cubicBezTo>
                    <a:pt x="192" y="1"/>
                    <a:pt x="1" y="409"/>
                    <a:pt x="311" y="579"/>
                  </a:cubicBezTo>
                  <a:cubicBezTo>
                    <a:pt x="2012" y="1546"/>
                    <a:pt x="3814" y="2213"/>
                    <a:pt x="5748" y="2580"/>
                  </a:cubicBezTo>
                  <a:cubicBezTo>
                    <a:pt x="5769" y="2584"/>
                    <a:pt x="5790" y="2585"/>
                    <a:pt x="5809" y="2585"/>
                  </a:cubicBezTo>
                  <a:cubicBezTo>
                    <a:pt x="6165" y="2585"/>
                    <a:pt x="6295" y="2043"/>
                    <a:pt x="5915" y="1980"/>
                  </a:cubicBezTo>
                  <a:cubicBezTo>
                    <a:pt x="4047" y="1613"/>
                    <a:pt x="2279" y="979"/>
                    <a:pt x="611" y="45"/>
                  </a:cubicBezTo>
                  <a:cubicBezTo>
                    <a:pt x="560" y="14"/>
                    <a:pt x="509" y="1"/>
                    <a:pt x="46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1"/>
            <p:cNvSpPr/>
            <p:nvPr/>
          </p:nvSpPr>
          <p:spPr>
            <a:xfrm rot="540967">
              <a:off x="5051823" y="4184193"/>
              <a:ext cx="175502" cy="24028"/>
            </a:xfrm>
            <a:custGeom>
              <a:rect b="b" l="l" r="r" t="t"/>
              <a:pathLst>
                <a:path extrusionOk="0" h="635" w="4638">
                  <a:moveTo>
                    <a:pt x="401" y="0"/>
                  </a:moveTo>
                  <a:cubicBezTo>
                    <a:pt x="1" y="0"/>
                    <a:pt x="1" y="634"/>
                    <a:pt x="401" y="634"/>
                  </a:cubicBezTo>
                  <a:lnTo>
                    <a:pt x="4237" y="634"/>
                  </a:lnTo>
                  <a:cubicBezTo>
                    <a:pt x="4637" y="634"/>
                    <a:pt x="4637" y="0"/>
                    <a:pt x="423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1"/>
            <p:cNvSpPr/>
            <p:nvPr/>
          </p:nvSpPr>
          <p:spPr>
            <a:xfrm rot="540967">
              <a:off x="4591754" y="1935412"/>
              <a:ext cx="47300" cy="161804"/>
            </a:xfrm>
            <a:custGeom>
              <a:rect b="b" l="l" r="r" t="t"/>
              <a:pathLst>
                <a:path extrusionOk="0" h="4276" w="1250">
                  <a:moveTo>
                    <a:pt x="867" y="0"/>
                  </a:moveTo>
                  <a:cubicBezTo>
                    <a:pt x="744" y="0"/>
                    <a:pt x="620" y="62"/>
                    <a:pt x="568" y="206"/>
                  </a:cubicBezTo>
                  <a:cubicBezTo>
                    <a:pt x="134" y="1440"/>
                    <a:pt x="1" y="2708"/>
                    <a:pt x="101" y="3975"/>
                  </a:cubicBezTo>
                  <a:cubicBezTo>
                    <a:pt x="117" y="4175"/>
                    <a:pt x="284" y="4276"/>
                    <a:pt x="443" y="4276"/>
                  </a:cubicBezTo>
                  <a:cubicBezTo>
                    <a:pt x="601" y="4276"/>
                    <a:pt x="751" y="4175"/>
                    <a:pt x="735" y="3975"/>
                  </a:cubicBezTo>
                  <a:cubicBezTo>
                    <a:pt x="635" y="2741"/>
                    <a:pt x="768" y="1574"/>
                    <a:pt x="1168" y="373"/>
                  </a:cubicBezTo>
                  <a:cubicBezTo>
                    <a:pt x="1249" y="150"/>
                    <a:pt x="1059" y="0"/>
                    <a:pt x="8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1"/>
            <p:cNvSpPr/>
            <p:nvPr/>
          </p:nvSpPr>
          <p:spPr>
            <a:xfrm rot="540967">
              <a:off x="4713698" y="1696040"/>
              <a:ext cx="103379" cy="119650"/>
            </a:xfrm>
            <a:custGeom>
              <a:rect b="b" l="l" r="r" t="t"/>
              <a:pathLst>
                <a:path extrusionOk="0" h="3162" w="2732">
                  <a:moveTo>
                    <a:pt x="2365" y="1"/>
                  </a:moveTo>
                  <a:cubicBezTo>
                    <a:pt x="2327" y="1"/>
                    <a:pt x="2286" y="10"/>
                    <a:pt x="2242" y="30"/>
                  </a:cubicBezTo>
                  <a:cubicBezTo>
                    <a:pt x="1041" y="497"/>
                    <a:pt x="207" y="1497"/>
                    <a:pt x="41" y="2765"/>
                  </a:cubicBezTo>
                  <a:cubicBezTo>
                    <a:pt x="1" y="3005"/>
                    <a:pt x="201" y="3161"/>
                    <a:pt x="382" y="3161"/>
                  </a:cubicBezTo>
                  <a:cubicBezTo>
                    <a:pt x="502" y="3161"/>
                    <a:pt x="614" y="3092"/>
                    <a:pt x="641" y="2932"/>
                  </a:cubicBezTo>
                  <a:cubicBezTo>
                    <a:pt x="774" y="1898"/>
                    <a:pt x="1408" y="997"/>
                    <a:pt x="2409" y="630"/>
                  </a:cubicBezTo>
                  <a:cubicBezTo>
                    <a:pt x="2732" y="483"/>
                    <a:pt x="2641" y="1"/>
                    <a:pt x="23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1"/>
            <p:cNvSpPr/>
            <p:nvPr/>
          </p:nvSpPr>
          <p:spPr>
            <a:xfrm rot="540967">
              <a:off x="4947946" y="1540728"/>
              <a:ext cx="162977" cy="93541"/>
            </a:xfrm>
            <a:custGeom>
              <a:rect b="b" l="l" r="r" t="t"/>
              <a:pathLst>
                <a:path extrusionOk="0" h="2472" w="4307">
                  <a:moveTo>
                    <a:pt x="3938" y="1"/>
                  </a:moveTo>
                  <a:cubicBezTo>
                    <a:pt x="3928" y="1"/>
                    <a:pt x="3918" y="1"/>
                    <a:pt x="3907" y="2"/>
                  </a:cubicBezTo>
                  <a:cubicBezTo>
                    <a:pt x="2473" y="202"/>
                    <a:pt x="1172" y="836"/>
                    <a:pt x="204" y="1937"/>
                  </a:cubicBezTo>
                  <a:cubicBezTo>
                    <a:pt x="1" y="2166"/>
                    <a:pt x="204" y="2472"/>
                    <a:pt x="431" y="2472"/>
                  </a:cubicBezTo>
                  <a:cubicBezTo>
                    <a:pt x="501" y="2472"/>
                    <a:pt x="574" y="2442"/>
                    <a:pt x="638" y="2371"/>
                  </a:cubicBezTo>
                  <a:cubicBezTo>
                    <a:pt x="1505" y="1403"/>
                    <a:pt x="2639" y="803"/>
                    <a:pt x="3907" y="636"/>
                  </a:cubicBezTo>
                  <a:cubicBezTo>
                    <a:pt x="4296" y="571"/>
                    <a:pt x="4307" y="1"/>
                    <a:pt x="393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1"/>
            <p:cNvSpPr/>
            <p:nvPr/>
          </p:nvSpPr>
          <p:spPr>
            <a:xfrm rot="540967">
              <a:off x="5456856" y="4021977"/>
              <a:ext cx="333257" cy="24028"/>
            </a:xfrm>
            <a:custGeom>
              <a:rect b="b" l="l" r="r" t="t"/>
              <a:pathLst>
                <a:path extrusionOk="0" h="635" w="8807">
                  <a:moveTo>
                    <a:pt x="401" y="1"/>
                  </a:moveTo>
                  <a:cubicBezTo>
                    <a:pt x="0" y="1"/>
                    <a:pt x="0" y="634"/>
                    <a:pt x="401" y="634"/>
                  </a:cubicBezTo>
                  <a:lnTo>
                    <a:pt x="8406" y="634"/>
                  </a:lnTo>
                  <a:cubicBezTo>
                    <a:pt x="8807" y="634"/>
                    <a:pt x="8807" y="1"/>
                    <a:pt x="84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1"/>
            <p:cNvSpPr/>
            <p:nvPr/>
          </p:nvSpPr>
          <p:spPr>
            <a:xfrm rot="540967">
              <a:off x="5385103" y="4132756"/>
              <a:ext cx="455708" cy="24028"/>
            </a:xfrm>
            <a:custGeom>
              <a:rect b="b" l="l" r="r" t="t"/>
              <a:pathLst>
                <a:path extrusionOk="0" h="635" w="12043">
                  <a:moveTo>
                    <a:pt x="434" y="1"/>
                  </a:moveTo>
                  <a:cubicBezTo>
                    <a:pt x="0" y="1"/>
                    <a:pt x="0" y="635"/>
                    <a:pt x="434" y="635"/>
                  </a:cubicBezTo>
                  <a:lnTo>
                    <a:pt x="11642" y="635"/>
                  </a:lnTo>
                  <a:cubicBezTo>
                    <a:pt x="12042" y="635"/>
                    <a:pt x="12042" y="1"/>
                    <a:pt x="1164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1"/>
            <p:cNvSpPr/>
            <p:nvPr/>
          </p:nvSpPr>
          <p:spPr>
            <a:xfrm rot="540967">
              <a:off x="5372217" y="4229404"/>
              <a:ext cx="443107" cy="24028"/>
            </a:xfrm>
            <a:custGeom>
              <a:rect b="b" l="l" r="r" t="t"/>
              <a:pathLst>
                <a:path extrusionOk="0" h="635" w="11710">
                  <a:moveTo>
                    <a:pt x="401" y="1"/>
                  </a:moveTo>
                  <a:cubicBezTo>
                    <a:pt x="1" y="1"/>
                    <a:pt x="1" y="635"/>
                    <a:pt x="401" y="635"/>
                  </a:cubicBezTo>
                  <a:lnTo>
                    <a:pt x="11309" y="635"/>
                  </a:lnTo>
                  <a:cubicBezTo>
                    <a:pt x="11709" y="635"/>
                    <a:pt x="11709" y="1"/>
                    <a:pt x="113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1"/>
            <p:cNvSpPr/>
            <p:nvPr/>
          </p:nvSpPr>
          <p:spPr>
            <a:xfrm rot="540967">
              <a:off x="5405412" y="4307786"/>
              <a:ext cx="366102" cy="22780"/>
            </a:xfrm>
            <a:custGeom>
              <a:rect b="b" l="l" r="r" t="t"/>
              <a:pathLst>
                <a:path extrusionOk="0" h="602" w="9675">
                  <a:moveTo>
                    <a:pt x="401" y="1"/>
                  </a:moveTo>
                  <a:cubicBezTo>
                    <a:pt x="1" y="1"/>
                    <a:pt x="1" y="601"/>
                    <a:pt x="401" y="601"/>
                  </a:cubicBezTo>
                  <a:lnTo>
                    <a:pt x="9274" y="601"/>
                  </a:lnTo>
                  <a:cubicBezTo>
                    <a:pt x="9674" y="601"/>
                    <a:pt x="9674" y="1"/>
                    <a:pt x="927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0" name="Google Shape;830;p21"/>
            <p:cNvGrpSpPr/>
            <p:nvPr/>
          </p:nvGrpSpPr>
          <p:grpSpPr>
            <a:xfrm>
              <a:off x="3297731" y="1707214"/>
              <a:ext cx="2548536" cy="1983391"/>
              <a:chOff x="3297731" y="1707214"/>
              <a:chExt cx="2548536" cy="1983391"/>
            </a:xfrm>
          </p:grpSpPr>
          <p:sp>
            <p:nvSpPr>
              <p:cNvPr id="831" name="Google Shape;831;p21"/>
              <p:cNvSpPr/>
              <p:nvPr/>
            </p:nvSpPr>
            <p:spPr>
              <a:xfrm rot="540967">
                <a:off x="3319584" y="3361030"/>
                <a:ext cx="334430" cy="305256"/>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1"/>
              <p:cNvSpPr/>
              <p:nvPr/>
            </p:nvSpPr>
            <p:spPr>
              <a:xfrm rot="540967">
                <a:off x="5376912" y="1739257"/>
                <a:ext cx="440609" cy="401596"/>
              </a:xfrm>
              <a:custGeom>
                <a:rect b="b" l="l" r="r" t="t"/>
                <a:pathLst>
                  <a:path extrusionOk="0" h="10613" w="11644">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1"/>
              <p:cNvSpPr/>
              <p:nvPr/>
            </p:nvSpPr>
            <p:spPr>
              <a:xfrm rot="540967">
                <a:off x="3561862" y="3418109"/>
                <a:ext cx="23991" cy="22091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1"/>
              <p:cNvSpPr/>
              <p:nvPr/>
            </p:nvSpPr>
            <p:spPr>
              <a:xfrm rot="540967">
                <a:off x="3479818" y="3377299"/>
                <a:ext cx="22780" cy="289098"/>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1"/>
              <p:cNvSpPr/>
              <p:nvPr/>
            </p:nvSpPr>
            <p:spPr>
              <a:xfrm rot="540967">
                <a:off x="3406416" y="3374457"/>
                <a:ext cx="24028" cy="253755"/>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1"/>
              <p:cNvSpPr/>
              <p:nvPr/>
            </p:nvSpPr>
            <p:spPr>
              <a:xfrm rot="540967">
                <a:off x="5509051" y="1957529"/>
                <a:ext cx="30310" cy="24028"/>
              </a:xfrm>
              <a:custGeom>
                <a:rect b="b" l="l" r="r" t="t"/>
                <a:pathLst>
                  <a:path extrusionOk="0" h="635" w="801">
                    <a:moveTo>
                      <a:pt x="400" y="1"/>
                    </a:moveTo>
                    <a:cubicBezTo>
                      <a:pt x="0" y="1"/>
                      <a:pt x="0" y="635"/>
                      <a:pt x="400" y="635"/>
                    </a:cubicBezTo>
                    <a:cubicBezTo>
                      <a:pt x="801" y="635"/>
                      <a:pt x="801" y="1"/>
                      <a:pt x="40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1"/>
              <p:cNvSpPr/>
              <p:nvPr/>
            </p:nvSpPr>
            <p:spPr>
              <a:xfrm rot="540967">
                <a:off x="5540594" y="1879470"/>
                <a:ext cx="30310" cy="24028"/>
              </a:xfrm>
              <a:custGeom>
                <a:rect b="b" l="l" r="r" t="t"/>
                <a:pathLst>
                  <a:path extrusionOk="0" h="635" w="801">
                    <a:moveTo>
                      <a:pt x="401" y="1"/>
                    </a:moveTo>
                    <a:cubicBezTo>
                      <a:pt x="0" y="1"/>
                      <a:pt x="0" y="634"/>
                      <a:pt x="401" y="634"/>
                    </a:cubicBezTo>
                    <a:cubicBezTo>
                      <a:pt x="801" y="634"/>
                      <a:pt x="801" y="1"/>
                      <a:pt x="4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1"/>
              <p:cNvSpPr/>
              <p:nvPr/>
            </p:nvSpPr>
            <p:spPr>
              <a:xfrm rot="540967">
                <a:off x="5577371" y="1993965"/>
                <a:ext cx="30348" cy="23991"/>
              </a:xfrm>
              <a:custGeom>
                <a:rect b="b" l="l" r="r" t="t"/>
                <a:pathLst>
                  <a:path extrusionOk="0" h="634" w="802">
                    <a:moveTo>
                      <a:pt x="401" y="0"/>
                    </a:moveTo>
                    <a:cubicBezTo>
                      <a:pt x="1" y="0"/>
                      <a:pt x="1" y="634"/>
                      <a:pt x="401" y="634"/>
                    </a:cubicBezTo>
                    <a:cubicBezTo>
                      <a:pt x="801" y="634"/>
                      <a:pt x="801" y="0"/>
                      <a:pt x="4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1"/>
              <p:cNvSpPr/>
              <p:nvPr/>
            </p:nvSpPr>
            <p:spPr>
              <a:xfrm rot="540967">
                <a:off x="5657422" y="1932528"/>
                <a:ext cx="30310" cy="24028"/>
              </a:xfrm>
              <a:custGeom>
                <a:rect b="b" l="l" r="r" t="t"/>
                <a:pathLst>
                  <a:path extrusionOk="0" h="635" w="801">
                    <a:moveTo>
                      <a:pt x="401" y="0"/>
                    </a:moveTo>
                    <a:cubicBezTo>
                      <a:pt x="0" y="0"/>
                      <a:pt x="0" y="634"/>
                      <a:pt x="401" y="634"/>
                    </a:cubicBezTo>
                    <a:cubicBezTo>
                      <a:pt x="801" y="634"/>
                      <a:pt x="801" y="0"/>
                      <a:pt x="4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1"/>
              <p:cNvSpPr/>
              <p:nvPr/>
            </p:nvSpPr>
            <p:spPr>
              <a:xfrm rot="540967">
                <a:off x="5627125" y="1842085"/>
                <a:ext cx="30348" cy="22742"/>
              </a:xfrm>
              <a:custGeom>
                <a:rect b="b" l="l" r="r" t="t"/>
                <a:pathLst>
                  <a:path extrusionOk="0" h="601" w="802">
                    <a:moveTo>
                      <a:pt x="401" y="0"/>
                    </a:moveTo>
                    <a:cubicBezTo>
                      <a:pt x="1" y="0"/>
                      <a:pt x="1" y="601"/>
                      <a:pt x="401" y="601"/>
                    </a:cubicBezTo>
                    <a:cubicBezTo>
                      <a:pt x="801" y="601"/>
                      <a:pt x="801" y="0"/>
                      <a:pt x="4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1"/>
              <p:cNvSpPr/>
              <p:nvPr/>
            </p:nvSpPr>
            <p:spPr>
              <a:xfrm rot="540967">
                <a:off x="5596987" y="1926872"/>
                <a:ext cx="31596" cy="24028"/>
              </a:xfrm>
              <a:custGeom>
                <a:rect b="b" l="l" r="r" t="t"/>
                <a:pathLst>
                  <a:path extrusionOk="0" h="635" w="835">
                    <a:moveTo>
                      <a:pt x="434" y="0"/>
                    </a:moveTo>
                    <a:cubicBezTo>
                      <a:pt x="0" y="0"/>
                      <a:pt x="0" y="634"/>
                      <a:pt x="434" y="634"/>
                    </a:cubicBezTo>
                    <a:cubicBezTo>
                      <a:pt x="834" y="634"/>
                      <a:pt x="834"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1"/>
              <p:cNvSpPr/>
              <p:nvPr/>
            </p:nvSpPr>
            <p:spPr>
              <a:xfrm rot="540967">
                <a:off x="5665900" y="2024595"/>
                <a:ext cx="30348" cy="22780"/>
              </a:xfrm>
              <a:custGeom>
                <a:rect b="b" l="l" r="r" t="t"/>
                <a:pathLst>
                  <a:path extrusionOk="0" h="602" w="802">
                    <a:moveTo>
                      <a:pt x="401" y="1"/>
                    </a:moveTo>
                    <a:cubicBezTo>
                      <a:pt x="1" y="1"/>
                      <a:pt x="1" y="601"/>
                      <a:pt x="401" y="601"/>
                    </a:cubicBezTo>
                    <a:cubicBezTo>
                      <a:pt x="801" y="601"/>
                      <a:pt x="801" y="1"/>
                      <a:pt x="4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3" name="Google Shape;843;p21"/>
            <p:cNvSpPr/>
            <p:nvPr/>
          </p:nvSpPr>
          <p:spPr>
            <a:xfrm rot="540967">
              <a:off x="4440270" y="2248812"/>
              <a:ext cx="24028" cy="427933"/>
            </a:xfrm>
            <a:custGeom>
              <a:rect b="b" l="l" r="r" t="t"/>
              <a:pathLst>
                <a:path extrusionOk="0" h="11309" w="635">
                  <a:moveTo>
                    <a:pt x="317" y="0"/>
                  </a:moveTo>
                  <a:cubicBezTo>
                    <a:pt x="159" y="0"/>
                    <a:pt x="0" y="100"/>
                    <a:pt x="0" y="300"/>
                  </a:cubicBezTo>
                  <a:lnTo>
                    <a:pt x="0" y="11008"/>
                  </a:lnTo>
                  <a:cubicBezTo>
                    <a:pt x="0" y="11208"/>
                    <a:pt x="159" y="11308"/>
                    <a:pt x="317" y="11308"/>
                  </a:cubicBezTo>
                  <a:cubicBezTo>
                    <a:pt x="476" y="11308"/>
                    <a:pt x="634" y="11208"/>
                    <a:pt x="634" y="11008"/>
                  </a:cubicBezTo>
                  <a:lnTo>
                    <a:pt x="634" y="300"/>
                  </a:lnTo>
                  <a:cubicBezTo>
                    <a:pt x="634" y="100"/>
                    <a:pt x="476"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1"/>
            <p:cNvSpPr/>
            <p:nvPr/>
          </p:nvSpPr>
          <p:spPr>
            <a:xfrm rot="540967">
              <a:off x="4498053" y="2769964"/>
              <a:ext cx="22742" cy="364816"/>
            </a:xfrm>
            <a:custGeom>
              <a:rect b="b" l="l" r="r" t="t"/>
              <a:pathLst>
                <a:path extrusionOk="0" h="9641" w="601">
                  <a:moveTo>
                    <a:pt x="300" y="0"/>
                  </a:moveTo>
                  <a:cubicBezTo>
                    <a:pt x="150" y="0"/>
                    <a:pt x="0" y="100"/>
                    <a:pt x="0" y="301"/>
                  </a:cubicBezTo>
                  <a:lnTo>
                    <a:pt x="0" y="9340"/>
                  </a:lnTo>
                  <a:cubicBezTo>
                    <a:pt x="0" y="9541"/>
                    <a:pt x="150" y="9641"/>
                    <a:pt x="300" y="9641"/>
                  </a:cubicBezTo>
                  <a:cubicBezTo>
                    <a:pt x="450" y="9641"/>
                    <a:pt x="601" y="9541"/>
                    <a:pt x="601" y="9340"/>
                  </a:cubicBezTo>
                  <a:lnTo>
                    <a:pt x="601" y="301"/>
                  </a:lnTo>
                  <a:cubicBezTo>
                    <a:pt x="601" y="100"/>
                    <a:pt x="450" y="0"/>
                    <a:pt x="3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1"/>
            <p:cNvSpPr/>
            <p:nvPr/>
          </p:nvSpPr>
          <p:spPr>
            <a:xfrm rot="540967">
              <a:off x="4698246" y="2251773"/>
              <a:ext cx="24028" cy="488515"/>
            </a:xfrm>
            <a:custGeom>
              <a:rect b="b" l="l" r="r" t="t"/>
              <a:pathLst>
                <a:path extrusionOk="0" h="12910" w="635">
                  <a:moveTo>
                    <a:pt x="318" y="0"/>
                  </a:moveTo>
                  <a:cubicBezTo>
                    <a:pt x="159" y="0"/>
                    <a:pt x="1" y="101"/>
                    <a:pt x="1" y="301"/>
                  </a:cubicBezTo>
                  <a:lnTo>
                    <a:pt x="1" y="12609"/>
                  </a:lnTo>
                  <a:cubicBezTo>
                    <a:pt x="1" y="12810"/>
                    <a:pt x="159" y="12910"/>
                    <a:pt x="318" y="12910"/>
                  </a:cubicBezTo>
                  <a:cubicBezTo>
                    <a:pt x="476" y="12910"/>
                    <a:pt x="635" y="12810"/>
                    <a:pt x="635" y="12609"/>
                  </a:cubicBezTo>
                  <a:lnTo>
                    <a:pt x="635" y="301"/>
                  </a:lnTo>
                  <a:cubicBezTo>
                    <a:pt x="635" y="101"/>
                    <a:pt x="476" y="0"/>
                    <a:pt x="3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1"/>
            <p:cNvSpPr/>
            <p:nvPr/>
          </p:nvSpPr>
          <p:spPr>
            <a:xfrm rot="540967">
              <a:off x="4793106" y="2698442"/>
              <a:ext cx="24028" cy="380936"/>
            </a:xfrm>
            <a:custGeom>
              <a:rect b="b" l="l" r="r" t="t"/>
              <a:pathLst>
                <a:path extrusionOk="0" h="10067" w="635">
                  <a:moveTo>
                    <a:pt x="318" y="1"/>
                  </a:moveTo>
                  <a:cubicBezTo>
                    <a:pt x="159" y="1"/>
                    <a:pt x="1" y="109"/>
                    <a:pt x="1" y="326"/>
                  </a:cubicBezTo>
                  <a:lnTo>
                    <a:pt x="1" y="9766"/>
                  </a:lnTo>
                  <a:cubicBezTo>
                    <a:pt x="1" y="9966"/>
                    <a:pt x="159" y="10066"/>
                    <a:pt x="318" y="10066"/>
                  </a:cubicBezTo>
                  <a:cubicBezTo>
                    <a:pt x="476" y="10066"/>
                    <a:pt x="635" y="9966"/>
                    <a:pt x="635" y="9766"/>
                  </a:cubicBezTo>
                  <a:lnTo>
                    <a:pt x="635" y="326"/>
                  </a:lnTo>
                  <a:cubicBezTo>
                    <a:pt x="635" y="109"/>
                    <a:pt x="476" y="1"/>
                    <a:pt x="3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1"/>
            <p:cNvSpPr/>
            <p:nvPr/>
          </p:nvSpPr>
          <p:spPr>
            <a:xfrm rot="540967">
              <a:off x="4239642" y="2616639"/>
              <a:ext cx="23991" cy="320316"/>
            </a:xfrm>
            <a:custGeom>
              <a:rect b="b" l="l" r="r" t="t"/>
              <a:pathLst>
                <a:path extrusionOk="0" h="8465" w="634">
                  <a:moveTo>
                    <a:pt x="317" y="0"/>
                  </a:moveTo>
                  <a:cubicBezTo>
                    <a:pt x="159" y="0"/>
                    <a:pt x="0" y="109"/>
                    <a:pt x="0" y="326"/>
                  </a:cubicBezTo>
                  <a:lnTo>
                    <a:pt x="0" y="8164"/>
                  </a:lnTo>
                  <a:cubicBezTo>
                    <a:pt x="0" y="8365"/>
                    <a:pt x="159" y="8465"/>
                    <a:pt x="317" y="8465"/>
                  </a:cubicBezTo>
                  <a:cubicBezTo>
                    <a:pt x="475" y="8465"/>
                    <a:pt x="634" y="8365"/>
                    <a:pt x="634" y="8164"/>
                  </a:cubicBezTo>
                  <a:lnTo>
                    <a:pt x="634" y="326"/>
                  </a:lnTo>
                  <a:cubicBezTo>
                    <a:pt x="634" y="109"/>
                    <a:pt x="475"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rot="540967">
              <a:off x="4578192" y="2213038"/>
              <a:ext cx="24028" cy="403942"/>
            </a:xfrm>
            <a:custGeom>
              <a:rect b="b" l="l" r="r" t="t"/>
              <a:pathLst>
                <a:path extrusionOk="0" h="10675" w="635">
                  <a:moveTo>
                    <a:pt x="318" y="0"/>
                  </a:moveTo>
                  <a:cubicBezTo>
                    <a:pt x="159" y="0"/>
                    <a:pt x="1" y="100"/>
                    <a:pt x="1" y="300"/>
                  </a:cubicBezTo>
                  <a:lnTo>
                    <a:pt x="1" y="10374"/>
                  </a:lnTo>
                  <a:cubicBezTo>
                    <a:pt x="1" y="10574"/>
                    <a:pt x="159" y="10674"/>
                    <a:pt x="318" y="10674"/>
                  </a:cubicBezTo>
                  <a:cubicBezTo>
                    <a:pt x="476" y="10674"/>
                    <a:pt x="634" y="10574"/>
                    <a:pt x="634" y="10374"/>
                  </a:cubicBezTo>
                  <a:lnTo>
                    <a:pt x="634" y="300"/>
                  </a:lnTo>
                  <a:cubicBezTo>
                    <a:pt x="634" y="100"/>
                    <a:pt x="476" y="0"/>
                    <a:pt x="3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1"/>
            <p:cNvSpPr/>
            <p:nvPr/>
          </p:nvSpPr>
          <p:spPr>
            <a:xfrm rot="540967">
              <a:off x="4361831" y="2773517"/>
              <a:ext cx="24028" cy="286563"/>
            </a:xfrm>
            <a:custGeom>
              <a:rect b="b" l="l" r="r" t="t"/>
              <a:pathLst>
                <a:path extrusionOk="0" h="7573" w="635">
                  <a:moveTo>
                    <a:pt x="317" y="1"/>
                  </a:moveTo>
                  <a:cubicBezTo>
                    <a:pt x="159" y="1"/>
                    <a:pt x="0" y="101"/>
                    <a:pt x="0" y="301"/>
                  </a:cubicBezTo>
                  <a:lnTo>
                    <a:pt x="0" y="7272"/>
                  </a:lnTo>
                  <a:cubicBezTo>
                    <a:pt x="0" y="7473"/>
                    <a:pt x="159" y="7573"/>
                    <a:pt x="317" y="7573"/>
                  </a:cubicBezTo>
                  <a:cubicBezTo>
                    <a:pt x="476" y="7573"/>
                    <a:pt x="634" y="7473"/>
                    <a:pt x="634" y="7272"/>
                  </a:cubicBezTo>
                  <a:lnTo>
                    <a:pt x="634" y="301"/>
                  </a:lnTo>
                  <a:cubicBezTo>
                    <a:pt x="634" y="101"/>
                    <a:pt x="476" y="1"/>
                    <a:pt x="3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1"/>
            <p:cNvSpPr/>
            <p:nvPr/>
          </p:nvSpPr>
          <p:spPr>
            <a:xfrm rot="540967">
              <a:off x="4278681" y="2336728"/>
              <a:ext cx="24028" cy="194422"/>
            </a:xfrm>
            <a:custGeom>
              <a:rect b="b" l="l" r="r" t="t"/>
              <a:pathLst>
                <a:path extrusionOk="0" h="5138" w="635">
                  <a:moveTo>
                    <a:pt x="318" y="0"/>
                  </a:moveTo>
                  <a:cubicBezTo>
                    <a:pt x="159" y="0"/>
                    <a:pt x="1" y="100"/>
                    <a:pt x="1" y="301"/>
                  </a:cubicBezTo>
                  <a:lnTo>
                    <a:pt x="1" y="4837"/>
                  </a:lnTo>
                  <a:cubicBezTo>
                    <a:pt x="1" y="5037"/>
                    <a:pt x="159" y="5137"/>
                    <a:pt x="318" y="5137"/>
                  </a:cubicBezTo>
                  <a:cubicBezTo>
                    <a:pt x="476" y="5137"/>
                    <a:pt x="635" y="5037"/>
                    <a:pt x="635" y="4837"/>
                  </a:cubicBezTo>
                  <a:lnTo>
                    <a:pt x="635" y="301"/>
                  </a:lnTo>
                  <a:cubicBezTo>
                    <a:pt x="635" y="100"/>
                    <a:pt x="476" y="0"/>
                    <a:pt x="3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1"/>
            <p:cNvSpPr/>
            <p:nvPr/>
          </p:nvSpPr>
          <p:spPr>
            <a:xfrm rot="540967">
              <a:off x="4870902" y="2407850"/>
              <a:ext cx="23991" cy="223483"/>
            </a:xfrm>
            <a:custGeom>
              <a:rect b="b" l="l" r="r" t="t"/>
              <a:pathLst>
                <a:path extrusionOk="0" h="5906" w="634">
                  <a:moveTo>
                    <a:pt x="317" y="1"/>
                  </a:moveTo>
                  <a:cubicBezTo>
                    <a:pt x="159" y="1"/>
                    <a:pt x="0" y="101"/>
                    <a:pt x="0" y="301"/>
                  </a:cubicBezTo>
                  <a:lnTo>
                    <a:pt x="0" y="5605"/>
                  </a:lnTo>
                  <a:cubicBezTo>
                    <a:pt x="0" y="5805"/>
                    <a:pt x="159" y="5905"/>
                    <a:pt x="317" y="5905"/>
                  </a:cubicBezTo>
                  <a:cubicBezTo>
                    <a:pt x="475" y="5905"/>
                    <a:pt x="634" y="5805"/>
                    <a:pt x="634" y="5605"/>
                  </a:cubicBezTo>
                  <a:lnTo>
                    <a:pt x="634" y="301"/>
                  </a:lnTo>
                  <a:cubicBezTo>
                    <a:pt x="634" y="101"/>
                    <a:pt x="475" y="1"/>
                    <a:pt x="3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1"/>
            <p:cNvSpPr/>
            <p:nvPr/>
          </p:nvSpPr>
          <p:spPr>
            <a:xfrm rot="540967">
              <a:off x="4630683" y="2853099"/>
              <a:ext cx="24028" cy="266394"/>
            </a:xfrm>
            <a:custGeom>
              <a:rect b="b" l="l" r="r" t="t"/>
              <a:pathLst>
                <a:path extrusionOk="0" h="7040" w="635">
                  <a:moveTo>
                    <a:pt x="318" y="1"/>
                  </a:moveTo>
                  <a:cubicBezTo>
                    <a:pt x="159" y="1"/>
                    <a:pt x="1" y="101"/>
                    <a:pt x="1" y="301"/>
                  </a:cubicBezTo>
                  <a:lnTo>
                    <a:pt x="1" y="6739"/>
                  </a:lnTo>
                  <a:cubicBezTo>
                    <a:pt x="1" y="6939"/>
                    <a:pt x="159" y="7039"/>
                    <a:pt x="318" y="7039"/>
                  </a:cubicBezTo>
                  <a:cubicBezTo>
                    <a:pt x="476" y="7039"/>
                    <a:pt x="634" y="6939"/>
                    <a:pt x="634" y="6739"/>
                  </a:cubicBezTo>
                  <a:lnTo>
                    <a:pt x="634" y="301"/>
                  </a:lnTo>
                  <a:cubicBezTo>
                    <a:pt x="634" y="101"/>
                    <a:pt x="476" y="1"/>
                    <a:pt x="3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1"/>
            <p:cNvSpPr/>
            <p:nvPr/>
          </p:nvSpPr>
          <p:spPr>
            <a:xfrm rot="540967">
              <a:off x="3971323" y="3883535"/>
              <a:ext cx="125364" cy="191395"/>
            </a:xfrm>
            <a:custGeom>
              <a:rect b="b" l="l" r="r" t="t"/>
              <a:pathLst>
                <a:path extrusionOk="0" h="5058" w="3313">
                  <a:moveTo>
                    <a:pt x="2876" y="1"/>
                  </a:moveTo>
                  <a:cubicBezTo>
                    <a:pt x="2782" y="1"/>
                    <a:pt x="2692" y="47"/>
                    <a:pt x="2641" y="161"/>
                  </a:cubicBezTo>
                  <a:lnTo>
                    <a:pt x="139" y="4597"/>
                  </a:lnTo>
                  <a:cubicBezTo>
                    <a:pt x="1" y="4827"/>
                    <a:pt x="228" y="5058"/>
                    <a:pt x="448" y="5058"/>
                  </a:cubicBezTo>
                  <a:cubicBezTo>
                    <a:pt x="546" y="5058"/>
                    <a:pt x="644" y="5011"/>
                    <a:pt x="706" y="4897"/>
                  </a:cubicBezTo>
                  <a:lnTo>
                    <a:pt x="3174" y="461"/>
                  </a:lnTo>
                  <a:cubicBezTo>
                    <a:pt x="3312" y="231"/>
                    <a:pt x="3085" y="1"/>
                    <a:pt x="28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rot="540967">
              <a:off x="3966011" y="3958198"/>
              <a:ext cx="122904" cy="92405"/>
            </a:xfrm>
            <a:custGeom>
              <a:rect b="b" l="l" r="r" t="t"/>
              <a:pathLst>
                <a:path extrusionOk="0" h="2442" w="3248">
                  <a:moveTo>
                    <a:pt x="409" y="0"/>
                  </a:moveTo>
                  <a:cubicBezTo>
                    <a:pt x="173" y="0"/>
                    <a:pt x="0" y="413"/>
                    <a:pt x="273" y="604"/>
                  </a:cubicBezTo>
                  <a:cubicBezTo>
                    <a:pt x="1073" y="1204"/>
                    <a:pt x="1874" y="1805"/>
                    <a:pt x="2675" y="2372"/>
                  </a:cubicBezTo>
                  <a:cubicBezTo>
                    <a:pt x="2730" y="2421"/>
                    <a:pt x="2786" y="2442"/>
                    <a:pt x="2839" y="2442"/>
                  </a:cubicBezTo>
                  <a:cubicBezTo>
                    <a:pt x="3075" y="2442"/>
                    <a:pt x="3247" y="2029"/>
                    <a:pt x="2975" y="1838"/>
                  </a:cubicBezTo>
                  <a:lnTo>
                    <a:pt x="573" y="70"/>
                  </a:lnTo>
                  <a:cubicBezTo>
                    <a:pt x="518" y="21"/>
                    <a:pt x="462" y="0"/>
                    <a:pt x="4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1"/>
            <p:cNvSpPr/>
            <p:nvPr/>
          </p:nvSpPr>
          <p:spPr>
            <a:xfrm rot="540967">
              <a:off x="3788462" y="2510445"/>
              <a:ext cx="34737" cy="219661"/>
            </a:xfrm>
            <a:custGeom>
              <a:rect b="b" l="l" r="r" t="t"/>
              <a:pathLst>
                <a:path extrusionOk="0" h="5805" w="918">
                  <a:moveTo>
                    <a:pt x="309" y="0"/>
                  </a:moveTo>
                  <a:cubicBezTo>
                    <a:pt x="151" y="0"/>
                    <a:pt x="1" y="100"/>
                    <a:pt x="17" y="301"/>
                  </a:cubicBezTo>
                  <a:cubicBezTo>
                    <a:pt x="217" y="2002"/>
                    <a:pt x="284" y="3736"/>
                    <a:pt x="284" y="5504"/>
                  </a:cubicBezTo>
                  <a:cubicBezTo>
                    <a:pt x="284" y="5704"/>
                    <a:pt x="443" y="5804"/>
                    <a:pt x="601" y="5804"/>
                  </a:cubicBezTo>
                  <a:cubicBezTo>
                    <a:pt x="759" y="5804"/>
                    <a:pt x="918" y="5704"/>
                    <a:pt x="918" y="5504"/>
                  </a:cubicBezTo>
                  <a:cubicBezTo>
                    <a:pt x="918" y="3736"/>
                    <a:pt x="818" y="2002"/>
                    <a:pt x="651" y="301"/>
                  </a:cubicBezTo>
                  <a:cubicBezTo>
                    <a:pt x="634" y="100"/>
                    <a:pt x="468" y="0"/>
                    <a:pt x="3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1"/>
            <p:cNvSpPr/>
            <p:nvPr/>
          </p:nvSpPr>
          <p:spPr>
            <a:xfrm rot="540967">
              <a:off x="3761584" y="2598481"/>
              <a:ext cx="146403" cy="28985"/>
            </a:xfrm>
            <a:custGeom>
              <a:rect b="b" l="l" r="r" t="t"/>
              <a:pathLst>
                <a:path extrusionOk="0" h="766" w="3869">
                  <a:moveTo>
                    <a:pt x="1226" y="0"/>
                  </a:moveTo>
                  <a:cubicBezTo>
                    <a:pt x="952" y="0"/>
                    <a:pt x="677" y="8"/>
                    <a:pt x="400" y="26"/>
                  </a:cubicBezTo>
                  <a:cubicBezTo>
                    <a:pt x="10" y="26"/>
                    <a:pt x="0" y="628"/>
                    <a:pt x="370" y="628"/>
                  </a:cubicBezTo>
                  <a:cubicBezTo>
                    <a:pt x="380" y="628"/>
                    <a:pt x="390" y="628"/>
                    <a:pt x="400" y="627"/>
                  </a:cubicBezTo>
                  <a:cubicBezTo>
                    <a:pt x="583" y="621"/>
                    <a:pt x="766" y="618"/>
                    <a:pt x="947" y="618"/>
                  </a:cubicBezTo>
                  <a:cubicBezTo>
                    <a:pt x="1790" y="618"/>
                    <a:pt x="2618" y="678"/>
                    <a:pt x="3469" y="760"/>
                  </a:cubicBezTo>
                  <a:cubicBezTo>
                    <a:pt x="3489" y="763"/>
                    <a:pt x="3508" y="765"/>
                    <a:pt x="3526" y="765"/>
                  </a:cubicBezTo>
                  <a:cubicBezTo>
                    <a:pt x="3868" y="765"/>
                    <a:pt x="3849" y="191"/>
                    <a:pt x="3469" y="160"/>
                  </a:cubicBezTo>
                  <a:cubicBezTo>
                    <a:pt x="2712" y="62"/>
                    <a:pt x="1973" y="0"/>
                    <a:pt x="12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grpSp>
        <p:nvGrpSpPr>
          <p:cNvPr id="861" name="Google Shape;861;p22"/>
          <p:cNvGrpSpPr/>
          <p:nvPr/>
        </p:nvGrpSpPr>
        <p:grpSpPr>
          <a:xfrm>
            <a:off x="1733119" y="1419575"/>
            <a:ext cx="5707523" cy="3007875"/>
            <a:chOff x="1733119" y="1419575"/>
            <a:chExt cx="5707523" cy="3007875"/>
          </a:xfrm>
        </p:grpSpPr>
        <p:sp>
          <p:nvSpPr>
            <p:cNvPr id="862" name="Google Shape;862;p22"/>
            <p:cNvSpPr/>
            <p:nvPr/>
          </p:nvSpPr>
          <p:spPr>
            <a:xfrm>
              <a:off x="3461703" y="2172329"/>
              <a:ext cx="2250375" cy="1439475"/>
            </a:xfrm>
            <a:custGeom>
              <a:rect b="b" l="l" r="r" t="t"/>
              <a:pathLst>
                <a:path extrusionOk="0" h="57579" w="90015">
                  <a:moveTo>
                    <a:pt x="21277" y="2314"/>
                  </a:moveTo>
                  <a:cubicBezTo>
                    <a:pt x="12464" y="5252"/>
                    <a:pt x="5486" y="12413"/>
                    <a:pt x="2548" y="19390"/>
                  </a:cubicBezTo>
                  <a:cubicBezTo>
                    <a:pt x="-390" y="26367"/>
                    <a:pt x="-1675" y="37930"/>
                    <a:pt x="3650" y="44178"/>
                  </a:cubicBezTo>
                  <a:cubicBezTo>
                    <a:pt x="8975" y="50426"/>
                    <a:pt x="22562" y="55225"/>
                    <a:pt x="34497" y="56877"/>
                  </a:cubicBezTo>
                  <a:cubicBezTo>
                    <a:pt x="46432" y="58530"/>
                    <a:pt x="66170" y="57128"/>
                    <a:pt x="75259" y="54093"/>
                  </a:cubicBezTo>
                  <a:cubicBezTo>
                    <a:pt x="84348" y="51058"/>
                    <a:pt x="87378" y="44820"/>
                    <a:pt x="89030" y="38669"/>
                  </a:cubicBezTo>
                  <a:cubicBezTo>
                    <a:pt x="90683" y="32518"/>
                    <a:pt x="90774" y="23337"/>
                    <a:pt x="85174" y="17186"/>
                  </a:cubicBezTo>
                  <a:cubicBezTo>
                    <a:pt x="79574" y="11035"/>
                    <a:pt x="66079" y="4242"/>
                    <a:pt x="55429" y="1763"/>
                  </a:cubicBezTo>
                  <a:cubicBezTo>
                    <a:pt x="44780" y="-716"/>
                    <a:pt x="30091" y="-624"/>
                    <a:pt x="21277" y="2314"/>
                  </a:cubicBezTo>
                  <a:close/>
                </a:path>
              </a:pathLst>
            </a:custGeom>
            <a:noFill/>
            <a:ln cap="flat" cmpd="sng" w="19050">
              <a:solidFill>
                <a:schemeClr val="lt1"/>
              </a:solidFill>
              <a:prstDash val="solid"/>
              <a:round/>
              <a:headEnd len="med" w="med" type="none"/>
              <a:tailEnd len="med" w="med" type="none"/>
            </a:ln>
          </p:spPr>
        </p:sp>
        <p:sp>
          <p:nvSpPr>
            <p:cNvPr id="863" name="Google Shape;863;p22"/>
            <p:cNvSpPr/>
            <p:nvPr/>
          </p:nvSpPr>
          <p:spPr>
            <a:xfrm>
              <a:off x="3460813" y="1419575"/>
              <a:ext cx="2251145" cy="516425"/>
            </a:xfrm>
            <a:custGeom>
              <a:rect b="b" l="l" r="r" t="t"/>
              <a:pathLst>
                <a:path extrusionOk="0" h="20657" w="82626">
                  <a:moveTo>
                    <a:pt x="1101" y="2754"/>
                  </a:moveTo>
                  <a:lnTo>
                    <a:pt x="1377" y="20657"/>
                  </a:lnTo>
                  <a:lnTo>
                    <a:pt x="82626" y="20657"/>
                  </a:lnTo>
                  <a:lnTo>
                    <a:pt x="82351" y="1928"/>
                  </a:lnTo>
                  <a:lnTo>
                    <a:pt x="0" y="0"/>
                  </a:lnTo>
                </a:path>
              </a:pathLst>
            </a:custGeom>
            <a:noFill/>
            <a:ln cap="flat" cmpd="sng" w="19050">
              <a:solidFill>
                <a:schemeClr val="lt1"/>
              </a:solidFill>
              <a:prstDash val="solid"/>
              <a:round/>
              <a:headEnd len="med" w="med" type="none"/>
              <a:tailEnd len="med" w="med" type="none"/>
            </a:ln>
          </p:spPr>
        </p:sp>
        <p:sp>
          <p:nvSpPr>
            <p:cNvPr id="864" name="Google Shape;864;p22"/>
            <p:cNvSpPr/>
            <p:nvPr/>
          </p:nvSpPr>
          <p:spPr>
            <a:xfrm rot="10800000">
              <a:off x="3460800" y="3814650"/>
              <a:ext cx="2251158" cy="612800"/>
            </a:xfrm>
            <a:custGeom>
              <a:rect b="b" l="l" r="r" t="t"/>
              <a:pathLst>
                <a:path extrusionOk="0" h="24512" w="88961">
                  <a:moveTo>
                    <a:pt x="3030" y="1652"/>
                  </a:moveTo>
                  <a:lnTo>
                    <a:pt x="88961" y="0"/>
                  </a:lnTo>
                  <a:lnTo>
                    <a:pt x="87033" y="24512"/>
                  </a:lnTo>
                  <a:lnTo>
                    <a:pt x="2203" y="20105"/>
                  </a:lnTo>
                  <a:lnTo>
                    <a:pt x="0" y="1377"/>
                  </a:lnTo>
                </a:path>
              </a:pathLst>
            </a:custGeom>
            <a:noFill/>
            <a:ln cap="flat" cmpd="sng" w="19050">
              <a:solidFill>
                <a:schemeClr val="lt1"/>
              </a:solidFill>
              <a:prstDash val="solid"/>
              <a:round/>
              <a:headEnd len="med" w="med" type="none"/>
              <a:tailEnd len="med" w="med" type="none"/>
            </a:ln>
          </p:spPr>
        </p:sp>
        <p:grpSp>
          <p:nvGrpSpPr>
            <p:cNvPr id="865" name="Google Shape;865;p22"/>
            <p:cNvGrpSpPr/>
            <p:nvPr/>
          </p:nvGrpSpPr>
          <p:grpSpPr>
            <a:xfrm>
              <a:off x="1733119" y="1482637"/>
              <a:ext cx="5707523" cy="2846585"/>
              <a:chOff x="1733119" y="1482637"/>
              <a:chExt cx="5707523" cy="2846585"/>
            </a:xfrm>
          </p:grpSpPr>
          <p:grpSp>
            <p:nvGrpSpPr>
              <p:cNvPr id="866" name="Google Shape;866;p22"/>
              <p:cNvGrpSpPr/>
              <p:nvPr/>
            </p:nvGrpSpPr>
            <p:grpSpPr>
              <a:xfrm rot="-8779788">
                <a:off x="6003105" y="1539572"/>
                <a:ext cx="288915" cy="276042"/>
                <a:chOff x="5072449" y="3591321"/>
                <a:chExt cx="401347" cy="383466"/>
              </a:xfrm>
            </p:grpSpPr>
            <p:sp>
              <p:nvSpPr>
                <p:cNvPr id="867" name="Google Shape;867;p22"/>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2"/>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 name="Google Shape;869;p22"/>
              <p:cNvGrpSpPr/>
              <p:nvPr/>
            </p:nvGrpSpPr>
            <p:grpSpPr>
              <a:xfrm rot="2026437">
                <a:off x="2852013" y="1540138"/>
                <a:ext cx="288926" cy="276032"/>
                <a:chOff x="5072449" y="3591321"/>
                <a:chExt cx="401347" cy="383466"/>
              </a:xfrm>
            </p:grpSpPr>
            <p:sp>
              <p:nvSpPr>
                <p:cNvPr id="870" name="Google Shape;870;p22"/>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2"/>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2" name="Google Shape;872;p22"/>
              <p:cNvGrpSpPr/>
              <p:nvPr/>
            </p:nvGrpSpPr>
            <p:grpSpPr>
              <a:xfrm rot="-8779788">
                <a:off x="6003105" y="3995597"/>
                <a:ext cx="288915" cy="276042"/>
                <a:chOff x="5072449" y="3591321"/>
                <a:chExt cx="401347" cy="383466"/>
              </a:xfrm>
            </p:grpSpPr>
            <p:sp>
              <p:nvSpPr>
                <p:cNvPr id="873" name="Google Shape;873;p22"/>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2"/>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 name="Google Shape;875;p22"/>
              <p:cNvGrpSpPr/>
              <p:nvPr/>
            </p:nvGrpSpPr>
            <p:grpSpPr>
              <a:xfrm rot="2026437">
                <a:off x="2852013" y="3996163"/>
                <a:ext cx="288926" cy="276032"/>
                <a:chOff x="5072449" y="3591321"/>
                <a:chExt cx="401347" cy="383466"/>
              </a:xfrm>
            </p:grpSpPr>
            <p:sp>
              <p:nvSpPr>
                <p:cNvPr id="876" name="Google Shape;876;p22"/>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2"/>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8" name="Google Shape;878;p22"/>
              <p:cNvGrpSpPr/>
              <p:nvPr/>
            </p:nvGrpSpPr>
            <p:grpSpPr>
              <a:xfrm rot="-3148068">
                <a:off x="7098763" y="2761404"/>
                <a:ext cx="288885" cy="276014"/>
                <a:chOff x="5072449" y="3591321"/>
                <a:chExt cx="401347" cy="383466"/>
              </a:xfrm>
            </p:grpSpPr>
            <p:sp>
              <p:nvSpPr>
                <p:cNvPr id="879" name="Google Shape;879;p22"/>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2"/>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1" name="Google Shape;881;p22"/>
              <p:cNvGrpSpPr/>
              <p:nvPr/>
            </p:nvGrpSpPr>
            <p:grpSpPr>
              <a:xfrm rot="-3148068">
                <a:off x="1786113" y="2761404"/>
                <a:ext cx="288885" cy="276014"/>
                <a:chOff x="5072449" y="3591321"/>
                <a:chExt cx="401347" cy="383466"/>
              </a:xfrm>
            </p:grpSpPr>
            <p:sp>
              <p:nvSpPr>
                <p:cNvPr id="882" name="Google Shape;882;p22"/>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2"/>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884" name="Google Shape;884;p22"/>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885" name="Google Shape;885;p22"/>
          <p:cNvGrpSpPr/>
          <p:nvPr/>
        </p:nvGrpSpPr>
        <p:grpSpPr>
          <a:xfrm>
            <a:off x="3771892" y="2481563"/>
            <a:ext cx="1600200" cy="841959"/>
            <a:chOff x="3771892" y="2481563"/>
            <a:chExt cx="1600200" cy="841959"/>
          </a:xfrm>
        </p:grpSpPr>
        <p:sp>
          <p:nvSpPr>
            <p:cNvPr id="886" name="Google Shape;886;p22"/>
            <p:cNvSpPr txBox="1"/>
            <p:nvPr/>
          </p:nvSpPr>
          <p:spPr>
            <a:xfrm>
              <a:off x="3771892" y="2816822"/>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It is the farthest one from the Sun</a:t>
              </a:r>
              <a:endParaRPr>
                <a:solidFill>
                  <a:schemeClr val="lt1"/>
                </a:solidFill>
                <a:latin typeface="Catamaran"/>
                <a:ea typeface="Catamaran"/>
                <a:cs typeface="Catamaran"/>
                <a:sym typeface="Catamaran"/>
              </a:endParaRPr>
            </a:p>
          </p:txBody>
        </p:sp>
        <p:sp>
          <p:nvSpPr>
            <p:cNvPr id="887" name="Google Shape;887;p22"/>
            <p:cNvSpPr txBox="1"/>
            <p:nvPr/>
          </p:nvSpPr>
          <p:spPr>
            <a:xfrm>
              <a:off x="3972742" y="248156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888" name="Google Shape;888;p22"/>
          <p:cNvSpPr txBox="1"/>
          <p:nvPr/>
        </p:nvSpPr>
        <p:spPr>
          <a:xfrm>
            <a:off x="3972742" y="1510075"/>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889" name="Google Shape;889;p22"/>
          <p:cNvSpPr txBox="1"/>
          <p:nvPr/>
        </p:nvSpPr>
        <p:spPr>
          <a:xfrm>
            <a:off x="3972742" y="395335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nvGrpSpPr>
          <p:cNvPr id="890" name="Google Shape;890;p22"/>
          <p:cNvGrpSpPr/>
          <p:nvPr/>
        </p:nvGrpSpPr>
        <p:grpSpPr>
          <a:xfrm>
            <a:off x="1100292" y="1256788"/>
            <a:ext cx="1600200" cy="841959"/>
            <a:chOff x="1100292" y="1256788"/>
            <a:chExt cx="1600200" cy="841959"/>
          </a:xfrm>
        </p:grpSpPr>
        <p:sp>
          <p:nvSpPr>
            <p:cNvPr id="891" name="Google Shape;891;p22"/>
            <p:cNvSpPr txBox="1"/>
            <p:nvPr/>
          </p:nvSpPr>
          <p:spPr>
            <a:xfrm>
              <a:off x="1100292" y="1592047"/>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Despite being red, Mars is cold</a:t>
              </a:r>
              <a:endParaRPr>
                <a:solidFill>
                  <a:schemeClr val="lt1"/>
                </a:solidFill>
                <a:latin typeface="Catamaran"/>
                <a:ea typeface="Catamaran"/>
                <a:cs typeface="Catamaran"/>
                <a:sym typeface="Catamaran"/>
              </a:endParaRPr>
            </a:p>
          </p:txBody>
        </p:sp>
        <p:sp>
          <p:nvSpPr>
            <p:cNvPr id="892" name="Google Shape;892;p22"/>
            <p:cNvSpPr txBox="1"/>
            <p:nvPr/>
          </p:nvSpPr>
          <p:spPr>
            <a:xfrm>
              <a:off x="1301142" y="12567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893" name="Google Shape;893;p22"/>
          <p:cNvGrpSpPr/>
          <p:nvPr/>
        </p:nvGrpSpPr>
        <p:grpSpPr>
          <a:xfrm>
            <a:off x="1100292" y="3700063"/>
            <a:ext cx="1600200" cy="841959"/>
            <a:chOff x="1100292" y="3700063"/>
            <a:chExt cx="1600200" cy="841959"/>
          </a:xfrm>
        </p:grpSpPr>
        <p:sp>
          <p:nvSpPr>
            <p:cNvPr id="894" name="Google Shape;894;p22"/>
            <p:cNvSpPr txBox="1"/>
            <p:nvPr/>
          </p:nvSpPr>
          <p:spPr>
            <a:xfrm>
              <a:off x="1100292" y="4035322"/>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It is the biggest planet of them all</a:t>
              </a:r>
              <a:endParaRPr>
                <a:solidFill>
                  <a:schemeClr val="lt1"/>
                </a:solidFill>
                <a:latin typeface="Catamaran"/>
                <a:ea typeface="Catamaran"/>
                <a:cs typeface="Catamaran"/>
                <a:sym typeface="Catamaran"/>
              </a:endParaRPr>
            </a:p>
          </p:txBody>
        </p:sp>
        <p:sp>
          <p:nvSpPr>
            <p:cNvPr id="895" name="Google Shape;895;p22"/>
            <p:cNvSpPr txBox="1"/>
            <p:nvPr/>
          </p:nvSpPr>
          <p:spPr>
            <a:xfrm>
              <a:off x="1301142" y="370006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896" name="Google Shape;896;p22"/>
          <p:cNvGrpSpPr/>
          <p:nvPr/>
        </p:nvGrpSpPr>
        <p:grpSpPr>
          <a:xfrm>
            <a:off x="6443492" y="1256788"/>
            <a:ext cx="1600200" cy="841959"/>
            <a:chOff x="6443492" y="1256788"/>
            <a:chExt cx="1600200" cy="841959"/>
          </a:xfrm>
        </p:grpSpPr>
        <p:sp>
          <p:nvSpPr>
            <p:cNvPr id="897" name="Google Shape;897;p22"/>
            <p:cNvSpPr txBox="1"/>
            <p:nvPr/>
          </p:nvSpPr>
          <p:spPr>
            <a:xfrm>
              <a:off x="6443492" y="1592047"/>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Earth is the planet that harbors life</a:t>
              </a:r>
              <a:endParaRPr>
                <a:solidFill>
                  <a:schemeClr val="lt1"/>
                </a:solidFill>
                <a:latin typeface="Catamaran"/>
                <a:ea typeface="Catamaran"/>
                <a:cs typeface="Catamaran"/>
                <a:sym typeface="Catamaran"/>
              </a:endParaRPr>
            </a:p>
          </p:txBody>
        </p:sp>
        <p:sp>
          <p:nvSpPr>
            <p:cNvPr id="898" name="Google Shape;898;p22"/>
            <p:cNvSpPr txBox="1"/>
            <p:nvPr/>
          </p:nvSpPr>
          <p:spPr>
            <a:xfrm>
              <a:off x="6644342" y="12567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899" name="Google Shape;899;p22"/>
          <p:cNvGrpSpPr/>
          <p:nvPr/>
        </p:nvGrpSpPr>
        <p:grpSpPr>
          <a:xfrm>
            <a:off x="6443492" y="3700063"/>
            <a:ext cx="1600200" cy="841959"/>
            <a:chOff x="6443492" y="3700063"/>
            <a:chExt cx="1600200" cy="841959"/>
          </a:xfrm>
        </p:grpSpPr>
        <p:sp>
          <p:nvSpPr>
            <p:cNvPr id="900" name="Google Shape;900;p22"/>
            <p:cNvSpPr txBox="1"/>
            <p:nvPr/>
          </p:nvSpPr>
          <p:spPr>
            <a:xfrm>
              <a:off x="6443492" y="4035322"/>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Venus has a really nice name </a:t>
              </a:r>
              <a:endParaRPr>
                <a:solidFill>
                  <a:schemeClr val="lt1"/>
                </a:solidFill>
                <a:latin typeface="Catamaran"/>
                <a:ea typeface="Catamaran"/>
                <a:cs typeface="Catamaran"/>
                <a:sym typeface="Catamaran"/>
              </a:endParaRPr>
            </a:p>
          </p:txBody>
        </p:sp>
        <p:sp>
          <p:nvSpPr>
            <p:cNvPr id="901" name="Google Shape;901;p22"/>
            <p:cNvSpPr txBox="1"/>
            <p:nvPr/>
          </p:nvSpPr>
          <p:spPr>
            <a:xfrm>
              <a:off x="6644342" y="370006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grpSp>
        <p:nvGrpSpPr>
          <p:cNvPr id="906" name="Google Shape;906;p23"/>
          <p:cNvGrpSpPr/>
          <p:nvPr/>
        </p:nvGrpSpPr>
        <p:grpSpPr>
          <a:xfrm>
            <a:off x="452453" y="1376388"/>
            <a:ext cx="8242950" cy="3350713"/>
            <a:chOff x="459150" y="1376388"/>
            <a:chExt cx="8242950" cy="3350713"/>
          </a:xfrm>
        </p:grpSpPr>
        <p:sp>
          <p:nvSpPr>
            <p:cNvPr id="907" name="Google Shape;907;p23"/>
            <p:cNvSpPr/>
            <p:nvPr/>
          </p:nvSpPr>
          <p:spPr>
            <a:xfrm>
              <a:off x="5337900" y="1376388"/>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3"/>
            <p:cNvSpPr/>
            <p:nvPr/>
          </p:nvSpPr>
          <p:spPr>
            <a:xfrm>
              <a:off x="7547713" y="1376388"/>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3"/>
            <p:cNvSpPr/>
            <p:nvPr/>
          </p:nvSpPr>
          <p:spPr>
            <a:xfrm>
              <a:off x="923850" y="4060200"/>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3"/>
            <p:cNvSpPr/>
            <p:nvPr/>
          </p:nvSpPr>
          <p:spPr>
            <a:xfrm>
              <a:off x="3133650" y="4060200"/>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3"/>
            <p:cNvSpPr/>
            <p:nvPr/>
          </p:nvSpPr>
          <p:spPr>
            <a:xfrm>
              <a:off x="923850" y="2718300"/>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3"/>
            <p:cNvSpPr/>
            <p:nvPr/>
          </p:nvSpPr>
          <p:spPr>
            <a:xfrm>
              <a:off x="3133663" y="2718300"/>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3"/>
            <p:cNvSpPr/>
            <p:nvPr/>
          </p:nvSpPr>
          <p:spPr>
            <a:xfrm>
              <a:off x="7547700" y="2718300"/>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3"/>
            <p:cNvSpPr/>
            <p:nvPr/>
          </p:nvSpPr>
          <p:spPr>
            <a:xfrm>
              <a:off x="5337900" y="2718300"/>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5" name="Google Shape;915;p23"/>
            <p:cNvCxnSpPr>
              <a:endCxn id="911" idx="2"/>
            </p:cNvCxnSpPr>
            <p:nvPr/>
          </p:nvCxnSpPr>
          <p:spPr>
            <a:xfrm>
              <a:off x="459150" y="3051750"/>
              <a:ext cx="464700" cy="0"/>
            </a:xfrm>
            <a:prstGeom prst="straightConnector1">
              <a:avLst/>
            </a:prstGeom>
            <a:noFill/>
            <a:ln cap="flat" cmpd="sng" w="19050">
              <a:solidFill>
                <a:schemeClr val="lt1"/>
              </a:solidFill>
              <a:prstDash val="solid"/>
              <a:round/>
              <a:headEnd len="med" w="med" type="none"/>
              <a:tailEnd len="med" w="med" type="none"/>
            </a:ln>
          </p:spPr>
        </p:cxnSp>
        <p:cxnSp>
          <p:nvCxnSpPr>
            <p:cNvPr id="916" name="Google Shape;916;p23"/>
            <p:cNvCxnSpPr>
              <a:stCxn id="911" idx="6"/>
              <a:endCxn id="912" idx="2"/>
            </p:cNvCxnSpPr>
            <p:nvPr/>
          </p:nvCxnSpPr>
          <p:spPr>
            <a:xfrm>
              <a:off x="1590750" y="3051750"/>
              <a:ext cx="1542900" cy="0"/>
            </a:xfrm>
            <a:prstGeom prst="straightConnector1">
              <a:avLst/>
            </a:prstGeom>
            <a:noFill/>
            <a:ln cap="flat" cmpd="sng" w="19050">
              <a:solidFill>
                <a:schemeClr val="lt1"/>
              </a:solidFill>
              <a:prstDash val="solid"/>
              <a:round/>
              <a:headEnd len="med" w="med" type="none"/>
              <a:tailEnd len="med" w="med" type="none"/>
            </a:ln>
          </p:spPr>
        </p:cxnSp>
        <p:cxnSp>
          <p:nvCxnSpPr>
            <p:cNvPr id="917" name="Google Shape;917;p23"/>
            <p:cNvCxnSpPr>
              <a:stCxn id="912" idx="6"/>
              <a:endCxn id="918" idx="1"/>
            </p:cNvCxnSpPr>
            <p:nvPr/>
          </p:nvCxnSpPr>
          <p:spPr>
            <a:xfrm>
              <a:off x="3800563" y="3051750"/>
              <a:ext cx="1537500" cy="13800"/>
            </a:xfrm>
            <a:prstGeom prst="straightConnector1">
              <a:avLst/>
            </a:prstGeom>
            <a:noFill/>
            <a:ln cap="flat" cmpd="sng" w="19050">
              <a:solidFill>
                <a:schemeClr val="lt1"/>
              </a:solidFill>
              <a:prstDash val="solid"/>
              <a:round/>
              <a:headEnd len="med" w="med" type="none"/>
              <a:tailEnd len="med" w="med" type="none"/>
            </a:ln>
          </p:spPr>
        </p:cxnSp>
        <p:cxnSp>
          <p:nvCxnSpPr>
            <p:cNvPr id="919" name="Google Shape;919;p23"/>
            <p:cNvCxnSpPr>
              <a:stCxn id="914" idx="6"/>
              <a:endCxn id="920" idx="1"/>
            </p:cNvCxnSpPr>
            <p:nvPr/>
          </p:nvCxnSpPr>
          <p:spPr>
            <a:xfrm>
              <a:off x="6004800" y="3051750"/>
              <a:ext cx="1542900" cy="0"/>
            </a:xfrm>
            <a:prstGeom prst="straightConnector1">
              <a:avLst/>
            </a:prstGeom>
            <a:noFill/>
            <a:ln cap="flat" cmpd="sng" w="19050">
              <a:solidFill>
                <a:schemeClr val="lt1"/>
              </a:solidFill>
              <a:prstDash val="solid"/>
              <a:round/>
              <a:headEnd len="med" w="med" type="none"/>
              <a:tailEnd len="med" w="med" type="none"/>
            </a:ln>
          </p:spPr>
        </p:cxnSp>
        <p:cxnSp>
          <p:nvCxnSpPr>
            <p:cNvPr id="921" name="Google Shape;921;p23"/>
            <p:cNvCxnSpPr>
              <a:stCxn id="913" idx="6"/>
            </p:cNvCxnSpPr>
            <p:nvPr/>
          </p:nvCxnSpPr>
          <p:spPr>
            <a:xfrm>
              <a:off x="8214600" y="3051750"/>
              <a:ext cx="487500" cy="0"/>
            </a:xfrm>
            <a:prstGeom prst="straightConnector1">
              <a:avLst/>
            </a:prstGeom>
            <a:noFill/>
            <a:ln cap="flat" cmpd="sng" w="19050">
              <a:solidFill>
                <a:schemeClr val="lt1"/>
              </a:solidFill>
              <a:prstDash val="solid"/>
              <a:round/>
              <a:headEnd len="med" w="med" type="none"/>
              <a:tailEnd len="med" w="med" type="none"/>
            </a:ln>
          </p:spPr>
        </p:cxnSp>
        <p:grpSp>
          <p:nvGrpSpPr>
            <p:cNvPr id="922" name="Google Shape;922;p23"/>
            <p:cNvGrpSpPr/>
            <p:nvPr/>
          </p:nvGrpSpPr>
          <p:grpSpPr>
            <a:xfrm rot="5400000">
              <a:off x="987841" y="3603811"/>
              <a:ext cx="538920" cy="93304"/>
              <a:chOff x="9896451" y="4678013"/>
              <a:chExt cx="670299" cy="116050"/>
            </a:xfrm>
          </p:grpSpPr>
          <p:sp>
            <p:nvSpPr>
              <p:cNvPr id="923" name="Google Shape;923;p23"/>
              <p:cNvSpPr/>
              <p:nvPr/>
            </p:nvSpPr>
            <p:spPr>
              <a:xfrm>
                <a:off x="9896451" y="4720625"/>
                <a:ext cx="662580" cy="15875"/>
              </a:xfrm>
              <a:custGeom>
                <a:rect b="b" l="l" r="r" t="t"/>
                <a:pathLst>
                  <a:path extrusionOk="0" h="635" w="62112">
                    <a:moveTo>
                      <a:pt x="401" y="0"/>
                    </a:moveTo>
                    <a:cubicBezTo>
                      <a:pt x="1" y="0"/>
                      <a:pt x="1" y="634"/>
                      <a:pt x="401" y="634"/>
                    </a:cubicBezTo>
                    <a:lnTo>
                      <a:pt x="61711" y="634"/>
                    </a:lnTo>
                    <a:cubicBezTo>
                      <a:pt x="62112" y="634"/>
                      <a:pt x="62112" y="0"/>
                      <a:pt x="6171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3"/>
              <p:cNvSpPr/>
              <p:nvPr/>
            </p:nvSpPr>
            <p:spPr>
              <a:xfrm>
                <a:off x="10496325" y="4678013"/>
                <a:ext cx="70425" cy="54075"/>
              </a:xfrm>
              <a:custGeom>
                <a:rect b="b" l="l" r="r" t="t"/>
                <a:pathLst>
                  <a:path extrusionOk="0" h="2163" w="2817">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3"/>
              <p:cNvSpPr/>
              <p:nvPr/>
            </p:nvSpPr>
            <p:spPr>
              <a:xfrm>
                <a:off x="10512025" y="4728113"/>
                <a:ext cx="51500" cy="65950"/>
              </a:xfrm>
              <a:custGeom>
                <a:rect b="b" l="l" r="r" t="t"/>
                <a:pathLst>
                  <a:path extrusionOk="0" h="2638" w="206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 name="Google Shape;926;p23"/>
            <p:cNvGrpSpPr/>
            <p:nvPr/>
          </p:nvGrpSpPr>
          <p:grpSpPr>
            <a:xfrm rot="5400000">
              <a:off x="3197641" y="3603811"/>
              <a:ext cx="538920" cy="93304"/>
              <a:chOff x="9896451" y="4678013"/>
              <a:chExt cx="670299" cy="116050"/>
            </a:xfrm>
          </p:grpSpPr>
          <p:sp>
            <p:nvSpPr>
              <p:cNvPr id="927" name="Google Shape;927;p23"/>
              <p:cNvSpPr/>
              <p:nvPr/>
            </p:nvSpPr>
            <p:spPr>
              <a:xfrm>
                <a:off x="9896451" y="4720625"/>
                <a:ext cx="662580" cy="15875"/>
              </a:xfrm>
              <a:custGeom>
                <a:rect b="b" l="l" r="r" t="t"/>
                <a:pathLst>
                  <a:path extrusionOk="0" h="635" w="62112">
                    <a:moveTo>
                      <a:pt x="401" y="0"/>
                    </a:moveTo>
                    <a:cubicBezTo>
                      <a:pt x="1" y="0"/>
                      <a:pt x="1" y="634"/>
                      <a:pt x="401" y="634"/>
                    </a:cubicBezTo>
                    <a:lnTo>
                      <a:pt x="61711" y="634"/>
                    </a:lnTo>
                    <a:cubicBezTo>
                      <a:pt x="62112" y="634"/>
                      <a:pt x="62112" y="0"/>
                      <a:pt x="6171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3"/>
              <p:cNvSpPr/>
              <p:nvPr/>
            </p:nvSpPr>
            <p:spPr>
              <a:xfrm>
                <a:off x="10496325" y="4678013"/>
                <a:ext cx="70425" cy="54075"/>
              </a:xfrm>
              <a:custGeom>
                <a:rect b="b" l="l" r="r" t="t"/>
                <a:pathLst>
                  <a:path extrusionOk="0" h="2163" w="2817">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3"/>
              <p:cNvSpPr/>
              <p:nvPr/>
            </p:nvSpPr>
            <p:spPr>
              <a:xfrm>
                <a:off x="10512025" y="4728113"/>
                <a:ext cx="51500" cy="65950"/>
              </a:xfrm>
              <a:custGeom>
                <a:rect b="b" l="l" r="r" t="t"/>
                <a:pathLst>
                  <a:path extrusionOk="0" h="2638" w="206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0" name="Google Shape;930;p23"/>
            <p:cNvGrpSpPr/>
            <p:nvPr/>
          </p:nvGrpSpPr>
          <p:grpSpPr>
            <a:xfrm rot="-5400000">
              <a:off x="5407466" y="2401411"/>
              <a:ext cx="538920" cy="93304"/>
              <a:chOff x="9896451" y="4678013"/>
              <a:chExt cx="670299" cy="116050"/>
            </a:xfrm>
          </p:grpSpPr>
          <p:sp>
            <p:nvSpPr>
              <p:cNvPr id="931" name="Google Shape;931;p23"/>
              <p:cNvSpPr/>
              <p:nvPr/>
            </p:nvSpPr>
            <p:spPr>
              <a:xfrm>
                <a:off x="9896451" y="4720625"/>
                <a:ext cx="662580" cy="15875"/>
              </a:xfrm>
              <a:custGeom>
                <a:rect b="b" l="l" r="r" t="t"/>
                <a:pathLst>
                  <a:path extrusionOk="0" h="635" w="62112">
                    <a:moveTo>
                      <a:pt x="401" y="0"/>
                    </a:moveTo>
                    <a:cubicBezTo>
                      <a:pt x="1" y="0"/>
                      <a:pt x="1" y="634"/>
                      <a:pt x="401" y="634"/>
                    </a:cubicBezTo>
                    <a:lnTo>
                      <a:pt x="61711" y="634"/>
                    </a:lnTo>
                    <a:cubicBezTo>
                      <a:pt x="62112" y="634"/>
                      <a:pt x="62112" y="0"/>
                      <a:pt x="6171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3"/>
              <p:cNvSpPr/>
              <p:nvPr/>
            </p:nvSpPr>
            <p:spPr>
              <a:xfrm>
                <a:off x="10496325" y="4678013"/>
                <a:ext cx="70425" cy="54075"/>
              </a:xfrm>
              <a:custGeom>
                <a:rect b="b" l="l" r="r" t="t"/>
                <a:pathLst>
                  <a:path extrusionOk="0" h="2163" w="2817">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3"/>
              <p:cNvSpPr/>
              <p:nvPr/>
            </p:nvSpPr>
            <p:spPr>
              <a:xfrm>
                <a:off x="10512025" y="4728113"/>
                <a:ext cx="51500" cy="65950"/>
              </a:xfrm>
              <a:custGeom>
                <a:rect b="b" l="l" r="r" t="t"/>
                <a:pathLst>
                  <a:path extrusionOk="0" h="2638" w="206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4" name="Google Shape;934;p23"/>
            <p:cNvGrpSpPr/>
            <p:nvPr/>
          </p:nvGrpSpPr>
          <p:grpSpPr>
            <a:xfrm rot="-5400000">
              <a:off x="7617266" y="2401411"/>
              <a:ext cx="538920" cy="93304"/>
              <a:chOff x="9896451" y="4678013"/>
              <a:chExt cx="670299" cy="116050"/>
            </a:xfrm>
          </p:grpSpPr>
          <p:sp>
            <p:nvSpPr>
              <p:cNvPr id="935" name="Google Shape;935;p23"/>
              <p:cNvSpPr/>
              <p:nvPr/>
            </p:nvSpPr>
            <p:spPr>
              <a:xfrm>
                <a:off x="9896451" y="4720625"/>
                <a:ext cx="662580" cy="15875"/>
              </a:xfrm>
              <a:custGeom>
                <a:rect b="b" l="l" r="r" t="t"/>
                <a:pathLst>
                  <a:path extrusionOk="0" h="635" w="62112">
                    <a:moveTo>
                      <a:pt x="401" y="0"/>
                    </a:moveTo>
                    <a:cubicBezTo>
                      <a:pt x="1" y="0"/>
                      <a:pt x="1" y="634"/>
                      <a:pt x="401" y="634"/>
                    </a:cubicBezTo>
                    <a:lnTo>
                      <a:pt x="61711" y="634"/>
                    </a:lnTo>
                    <a:cubicBezTo>
                      <a:pt x="62112" y="634"/>
                      <a:pt x="62112" y="0"/>
                      <a:pt x="6171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3"/>
              <p:cNvSpPr/>
              <p:nvPr/>
            </p:nvSpPr>
            <p:spPr>
              <a:xfrm>
                <a:off x="10496325" y="4678013"/>
                <a:ext cx="70425" cy="54075"/>
              </a:xfrm>
              <a:custGeom>
                <a:rect b="b" l="l" r="r" t="t"/>
                <a:pathLst>
                  <a:path extrusionOk="0" h="2163" w="2817">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3"/>
              <p:cNvSpPr/>
              <p:nvPr/>
            </p:nvSpPr>
            <p:spPr>
              <a:xfrm>
                <a:off x="10512025" y="4728113"/>
                <a:ext cx="51500" cy="65950"/>
              </a:xfrm>
              <a:custGeom>
                <a:rect b="b" l="l" r="r" t="t"/>
                <a:pathLst>
                  <a:path extrusionOk="0" h="2638" w="206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38" name="Google Shape;938;p23"/>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939" name="Google Shape;939;p23"/>
          <p:cNvGrpSpPr/>
          <p:nvPr/>
        </p:nvGrpSpPr>
        <p:grpSpPr>
          <a:xfrm>
            <a:off x="7079928" y="2884050"/>
            <a:ext cx="1600200" cy="1906572"/>
            <a:chOff x="7086625" y="2884050"/>
            <a:chExt cx="1600200" cy="1906572"/>
          </a:xfrm>
        </p:grpSpPr>
        <p:sp>
          <p:nvSpPr>
            <p:cNvPr id="920" name="Google Shape;920;p23"/>
            <p:cNvSpPr txBox="1"/>
            <p:nvPr/>
          </p:nvSpPr>
          <p:spPr>
            <a:xfrm>
              <a:off x="7547725" y="28840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sp>
          <p:nvSpPr>
            <p:cNvPr id="940" name="Google Shape;940;p23"/>
            <p:cNvSpPr txBox="1"/>
            <p:nvPr/>
          </p:nvSpPr>
          <p:spPr>
            <a:xfrm>
              <a:off x="7086625" y="4283922"/>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Jupiter is the biggest planet</a:t>
              </a:r>
              <a:endParaRPr>
                <a:solidFill>
                  <a:schemeClr val="lt1"/>
                </a:solidFill>
                <a:latin typeface="Catamaran"/>
                <a:ea typeface="Catamaran"/>
                <a:cs typeface="Catamaran"/>
                <a:sym typeface="Catamaran"/>
              </a:endParaRPr>
            </a:p>
          </p:txBody>
        </p:sp>
        <p:sp>
          <p:nvSpPr>
            <p:cNvPr id="941" name="Google Shape;941;p23"/>
            <p:cNvSpPr txBox="1"/>
            <p:nvPr/>
          </p:nvSpPr>
          <p:spPr>
            <a:xfrm>
              <a:off x="7287475" y="394866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942" name="Google Shape;942;p23"/>
          <p:cNvGrpSpPr/>
          <p:nvPr/>
        </p:nvGrpSpPr>
        <p:grpSpPr>
          <a:xfrm>
            <a:off x="450503" y="1275800"/>
            <a:ext cx="1600200" cy="1943650"/>
            <a:chOff x="457200" y="1275800"/>
            <a:chExt cx="1600200" cy="1943650"/>
          </a:xfrm>
        </p:grpSpPr>
        <p:sp>
          <p:nvSpPr>
            <p:cNvPr id="943" name="Google Shape;943;p23"/>
            <p:cNvSpPr txBox="1"/>
            <p:nvPr/>
          </p:nvSpPr>
          <p:spPr>
            <a:xfrm>
              <a:off x="457200" y="1611050"/>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it is a cold place</a:t>
              </a:r>
              <a:endParaRPr>
                <a:solidFill>
                  <a:schemeClr val="lt1"/>
                </a:solidFill>
                <a:latin typeface="Catamaran"/>
                <a:ea typeface="Catamaran"/>
                <a:cs typeface="Catamaran"/>
                <a:sym typeface="Catamaran"/>
              </a:endParaRPr>
            </a:p>
          </p:txBody>
        </p:sp>
        <p:sp>
          <p:nvSpPr>
            <p:cNvPr id="944" name="Google Shape;944;p23"/>
            <p:cNvSpPr txBox="1"/>
            <p:nvPr/>
          </p:nvSpPr>
          <p:spPr>
            <a:xfrm>
              <a:off x="658050" y="127580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945" name="Google Shape;945;p23"/>
            <p:cNvSpPr txBox="1"/>
            <p:nvPr/>
          </p:nvSpPr>
          <p:spPr>
            <a:xfrm>
              <a:off x="918300" y="28840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946" name="Google Shape;946;p23"/>
          <p:cNvGrpSpPr/>
          <p:nvPr/>
        </p:nvGrpSpPr>
        <p:grpSpPr>
          <a:xfrm>
            <a:off x="4870119" y="2897825"/>
            <a:ext cx="1600200" cy="1892797"/>
            <a:chOff x="4876817" y="2884050"/>
            <a:chExt cx="1600200" cy="1892797"/>
          </a:xfrm>
        </p:grpSpPr>
        <p:sp>
          <p:nvSpPr>
            <p:cNvPr id="947" name="Google Shape;947;p23"/>
            <p:cNvSpPr txBox="1"/>
            <p:nvPr/>
          </p:nvSpPr>
          <p:spPr>
            <a:xfrm>
              <a:off x="4876817" y="4270147"/>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It</a:t>
              </a:r>
              <a:r>
                <a:rPr lang="en">
                  <a:solidFill>
                    <a:schemeClr val="lt1"/>
                  </a:solidFill>
                  <a:latin typeface="Catamaran"/>
                  <a:ea typeface="Catamaran"/>
                  <a:cs typeface="Catamaran"/>
                  <a:sym typeface="Catamaran"/>
                </a:rPr>
                <a:t> is the farthest one from the Sun</a:t>
              </a:r>
              <a:endParaRPr>
                <a:solidFill>
                  <a:schemeClr val="lt1"/>
                </a:solidFill>
                <a:latin typeface="Catamaran"/>
                <a:ea typeface="Catamaran"/>
                <a:cs typeface="Catamaran"/>
                <a:sym typeface="Catamaran"/>
              </a:endParaRPr>
            </a:p>
          </p:txBody>
        </p:sp>
        <p:sp>
          <p:nvSpPr>
            <p:cNvPr id="948" name="Google Shape;948;p23"/>
            <p:cNvSpPr txBox="1"/>
            <p:nvPr/>
          </p:nvSpPr>
          <p:spPr>
            <a:xfrm>
              <a:off x="5077667" y="39348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918" name="Google Shape;918;p23"/>
            <p:cNvSpPr txBox="1"/>
            <p:nvPr/>
          </p:nvSpPr>
          <p:spPr>
            <a:xfrm>
              <a:off x="5337917" y="28840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949" name="Google Shape;949;p23"/>
          <p:cNvGrpSpPr/>
          <p:nvPr/>
        </p:nvGrpSpPr>
        <p:grpSpPr>
          <a:xfrm>
            <a:off x="2660311" y="1275800"/>
            <a:ext cx="1600200" cy="1943650"/>
            <a:chOff x="2667008" y="1275800"/>
            <a:chExt cx="1600200" cy="1943650"/>
          </a:xfrm>
        </p:grpSpPr>
        <p:sp>
          <p:nvSpPr>
            <p:cNvPr id="950" name="Google Shape;950;p23"/>
            <p:cNvSpPr txBox="1"/>
            <p:nvPr/>
          </p:nvSpPr>
          <p:spPr>
            <a:xfrm>
              <a:off x="2667008" y="1611050"/>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It</a:t>
              </a:r>
              <a:r>
                <a:rPr lang="en">
                  <a:solidFill>
                    <a:schemeClr val="lt1"/>
                  </a:solidFill>
                  <a:latin typeface="Catamaran"/>
                  <a:ea typeface="Catamaran"/>
                  <a:cs typeface="Catamaran"/>
                  <a:sym typeface="Catamaran"/>
                </a:rPr>
                <a:t> is the closest planet to the Sun</a:t>
              </a:r>
              <a:endParaRPr>
                <a:solidFill>
                  <a:schemeClr val="lt1"/>
                </a:solidFill>
                <a:latin typeface="Catamaran"/>
                <a:ea typeface="Catamaran"/>
                <a:cs typeface="Catamaran"/>
                <a:sym typeface="Catamaran"/>
              </a:endParaRPr>
            </a:p>
          </p:txBody>
        </p:sp>
        <p:sp>
          <p:nvSpPr>
            <p:cNvPr id="951" name="Google Shape;951;p23"/>
            <p:cNvSpPr txBox="1"/>
            <p:nvPr/>
          </p:nvSpPr>
          <p:spPr>
            <a:xfrm>
              <a:off x="2867858" y="127580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952" name="Google Shape;952;p23"/>
            <p:cNvSpPr txBox="1"/>
            <p:nvPr/>
          </p:nvSpPr>
          <p:spPr>
            <a:xfrm>
              <a:off x="3128108" y="28840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953" name="Google Shape;953;p23"/>
          <p:cNvGrpSpPr/>
          <p:nvPr/>
        </p:nvGrpSpPr>
        <p:grpSpPr>
          <a:xfrm>
            <a:off x="1121619" y="4217269"/>
            <a:ext cx="257962" cy="352762"/>
            <a:chOff x="897141" y="3359875"/>
            <a:chExt cx="257962" cy="352762"/>
          </a:xfrm>
        </p:grpSpPr>
        <p:sp>
          <p:nvSpPr>
            <p:cNvPr id="954" name="Google Shape;954;p23"/>
            <p:cNvSpPr/>
            <p:nvPr/>
          </p:nvSpPr>
          <p:spPr>
            <a:xfrm>
              <a:off x="897141" y="3359875"/>
              <a:ext cx="257962" cy="352762"/>
            </a:xfrm>
            <a:custGeom>
              <a:rect b="b" l="l" r="r" t="t"/>
              <a:pathLst>
                <a:path extrusionOk="0" h="11074" w="8098">
                  <a:moveTo>
                    <a:pt x="5204" y="334"/>
                  </a:moveTo>
                  <a:cubicBezTo>
                    <a:pt x="5240" y="334"/>
                    <a:pt x="5252" y="358"/>
                    <a:pt x="5252" y="382"/>
                  </a:cubicBezTo>
                  <a:lnTo>
                    <a:pt x="5252" y="810"/>
                  </a:lnTo>
                  <a:cubicBezTo>
                    <a:pt x="5252" y="834"/>
                    <a:pt x="5216" y="846"/>
                    <a:pt x="5204" y="846"/>
                  </a:cubicBezTo>
                  <a:lnTo>
                    <a:pt x="2870" y="846"/>
                  </a:lnTo>
                  <a:cubicBezTo>
                    <a:pt x="2865" y="848"/>
                    <a:pt x="2861" y="848"/>
                    <a:pt x="2857" y="848"/>
                  </a:cubicBezTo>
                  <a:cubicBezTo>
                    <a:pt x="2832" y="848"/>
                    <a:pt x="2823" y="817"/>
                    <a:pt x="2823" y="786"/>
                  </a:cubicBezTo>
                  <a:lnTo>
                    <a:pt x="2823" y="382"/>
                  </a:lnTo>
                  <a:cubicBezTo>
                    <a:pt x="2823" y="346"/>
                    <a:pt x="2858" y="334"/>
                    <a:pt x="2870" y="334"/>
                  </a:cubicBezTo>
                  <a:close/>
                  <a:moveTo>
                    <a:pt x="2882" y="1"/>
                  </a:moveTo>
                  <a:cubicBezTo>
                    <a:pt x="2680" y="1"/>
                    <a:pt x="2513" y="167"/>
                    <a:pt x="2513" y="382"/>
                  </a:cubicBezTo>
                  <a:lnTo>
                    <a:pt x="2513" y="810"/>
                  </a:lnTo>
                  <a:cubicBezTo>
                    <a:pt x="2513" y="1001"/>
                    <a:pt x="2656" y="1167"/>
                    <a:pt x="2858" y="1179"/>
                  </a:cubicBezTo>
                  <a:lnTo>
                    <a:pt x="2858" y="4811"/>
                  </a:lnTo>
                  <a:cubicBezTo>
                    <a:pt x="2858" y="4906"/>
                    <a:pt x="2835" y="4977"/>
                    <a:pt x="2799" y="5061"/>
                  </a:cubicBezTo>
                  <a:lnTo>
                    <a:pt x="1906" y="6728"/>
                  </a:lnTo>
                  <a:lnTo>
                    <a:pt x="965" y="8502"/>
                  </a:lnTo>
                  <a:lnTo>
                    <a:pt x="489" y="9383"/>
                  </a:lnTo>
                  <a:lnTo>
                    <a:pt x="120" y="10085"/>
                  </a:lnTo>
                  <a:cubicBezTo>
                    <a:pt x="1" y="10288"/>
                    <a:pt x="13" y="10538"/>
                    <a:pt x="132" y="10752"/>
                  </a:cubicBezTo>
                  <a:cubicBezTo>
                    <a:pt x="251" y="10954"/>
                    <a:pt x="477" y="11073"/>
                    <a:pt x="715" y="11073"/>
                  </a:cubicBezTo>
                  <a:lnTo>
                    <a:pt x="3668" y="11073"/>
                  </a:lnTo>
                  <a:cubicBezTo>
                    <a:pt x="3763" y="11073"/>
                    <a:pt x="3835" y="11002"/>
                    <a:pt x="3835" y="10919"/>
                  </a:cubicBezTo>
                  <a:cubicBezTo>
                    <a:pt x="3835" y="10823"/>
                    <a:pt x="3763" y="10752"/>
                    <a:pt x="3668" y="10752"/>
                  </a:cubicBezTo>
                  <a:lnTo>
                    <a:pt x="715" y="10752"/>
                  </a:lnTo>
                  <a:cubicBezTo>
                    <a:pt x="596" y="10752"/>
                    <a:pt x="477" y="10692"/>
                    <a:pt x="418" y="10585"/>
                  </a:cubicBezTo>
                  <a:cubicBezTo>
                    <a:pt x="358" y="10478"/>
                    <a:pt x="334" y="10347"/>
                    <a:pt x="394" y="10240"/>
                  </a:cubicBezTo>
                  <a:lnTo>
                    <a:pt x="727" y="9621"/>
                  </a:lnTo>
                  <a:lnTo>
                    <a:pt x="1168" y="9621"/>
                  </a:lnTo>
                  <a:cubicBezTo>
                    <a:pt x="1263" y="9621"/>
                    <a:pt x="1334" y="9549"/>
                    <a:pt x="1334" y="9454"/>
                  </a:cubicBezTo>
                  <a:cubicBezTo>
                    <a:pt x="1334" y="9371"/>
                    <a:pt x="1263" y="9287"/>
                    <a:pt x="1168" y="9287"/>
                  </a:cubicBezTo>
                  <a:lnTo>
                    <a:pt x="894" y="9287"/>
                  </a:lnTo>
                  <a:lnTo>
                    <a:pt x="1191" y="8728"/>
                  </a:lnTo>
                  <a:lnTo>
                    <a:pt x="1632" y="8728"/>
                  </a:lnTo>
                  <a:cubicBezTo>
                    <a:pt x="1727" y="8728"/>
                    <a:pt x="1799" y="8656"/>
                    <a:pt x="1799" y="8561"/>
                  </a:cubicBezTo>
                  <a:cubicBezTo>
                    <a:pt x="1799" y="8478"/>
                    <a:pt x="1727" y="8394"/>
                    <a:pt x="1632" y="8394"/>
                  </a:cubicBezTo>
                  <a:lnTo>
                    <a:pt x="1370" y="8394"/>
                  </a:lnTo>
                  <a:lnTo>
                    <a:pt x="1668" y="7835"/>
                  </a:lnTo>
                  <a:lnTo>
                    <a:pt x="2108" y="7835"/>
                  </a:lnTo>
                  <a:cubicBezTo>
                    <a:pt x="2204" y="7835"/>
                    <a:pt x="2275" y="7763"/>
                    <a:pt x="2275" y="7668"/>
                  </a:cubicBezTo>
                  <a:cubicBezTo>
                    <a:pt x="2275" y="7585"/>
                    <a:pt x="2204" y="7502"/>
                    <a:pt x="2108" y="7502"/>
                  </a:cubicBezTo>
                  <a:lnTo>
                    <a:pt x="1834" y="7502"/>
                  </a:lnTo>
                  <a:lnTo>
                    <a:pt x="2132" y="6942"/>
                  </a:lnTo>
                  <a:lnTo>
                    <a:pt x="2585" y="6942"/>
                  </a:lnTo>
                  <a:cubicBezTo>
                    <a:pt x="2668" y="6942"/>
                    <a:pt x="2751" y="6870"/>
                    <a:pt x="2751" y="6775"/>
                  </a:cubicBezTo>
                  <a:cubicBezTo>
                    <a:pt x="2751" y="6692"/>
                    <a:pt x="2668" y="6609"/>
                    <a:pt x="2585" y="6609"/>
                  </a:cubicBezTo>
                  <a:lnTo>
                    <a:pt x="2311" y="6609"/>
                  </a:lnTo>
                  <a:lnTo>
                    <a:pt x="3085" y="5180"/>
                  </a:lnTo>
                  <a:cubicBezTo>
                    <a:pt x="3144" y="5061"/>
                    <a:pt x="3192" y="4930"/>
                    <a:pt x="3192" y="4775"/>
                  </a:cubicBezTo>
                  <a:lnTo>
                    <a:pt x="3192" y="1144"/>
                  </a:lnTo>
                  <a:lnTo>
                    <a:pt x="4930" y="1144"/>
                  </a:lnTo>
                  <a:lnTo>
                    <a:pt x="4930" y="4775"/>
                  </a:lnTo>
                  <a:cubicBezTo>
                    <a:pt x="4930" y="4918"/>
                    <a:pt x="4966" y="5061"/>
                    <a:pt x="5037" y="5180"/>
                  </a:cubicBezTo>
                  <a:lnTo>
                    <a:pt x="7716" y="10216"/>
                  </a:lnTo>
                  <a:cubicBezTo>
                    <a:pt x="7776" y="10323"/>
                    <a:pt x="7776" y="10454"/>
                    <a:pt x="7704" y="10550"/>
                  </a:cubicBezTo>
                  <a:cubicBezTo>
                    <a:pt x="7645" y="10657"/>
                    <a:pt x="7526" y="10716"/>
                    <a:pt x="7407" y="10716"/>
                  </a:cubicBezTo>
                  <a:lnTo>
                    <a:pt x="4430" y="10716"/>
                  </a:lnTo>
                  <a:cubicBezTo>
                    <a:pt x="4335" y="10716"/>
                    <a:pt x="4263" y="10788"/>
                    <a:pt x="4263" y="10883"/>
                  </a:cubicBezTo>
                  <a:cubicBezTo>
                    <a:pt x="4263" y="10978"/>
                    <a:pt x="4335" y="11050"/>
                    <a:pt x="4430" y="11050"/>
                  </a:cubicBezTo>
                  <a:lnTo>
                    <a:pt x="7407" y="11050"/>
                  </a:lnTo>
                  <a:cubicBezTo>
                    <a:pt x="7645" y="11050"/>
                    <a:pt x="7871" y="10931"/>
                    <a:pt x="7990" y="10716"/>
                  </a:cubicBezTo>
                  <a:cubicBezTo>
                    <a:pt x="8097" y="10538"/>
                    <a:pt x="8097" y="10288"/>
                    <a:pt x="7990" y="10085"/>
                  </a:cubicBezTo>
                  <a:lnTo>
                    <a:pt x="5311" y="5049"/>
                  </a:lnTo>
                  <a:cubicBezTo>
                    <a:pt x="5263" y="4977"/>
                    <a:pt x="5252" y="4882"/>
                    <a:pt x="5252" y="4799"/>
                  </a:cubicBezTo>
                  <a:lnTo>
                    <a:pt x="5252" y="1167"/>
                  </a:lnTo>
                  <a:cubicBezTo>
                    <a:pt x="5442" y="1155"/>
                    <a:pt x="5597" y="989"/>
                    <a:pt x="5597" y="798"/>
                  </a:cubicBezTo>
                  <a:lnTo>
                    <a:pt x="5597" y="382"/>
                  </a:lnTo>
                  <a:cubicBezTo>
                    <a:pt x="5597" y="167"/>
                    <a:pt x="5430" y="1"/>
                    <a:pt x="52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3"/>
            <p:cNvSpPr/>
            <p:nvPr/>
          </p:nvSpPr>
          <p:spPr>
            <a:xfrm>
              <a:off x="945688" y="3593691"/>
              <a:ext cx="160485" cy="89736"/>
            </a:xfrm>
            <a:custGeom>
              <a:rect b="b" l="l" r="r" t="t"/>
              <a:pathLst>
                <a:path extrusionOk="0" h="2817" w="5038">
                  <a:moveTo>
                    <a:pt x="2535" y="339"/>
                  </a:moveTo>
                  <a:cubicBezTo>
                    <a:pt x="2817" y="339"/>
                    <a:pt x="3097" y="363"/>
                    <a:pt x="3370" y="412"/>
                  </a:cubicBezTo>
                  <a:lnTo>
                    <a:pt x="3513" y="447"/>
                  </a:lnTo>
                  <a:cubicBezTo>
                    <a:pt x="3608" y="459"/>
                    <a:pt x="3668" y="519"/>
                    <a:pt x="3716" y="602"/>
                  </a:cubicBezTo>
                  <a:lnTo>
                    <a:pt x="4680" y="2424"/>
                  </a:lnTo>
                  <a:cubicBezTo>
                    <a:pt x="4692" y="2459"/>
                    <a:pt x="4680" y="2471"/>
                    <a:pt x="4680" y="2483"/>
                  </a:cubicBezTo>
                  <a:cubicBezTo>
                    <a:pt x="4680" y="2495"/>
                    <a:pt x="4668" y="2519"/>
                    <a:pt x="4632" y="2519"/>
                  </a:cubicBezTo>
                  <a:lnTo>
                    <a:pt x="406" y="2519"/>
                  </a:lnTo>
                  <a:cubicBezTo>
                    <a:pt x="382" y="2519"/>
                    <a:pt x="358" y="2495"/>
                    <a:pt x="358" y="2483"/>
                  </a:cubicBezTo>
                  <a:cubicBezTo>
                    <a:pt x="358" y="2471"/>
                    <a:pt x="346" y="2459"/>
                    <a:pt x="358" y="2424"/>
                  </a:cubicBezTo>
                  <a:lnTo>
                    <a:pt x="1334" y="602"/>
                  </a:lnTo>
                  <a:cubicBezTo>
                    <a:pt x="1358" y="507"/>
                    <a:pt x="1430" y="459"/>
                    <a:pt x="1513" y="447"/>
                  </a:cubicBezTo>
                  <a:cubicBezTo>
                    <a:pt x="1847" y="375"/>
                    <a:pt x="2192" y="339"/>
                    <a:pt x="2535" y="339"/>
                  </a:cubicBezTo>
                  <a:close/>
                  <a:moveTo>
                    <a:pt x="2520" y="0"/>
                  </a:moveTo>
                  <a:cubicBezTo>
                    <a:pt x="2155" y="0"/>
                    <a:pt x="1791" y="42"/>
                    <a:pt x="1430" y="126"/>
                  </a:cubicBezTo>
                  <a:cubicBezTo>
                    <a:pt x="1275" y="162"/>
                    <a:pt x="1120" y="281"/>
                    <a:pt x="1037" y="435"/>
                  </a:cubicBezTo>
                  <a:lnTo>
                    <a:pt x="60" y="2269"/>
                  </a:lnTo>
                  <a:cubicBezTo>
                    <a:pt x="1" y="2388"/>
                    <a:pt x="1" y="2531"/>
                    <a:pt x="84" y="2638"/>
                  </a:cubicBezTo>
                  <a:cubicBezTo>
                    <a:pt x="156" y="2757"/>
                    <a:pt x="275" y="2817"/>
                    <a:pt x="406" y="2817"/>
                  </a:cubicBezTo>
                  <a:lnTo>
                    <a:pt x="4632" y="2817"/>
                  </a:lnTo>
                  <a:cubicBezTo>
                    <a:pt x="4763" y="2817"/>
                    <a:pt x="4882" y="2745"/>
                    <a:pt x="4954" y="2638"/>
                  </a:cubicBezTo>
                  <a:cubicBezTo>
                    <a:pt x="5037" y="2519"/>
                    <a:pt x="5037" y="2388"/>
                    <a:pt x="4978" y="2269"/>
                  </a:cubicBezTo>
                  <a:lnTo>
                    <a:pt x="4001" y="435"/>
                  </a:lnTo>
                  <a:cubicBezTo>
                    <a:pt x="3918" y="269"/>
                    <a:pt x="3763" y="162"/>
                    <a:pt x="3585" y="126"/>
                  </a:cubicBezTo>
                  <a:lnTo>
                    <a:pt x="3442" y="90"/>
                  </a:lnTo>
                  <a:cubicBezTo>
                    <a:pt x="3136" y="30"/>
                    <a:pt x="2828" y="0"/>
                    <a:pt x="25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3"/>
            <p:cNvSpPr/>
            <p:nvPr/>
          </p:nvSpPr>
          <p:spPr>
            <a:xfrm>
              <a:off x="1045076" y="3638256"/>
              <a:ext cx="27332" cy="27714"/>
            </a:xfrm>
            <a:custGeom>
              <a:rect b="b" l="l" r="r" t="t"/>
              <a:pathLst>
                <a:path extrusionOk="0" h="870" w="858">
                  <a:moveTo>
                    <a:pt x="429" y="310"/>
                  </a:moveTo>
                  <a:cubicBezTo>
                    <a:pt x="488" y="310"/>
                    <a:pt x="548" y="358"/>
                    <a:pt x="548" y="429"/>
                  </a:cubicBezTo>
                  <a:cubicBezTo>
                    <a:pt x="548" y="489"/>
                    <a:pt x="500" y="548"/>
                    <a:pt x="429" y="548"/>
                  </a:cubicBezTo>
                  <a:cubicBezTo>
                    <a:pt x="369" y="548"/>
                    <a:pt x="310" y="501"/>
                    <a:pt x="310" y="429"/>
                  </a:cubicBezTo>
                  <a:cubicBezTo>
                    <a:pt x="322" y="370"/>
                    <a:pt x="369" y="310"/>
                    <a:pt x="429" y="310"/>
                  </a:cubicBezTo>
                  <a:close/>
                  <a:moveTo>
                    <a:pt x="429" y="1"/>
                  </a:moveTo>
                  <a:cubicBezTo>
                    <a:pt x="191" y="1"/>
                    <a:pt x="0" y="191"/>
                    <a:pt x="0" y="429"/>
                  </a:cubicBezTo>
                  <a:cubicBezTo>
                    <a:pt x="0" y="668"/>
                    <a:pt x="191" y="870"/>
                    <a:pt x="429" y="870"/>
                  </a:cubicBezTo>
                  <a:cubicBezTo>
                    <a:pt x="667" y="870"/>
                    <a:pt x="858" y="668"/>
                    <a:pt x="858" y="429"/>
                  </a:cubicBezTo>
                  <a:cubicBezTo>
                    <a:pt x="858" y="191"/>
                    <a:pt x="667" y="1"/>
                    <a:pt x="4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3"/>
            <p:cNvSpPr/>
            <p:nvPr/>
          </p:nvSpPr>
          <p:spPr>
            <a:xfrm>
              <a:off x="976046" y="3643194"/>
              <a:ext cx="28096" cy="27332"/>
            </a:xfrm>
            <a:custGeom>
              <a:rect b="b" l="l" r="r" t="t"/>
              <a:pathLst>
                <a:path extrusionOk="0" h="858" w="882">
                  <a:moveTo>
                    <a:pt x="453" y="310"/>
                  </a:moveTo>
                  <a:cubicBezTo>
                    <a:pt x="512" y="310"/>
                    <a:pt x="572" y="346"/>
                    <a:pt x="572" y="429"/>
                  </a:cubicBezTo>
                  <a:cubicBezTo>
                    <a:pt x="572" y="489"/>
                    <a:pt x="524" y="548"/>
                    <a:pt x="453" y="548"/>
                  </a:cubicBezTo>
                  <a:cubicBezTo>
                    <a:pt x="393" y="548"/>
                    <a:pt x="334" y="501"/>
                    <a:pt x="334" y="429"/>
                  </a:cubicBezTo>
                  <a:cubicBezTo>
                    <a:pt x="334" y="358"/>
                    <a:pt x="393" y="310"/>
                    <a:pt x="453" y="310"/>
                  </a:cubicBezTo>
                  <a:close/>
                  <a:moveTo>
                    <a:pt x="453" y="1"/>
                  </a:moveTo>
                  <a:cubicBezTo>
                    <a:pt x="215" y="1"/>
                    <a:pt x="24" y="191"/>
                    <a:pt x="24" y="429"/>
                  </a:cubicBezTo>
                  <a:cubicBezTo>
                    <a:pt x="0" y="667"/>
                    <a:pt x="215" y="858"/>
                    <a:pt x="453" y="858"/>
                  </a:cubicBezTo>
                  <a:cubicBezTo>
                    <a:pt x="691" y="858"/>
                    <a:pt x="881" y="667"/>
                    <a:pt x="881" y="429"/>
                  </a:cubicBezTo>
                  <a:cubicBezTo>
                    <a:pt x="881" y="191"/>
                    <a:pt x="691" y="1"/>
                    <a:pt x="4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3"/>
            <p:cNvSpPr/>
            <p:nvPr/>
          </p:nvSpPr>
          <p:spPr>
            <a:xfrm>
              <a:off x="1004493" y="3613218"/>
              <a:ext cx="31505" cy="31154"/>
            </a:xfrm>
            <a:custGeom>
              <a:rect b="b" l="l" r="r" t="t"/>
              <a:pathLst>
                <a:path extrusionOk="0" h="978" w="989">
                  <a:moveTo>
                    <a:pt x="500" y="322"/>
                  </a:moveTo>
                  <a:cubicBezTo>
                    <a:pt x="584" y="322"/>
                    <a:pt x="655" y="406"/>
                    <a:pt x="655" y="489"/>
                  </a:cubicBezTo>
                  <a:cubicBezTo>
                    <a:pt x="655" y="584"/>
                    <a:pt x="584" y="656"/>
                    <a:pt x="500" y="656"/>
                  </a:cubicBezTo>
                  <a:cubicBezTo>
                    <a:pt x="405" y="656"/>
                    <a:pt x="334" y="584"/>
                    <a:pt x="334" y="489"/>
                  </a:cubicBezTo>
                  <a:cubicBezTo>
                    <a:pt x="334" y="406"/>
                    <a:pt x="405" y="322"/>
                    <a:pt x="500" y="322"/>
                  </a:cubicBezTo>
                  <a:close/>
                  <a:moveTo>
                    <a:pt x="500" y="1"/>
                  </a:moveTo>
                  <a:cubicBezTo>
                    <a:pt x="227" y="1"/>
                    <a:pt x="0" y="227"/>
                    <a:pt x="0" y="489"/>
                  </a:cubicBezTo>
                  <a:cubicBezTo>
                    <a:pt x="0" y="763"/>
                    <a:pt x="227" y="977"/>
                    <a:pt x="500" y="977"/>
                  </a:cubicBezTo>
                  <a:cubicBezTo>
                    <a:pt x="762" y="977"/>
                    <a:pt x="989" y="763"/>
                    <a:pt x="989" y="489"/>
                  </a:cubicBezTo>
                  <a:cubicBezTo>
                    <a:pt x="989" y="227"/>
                    <a:pt x="762" y="1"/>
                    <a:pt x="5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3"/>
            <p:cNvSpPr/>
            <p:nvPr/>
          </p:nvSpPr>
          <p:spPr>
            <a:xfrm>
              <a:off x="991209" y="3555975"/>
              <a:ext cx="31505" cy="31122"/>
            </a:xfrm>
            <a:custGeom>
              <a:rect b="b" l="l" r="r" t="t"/>
              <a:pathLst>
                <a:path extrusionOk="0" h="977" w="989">
                  <a:moveTo>
                    <a:pt x="513" y="322"/>
                  </a:moveTo>
                  <a:cubicBezTo>
                    <a:pt x="596" y="322"/>
                    <a:pt x="679" y="393"/>
                    <a:pt x="679" y="488"/>
                  </a:cubicBezTo>
                  <a:cubicBezTo>
                    <a:pt x="679" y="572"/>
                    <a:pt x="596" y="655"/>
                    <a:pt x="513" y="655"/>
                  </a:cubicBezTo>
                  <a:cubicBezTo>
                    <a:pt x="417" y="655"/>
                    <a:pt x="346" y="572"/>
                    <a:pt x="346" y="488"/>
                  </a:cubicBezTo>
                  <a:cubicBezTo>
                    <a:pt x="346" y="393"/>
                    <a:pt x="417" y="322"/>
                    <a:pt x="513" y="322"/>
                  </a:cubicBezTo>
                  <a:close/>
                  <a:moveTo>
                    <a:pt x="501" y="0"/>
                  </a:moveTo>
                  <a:cubicBezTo>
                    <a:pt x="227" y="0"/>
                    <a:pt x="1" y="214"/>
                    <a:pt x="1" y="488"/>
                  </a:cubicBezTo>
                  <a:cubicBezTo>
                    <a:pt x="1" y="750"/>
                    <a:pt x="227" y="976"/>
                    <a:pt x="501" y="976"/>
                  </a:cubicBezTo>
                  <a:cubicBezTo>
                    <a:pt x="763" y="976"/>
                    <a:pt x="989" y="750"/>
                    <a:pt x="989" y="488"/>
                  </a:cubicBezTo>
                  <a:cubicBezTo>
                    <a:pt x="989" y="214"/>
                    <a:pt x="763"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3"/>
            <p:cNvSpPr/>
            <p:nvPr/>
          </p:nvSpPr>
          <p:spPr>
            <a:xfrm>
              <a:off x="1023447" y="3528261"/>
              <a:ext cx="31505" cy="31154"/>
            </a:xfrm>
            <a:custGeom>
              <a:rect b="b" l="l" r="r" t="t"/>
              <a:pathLst>
                <a:path extrusionOk="0" h="978" w="989">
                  <a:moveTo>
                    <a:pt x="501" y="311"/>
                  </a:moveTo>
                  <a:cubicBezTo>
                    <a:pt x="584" y="311"/>
                    <a:pt x="655" y="394"/>
                    <a:pt x="655" y="477"/>
                  </a:cubicBezTo>
                  <a:cubicBezTo>
                    <a:pt x="655" y="572"/>
                    <a:pt x="584" y="644"/>
                    <a:pt x="501" y="644"/>
                  </a:cubicBezTo>
                  <a:cubicBezTo>
                    <a:pt x="405" y="644"/>
                    <a:pt x="334" y="572"/>
                    <a:pt x="334" y="477"/>
                  </a:cubicBezTo>
                  <a:cubicBezTo>
                    <a:pt x="334" y="394"/>
                    <a:pt x="405" y="311"/>
                    <a:pt x="501" y="311"/>
                  </a:cubicBezTo>
                  <a:close/>
                  <a:moveTo>
                    <a:pt x="501" y="1"/>
                  </a:moveTo>
                  <a:cubicBezTo>
                    <a:pt x="227" y="1"/>
                    <a:pt x="1" y="215"/>
                    <a:pt x="1" y="489"/>
                  </a:cubicBezTo>
                  <a:cubicBezTo>
                    <a:pt x="1" y="763"/>
                    <a:pt x="227" y="977"/>
                    <a:pt x="501" y="977"/>
                  </a:cubicBezTo>
                  <a:cubicBezTo>
                    <a:pt x="763" y="977"/>
                    <a:pt x="989" y="763"/>
                    <a:pt x="989" y="489"/>
                  </a:cubicBezTo>
                  <a:cubicBezTo>
                    <a:pt x="989" y="227"/>
                    <a:pt x="763" y="1"/>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3"/>
            <p:cNvSpPr/>
            <p:nvPr/>
          </p:nvSpPr>
          <p:spPr>
            <a:xfrm>
              <a:off x="1008284" y="3488442"/>
              <a:ext cx="28096" cy="27714"/>
            </a:xfrm>
            <a:custGeom>
              <a:rect b="b" l="l" r="r" t="t"/>
              <a:pathLst>
                <a:path extrusionOk="0" h="870" w="882">
                  <a:moveTo>
                    <a:pt x="441" y="310"/>
                  </a:moveTo>
                  <a:cubicBezTo>
                    <a:pt x="500" y="310"/>
                    <a:pt x="560" y="358"/>
                    <a:pt x="560" y="429"/>
                  </a:cubicBezTo>
                  <a:cubicBezTo>
                    <a:pt x="560" y="513"/>
                    <a:pt x="512" y="548"/>
                    <a:pt x="441" y="548"/>
                  </a:cubicBezTo>
                  <a:cubicBezTo>
                    <a:pt x="381" y="548"/>
                    <a:pt x="322" y="513"/>
                    <a:pt x="322" y="429"/>
                  </a:cubicBezTo>
                  <a:cubicBezTo>
                    <a:pt x="322" y="370"/>
                    <a:pt x="358" y="310"/>
                    <a:pt x="441" y="310"/>
                  </a:cubicBezTo>
                  <a:close/>
                  <a:moveTo>
                    <a:pt x="441" y="1"/>
                  </a:moveTo>
                  <a:cubicBezTo>
                    <a:pt x="203" y="1"/>
                    <a:pt x="0" y="191"/>
                    <a:pt x="0" y="429"/>
                  </a:cubicBezTo>
                  <a:cubicBezTo>
                    <a:pt x="0" y="668"/>
                    <a:pt x="203" y="870"/>
                    <a:pt x="441" y="870"/>
                  </a:cubicBezTo>
                  <a:cubicBezTo>
                    <a:pt x="679" y="870"/>
                    <a:pt x="870" y="668"/>
                    <a:pt x="870" y="429"/>
                  </a:cubicBezTo>
                  <a:cubicBezTo>
                    <a:pt x="881" y="191"/>
                    <a:pt x="691" y="1"/>
                    <a:pt x="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23"/>
          <p:cNvGrpSpPr/>
          <p:nvPr/>
        </p:nvGrpSpPr>
        <p:grpSpPr>
          <a:xfrm>
            <a:off x="5480489" y="1526815"/>
            <a:ext cx="379489" cy="366046"/>
            <a:chOff x="1284212" y="1963766"/>
            <a:chExt cx="379489" cy="366046"/>
          </a:xfrm>
        </p:grpSpPr>
        <p:sp>
          <p:nvSpPr>
            <p:cNvPr id="963" name="Google Shape;963;p23"/>
            <p:cNvSpPr/>
            <p:nvPr/>
          </p:nvSpPr>
          <p:spPr>
            <a:xfrm>
              <a:off x="1436861" y="2112975"/>
              <a:ext cx="69444" cy="68902"/>
            </a:xfrm>
            <a:custGeom>
              <a:rect b="b" l="l" r="r" t="t"/>
              <a:pathLst>
                <a:path extrusionOk="0" h="2163" w="218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3"/>
            <p:cNvSpPr/>
            <p:nvPr/>
          </p:nvSpPr>
          <p:spPr>
            <a:xfrm>
              <a:off x="1284212" y="1963766"/>
              <a:ext cx="379489" cy="366046"/>
            </a:xfrm>
            <a:custGeom>
              <a:rect b="b" l="l" r="r" t="t"/>
              <a:pathLst>
                <a:path extrusionOk="0" h="11491" w="11913">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5" name="Google Shape;965;p23"/>
          <p:cNvGrpSpPr/>
          <p:nvPr/>
        </p:nvGrpSpPr>
        <p:grpSpPr>
          <a:xfrm>
            <a:off x="7689343" y="1532373"/>
            <a:ext cx="370219" cy="354928"/>
            <a:chOff x="3037766" y="1969564"/>
            <a:chExt cx="370219" cy="354928"/>
          </a:xfrm>
        </p:grpSpPr>
        <p:sp>
          <p:nvSpPr>
            <p:cNvPr id="966" name="Google Shape;966;p23"/>
            <p:cNvSpPr/>
            <p:nvPr/>
          </p:nvSpPr>
          <p:spPr>
            <a:xfrm>
              <a:off x="3037766" y="1969564"/>
              <a:ext cx="370219" cy="354928"/>
            </a:xfrm>
            <a:custGeom>
              <a:rect b="b" l="l" r="r" t="t"/>
              <a:pathLst>
                <a:path extrusionOk="0" h="11142" w="11622">
                  <a:moveTo>
                    <a:pt x="5609" y="366"/>
                  </a:moveTo>
                  <a:lnTo>
                    <a:pt x="7299" y="2069"/>
                  </a:lnTo>
                  <a:lnTo>
                    <a:pt x="6180" y="3188"/>
                  </a:lnTo>
                  <a:lnTo>
                    <a:pt x="4489" y="1486"/>
                  </a:lnTo>
                  <a:lnTo>
                    <a:pt x="5609" y="366"/>
                  </a:lnTo>
                  <a:close/>
                  <a:moveTo>
                    <a:pt x="4263" y="1700"/>
                  </a:moveTo>
                  <a:lnTo>
                    <a:pt x="5954" y="3391"/>
                  </a:lnTo>
                  <a:lnTo>
                    <a:pt x="3596" y="5772"/>
                  </a:lnTo>
                  <a:cubicBezTo>
                    <a:pt x="2989" y="6379"/>
                    <a:pt x="2989" y="7379"/>
                    <a:pt x="3596" y="7986"/>
                  </a:cubicBezTo>
                  <a:cubicBezTo>
                    <a:pt x="3900" y="8296"/>
                    <a:pt x="4302" y="8451"/>
                    <a:pt x="4704" y="8451"/>
                  </a:cubicBezTo>
                  <a:cubicBezTo>
                    <a:pt x="5106" y="8451"/>
                    <a:pt x="5507" y="8296"/>
                    <a:pt x="5811" y="7986"/>
                  </a:cubicBezTo>
                  <a:lnTo>
                    <a:pt x="8180" y="5629"/>
                  </a:lnTo>
                  <a:lnTo>
                    <a:pt x="9097" y="6546"/>
                  </a:lnTo>
                  <a:cubicBezTo>
                    <a:pt x="9127" y="6576"/>
                    <a:pt x="9169" y="6590"/>
                    <a:pt x="9210" y="6590"/>
                  </a:cubicBezTo>
                  <a:cubicBezTo>
                    <a:pt x="9252" y="6590"/>
                    <a:pt x="9294" y="6576"/>
                    <a:pt x="9323" y="6546"/>
                  </a:cubicBezTo>
                  <a:cubicBezTo>
                    <a:pt x="9383" y="6486"/>
                    <a:pt x="9383" y="6379"/>
                    <a:pt x="9323" y="6320"/>
                  </a:cubicBezTo>
                  <a:lnTo>
                    <a:pt x="8407" y="5403"/>
                  </a:lnTo>
                  <a:lnTo>
                    <a:pt x="9514" y="4284"/>
                  </a:lnTo>
                  <a:lnTo>
                    <a:pt x="11216" y="5986"/>
                  </a:lnTo>
                  <a:lnTo>
                    <a:pt x="10097" y="7093"/>
                  </a:lnTo>
                  <a:lnTo>
                    <a:pt x="9776" y="6772"/>
                  </a:lnTo>
                  <a:cubicBezTo>
                    <a:pt x="9746" y="6742"/>
                    <a:pt x="9704" y="6727"/>
                    <a:pt x="9663" y="6727"/>
                  </a:cubicBezTo>
                  <a:cubicBezTo>
                    <a:pt x="9621" y="6727"/>
                    <a:pt x="9579" y="6742"/>
                    <a:pt x="9550" y="6772"/>
                  </a:cubicBezTo>
                  <a:cubicBezTo>
                    <a:pt x="9490" y="6832"/>
                    <a:pt x="9490" y="6939"/>
                    <a:pt x="9550" y="6998"/>
                  </a:cubicBezTo>
                  <a:lnTo>
                    <a:pt x="9871" y="7320"/>
                  </a:lnTo>
                  <a:lnTo>
                    <a:pt x="7514" y="9689"/>
                  </a:lnTo>
                  <a:cubicBezTo>
                    <a:pt x="6746" y="10463"/>
                    <a:pt x="5728" y="10850"/>
                    <a:pt x="4708" y="10850"/>
                  </a:cubicBezTo>
                  <a:cubicBezTo>
                    <a:pt x="3689" y="10850"/>
                    <a:pt x="2668" y="10463"/>
                    <a:pt x="1894" y="9689"/>
                  </a:cubicBezTo>
                  <a:cubicBezTo>
                    <a:pt x="346" y="8141"/>
                    <a:pt x="346" y="5605"/>
                    <a:pt x="1894" y="4057"/>
                  </a:cubicBezTo>
                  <a:lnTo>
                    <a:pt x="4263" y="1700"/>
                  </a:lnTo>
                  <a:close/>
                  <a:moveTo>
                    <a:pt x="5615" y="0"/>
                  </a:moveTo>
                  <a:cubicBezTo>
                    <a:pt x="5573" y="0"/>
                    <a:pt x="5531" y="15"/>
                    <a:pt x="5501" y="45"/>
                  </a:cubicBezTo>
                  <a:lnTo>
                    <a:pt x="1668" y="3843"/>
                  </a:lnTo>
                  <a:cubicBezTo>
                    <a:pt x="1" y="5510"/>
                    <a:pt x="1" y="8225"/>
                    <a:pt x="1668" y="9891"/>
                  </a:cubicBezTo>
                  <a:cubicBezTo>
                    <a:pt x="2507" y="10725"/>
                    <a:pt x="3605" y="11142"/>
                    <a:pt x="4702" y="11142"/>
                  </a:cubicBezTo>
                  <a:cubicBezTo>
                    <a:pt x="5799" y="11142"/>
                    <a:pt x="6894" y="10725"/>
                    <a:pt x="7728" y="9891"/>
                  </a:cubicBezTo>
                  <a:lnTo>
                    <a:pt x="11538" y="6081"/>
                  </a:lnTo>
                  <a:cubicBezTo>
                    <a:pt x="11621" y="6046"/>
                    <a:pt x="11621" y="5939"/>
                    <a:pt x="11562" y="5879"/>
                  </a:cubicBezTo>
                  <a:lnTo>
                    <a:pt x="9633" y="3962"/>
                  </a:lnTo>
                  <a:cubicBezTo>
                    <a:pt x="9603" y="3932"/>
                    <a:pt x="9564" y="3917"/>
                    <a:pt x="9526" y="3917"/>
                  </a:cubicBezTo>
                  <a:cubicBezTo>
                    <a:pt x="9487" y="3917"/>
                    <a:pt x="9448" y="3932"/>
                    <a:pt x="9419" y="3962"/>
                  </a:cubicBezTo>
                  <a:lnTo>
                    <a:pt x="5609" y="7772"/>
                  </a:lnTo>
                  <a:cubicBezTo>
                    <a:pt x="5359" y="8016"/>
                    <a:pt x="5037" y="8138"/>
                    <a:pt x="4717" y="8138"/>
                  </a:cubicBezTo>
                  <a:cubicBezTo>
                    <a:pt x="4397" y="8138"/>
                    <a:pt x="4079" y="8016"/>
                    <a:pt x="3835" y="7772"/>
                  </a:cubicBezTo>
                  <a:cubicBezTo>
                    <a:pt x="3346" y="7272"/>
                    <a:pt x="3346" y="6486"/>
                    <a:pt x="3835" y="5998"/>
                  </a:cubicBezTo>
                  <a:lnTo>
                    <a:pt x="7645" y="2188"/>
                  </a:lnTo>
                  <a:cubicBezTo>
                    <a:pt x="7704" y="2129"/>
                    <a:pt x="7704" y="2021"/>
                    <a:pt x="7645" y="1962"/>
                  </a:cubicBezTo>
                  <a:lnTo>
                    <a:pt x="5728" y="45"/>
                  </a:lnTo>
                  <a:cubicBezTo>
                    <a:pt x="5698" y="15"/>
                    <a:pt x="5656" y="0"/>
                    <a:pt x="56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3"/>
            <p:cNvSpPr/>
            <p:nvPr/>
          </p:nvSpPr>
          <p:spPr>
            <a:xfrm>
              <a:off x="3081757" y="2197136"/>
              <a:ext cx="11436" cy="10448"/>
            </a:xfrm>
            <a:custGeom>
              <a:rect b="b" l="l" r="r" t="t"/>
              <a:pathLst>
                <a:path extrusionOk="0" h="328" w="359">
                  <a:moveTo>
                    <a:pt x="173" y="0"/>
                  </a:moveTo>
                  <a:cubicBezTo>
                    <a:pt x="132" y="0"/>
                    <a:pt x="90" y="15"/>
                    <a:pt x="60" y="45"/>
                  </a:cubicBezTo>
                  <a:cubicBezTo>
                    <a:pt x="1" y="116"/>
                    <a:pt x="1" y="211"/>
                    <a:pt x="60" y="283"/>
                  </a:cubicBezTo>
                  <a:cubicBezTo>
                    <a:pt x="90" y="313"/>
                    <a:pt x="132" y="327"/>
                    <a:pt x="173" y="327"/>
                  </a:cubicBezTo>
                  <a:cubicBezTo>
                    <a:pt x="215" y="327"/>
                    <a:pt x="257" y="313"/>
                    <a:pt x="287" y="283"/>
                  </a:cubicBezTo>
                  <a:cubicBezTo>
                    <a:pt x="358" y="211"/>
                    <a:pt x="358" y="116"/>
                    <a:pt x="287" y="45"/>
                  </a:cubicBezTo>
                  <a:cubicBezTo>
                    <a:pt x="257" y="15"/>
                    <a:pt x="215" y="0"/>
                    <a:pt x="1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3"/>
            <p:cNvSpPr/>
            <p:nvPr/>
          </p:nvSpPr>
          <p:spPr>
            <a:xfrm>
              <a:off x="3081375" y="2168689"/>
              <a:ext cx="11436" cy="10448"/>
            </a:xfrm>
            <a:custGeom>
              <a:rect b="b" l="l" r="r" t="t"/>
              <a:pathLst>
                <a:path extrusionOk="0" h="328" w="359">
                  <a:moveTo>
                    <a:pt x="185" y="0"/>
                  </a:moveTo>
                  <a:cubicBezTo>
                    <a:pt x="144" y="0"/>
                    <a:pt x="102" y="15"/>
                    <a:pt x="72" y="45"/>
                  </a:cubicBezTo>
                  <a:cubicBezTo>
                    <a:pt x="1" y="116"/>
                    <a:pt x="1" y="223"/>
                    <a:pt x="72" y="283"/>
                  </a:cubicBezTo>
                  <a:cubicBezTo>
                    <a:pt x="102" y="313"/>
                    <a:pt x="144" y="328"/>
                    <a:pt x="185" y="328"/>
                  </a:cubicBezTo>
                  <a:cubicBezTo>
                    <a:pt x="227" y="328"/>
                    <a:pt x="269" y="313"/>
                    <a:pt x="299" y="283"/>
                  </a:cubicBezTo>
                  <a:cubicBezTo>
                    <a:pt x="358" y="223"/>
                    <a:pt x="358" y="116"/>
                    <a:pt x="299" y="45"/>
                  </a:cubicBezTo>
                  <a:cubicBezTo>
                    <a:pt x="269" y="15"/>
                    <a:pt x="227" y="0"/>
                    <a:pt x="1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3"/>
            <p:cNvSpPr/>
            <p:nvPr/>
          </p:nvSpPr>
          <p:spPr>
            <a:xfrm>
              <a:off x="3298340" y="2210770"/>
              <a:ext cx="11404" cy="10480"/>
            </a:xfrm>
            <a:custGeom>
              <a:rect b="b" l="l" r="r" t="t"/>
              <a:pathLst>
                <a:path extrusionOk="0" h="329" w="358">
                  <a:moveTo>
                    <a:pt x="179" y="1"/>
                  </a:moveTo>
                  <a:cubicBezTo>
                    <a:pt x="137" y="1"/>
                    <a:pt x="96" y="16"/>
                    <a:pt x="60" y="45"/>
                  </a:cubicBezTo>
                  <a:cubicBezTo>
                    <a:pt x="0" y="117"/>
                    <a:pt x="0" y="212"/>
                    <a:pt x="60" y="283"/>
                  </a:cubicBezTo>
                  <a:cubicBezTo>
                    <a:pt x="96" y="313"/>
                    <a:pt x="137" y="328"/>
                    <a:pt x="179" y="328"/>
                  </a:cubicBezTo>
                  <a:cubicBezTo>
                    <a:pt x="221" y="328"/>
                    <a:pt x="262" y="313"/>
                    <a:pt x="298" y="283"/>
                  </a:cubicBezTo>
                  <a:cubicBezTo>
                    <a:pt x="358" y="212"/>
                    <a:pt x="358" y="117"/>
                    <a:pt x="298" y="45"/>
                  </a:cubicBezTo>
                  <a:cubicBezTo>
                    <a:pt x="262" y="16"/>
                    <a:pt x="221"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0" name="Google Shape;970;p23"/>
          <p:cNvGrpSpPr/>
          <p:nvPr/>
        </p:nvGrpSpPr>
        <p:grpSpPr>
          <a:xfrm>
            <a:off x="3304330" y="4216934"/>
            <a:ext cx="312179" cy="353431"/>
            <a:chOff x="2199565" y="2421172"/>
            <a:chExt cx="312179" cy="353431"/>
          </a:xfrm>
        </p:grpSpPr>
        <p:sp>
          <p:nvSpPr>
            <p:cNvPr id="971" name="Google Shape;971;p23"/>
            <p:cNvSpPr/>
            <p:nvPr/>
          </p:nvSpPr>
          <p:spPr>
            <a:xfrm>
              <a:off x="2199565" y="2421172"/>
              <a:ext cx="312179" cy="353431"/>
            </a:xfrm>
            <a:custGeom>
              <a:rect b="b" l="l" r="r" t="t"/>
              <a:pathLst>
                <a:path extrusionOk="0" h="11095" w="9800">
                  <a:moveTo>
                    <a:pt x="5156" y="322"/>
                  </a:moveTo>
                  <a:cubicBezTo>
                    <a:pt x="5228" y="322"/>
                    <a:pt x="5311" y="370"/>
                    <a:pt x="5311" y="465"/>
                  </a:cubicBezTo>
                  <a:lnTo>
                    <a:pt x="5311" y="858"/>
                  </a:lnTo>
                  <a:cubicBezTo>
                    <a:pt x="5202" y="822"/>
                    <a:pt x="5100" y="806"/>
                    <a:pt x="4999" y="806"/>
                  </a:cubicBezTo>
                  <a:cubicBezTo>
                    <a:pt x="4968" y="806"/>
                    <a:pt x="4937" y="807"/>
                    <a:pt x="4906" y="810"/>
                  </a:cubicBezTo>
                  <a:cubicBezTo>
                    <a:pt x="4775" y="810"/>
                    <a:pt x="4656" y="822"/>
                    <a:pt x="4549" y="858"/>
                  </a:cubicBezTo>
                  <a:lnTo>
                    <a:pt x="4549" y="465"/>
                  </a:lnTo>
                  <a:cubicBezTo>
                    <a:pt x="4549" y="394"/>
                    <a:pt x="4609" y="322"/>
                    <a:pt x="4692" y="322"/>
                  </a:cubicBezTo>
                  <a:close/>
                  <a:moveTo>
                    <a:pt x="4906" y="1132"/>
                  </a:moveTo>
                  <a:cubicBezTo>
                    <a:pt x="5502" y="1132"/>
                    <a:pt x="6002" y="1608"/>
                    <a:pt x="6002" y="2227"/>
                  </a:cubicBezTo>
                  <a:cubicBezTo>
                    <a:pt x="6002" y="2838"/>
                    <a:pt x="5504" y="3302"/>
                    <a:pt x="4927" y="3302"/>
                  </a:cubicBezTo>
                  <a:cubicBezTo>
                    <a:pt x="4807" y="3302"/>
                    <a:pt x="4684" y="3282"/>
                    <a:pt x="4561" y="3239"/>
                  </a:cubicBezTo>
                  <a:cubicBezTo>
                    <a:pt x="4144" y="3084"/>
                    <a:pt x="3847" y="2680"/>
                    <a:pt x="3847" y="2227"/>
                  </a:cubicBezTo>
                  <a:cubicBezTo>
                    <a:pt x="3835" y="1632"/>
                    <a:pt x="4311" y="1132"/>
                    <a:pt x="4906" y="1132"/>
                  </a:cubicBezTo>
                  <a:close/>
                  <a:moveTo>
                    <a:pt x="4978" y="3620"/>
                  </a:moveTo>
                  <a:lnTo>
                    <a:pt x="6061" y="6251"/>
                  </a:lnTo>
                  <a:lnTo>
                    <a:pt x="5621" y="6251"/>
                  </a:lnTo>
                  <a:cubicBezTo>
                    <a:pt x="5621" y="5918"/>
                    <a:pt x="5335" y="5644"/>
                    <a:pt x="4990" y="5644"/>
                  </a:cubicBezTo>
                  <a:lnTo>
                    <a:pt x="4847" y="5644"/>
                  </a:lnTo>
                  <a:cubicBezTo>
                    <a:pt x="4501" y="5644"/>
                    <a:pt x="4216" y="5918"/>
                    <a:pt x="4216" y="6251"/>
                  </a:cubicBezTo>
                  <a:lnTo>
                    <a:pt x="3775" y="6251"/>
                  </a:lnTo>
                  <a:lnTo>
                    <a:pt x="4859" y="3620"/>
                  </a:lnTo>
                  <a:close/>
                  <a:moveTo>
                    <a:pt x="1406" y="6573"/>
                  </a:moveTo>
                  <a:lnTo>
                    <a:pt x="1323" y="6740"/>
                  </a:lnTo>
                  <a:lnTo>
                    <a:pt x="430" y="6740"/>
                  </a:lnTo>
                  <a:cubicBezTo>
                    <a:pt x="423" y="6741"/>
                    <a:pt x="417" y="6742"/>
                    <a:pt x="411" y="6742"/>
                  </a:cubicBezTo>
                  <a:cubicBezTo>
                    <a:pt x="370" y="6742"/>
                    <a:pt x="334" y="6708"/>
                    <a:pt x="334" y="6656"/>
                  </a:cubicBezTo>
                  <a:cubicBezTo>
                    <a:pt x="334" y="6609"/>
                    <a:pt x="382" y="6573"/>
                    <a:pt x="430" y="6573"/>
                  </a:cubicBezTo>
                  <a:close/>
                  <a:moveTo>
                    <a:pt x="6204" y="6573"/>
                  </a:moveTo>
                  <a:lnTo>
                    <a:pt x="6276" y="6752"/>
                  </a:lnTo>
                  <a:lnTo>
                    <a:pt x="5621" y="6752"/>
                  </a:lnTo>
                  <a:lnTo>
                    <a:pt x="5621" y="6573"/>
                  </a:lnTo>
                  <a:close/>
                  <a:moveTo>
                    <a:pt x="9419" y="6573"/>
                  </a:moveTo>
                  <a:cubicBezTo>
                    <a:pt x="9454" y="6573"/>
                    <a:pt x="9502" y="6609"/>
                    <a:pt x="9502" y="6656"/>
                  </a:cubicBezTo>
                  <a:cubicBezTo>
                    <a:pt x="9502" y="6716"/>
                    <a:pt x="9454" y="6752"/>
                    <a:pt x="9419" y="6752"/>
                  </a:cubicBezTo>
                  <a:lnTo>
                    <a:pt x="8526" y="6752"/>
                  </a:lnTo>
                  <a:cubicBezTo>
                    <a:pt x="8526" y="6752"/>
                    <a:pt x="8451" y="6592"/>
                    <a:pt x="8434" y="6573"/>
                  </a:cubicBezTo>
                  <a:close/>
                  <a:moveTo>
                    <a:pt x="4216" y="6585"/>
                  </a:moveTo>
                  <a:lnTo>
                    <a:pt x="4216" y="6763"/>
                  </a:lnTo>
                  <a:lnTo>
                    <a:pt x="3573" y="6763"/>
                  </a:lnTo>
                  <a:lnTo>
                    <a:pt x="3644" y="6585"/>
                  </a:lnTo>
                  <a:close/>
                  <a:moveTo>
                    <a:pt x="4990" y="5954"/>
                  </a:moveTo>
                  <a:cubicBezTo>
                    <a:pt x="5156" y="5954"/>
                    <a:pt x="5287" y="6097"/>
                    <a:pt x="5287" y="6251"/>
                  </a:cubicBezTo>
                  <a:lnTo>
                    <a:pt x="5287" y="7061"/>
                  </a:lnTo>
                  <a:cubicBezTo>
                    <a:pt x="5287" y="7228"/>
                    <a:pt x="5156" y="7359"/>
                    <a:pt x="4990" y="7359"/>
                  </a:cubicBezTo>
                  <a:lnTo>
                    <a:pt x="4847" y="7359"/>
                  </a:lnTo>
                  <a:cubicBezTo>
                    <a:pt x="4680" y="7359"/>
                    <a:pt x="4549" y="7228"/>
                    <a:pt x="4549" y="7061"/>
                  </a:cubicBezTo>
                  <a:lnTo>
                    <a:pt x="4549" y="6251"/>
                  </a:lnTo>
                  <a:cubicBezTo>
                    <a:pt x="4549" y="6097"/>
                    <a:pt x="4680" y="5954"/>
                    <a:pt x="4847" y="5954"/>
                  </a:cubicBezTo>
                  <a:close/>
                  <a:moveTo>
                    <a:pt x="1299" y="10157"/>
                  </a:moveTo>
                  <a:lnTo>
                    <a:pt x="1477" y="10228"/>
                  </a:lnTo>
                  <a:lnTo>
                    <a:pt x="1287" y="10454"/>
                  </a:lnTo>
                  <a:lnTo>
                    <a:pt x="1299" y="10157"/>
                  </a:lnTo>
                  <a:close/>
                  <a:moveTo>
                    <a:pt x="8538" y="10157"/>
                  </a:moveTo>
                  <a:lnTo>
                    <a:pt x="8550" y="10454"/>
                  </a:lnTo>
                  <a:lnTo>
                    <a:pt x="8359" y="10228"/>
                  </a:lnTo>
                  <a:lnTo>
                    <a:pt x="8538" y="10157"/>
                  </a:lnTo>
                  <a:close/>
                  <a:moveTo>
                    <a:pt x="4680" y="1"/>
                  </a:moveTo>
                  <a:cubicBezTo>
                    <a:pt x="4430" y="1"/>
                    <a:pt x="4204" y="215"/>
                    <a:pt x="4204" y="477"/>
                  </a:cubicBezTo>
                  <a:lnTo>
                    <a:pt x="4204" y="1001"/>
                  </a:lnTo>
                  <a:cubicBezTo>
                    <a:pt x="3716" y="1287"/>
                    <a:pt x="3418" y="1870"/>
                    <a:pt x="3525" y="2441"/>
                  </a:cubicBezTo>
                  <a:lnTo>
                    <a:pt x="3108" y="3263"/>
                  </a:lnTo>
                  <a:cubicBezTo>
                    <a:pt x="3061" y="3334"/>
                    <a:pt x="3085" y="3442"/>
                    <a:pt x="3180" y="3489"/>
                  </a:cubicBezTo>
                  <a:cubicBezTo>
                    <a:pt x="3202" y="3504"/>
                    <a:pt x="3227" y="3511"/>
                    <a:pt x="3253" y="3511"/>
                  </a:cubicBezTo>
                  <a:cubicBezTo>
                    <a:pt x="3311" y="3511"/>
                    <a:pt x="3373" y="3476"/>
                    <a:pt x="3406" y="3418"/>
                  </a:cubicBezTo>
                  <a:lnTo>
                    <a:pt x="3680" y="2858"/>
                  </a:lnTo>
                  <a:cubicBezTo>
                    <a:pt x="3859" y="3203"/>
                    <a:pt x="4168" y="3453"/>
                    <a:pt x="4549" y="3561"/>
                  </a:cubicBezTo>
                  <a:cubicBezTo>
                    <a:pt x="4442" y="3811"/>
                    <a:pt x="2287" y="9073"/>
                    <a:pt x="1930" y="9919"/>
                  </a:cubicBezTo>
                  <a:cubicBezTo>
                    <a:pt x="1900" y="9968"/>
                    <a:pt x="1845" y="9993"/>
                    <a:pt x="1794" y="9993"/>
                  </a:cubicBezTo>
                  <a:cubicBezTo>
                    <a:pt x="1783" y="9993"/>
                    <a:pt x="1773" y="9992"/>
                    <a:pt x="1763" y="9990"/>
                  </a:cubicBezTo>
                  <a:lnTo>
                    <a:pt x="1168" y="9752"/>
                  </a:lnTo>
                  <a:cubicBezTo>
                    <a:pt x="1120" y="9740"/>
                    <a:pt x="1096" y="9692"/>
                    <a:pt x="1096" y="9645"/>
                  </a:cubicBezTo>
                  <a:cubicBezTo>
                    <a:pt x="882" y="7990"/>
                    <a:pt x="1632" y="6906"/>
                    <a:pt x="1692" y="6763"/>
                  </a:cubicBezTo>
                  <a:cubicBezTo>
                    <a:pt x="1846" y="6430"/>
                    <a:pt x="2847" y="4501"/>
                    <a:pt x="3120" y="3977"/>
                  </a:cubicBezTo>
                  <a:cubicBezTo>
                    <a:pt x="3156" y="3906"/>
                    <a:pt x="3132" y="3799"/>
                    <a:pt x="3037" y="3751"/>
                  </a:cubicBezTo>
                  <a:cubicBezTo>
                    <a:pt x="3016" y="3741"/>
                    <a:pt x="2992" y="3735"/>
                    <a:pt x="2968" y="3735"/>
                  </a:cubicBezTo>
                  <a:cubicBezTo>
                    <a:pt x="2909" y="3735"/>
                    <a:pt x="2848" y="3767"/>
                    <a:pt x="2823" y="3834"/>
                  </a:cubicBezTo>
                  <a:lnTo>
                    <a:pt x="1573" y="6251"/>
                  </a:lnTo>
                  <a:lnTo>
                    <a:pt x="430" y="6251"/>
                  </a:lnTo>
                  <a:cubicBezTo>
                    <a:pt x="203" y="6251"/>
                    <a:pt x="1" y="6430"/>
                    <a:pt x="1" y="6668"/>
                  </a:cubicBezTo>
                  <a:cubicBezTo>
                    <a:pt x="1" y="6894"/>
                    <a:pt x="180" y="7085"/>
                    <a:pt x="430" y="7085"/>
                  </a:cubicBezTo>
                  <a:lnTo>
                    <a:pt x="1156" y="7085"/>
                  </a:lnTo>
                  <a:cubicBezTo>
                    <a:pt x="775" y="7906"/>
                    <a:pt x="644" y="8799"/>
                    <a:pt x="751" y="9704"/>
                  </a:cubicBezTo>
                  <a:cubicBezTo>
                    <a:pt x="763" y="9847"/>
                    <a:pt x="858" y="9978"/>
                    <a:pt x="977" y="10038"/>
                  </a:cubicBezTo>
                  <a:lnTo>
                    <a:pt x="930" y="10919"/>
                  </a:lnTo>
                  <a:cubicBezTo>
                    <a:pt x="930" y="11017"/>
                    <a:pt x="1014" y="11081"/>
                    <a:pt x="1101" y="11081"/>
                  </a:cubicBezTo>
                  <a:cubicBezTo>
                    <a:pt x="1141" y="11081"/>
                    <a:pt x="1182" y="11068"/>
                    <a:pt x="1215" y="11038"/>
                  </a:cubicBezTo>
                  <a:lnTo>
                    <a:pt x="1823" y="10347"/>
                  </a:lnTo>
                  <a:cubicBezTo>
                    <a:pt x="1989" y="10335"/>
                    <a:pt x="2132" y="10228"/>
                    <a:pt x="2215" y="10061"/>
                  </a:cubicBezTo>
                  <a:lnTo>
                    <a:pt x="3430" y="7109"/>
                  </a:lnTo>
                  <a:lnTo>
                    <a:pt x="4204" y="7109"/>
                  </a:lnTo>
                  <a:cubicBezTo>
                    <a:pt x="4204" y="7442"/>
                    <a:pt x="4490" y="7716"/>
                    <a:pt x="4823" y="7716"/>
                  </a:cubicBezTo>
                  <a:lnTo>
                    <a:pt x="4978" y="7716"/>
                  </a:lnTo>
                  <a:cubicBezTo>
                    <a:pt x="5323" y="7716"/>
                    <a:pt x="5597" y="7442"/>
                    <a:pt x="5597" y="7109"/>
                  </a:cubicBezTo>
                  <a:lnTo>
                    <a:pt x="6371" y="7109"/>
                  </a:lnTo>
                  <a:lnTo>
                    <a:pt x="7014" y="8668"/>
                  </a:lnTo>
                  <a:cubicBezTo>
                    <a:pt x="7040" y="8730"/>
                    <a:pt x="7099" y="8766"/>
                    <a:pt x="7161" y="8766"/>
                  </a:cubicBezTo>
                  <a:cubicBezTo>
                    <a:pt x="7184" y="8766"/>
                    <a:pt x="7206" y="8761"/>
                    <a:pt x="7228" y="8752"/>
                  </a:cubicBezTo>
                  <a:cubicBezTo>
                    <a:pt x="7311" y="8728"/>
                    <a:pt x="7347" y="8621"/>
                    <a:pt x="7311" y="8549"/>
                  </a:cubicBezTo>
                  <a:cubicBezTo>
                    <a:pt x="7192" y="8252"/>
                    <a:pt x="5394" y="3870"/>
                    <a:pt x="5275" y="3608"/>
                  </a:cubicBezTo>
                  <a:cubicBezTo>
                    <a:pt x="5644" y="3501"/>
                    <a:pt x="5954" y="3251"/>
                    <a:pt x="6133" y="2906"/>
                  </a:cubicBezTo>
                  <a:cubicBezTo>
                    <a:pt x="6168" y="2953"/>
                    <a:pt x="8145" y="6811"/>
                    <a:pt x="8264" y="7061"/>
                  </a:cubicBezTo>
                  <a:cubicBezTo>
                    <a:pt x="8681" y="7859"/>
                    <a:pt x="8847" y="8776"/>
                    <a:pt x="8728" y="9680"/>
                  </a:cubicBezTo>
                  <a:cubicBezTo>
                    <a:pt x="8728" y="9728"/>
                    <a:pt x="8692" y="9764"/>
                    <a:pt x="8657" y="9788"/>
                  </a:cubicBezTo>
                  <a:lnTo>
                    <a:pt x="8061" y="10026"/>
                  </a:lnTo>
                  <a:cubicBezTo>
                    <a:pt x="8047" y="10031"/>
                    <a:pt x="8032" y="10034"/>
                    <a:pt x="8017" y="10034"/>
                  </a:cubicBezTo>
                  <a:cubicBezTo>
                    <a:pt x="7969" y="10034"/>
                    <a:pt x="7922" y="10005"/>
                    <a:pt x="7895" y="9942"/>
                  </a:cubicBezTo>
                  <a:lnTo>
                    <a:pt x="7573" y="9145"/>
                  </a:lnTo>
                  <a:cubicBezTo>
                    <a:pt x="7546" y="9072"/>
                    <a:pt x="7477" y="9041"/>
                    <a:pt x="7414" y="9041"/>
                  </a:cubicBezTo>
                  <a:cubicBezTo>
                    <a:pt x="7395" y="9041"/>
                    <a:pt x="7376" y="9044"/>
                    <a:pt x="7359" y="9049"/>
                  </a:cubicBezTo>
                  <a:cubicBezTo>
                    <a:pt x="7276" y="9085"/>
                    <a:pt x="7240" y="9192"/>
                    <a:pt x="7276" y="9264"/>
                  </a:cubicBezTo>
                  <a:lnTo>
                    <a:pt x="7597" y="10061"/>
                  </a:lnTo>
                  <a:cubicBezTo>
                    <a:pt x="7657" y="10228"/>
                    <a:pt x="7823" y="10335"/>
                    <a:pt x="7990" y="10347"/>
                  </a:cubicBezTo>
                  <a:lnTo>
                    <a:pt x="8597" y="11038"/>
                  </a:lnTo>
                  <a:cubicBezTo>
                    <a:pt x="8632" y="11077"/>
                    <a:pt x="8676" y="11094"/>
                    <a:pt x="8717" y="11094"/>
                  </a:cubicBezTo>
                  <a:cubicBezTo>
                    <a:pt x="8803" y="11094"/>
                    <a:pt x="8883" y="11023"/>
                    <a:pt x="8883" y="10919"/>
                  </a:cubicBezTo>
                  <a:lnTo>
                    <a:pt x="8835" y="10038"/>
                  </a:lnTo>
                  <a:cubicBezTo>
                    <a:pt x="8954" y="9966"/>
                    <a:pt x="9038" y="9847"/>
                    <a:pt x="9062" y="9704"/>
                  </a:cubicBezTo>
                  <a:cubicBezTo>
                    <a:pt x="9181" y="8811"/>
                    <a:pt x="9038" y="7906"/>
                    <a:pt x="8657" y="7085"/>
                  </a:cubicBezTo>
                  <a:lnTo>
                    <a:pt x="9383" y="7085"/>
                  </a:lnTo>
                  <a:cubicBezTo>
                    <a:pt x="9609" y="7085"/>
                    <a:pt x="9800" y="6906"/>
                    <a:pt x="9800" y="6668"/>
                  </a:cubicBezTo>
                  <a:cubicBezTo>
                    <a:pt x="9800" y="6430"/>
                    <a:pt x="9633" y="6251"/>
                    <a:pt x="9419" y="6251"/>
                  </a:cubicBezTo>
                  <a:lnTo>
                    <a:pt x="8264" y="6251"/>
                  </a:lnTo>
                  <a:lnTo>
                    <a:pt x="6299" y="2441"/>
                  </a:lnTo>
                  <a:cubicBezTo>
                    <a:pt x="6395" y="1846"/>
                    <a:pt x="6109" y="1287"/>
                    <a:pt x="5621" y="1001"/>
                  </a:cubicBezTo>
                  <a:lnTo>
                    <a:pt x="5621" y="477"/>
                  </a:lnTo>
                  <a:cubicBezTo>
                    <a:pt x="5621" y="227"/>
                    <a:pt x="5406" y="1"/>
                    <a:pt x="51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3"/>
            <p:cNvSpPr/>
            <p:nvPr/>
          </p:nvSpPr>
          <p:spPr>
            <a:xfrm>
              <a:off x="2335745" y="2471248"/>
              <a:ext cx="40997" cy="40615"/>
            </a:xfrm>
            <a:custGeom>
              <a:rect b="b" l="l" r="r" t="t"/>
              <a:pathLst>
                <a:path extrusionOk="0" h="1275" w="1287">
                  <a:moveTo>
                    <a:pt x="643" y="322"/>
                  </a:moveTo>
                  <a:cubicBezTo>
                    <a:pt x="822" y="322"/>
                    <a:pt x="953" y="477"/>
                    <a:pt x="953" y="631"/>
                  </a:cubicBezTo>
                  <a:cubicBezTo>
                    <a:pt x="953" y="798"/>
                    <a:pt x="810" y="953"/>
                    <a:pt x="643" y="953"/>
                  </a:cubicBezTo>
                  <a:cubicBezTo>
                    <a:pt x="477" y="953"/>
                    <a:pt x="334" y="798"/>
                    <a:pt x="334" y="631"/>
                  </a:cubicBezTo>
                  <a:cubicBezTo>
                    <a:pt x="334" y="477"/>
                    <a:pt x="465" y="322"/>
                    <a:pt x="643" y="322"/>
                  </a:cubicBezTo>
                  <a:close/>
                  <a:moveTo>
                    <a:pt x="643" y="0"/>
                  </a:moveTo>
                  <a:cubicBezTo>
                    <a:pt x="286" y="0"/>
                    <a:pt x="0" y="274"/>
                    <a:pt x="0" y="631"/>
                  </a:cubicBezTo>
                  <a:cubicBezTo>
                    <a:pt x="0" y="989"/>
                    <a:pt x="286" y="1274"/>
                    <a:pt x="643" y="1274"/>
                  </a:cubicBezTo>
                  <a:cubicBezTo>
                    <a:pt x="1000" y="1274"/>
                    <a:pt x="1286" y="989"/>
                    <a:pt x="1286" y="631"/>
                  </a:cubicBezTo>
                  <a:cubicBezTo>
                    <a:pt x="1286" y="274"/>
                    <a:pt x="1000" y="0"/>
                    <a:pt x="6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grpSp>
        <p:nvGrpSpPr>
          <p:cNvPr id="977" name="Google Shape;977;p24"/>
          <p:cNvGrpSpPr/>
          <p:nvPr/>
        </p:nvGrpSpPr>
        <p:grpSpPr>
          <a:xfrm>
            <a:off x="3615600" y="3890119"/>
            <a:ext cx="1912800" cy="841950"/>
            <a:chOff x="3615600" y="3890119"/>
            <a:chExt cx="1912800" cy="841950"/>
          </a:xfrm>
        </p:grpSpPr>
        <p:sp>
          <p:nvSpPr>
            <p:cNvPr id="978" name="Google Shape;978;p24"/>
            <p:cNvSpPr txBox="1"/>
            <p:nvPr/>
          </p:nvSpPr>
          <p:spPr>
            <a:xfrm>
              <a:off x="3615600" y="4225369"/>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979" name="Google Shape;979;p24"/>
            <p:cNvSpPr txBox="1"/>
            <p:nvPr/>
          </p:nvSpPr>
          <p:spPr>
            <a:xfrm>
              <a:off x="3972750" y="3890119"/>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sp>
        <p:nvSpPr>
          <p:cNvPr id="980" name="Google Shape;980;p24"/>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981" name="Google Shape;981;p24"/>
          <p:cNvGrpSpPr/>
          <p:nvPr/>
        </p:nvGrpSpPr>
        <p:grpSpPr>
          <a:xfrm>
            <a:off x="457200" y="3890125"/>
            <a:ext cx="1912800" cy="841950"/>
            <a:chOff x="457200" y="3890125"/>
            <a:chExt cx="1912800" cy="841950"/>
          </a:xfrm>
        </p:grpSpPr>
        <p:sp>
          <p:nvSpPr>
            <p:cNvPr id="982" name="Google Shape;982;p24"/>
            <p:cNvSpPr txBox="1"/>
            <p:nvPr/>
          </p:nvSpPr>
          <p:spPr>
            <a:xfrm>
              <a:off x="457200" y="4225375"/>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983" name="Google Shape;983;p24"/>
            <p:cNvSpPr txBox="1"/>
            <p:nvPr/>
          </p:nvSpPr>
          <p:spPr>
            <a:xfrm>
              <a:off x="814350" y="3890125"/>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984" name="Google Shape;984;p24"/>
          <p:cNvGrpSpPr/>
          <p:nvPr/>
        </p:nvGrpSpPr>
        <p:grpSpPr>
          <a:xfrm>
            <a:off x="3615600" y="1778538"/>
            <a:ext cx="1912800" cy="841950"/>
            <a:chOff x="3615600" y="1778538"/>
            <a:chExt cx="1912800" cy="841950"/>
          </a:xfrm>
        </p:grpSpPr>
        <p:sp>
          <p:nvSpPr>
            <p:cNvPr id="985" name="Google Shape;985;p24"/>
            <p:cNvSpPr txBox="1"/>
            <p:nvPr/>
          </p:nvSpPr>
          <p:spPr>
            <a:xfrm>
              <a:off x="3615600" y="2113788"/>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986" name="Google Shape;986;p24"/>
            <p:cNvSpPr txBox="1"/>
            <p:nvPr/>
          </p:nvSpPr>
          <p:spPr>
            <a:xfrm>
              <a:off x="3972750" y="177853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grpSp>
        <p:nvGrpSpPr>
          <p:cNvPr id="987" name="Google Shape;987;p24"/>
          <p:cNvGrpSpPr/>
          <p:nvPr/>
        </p:nvGrpSpPr>
        <p:grpSpPr>
          <a:xfrm>
            <a:off x="2036400" y="2834331"/>
            <a:ext cx="1912800" cy="841950"/>
            <a:chOff x="2036400" y="2834331"/>
            <a:chExt cx="1912800" cy="841950"/>
          </a:xfrm>
        </p:grpSpPr>
        <p:sp>
          <p:nvSpPr>
            <p:cNvPr id="988" name="Google Shape;988;p24"/>
            <p:cNvSpPr txBox="1"/>
            <p:nvPr/>
          </p:nvSpPr>
          <p:spPr>
            <a:xfrm>
              <a:off x="2036400" y="3169581"/>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Saturn is a gas giant with several rings</a:t>
              </a:r>
              <a:endParaRPr>
                <a:solidFill>
                  <a:schemeClr val="lt1"/>
                </a:solidFill>
                <a:latin typeface="Catamaran"/>
                <a:ea typeface="Catamaran"/>
                <a:cs typeface="Catamaran"/>
                <a:sym typeface="Catamaran"/>
              </a:endParaRPr>
            </a:p>
          </p:txBody>
        </p:sp>
        <p:sp>
          <p:nvSpPr>
            <p:cNvPr id="989" name="Google Shape;989;p24"/>
            <p:cNvSpPr txBox="1"/>
            <p:nvPr/>
          </p:nvSpPr>
          <p:spPr>
            <a:xfrm>
              <a:off x="2393550" y="2834331"/>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990" name="Google Shape;990;p24"/>
          <p:cNvGrpSpPr/>
          <p:nvPr/>
        </p:nvGrpSpPr>
        <p:grpSpPr>
          <a:xfrm>
            <a:off x="5194800" y="2834331"/>
            <a:ext cx="1912800" cy="841950"/>
            <a:chOff x="5194800" y="2834331"/>
            <a:chExt cx="1912800" cy="841950"/>
          </a:xfrm>
        </p:grpSpPr>
        <p:sp>
          <p:nvSpPr>
            <p:cNvPr id="991" name="Google Shape;991;p24"/>
            <p:cNvSpPr txBox="1"/>
            <p:nvPr/>
          </p:nvSpPr>
          <p:spPr>
            <a:xfrm>
              <a:off x="5194800" y="3169581"/>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992" name="Google Shape;992;p24"/>
            <p:cNvSpPr txBox="1"/>
            <p:nvPr/>
          </p:nvSpPr>
          <p:spPr>
            <a:xfrm>
              <a:off x="5551950" y="2834331"/>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grpSp>
        <p:nvGrpSpPr>
          <p:cNvPr id="993" name="Google Shape;993;p24"/>
          <p:cNvGrpSpPr/>
          <p:nvPr/>
        </p:nvGrpSpPr>
        <p:grpSpPr>
          <a:xfrm>
            <a:off x="6774000" y="3890125"/>
            <a:ext cx="1912800" cy="841950"/>
            <a:chOff x="6774000" y="3890125"/>
            <a:chExt cx="1912800" cy="841950"/>
          </a:xfrm>
        </p:grpSpPr>
        <p:sp>
          <p:nvSpPr>
            <p:cNvPr id="994" name="Google Shape;994;p24"/>
            <p:cNvSpPr txBox="1"/>
            <p:nvPr/>
          </p:nvSpPr>
          <p:spPr>
            <a:xfrm>
              <a:off x="6774000" y="4225375"/>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995" name="Google Shape;995;p24"/>
            <p:cNvSpPr txBox="1"/>
            <p:nvPr/>
          </p:nvSpPr>
          <p:spPr>
            <a:xfrm>
              <a:off x="7131150" y="3890125"/>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996" name="Google Shape;996;p24"/>
          <p:cNvGrpSpPr/>
          <p:nvPr/>
        </p:nvGrpSpPr>
        <p:grpSpPr>
          <a:xfrm>
            <a:off x="457200" y="1778538"/>
            <a:ext cx="1912800" cy="841950"/>
            <a:chOff x="457200" y="1778538"/>
            <a:chExt cx="1912800" cy="841950"/>
          </a:xfrm>
        </p:grpSpPr>
        <p:sp>
          <p:nvSpPr>
            <p:cNvPr id="997" name="Google Shape;997;p24"/>
            <p:cNvSpPr txBox="1"/>
            <p:nvPr/>
          </p:nvSpPr>
          <p:spPr>
            <a:xfrm>
              <a:off x="457200" y="2113788"/>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998" name="Google Shape;998;p24"/>
            <p:cNvSpPr txBox="1"/>
            <p:nvPr/>
          </p:nvSpPr>
          <p:spPr>
            <a:xfrm>
              <a:off x="814350" y="177853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grpSp>
        <p:nvGrpSpPr>
          <p:cNvPr id="999" name="Google Shape;999;p24"/>
          <p:cNvGrpSpPr/>
          <p:nvPr/>
        </p:nvGrpSpPr>
        <p:grpSpPr>
          <a:xfrm>
            <a:off x="6774000" y="1778538"/>
            <a:ext cx="1912800" cy="841950"/>
            <a:chOff x="6774000" y="1778538"/>
            <a:chExt cx="1912800" cy="841950"/>
          </a:xfrm>
        </p:grpSpPr>
        <p:sp>
          <p:nvSpPr>
            <p:cNvPr id="1000" name="Google Shape;1000;p24"/>
            <p:cNvSpPr txBox="1"/>
            <p:nvPr/>
          </p:nvSpPr>
          <p:spPr>
            <a:xfrm>
              <a:off x="6774000" y="2113788"/>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Ceres is located in the main asteroid belt</a:t>
              </a:r>
              <a:endParaRPr>
                <a:solidFill>
                  <a:schemeClr val="lt1"/>
                </a:solidFill>
                <a:latin typeface="Catamaran"/>
                <a:ea typeface="Catamaran"/>
                <a:cs typeface="Catamaran"/>
                <a:sym typeface="Catamaran"/>
              </a:endParaRPr>
            </a:p>
          </p:txBody>
        </p:sp>
        <p:sp>
          <p:nvSpPr>
            <p:cNvPr id="1001" name="Google Shape;1001;p24"/>
            <p:cNvSpPr txBox="1"/>
            <p:nvPr/>
          </p:nvSpPr>
          <p:spPr>
            <a:xfrm>
              <a:off x="7131150" y="177853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Ceres</a:t>
              </a:r>
              <a:endParaRPr sz="2000">
                <a:solidFill>
                  <a:schemeClr val="lt1"/>
                </a:solidFill>
                <a:latin typeface="Love Ya Like A Sister"/>
                <a:ea typeface="Love Ya Like A Sister"/>
                <a:cs typeface="Love Ya Like A Sister"/>
                <a:sym typeface="Love Ya Like A Sister"/>
              </a:endParaRPr>
            </a:p>
          </p:txBody>
        </p:sp>
      </p:grpSp>
      <p:sp>
        <p:nvSpPr>
          <p:cNvPr id="1002" name="Google Shape;1002;p24"/>
          <p:cNvSpPr/>
          <p:nvPr/>
        </p:nvSpPr>
        <p:spPr>
          <a:xfrm>
            <a:off x="1080153" y="1038575"/>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4"/>
          <p:cNvSpPr/>
          <p:nvPr/>
        </p:nvSpPr>
        <p:spPr>
          <a:xfrm>
            <a:off x="4238553" y="1038575"/>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4"/>
          <p:cNvSpPr/>
          <p:nvPr/>
        </p:nvSpPr>
        <p:spPr>
          <a:xfrm>
            <a:off x="7396953" y="1038575"/>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4"/>
          <p:cNvSpPr/>
          <p:nvPr/>
        </p:nvSpPr>
        <p:spPr>
          <a:xfrm>
            <a:off x="1080153" y="3147025"/>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4"/>
          <p:cNvSpPr/>
          <p:nvPr/>
        </p:nvSpPr>
        <p:spPr>
          <a:xfrm>
            <a:off x="4238553" y="3147025"/>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4"/>
          <p:cNvSpPr/>
          <p:nvPr/>
        </p:nvSpPr>
        <p:spPr>
          <a:xfrm>
            <a:off x="7396953" y="3147025"/>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4"/>
          <p:cNvSpPr/>
          <p:nvPr/>
        </p:nvSpPr>
        <p:spPr>
          <a:xfrm>
            <a:off x="2659353" y="2091225"/>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4"/>
          <p:cNvSpPr/>
          <p:nvPr/>
        </p:nvSpPr>
        <p:spPr>
          <a:xfrm>
            <a:off x="5817753" y="2091225"/>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0" name="Google Shape;1010;p24"/>
          <p:cNvGrpSpPr/>
          <p:nvPr/>
        </p:nvGrpSpPr>
        <p:grpSpPr>
          <a:xfrm>
            <a:off x="1294118" y="3304080"/>
            <a:ext cx="238976" cy="352762"/>
            <a:chOff x="1242359" y="3304080"/>
            <a:chExt cx="238976" cy="352762"/>
          </a:xfrm>
        </p:grpSpPr>
        <p:sp>
          <p:nvSpPr>
            <p:cNvPr id="1011" name="Google Shape;1011;p24"/>
            <p:cNvSpPr/>
            <p:nvPr/>
          </p:nvSpPr>
          <p:spPr>
            <a:xfrm>
              <a:off x="1275361" y="3331921"/>
              <a:ext cx="77790" cy="77790"/>
            </a:xfrm>
            <a:custGeom>
              <a:rect b="b" l="l" r="r" t="t"/>
              <a:pathLst>
                <a:path extrusionOk="0" h="2442" w="2442">
                  <a:moveTo>
                    <a:pt x="1206" y="334"/>
                  </a:moveTo>
                  <a:cubicBezTo>
                    <a:pt x="1372" y="334"/>
                    <a:pt x="1546" y="383"/>
                    <a:pt x="1715" y="496"/>
                  </a:cubicBezTo>
                  <a:lnTo>
                    <a:pt x="489" y="1722"/>
                  </a:lnTo>
                  <a:cubicBezTo>
                    <a:pt x="54" y="1069"/>
                    <a:pt x="566" y="334"/>
                    <a:pt x="1206" y="334"/>
                  </a:cubicBezTo>
                  <a:close/>
                  <a:moveTo>
                    <a:pt x="1941" y="722"/>
                  </a:moveTo>
                  <a:lnTo>
                    <a:pt x="1941" y="722"/>
                  </a:lnTo>
                  <a:cubicBezTo>
                    <a:pt x="2403" y="1372"/>
                    <a:pt x="1880" y="2119"/>
                    <a:pt x="1235" y="2119"/>
                  </a:cubicBezTo>
                  <a:cubicBezTo>
                    <a:pt x="1065" y="2119"/>
                    <a:pt x="886" y="2067"/>
                    <a:pt x="715" y="1948"/>
                  </a:cubicBezTo>
                  <a:lnTo>
                    <a:pt x="1941" y="722"/>
                  </a:lnTo>
                  <a:close/>
                  <a:moveTo>
                    <a:pt x="1243" y="1"/>
                  </a:moveTo>
                  <a:cubicBezTo>
                    <a:pt x="616" y="1"/>
                    <a:pt x="1" y="477"/>
                    <a:pt x="1" y="1210"/>
                  </a:cubicBezTo>
                  <a:cubicBezTo>
                    <a:pt x="1" y="1555"/>
                    <a:pt x="144" y="1853"/>
                    <a:pt x="358" y="2079"/>
                  </a:cubicBezTo>
                  <a:cubicBezTo>
                    <a:pt x="604" y="2330"/>
                    <a:pt x="909" y="2442"/>
                    <a:pt x="1209" y="2442"/>
                  </a:cubicBezTo>
                  <a:cubicBezTo>
                    <a:pt x="1837" y="2442"/>
                    <a:pt x="2442" y="1951"/>
                    <a:pt x="2442" y="1210"/>
                  </a:cubicBezTo>
                  <a:cubicBezTo>
                    <a:pt x="2442" y="889"/>
                    <a:pt x="2311" y="579"/>
                    <a:pt x="2084" y="353"/>
                  </a:cubicBezTo>
                  <a:cubicBezTo>
                    <a:pt x="1845" y="110"/>
                    <a:pt x="1543" y="1"/>
                    <a:pt x="12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4"/>
            <p:cNvSpPr/>
            <p:nvPr/>
          </p:nvSpPr>
          <p:spPr>
            <a:xfrm>
              <a:off x="1356527" y="3331762"/>
              <a:ext cx="90691" cy="77949"/>
            </a:xfrm>
            <a:custGeom>
              <a:rect b="b" l="l" r="r" t="t"/>
              <a:pathLst>
                <a:path extrusionOk="0" h="2447" w="2847">
                  <a:moveTo>
                    <a:pt x="1610" y="339"/>
                  </a:moveTo>
                  <a:cubicBezTo>
                    <a:pt x="1773" y="339"/>
                    <a:pt x="1944" y="388"/>
                    <a:pt x="2108" y="501"/>
                  </a:cubicBezTo>
                  <a:lnTo>
                    <a:pt x="894" y="1727"/>
                  </a:lnTo>
                  <a:cubicBezTo>
                    <a:pt x="459" y="1074"/>
                    <a:pt x="978" y="339"/>
                    <a:pt x="1610" y="339"/>
                  </a:cubicBezTo>
                  <a:close/>
                  <a:moveTo>
                    <a:pt x="2358" y="727"/>
                  </a:moveTo>
                  <a:lnTo>
                    <a:pt x="2358" y="727"/>
                  </a:lnTo>
                  <a:cubicBezTo>
                    <a:pt x="2801" y="1377"/>
                    <a:pt x="2289" y="2124"/>
                    <a:pt x="1649" y="2124"/>
                  </a:cubicBezTo>
                  <a:cubicBezTo>
                    <a:pt x="1481" y="2124"/>
                    <a:pt x="1303" y="2072"/>
                    <a:pt x="1132" y="1953"/>
                  </a:cubicBezTo>
                  <a:lnTo>
                    <a:pt x="2358" y="727"/>
                  </a:lnTo>
                  <a:close/>
                  <a:moveTo>
                    <a:pt x="1620" y="1"/>
                  </a:moveTo>
                  <a:cubicBezTo>
                    <a:pt x="525" y="1"/>
                    <a:pt x="1" y="1358"/>
                    <a:pt x="763" y="2084"/>
                  </a:cubicBezTo>
                  <a:cubicBezTo>
                    <a:pt x="1005" y="2335"/>
                    <a:pt x="1309" y="2447"/>
                    <a:pt x="1609" y="2447"/>
                  </a:cubicBezTo>
                  <a:cubicBezTo>
                    <a:pt x="2236" y="2447"/>
                    <a:pt x="2846" y="1956"/>
                    <a:pt x="2846" y="1215"/>
                  </a:cubicBezTo>
                  <a:cubicBezTo>
                    <a:pt x="2846" y="905"/>
                    <a:pt x="2727" y="596"/>
                    <a:pt x="2489" y="358"/>
                  </a:cubicBezTo>
                  <a:cubicBezTo>
                    <a:pt x="2275" y="143"/>
                    <a:pt x="1965" y="1"/>
                    <a:pt x="16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4"/>
            <p:cNvSpPr/>
            <p:nvPr/>
          </p:nvSpPr>
          <p:spPr>
            <a:xfrm>
              <a:off x="1262460" y="3438731"/>
              <a:ext cx="90691" cy="77662"/>
            </a:xfrm>
            <a:custGeom>
              <a:rect b="b" l="l" r="r" t="t"/>
              <a:pathLst>
                <a:path extrusionOk="0" h="2438" w="2847">
                  <a:moveTo>
                    <a:pt x="1604" y="333"/>
                  </a:moveTo>
                  <a:cubicBezTo>
                    <a:pt x="1772" y="333"/>
                    <a:pt x="1949" y="383"/>
                    <a:pt x="2120" y="500"/>
                  </a:cubicBezTo>
                  <a:lnTo>
                    <a:pt x="894" y="1715"/>
                  </a:lnTo>
                  <a:cubicBezTo>
                    <a:pt x="461" y="1065"/>
                    <a:pt x="966" y="333"/>
                    <a:pt x="1604" y="333"/>
                  </a:cubicBezTo>
                  <a:close/>
                  <a:moveTo>
                    <a:pt x="2346" y="726"/>
                  </a:moveTo>
                  <a:lnTo>
                    <a:pt x="2346" y="726"/>
                  </a:lnTo>
                  <a:cubicBezTo>
                    <a:pt x="2808" y="1377"/>
                    <a:pt x="2285" y="2124"/>
                    <a:pt x="1640" y="2124"/>
                  </a:cubicBezTo>
                  <a:cubicBezTo>
                    <a:pt x="1470" y="2124"/>
                    <a:pt x="1291" y="2072"/>
                    <a:pt x="1120" y="1953"/>
                  </a:cubicBezTo>
                  <a:lnTo>
                    <a:pt x="2346" y="726"/>
                  </a:lnTo>
                  <a:close/>
                  <a:moveTo>
                    <a:pt x="1632" y="0"/>
                  </a:moveTo>
                  <a:cubicBezTo>
                    <a:pt x="561" y="0"/>
                    <a:pt x="1" y="1310"/>
                    <a:pt x="763" y="2072"/>
                  </a:cubicBezTo>
                  <a:cubicBezTo>
                    <a:pt x="1016" y="2325"/>
                    <a:pt x="1325" y="2438"/>
                    <a:pt x="1628" y="2438"/>
                  </a:cubicBezTo>
                  <a:cubicBezTo>
                    <a:pt x="2252" y="2438"/>
                    <a:pt x="2847" y="1956"/>
                    <a:pt x="2847" y="1227"/>
                  </a:cubicBezTo>
                  <a:cubicBezTo>
                    <a:pt x="2847" y="881"/>
                    <a:pt x="2716" y="584"/>
                    <a:pt x="2489" y="357"/>
                  </a:cubicBezTo>
                  <a:cubicBezTo>
                    <a:pt x="2287" y="155"/>
                    <a:pt x="1977" y="0"/>
                    <a:pt x="16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4"/>
            <p:cNvSpPr/>
            <p:nvPr/>
          </p:nvSpPr>
          <p:spPr>
            <a:xfrm>
              <a:off x="1356527" y="3438731"/>
              <a:ext cx="90691" cy="77949"/>
            </a:xfrm>
            <a:custGeom>
              <a:rect b="b" l="l" r="r" t="t"/>
              <a:pathLst>
                <a:path extrusionOk="0" h="2447" w="2847">
                  <a:moveTo>
                    <a:pt x="1606" y="335"/>
                  </a:moveTo>
                  <a:cubicBezTo>
                    <a:pt x="1769" y="335"/>
                    <a:pt x="1941" y="385"/>
                    <a:pt x="2108" y="500"/>
                  </a:cubicBezTo>
                  <a:lnTo>
                    <a:pt x="894" y="1715"/>
                  </a:lnTo>
                  <a:cubicBezTo>
                    <a:pt x="468" y="1081"/>
                    <a:pt x="974" y="335"/>
                    <a:pt x="1606" y="335"/>
                  </a:cubicBezTo>
                  <a:close/>
                  <a:moveTo>
                    <a:pt x="2358" y="726"/>
                  </a:moveTo>
                  <a:cubicBezTo>
                    <a:pt x="2801" y="1367"/>
                    <a:pt x="2289" y="2127"/>
                    <a:pt x="1649" y="2127"/>
                  </a:cubicBezTo>
                  <a:cubicBezTo>
                    <a:pt x="1481" y="2127"/>
                    <a:pt x="1303" y="2074"/>
                    <a:pt x="1132" y="1953"/>
                  </a:cubicBezTo>
                  <a:lnTo>
                    <a:pt x="2358" y="726"/>
                  </a:lnTo>
                  <a:close/>
                  <a:moveTo>
                    <a:pt x="1620" y="0"/>
                  </a:moveTo>
                  <a:cubicBezTo>
                    <a:pt x="525" y="0"/>
                    <a:pt x="1" y="1357"/>
                    <a:pt x="763" y="2084"/>
                  </a:cubicBezTo>
                  <a:cubicBezTo>
                    <a:pt x="1006" y="2335"/>
                    <a:pt x="1310" y="2447"/>
                    <a:pt x="1610" y="2447"/>
                  </a:cubicBezTo>
                  <a:cubicBezTo>
                    <a:pt x="2237" y="2447"/>
                    <a:pt x="2846" y="1959"/>
                    <a:pt x="2846" y="1227"/>
                  </a:cubicBezTo>
                  <a:cubicBezTo>
                    <a:pt x="2846" y="560"/>
                    <a:pt x="2311" y="0"/>
                    <a:pt x="16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4"/>
            <p:cNvSpPr/>
            <p:nvPr/>
          </p:nvSpPr>
          <p:spPr>
            <a:xfrm>
              <a:off x="1275361" y="3545254"/>
              <a:ext cx="77790" cy="78300"/>
            </a:xfrm>
            <a:custGeom>
              <a:rect b="b" l="l" r="r" t="t"/>
              <a:pathLst>
                <a:path extrusionOk="0" h="2458" w="2442">
                  <a:moveTo>
                    <a:pt x="1941" y="740"/>
                  </a:moveTo>
                  <a:lnTo>
                    <a:pt x="1941" y="740"/>
                  </a:lnTo>
                  <a:cubicBezTo>
                    <a:pt x="2401" y="1388"/>
                    <a:pt x="1892" y="2132"/>
                    <a:pt x="1247" y="2132"/>
                  </a:cubicBezTo>
                  <a:cubicBezTo>
                    <a:pt x="1074" y="2132"/>
                    <a:pt x="892" y="2078"/>
                    <a:pt x="715" y="1954"/>
                  </a:cubicBezTo>
                  <a:lnTo>
                    <a:pt x="1941" y="740"/>
                  </a:lnTo>
                  <a:close/>
                  <a:moveTo>
                    <a:pt x="1226" y="1"/>
                  </a:moveTo>
                  <a:cubicBezTo>
                    <a:pt x="1024" y="1"/>
                    <a:pt x="816" y="53"/>
                    <a:pt x="620" y="169"/>
                  </a:cubicBezTo>
                  <a:cubicBezTo>
                    <a:pt x="537" y="216"/>
                    <a:pt x="513" y="323"/>
                    <a:pt x="560" y="395"/>
                  </a:cubicBezTo>
                  <a:cubicBezTo>
                    <a:pt x="585" y="444"/>
                    <a:pt x="643" y="476"/>
                    <a:pt x="700" y="476"/>
                  </a:cubicBezTo>
                  <a:cubicBezTo>
                    <a:pt x="726" y="476"/>
                    <a:pt x="752" y="469"/>
                    <a:pt x="775" y="454"/>
                  </a:cubicBezTo>
                  <a:cubicBezTo>
                    <a:pt x="918" y="383"/>
                    <a:pt x="1072" y="335"/>
                    <a:pt x="1227" y="335"/>
                  </a:cubicBezTo>
                  <a:cubicBezTo>
                    <a:pt x="1406" y="335"/>
                    <a:pt x="1572" y="407"/>
                    <a:pt x="1715" y="502"/>
                  </a:cubicBezTo>
                  <a:lnTo>
                    <a:pt x="489" y="1716"/>
                  </a:lnTo>
                  <a:cubicBezTo>
                    <a:pt x="346" y="1502"/>
                    <a:pt x="287" y="1276"/>
                    <a:pt x="358" y="1026"/>
                  </a:cubicBezTo>
                  <a:cubicBezTo>
                    <a:pt x="370" y="931"/>
                    <a:pt x="334" y="847"/>
                    <a:pt x="239" y="823"/>
                  </a:cubicBezTo>
                  <a:cubicBezTo>
                    <a:pt x="230" y="822"/>
                    <a:pt x="222" y="822"/>
                    <a:pt x="213" y="822"/>
                  </a:cubicBezTo>
                  <a:cubicBezTo>
                    <a:pt x="137" y="822"/>
                    <a:pt x="59" y="868"/>
                    <a:pt x="48" y="942"/>
                  </a:cubicBezTo>
                  <a:cubicBezTo>
                    <a:pt x="36" y="1038"/>
                    <a:pt x="13" y="1145"/>
                    <a:pt x="13" y="1228"/>
                  </a:cubicBezTo>
                  <a:cubicBezTo>
                    <a:pt x="1" y="1573"/>
                    <a:pt x="144" y="1883"/>
                    <a:pt x="358" y="2097"/>
                  </a:cubicBezTo>
                  <a:cubicBezTo>
                    <a:pt x="607" y="2346"/>
                    <a:pt x="911" y="2457"/>
                    <a:pt x="1209" y="2457"/>
                  </a:cubicBezTo>
                  <a:cubicBezTo>
                    <a:pt x="1839" y="2457"/>
                    <a:pt x="2442" y="1963"/>
                    <a:pt x="2442" y="1228"/>
                  </a:cubicBezTo>
                  <a:cubicBezTo>
                    <a:pt x="2442" y="515"/>
                    <a:pt x="1860" y="1"/>
                    <a:pt x="122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4"/>
            <p:cNvSpPr/>
            <p:nvPr/>
          </p:nvSpPr>
          <p:spPr>
            <a:xfrm>
              <a:off x="1356527" y="3546051"/>
              <a:ext cx="90691" cy="77949"/>
            </a:xfrm>
            <a:custGeom>
              <a:rect b="b" l="l" r="r" t="t"/>
              <a:pathLst>
                <a:path extrusionOk="0" h="2447" w="2847">
                  <a:moveTo>
                    <a:pt x="1606" y="326"/>
                  </a:moveTo>
                  <a:cubicBezTo>
                    <a:pt x="1771" y="326"/>
                    <a:pt x="1943" y="375"/>
                    <a:pt x="2108" y="489"/>
                  </a:cubicBezTo>
                  <a:lnTo>
                    <a:pt x="894" y="1715"/>
                  </a:lnTo>
                  <a:cubicBezTo>
                    <a:pt x="459" y="1054"/>
                    <a:pt x="976" y="326"/>
                    <a:pt x="1606" y="326"/>
                  </a:cubicBezTo>
                  <a:close/>
                  <a:moveTo>
                    <a:pt x="2358" y="715"/>
                  </a:moveTo>
                  <a:lnTo>
                    <a:pt x="2358" y="715"/>
                  </a:lnTo>
                  <a:cubicBezTo>
                    <a:pt x="2809" y="1363"/>
                    <a:pt x="2297" y="2107"/>
                    <a:pt x="1658" y="2107"/>
                  </a:cubicBezTo>
                  <a:cubicBezTo>
                    <a:pt x="1486" y="2107"/>
                    <a:pt x="1306" y="2053"/>
                    <a:pt x="1132" y="1929"/>
                  </a:cubicBezTo>
                  <a:lnTo>
                    <a:pt x="2358" y="715"/>
                  </a:lnTo>
                  <a:close/>
                  <a:moveTo>
                    <a:pt x="1620" y="1"/>
                  </a:moveTo>
                  <a:cubicBezTo>
                    <a:pt x="536" y="1"/>
                    <a:pt x="1" y="1322"/>
                    <a:pt x="763" y="2084"/>
                  </a:cubicBezTo>
                  <a:cubicBezTo>
                    <a:pt x="1005" y="2335"/>
                    <a:pt x="1309" y="2447"/>
                    <a:pt x="1609" y="2447"/>
                  </a:cubicBezTo>
                  <a:cubicBezTo>
                    <a:pt x="2236" y="2447"/>
                    <a:pt x="2846" y="1956"/>
                    <a:pt x="2846" y="1215"/>
                  </a:cubicBezTo>
                  <a:cubicBezTo>
                    <a:pt x="2846" y="548"/>
                    <a:pt x="2311" y="1"/>
                    <a:pt x="16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4"/>
            <p:cNvSpPr/>
            <p:nvPr/>
          </p:nvSpPr>
          <p:spPr>
            <a:xfrm>
              <a:off x="1242359" y="3304080"/>
              <a:ext cx="238976" cy="352762"/>
            </a:xfrm>
            <a:custGeom>
              <a:rect b="b" l="l" r="r" t="t"/>
              <a:pathLst>
                <a:path extrusionOk="0" h="11074" w="7502">
                  <a:moveTo>
                    <a:pt x="775" y="0"/>
                  </a:moveTo>
                  <a:cubicBezTo>
                    <a:pt x="334" y="0"/>
                    <a:pt x="1" y="358"/>
                    <a:pt x="1" y="774"/>
                  </a:cubicBezTo>
                  <a:lnTo>
                    <a:pt x="1" y="10299"/>
                  </a:lnTo>
                  <a:cubicBezTo>
                    <a:pt x="1" y="10728"/>
                    <a:pt x="358" y="11073"/>
                    <a:pt x="775" y="11073"/>
                  </a:cubicBezTo>
                  <a:lnTo>
                    <a:pt x="6728" y="11073"/>
                  </a:lnTo>
                  <a:cubicBezTo>
                    <a:pt x="7157" y="11073"/>
                    <a:pt x="7502" y="10716"/>
                    <a:pt x="7502" y="10299"/>
                  </a:cubicBezTo>
                  <a:lnTo>
                    <a:pt x="7502" y="4799"/>
                  </a:lnTo>
                  <a:cubicBezTo>
                    <a:pt x="7502" y="4703"/>
                    <a:pt x="7419" y="4632"/>
                    <a:pt x="7335" y="4632"/>
                  </a:cubicBezTo>
                  <a:cubicBezTo>
                    <a:pt x="7252" y="4632"/>
                    <a:pt x="7168" y="4703"/>
                    <a:pt x="7168" y="4799"/>
                  </a:cubicBezTo>
                  <a:lnTo>
                    <a:pt x="7168" y="10299"/>
                  </a:lnTo>
                  <a:cubicBezTo>
                    <a:pt x="7168" y="10561"/>
                    <a:pt x="6966" y="10752"/>
                    <a:pt x="6728" y="10752"/>
                  </a:cubicBezTo>
                  <a:lnTo>
                    <a:pt x="775" y="10752"/>
                  </a:lnTo>
                  <a:cubicBezTo>
                    <a:pt x="525" y="10752"/>
                    <a:pt x="322" y="10537"/>
                    <a:pt x="322" y="10299"/>
                  </a:cubicBezTo>
                  <a:lnTo>
                    <a:pt x="322" y="774"/>
                  </a:lnTo>
                  <a:cubicBezTo>
                    <a:pt x="322" y="524"/>
                    <a:pt x="537" y="334"/>
                    <a:pt x="775" y="334"/>
                  </a:cubicBezTo>
                  <a:lnTo>
                    <a:pt x="6728" y="334"/>
                  </a:lnTo>
                  <a:cubicBezTo>
                    <a:pt x="6978" y="334"/>
                    <a:pt x="7168" y="536"/>
                    <a:pt x="7168" y="774"/>
                  </a:cubicBezTo>
                  <a:lnTo>
                    <a:pt x="7168" y="3930"/>
                  </a:lnTo>
                  <a:cubicBezTo>
                    <a:pt x="7168" y="4025"/>
                    <a:pt x="7252" y="4096"/>
                    <a:pt x="7335" y="4096"/>
                  </a:cubicBezTo>
                  <a:cubicBezTo>
                    <a:pt x="7419" y="4096"/>
                    <a:pt x="7502" y="4025"/>
                    <a:pt x="7502" y="3930"/>
                  </a:cubicBezTo>
                  <a:lnTo>
                    <a:pt x="7502" y="774"/>
                  </a:lnTo>
                  <a:cubicBezTo>
                    <a:pt x="7502" y="346"/>
                    <a:pt x="7145" y="0"/>
                    <a:pt x="67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8" name="Google Shape;1018;p24"/>
          <p:cNvGrpSpPr/>
          <p:nvPr/>
        </p:nvGrpSpPr>
        <p:grpSpPr>
          <a:xfrm>
            <a:off x="4384244" y="3296511"/>
            <a:ext cx="375507" cy="367925"/>
            <a:chOff x="4384244" y="3296511"/>
            <a:chExt cx="375507" cy="367925"/>
          </a:xfrm>
        </p:grpSpPr>
        <p:sp>
          <p:nvSpPr>
            <p:cNvPr id="1019" name="Google Shape;1019;p24"/>
            <p:cNvSpPr/>
            <p:nvPr/>
          </p:nvSpPr>
          <p:spPr>
            <a:xfrm>
              <a:off x="4384244" y="3296511"/>
              <a:ext cx="190780" cy="367925"/>
            </a:xfrm>
            <a:custGeom>
              <a:rect b="b" l="l" r="r" t="t"/>
              <a:pathLst>
                <a:path extrusionOk="0" h="11550" w="5989">
                  <a:moveTo>
                    <a:pt x="3024" y="346"/>
                  </a:moveTo>
                  <a:cubicBezTo>
                    <a:pt x="4465" y="346"/>
                    <a:pt x="5644" y="1524"/>
                    <a:pt x="5644" y="2965"/>
                  </a:cubicBezTo>
                  <a:lnTo>
                    <a:pt x="5644" y="5596"/>
                  </a:lnTo>
                  <a:lnTo>
                    <a:pt x="2977" y="5596"/>
                  </a:lnTo>
                  <a:cubicBezTo>
                    <a:pt x="2893" y="5596"/>
                    <a:pt x="2810" y="5668"/>
                    <a:pt x="2810" y="5763"/>
                  </a:cubicBezTo>
                  <a:cubicBezTo>
                    <a:pt x="2810" y="5846"/>
                    <a:pt x="2893" y="5930"/>
                    <a:pt x="2977" y="5930"/>
                  </a:cubicBezTo>
                  <a:lnTo>
                    <a:pt x="5644" y="5930"/>
                  </a:lnTo>
                  <a:lnTo>
                    <a:pt x="5644" y="8561"/>
                  </a:lnTo>
                  <a:cubicBezTo>
                    <a:pt x="5644" y="10002"/>
                    <a:pt x="4465" y="11180"/>
                    <a:pt x="3024" y="11180"/>
                  </a:cubicBezTo>
                  <a:lnTo>
                    <a:pt x="2965" y="11180"/>
                  </a:lnTo>
                  <a:cubicBezTo>
                    <a:pt x="1524" y="11180"/>
                    <a:pt x="345" y="10002"/>
                    <a:pt x="345" y="8561"/>
                  </a:cubicBezTo>
                  <a:lnTo>
                    <a:pt x="345" y="5930"/>
                  </a:lnTo>
                  <a:lnTo>
                    <a:pt x="2119" y="5930"/>
                  </a:lnTo>
                  <a:cubicBezTo>
                    <a:pt x="2203" y="5930"/>
                    <a:pt x="2274" y="5846"/>
                    <a:pt x="2274" y="5763"/>
                  </a:cubicBezTo>
                  <a:cubicBezTo>
                    <a:pt x="2274" y="5668"/>
                    <a:pt x="2203" y="5596"/>
                    <a:pt x="2119" y="5596"/>
                  </a:cubicBezTo>
                  <a:lnTo>
                    <a:pt x="345" y="5596"/>
                  </a:lnTo>
                  <a:lnTo>
                    <a:pt x="345" y="2965"/>
                  </a:lnTo>
                  <a:cubicBezTo>
                    <a:pt x="345" y="1524"/>
                    <a:pt x="1524" y="346"/>
                    <a:pt x="2965" y="346"/>
                  </a:cubicBezTo>
                  <a:close/>
                  <a:moveTo>
                    <a:pt x="2965" y="0"/>
                  </a:moveTo>
                  <a:cubicBezTo>
                    <a:pt x="1322" y="0"/>
                    <a:pt x="0" y="1322"/>
                    <a:pt x="0" y="2965"/>
                  </a:cubicBezTo>
                  <a:lnTo>
                    <a:pt x="0" y="8585"/>
                  </a:lnTo>
                  <a:cubicBezTo>
                    <a:pt x="0" y="10228"/>
                    <a:pt x="1322" y="11550"/>
                    <a:pt x="2965" y="11550"/>
                  </a:cubicBezTo>
                  <a:lnTo>
                    <a:pt x="3024" y="11550"/>
                  </a:lnTo>
                  <a:cubicBezTo>
                    <a:pt x="4655" y="11550"/>
                    <a:pt x="5989" y="10228"/>
                    <a:pt x="5989" y="8585"/>
                  </a:cubicBezTo>
                  <a:lnTo>
                    <a:pt x="5989" y="2953"/>
                  </a:lnTo>
                  <a:cubicBezTo>
                    <a:pt x="5965" y="1322"/>
                    <a:pt x="4644" y="0"/>
                    <a:pt x="302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4"/>
            <p:cNvSpPr/>
            <p:nvPr/>
          </p:nvSpPr>
          <p:spPr>
            <a:xfrm>
              <a:off x="4581459" y="3326837"/>
              <a:ext cx="178292" cy="162365"/>
            </a:xfrm>
            <a:custGeom>
              <a:rect b="b" l="l" r="r" t="t"/>
              <a:pathLst>
                <a:path extrusionOk="0" h="5097" w="5597">
                  <a:moveTo>
                    <a:pt x="2807" y="346"/>
                  </a:moveTo>
                  <a:cubicBezTo>
                    <a:pt x="3371" y="346"/>
                    <a:pt x="3933" y="564"/>
                    <a:pt x="4358" y="1001"/>
                  </a:cubicBezTo>
                  <a:cubicBezTo>
                    <a:pt x="5180" y="1835"/>
                    <a:pt x="5227" y="3132"/>
                    <a:pt x="4477" y="3990"/>
                  </a:cubicBezTo>
                  <a:lnTo>
                    <a:pt x="3441" y="2954"/>
                  </a:lnTo>
                  <a:cubicBezTo>
                    <a:pt x="3411" y="2924"/>
                    <a:pt x="3367" y="2909"/>
                    <a:pt x="3322" y="2909"/>
                  </a:cubicBezTo>
                  <a:cubicBezTo>
                    <a:pt x="3278" y="2909"/>
                    <a:pt x="3233" y="2924"/>
                    <a:pt x="3203" y="2954"/>
                  </a:cubicBezTo>
                  <a:cubicBezTo>
                    <a:pt x="3144" y="3013"/>
                    <a:pt x="3144" y="3132"/>
                    <a:pt x="3203" y="3192"/>
                  </a:cubicBezTo>
                  <a:lnTo>
                    <a:pt x="4239" y="4228"/>
                  </a:lnTo>
                  <a:cubicBezTo>
                    <a:pt x="3831" y="4584"/>
                    <a:pt x="3321" y="4763"/>
                    <a:pt x="2810" y="4763"/>
                  </a:cubicBezTo>
                  <a:cubicBezTo>
                    <a:pt x="2246" y="4763"/>
                    <a:pt x="1681" y="4546"/>
                    <a:pt x="1250" y="4109"/>
                  </a:cubicBezTo>
                  <a:cubicBezTo>
                    <a:pt x="417" y="3287"/>
                    <a:pt x="393" y="1977"/>
                    <a:pt x="1131" y="1120"/>
                  </a:cubicBezTo>
                  <a:lnTo>
                    <a:pt x="1131" y="1120"/>
                  </a:lnTo>
                  <a:lnTo>
                    <a:pt x="2679" y="2668"/>
                  </a:lnTo>
                  <a:cubicBezTo>
                    <a:pt x="2709" y="2698"/>
                    <a:pt x="2754" y="2713"/>
                    <a:pt x="2798" y="2713"/>
                  </a:cubicBezTo>
                  <a:cubicBezTo>
                    <a:pt x="2843" y="2713"/>
                    <a:pt x="2888" y="2698"/>
                    <a:pt x="2917" y="2668"/>
                  </a:cubicBezTo>
                  <a:cubicBezTo>
                    <a:pt x="2977" y="2608"/>
                    <a:pt x="2977" y="2489"/>
                    <a:pt x="2917" y="2430"/>
                  </a:cubicBezTo>
                  <a:lnTo>
                    <a:pt x="1370" y="882"/>
                  </a:lnTo>
                  <a:cubicBezTo>
                    <a:pt x="1783" y="525"/>
                    <a:pt x="2296" y="346"/>
                    <a:pt x="2807" y="346"/>
                  </a:cubicBezTo>
                  <a:close/>
                  <a:moveTo>
                    <a:pt x="2803" y="1"/>
                  </a:moveTo>
                  <a:cubicBezTo>
                    <a:pt x="2152" y="1"/>
                    <a:pt x="1501" y="251"/>
                    <a:pt x="1000" y="751"/>
                  </a:cubicBezTo>
                  <a:cubicBezTo>
                    <a:pt x="0" y="1739"/>
                    <a:pt x="0" y="3347"/>
                    <a:pt x="1000" y="4347"/>
                  </a:cubicBezTo>
                  <a:cubicBezTo>
                    <a:pt x="1501" y="4847"/>
                    <a:pt x="2152" y="5097"/>
                    <a:pt x="2803" y="5097"/>
                  </a:cubicBezTo>
                  <a:cubicBezTo>
                    <a:pt x="3453" y="5097"/>
                    <a:pt x="4102" y="4847"/>
                    <a:pt x="4596" y="4347"/>
                  </a:cubicBezTo>
                  <a:cubicBezTo>
                    <a:pt x="5596" y="3347"/>
                    <a:pt x="5596" y="1739"/>
                    <a:pt x="4596" y="751"/>
                  </a:cubicBezTo>
                  <a:cubicBezTo>
                    <a:pt x="4102" y="251"/>
                    <a:pt x="3453" y="1"/>
                    <a:pt x="28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4"/>
            <p:cNvSpPr/>
            <p:nvPr/>
          </p:nvSpPr>
          <p:spPr>
            <a:xfrm>
              <a:off x="4581459" y="3493725"/>
              <a:ext cx="177528" cy="162365"/>
            </a:xfrm>
            <a:custGeom>
              <a:rect b="b" l="l" r="r" t="t"/>
              <a:pathLst>
                <a:path extrusionOk="0" h="5097" w="5573">
                  <a:moveTo>
                    <a:pt x="2805" y="338"/>
                  </a:moveTo>
                  <a:cubicBezTo>
                    <a:pt x="3314" y="338"/>
                    <a:pt x="3821" y="515"/>
                    <a:pt x="4227" y="870"/>
                  </a:cubicBezTo>
                  <a:lnTo>
                    <a:pt x="1120" y="3977"/>
                  </a:lnTo>
                  <a:cubicBezTo>
                    <a:pt x="393" y="3108"/>
                    <a:pt x="417" y="1799"/>
                    <a:pt x="1239" y="989"/>
                  </a:cubicBezTo>
                  <a:cubicBezTo>
                    <a:pt x="1671" y="556"/>
                    <a:pt x="2239" y="338"/>
                    <a:pt x="2805" y="338"/>
                  </a:cubicBezTo>
                  <a:close/>
                  <a:moveTo>
                    <a:pt x="2803" y="1"/>
                  </a:moveTo>
                  <a:cubicBezTo>
                    <a:pt x="2152" y="1"/>
                    <a:pt x="1501" y="251"/>
                    <a:pt x="1000" y="751"/>
                  </a:cubicBezTo>
                  <a:cubicBezTo>
                    <a:pt x="0" y="1739"/>
                    <a:pt x="0" y="3346"/>
                    <a:pt x="1000" y="4346"/>
                  </a:cubicBezTo>
                  <a:cubicBezTo>
                    <a:pt x="1501" y="4847"/>
                    <a:pt x="2152" y="5097"/>
                    <a:pt x="2803" y="5097"/>
                  </a:cubicBezTo>
                  <a:cubicBezTo>
                    <a:pt x="3453" y="5097"/>
                    <a:pt x="4102" y="4847"/>
                    <a:pt x="4596" y="4346"/>
                  </a:cubicBezTo>
                  <a:cubicBezTo>
                    <a:pt x="4656" y="4287"/>
                    <a:pt x="4656" y="4168"/>
                    <a:pt x="4596" y="4108"/>
                  </a:cubicBezTo>
                  <a:cubicBezTo>
                    <a:pt x="4566" y="4079"/>
                    <a:pt x="4522" y="4064"/>
                    <a:pt x="4477" y="4064"/>
                  </a:cubicBezTo>
                  <a:cubicBezTo>
                    <a:pt x="4432" y="4064"/>
                    <a:pt x="4388" y="4079"/>
                    <a:pt x="4358" y="4108"/>
                  </a:cubicBezTo>
                  <a:cubicBezTo>
                    <a:pt x="3933" y="4540"/>
                    <a:pt x="3370" y="4754"/>
                    <a:pt x="2806" y="4754"/>
                  </a:cubicBezTo>
                  <a:cubicBezTo>
                    <a:pt x="2295" y="4754"/>
                    <a:pt x="1783" y="4578"/>
                    <a:pt x="1370" y="4227"/>
                  </a:cubicBezTo>
                  <a:lnTo>
                    <a:pt x="2417" y="3180"/>
                  </a:lnTo>
                  <a:lnTo>
                    <a:pt x="4477" y="1120"/>
                  </a:lnTo>
                  <a:cubicBezTo>
                    <a:pt x="5060" y="1799"/>
                    <a:pt x="5180" y="2775"/>
                    <a:pt x="4763" y="3573"/>
                  </a:cubicBezTo>
                  <a:cubicBezTo>
                    <a:pt x="4715" y="3668"/>
                    <a:pt x="4751" y="3751"/>
                    <a:pt x="4834" y="3799"/>
                  </a:cubicBezTo>
                  <a:cubicBezTo>
                    <a:pt x="4863" y="3813"/>
                    <a:pt x="4890" y="3820"/>
                    <a:pt x="4916" y="3820"/>
                  </a:cubicBezTo>
                  <a:cubicBezTo>
                    <a:pt x="4976" y="3820"/>
                    <a:pt x="5027" y="3782"/>
                    <a:pt x="5060" y="3715"/>
                  </a:cubicBezTo>
                  <a:cubicBezTo>
                    <a:pt x="5572" y="2739"/>
                    <a:pt x="5406" y="1537"/>
                    <a:pt x="4596" y="751"/>
                  </a:cubicBezTo>
                  <a:cubicBezTo>
                    <a:pt x="4102" y="251"/>
                    <a:pt x="3453" y="1"/>
                    <a:pt x="28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2" name="Google Shape;1022;p24"/>
          <p:cNvGrpSpPr/>
          <p:nvPr/>
        </p:nvGrpSpPr>
        <p:grpSpPr>
          <a:xfrm>
            <a:off x="7601416" y="3304075"/>
            <a:ext cx="257962" cy="352762"/>
            <a:chOff x="7601416" y="3304075"/>
            <a:chExt cx="257962" cy="352762"/>
          </a:xfrm>
        </p:grpSpPr>
        <p:sp>
          <p:nvSpPr>
            <p:cNvPr id="1023" name="Google Shape;1023;p24"/>
            <p:cNvSpPr/>
            <p:nvPr/>
          </p:nvSpPr>
          <p:spPr>
            <a:xfrm>
              <a:off x="7601416" y="3304075"/>
              <a:ext cx="257962" cy="352762"/>
            </a:xfrm>
            <a:custGeom>
              <a:rect b="b" l="l" r="r" t="t"/>
              <a:pathLst>
                <a:path extrusionOk="0" h="11074" w="8098">
                  <a:moveTo>
                    <a:pt x="5204" y="334"/>
                  </a:moveTo>
                  <a:cubicBezTo>
                    <a:pt x="5240" y="334"/>
                    <a:pt x="5252" y="358"/>
                    <a:pt x="5252" y="382"/>
                  </a:cubicBezTo>
                  <a:lnTo>
                    <a:pt x="5252" y="810"/>
                  </a:lnTo>
                  <a:cubicBezTo>
                    <a:pt x="5252" y="834"/>
                    <a:pt x="5216" y="846"/>
                    <a:pt x="5204" y="846"/>
                  </a:cubicBezTo>
                  <a:lnTo>
                    <a:pt x="2870" y="846"/>
                  </a:lnTo>
                  <a:cubicBezTo>
                    <a:pt x="2865" y="848"/>
                    <a:pt x="2861" y="848"/>
                    <a:pt x="2857" y="848"/>
                  </a:cubicBezTo>
                  <a:cubicBezTo>
                    <a:pt x="2832" y="848"/>
                    <a:pt x="2823" y="817"/>
                    <a:pt x="2823" y="786"/>
                  </a:cubicBezTo>
                  <a:lnTo>
                    <a:pt x="2823" y="382"/>
                  </a:lnTo>
                  <a:cubicBezTo>
                    <a:pt x="2823" y="346"/>
                    <a:pt x="2858" y="334"/>
                    <a:pt x="2870" y="334"/>
                  </a:cubicBezTo>
                  <a:close/>
                  <a:moveTo>
                    <a:pt x="2882" y="1"/>
                  </a:moveTo>
                  <a:cubicBezTo>
                    <a:pt x="2680" y="1"/>
                    <a:pt x="2513" y="167"/>
                    <a:pt x="2513" y="382"/>
                  </a:cubicBezTo>
                  <a:lnTo>
                    <a:pt x="2513" y="810"/>
                  </a:lnTo>
                  <a:cubicBezTo>
                    <a:pt x="2513" y="1001"/>
                    <a:pt x="2656" y="1167"/>
                    <a:pt x="2858" y="1179"/>
                  </a:cubicBezTo>
                  <a:lnTo>
                    <a:pt x="2858" y="4811"/>
                  </a:lnTo>
                  <a:cubicBezTo>
                    <a:pt x="2858" y="4906"/>
                    <a:pt x="2835" y="4977"/>
                    <a:pt x="2799" y="5061"/>
                  </a:cubicBezTo>
                  <a:lnTo>
                    <a:pt x="1906" y="6728"/>
                  </a:lnTo>
                  <a:lnTo>
                    <a:pt x="965" y="8502"/>
                  </a:lnTo>
                  <a:lnTo>
                    <a:pt x="489" y="9383"/>
                  </a:lnTo>
                  <a:lnTo>
                    <a:pt x="120" y="10085"/>
                  </a:lnTo>
                  <a:cubicBezTo>
                    <a:pt x="1" y="10288"/>
                    <a:pt x="13" y="10538"/>
                    <a:pt x="132" y="10752"/>
                  </a:cubicBezTo>
                  <a:cubicBezTo>
                    <a:pt x="251" y="10954"/>
                    <a:pt x="477" y="11073"/>
                    <a:pt x="715" y="11073"/>
                  </a:cubicBezTo>
                  <a:lnTo>
                    <a:pt x="3668" y="11073"/>
                  </a:lnTo>
                  <a:cubicBezTo>
                    <a:pt x="3763" y="11073"/>
                    <a:pt x="3835" y="11002"/>
                    <a:pt x="3835" y="10919"/>
                  </a:cubicBezTo>
                  <a:cubicBezTo>
                    <a:pt x="3835" y="10823"/>
                    <a:pt x="3763" y="10752"/>
                    <a:pt x="3668" y="10752"/>
                  </a:cubicBezTo>
                  <a:lnTo>
                    <a:pt x="715" y="10752"/>
                  </a:lnTo>
                  <a:cubicBezTo>
                    <a:pt x="596" y="10752"/>
                    <a:pt x="477" y="10692"/>
                    <a:pt x="418" y="10585"/>
                  </a:cubicBezTo>
                  <a:cubicBezTo>
                    <a:pt x="358" y="10478"/>
                    <a:pt x="334" y="10347"/>
                    <a:pt x="394" y="10240"/>
                  </a:cubicBezTo>
                  <a:lnTo>
                    <a:pt x="727" y="9621"/>
                  </a:lnTo>
                  <a:lnTo>
                    <a:pt x="1168" y="9621"/>
                  </a:lnTo>
                  <a:cubicBezTo>
                    <a:pt x="1263" y="9621"/>
                    <a:pt x="1334" y="9549"/>
                    <a:pt x="1334" y="9454"/>
                  </a:cubicBezTo>
                  <a:cubicBezTo>
                    <a:pt x="1334" y="9371"/>
                    <a:pt x="1263" y="9287"/>
                    <a:pt x="1168" y="9287"/>
                  </a:cubicBezTo>
                  <a:lnTo>
                    <a:pt x="894" y="9287"/>
                  </a:lnTo>
                  <a:lnTo>
                    <a:pt x="1191" y="8728"/>
                  </a:lnTo>
                  <a:lnTo>
                    <a:pt x="1632" y="8728"/>
                  </a:lnTo>
                  <a:cubicBezTo>
                    <a:pt x="1727" y="8728"/>
                    <a:pt x="1799" y="8656"/>
                    <a:pt x="1799" y="8561"/>
                  </a:cubicBezTo>
                  <a:cubicBezTo>
                    <a:pt x="1799" y="8478"/>
                    <a:pt x="1727" y="8394"/>
                    <a:pt x="1632" y="8394"/>
                  </a:cubicBezTo>
                  <a:lnTo>
                    <a:pt x="1370" y="8394"/>
                  </a:lnTo>
                  <a:lnTo>
                    <a:pt x="1668" y="7835"/>
                  </a:lnTo>
                  <a:lnTo>
                    <a:pt x="2108" y="7835"/>
                  </a:lnTo>
                  <a:cubicBezTo>
                    <a:pt x="2204" y="7835"/>
                    <a:pt x="2275" y="7763"/>
                    <a:pt x="2275" y="7668"/>
                  </a:cubicBezTo>
                  <a:cubicBezTo>
                    <a:pt x="2275" y="7585"/>
                    <a:pt x="2204" y="7502"/>
                    <a:pt x="2108" y="7502"/>
                  </a:cubicBezTo>
                  <a:lnTo>
                    <a:pt x="1834" y="7502"/>
                  </a:lnTo>
                  <a:lnTo>
                    <a:pt x="2132" y="6942"/>
                  </a:lnTo>
                  <a:lnTo>
                    <a:pt x="2585" y="6942"/>
                  </a:lnTo>
                  <a:cubicBezTo>
                    <a:pt x="2668" y="6942"/>
                    <a:pt x="2751" y="6870"/>
                    <a:pt x="2751" y="6775"/>
                  </a:cubicBezTo>
                  <a:cubicBezTo>
                    <a:pt x="2751" y="6692"/>
                    <a:pt x="2668" y="6609"/>
                    <a:pt x="2585" y="6609"/>
                  </a:cubicBezTo>
                  <a:lnTo>
                    <a:pt x="2311" y="6609"/>
                  </a:lnTo>
                  <a:lnTo>
                    <a:pt x="3085" y="5180"/>
                  </a:lnTo>
                  <a:cubicBezTo>
                    <a:pt x="3144" y="5061"/>
                    <a:pt x="3192" y="4930"/>
                    <a:pt x="3192" y="4775"/>
                  </a:cubicBezTo>
                  <a:lnTo>
                    <a:pt x="3192" y="1144"/>
                  </a:lnTo>
                  <a:lnTo>
                    <a:pt x="4930" y="1144"/>
                  </a:lnTo>
                  <a:lnTo>
                    <a:pt x="4930" y="4775"/>
                  </a:lnTo>
                  <a:cubicBezTo>
                    <a:pt x="4930" y="4918"/>
                    <a:pt x="4966" y="5061"/>
                    <a:pt x="5037" y="5180"/>
                  </a:cubicBezTo>
                  <a:lnTo>
                    <a:pt x="7716" y="10216"/>
                  </a:lnTo>
                  <a:cubicBezTo>
                    <a:pt x="7776" y="10323"/>
                    <a:pt x="7776" y="10454"/>
                    <a:pt x="7704" y="10550"/>
                  </a:cubicBezTo>
                  <a:cubicBezTo>
                    <a:pt x="7645" y="10657"/>
                    <a:pt x="7526" y="10716"/>
                    <a:pt x="7407" y="10716"/>
                  </a:cubicBezTo>
                  <a:lnTo>
                    <a:pt x="4430" y="10716"/>
                  </a:lnTo>
                  <a:cubicBezTo>
                    <a:pt x="4335" y="10716"/>
                    <a:pt x="4263" y="10788"/>
                    <a:pt x="4263" y="10883"/>
                  </a:cubicBezTo>
                  <a:cubicBezTo>
                    <a:pt x="4263" y="10978"/>
                    <a:pt x="4335" y="11050"/>
                    <a:pt x="4430" y="11050"/>
                  </a:cubicBezTo>
                  <a:lnTo>
                    <a:pt x="7407" y="11050"/>
                  </a:lnTo>
                  <a:cubicBezTo>
                    <a:pt x="7645" y="11050"/>
                    <a:pt x="7871" y="10931"/>
                    <a:pt x="7990" y="10716"/>
                  </a:cubicBezTo>
                  <a:cubicBezTo>
                    <a:pt x="8097" y="10538"/>
                    <a:pt x="8097" y="10288"/>
                    <a:pt x="7990" y="10085"/>
                  </a:cubicBezTo>
                  <a:lnTo>
                    <a:pt x="5311" y="5049"/>
                  </a:lnTo>
                  <a:cubicBezTo>
                    <a:pt x="5263" y="4977"/>
                    <a:pt x="5252" y="4882"/>
                    <a:pt x="5252" y="4799"/>
                  </a:cubicBezTo>
                  <a:lnTo>
                    <a:pt x="5252" y="1167"/>
                  </a:lnTo>
                  <a:cubicBezTo>
                    <a:pt x="5442" y="1155"/>
                    <a:pt x="5597" y="989"/>
                    <a:pt x="5597" y="798"/>
                  </a:cubicBezTo>
                  <a:lnTo>
                    <a:pt x="5597" y="382"/>
                  </a:lnTo>
                  <a:cubicBezTo>
                    <a:pt x="5597" y="167"/>
                    <a:pt x="5430" y="1"/>
                    <a:pt x="52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4"/>
            <p:cNvSpPr/>
            <p:nvPr/>
          </p:nvSpPr>
          <p:spPr>
            <a:xfrm>
              <a:off x="7649964" y="3537891"/>
              <a:ext cx="160485" cy="89736"/>
            </a:xfrm>
            <a:custGeom>
              <a:rect b="b" l="l" r="r" t="t"/>
              <a:pathLst>
                <a:path extrusionOk="0" h="2817" w="5038">
                  <a:moveTo>
                    <a:pt x="2535" y="339"/>
                  </a:moveTo>
                  <a:cubicBezTo>
                    <a:pt x="2817" y="339"/>
                    <a:pt x="3097" y="363"/>
                    <a:pt x="3370" y="412"/>
                  </a:cubicBezTo>
                  <a:lnTo>
                    <a:pt x="3513" y="447"/>
                  </a:lnTo>
                  <a:cubicBezTo>
                    <a:pt x="3608" y="459"/>
                    <a:pt x="3668" y="519"/>
                    <a:pt x="3716" y="602"/>
                  </a:cubicBezTo>
                  <a:lnTo>
                    <a:pt x="4680" y="2424"/>
                  </a:lnTo>
                  <a:cubicBezTo>
                    <a:pt x="4692" y="2459"/>
                    <a:pt x="4680" y="2471"/>
                    <a:pt x="4680" y="2483"/>
                  </a:cubicBezTo>
                  <a:cubicBezTo>
                    <a:pt x="4680" y="2495"/>
                    <a:pt x="4668" y="2519"/>
                    <a:pt x="4632" y="2519"/>
                  </a:cubicBezTo>
                  <a:lnTo>
                    <a:pt x="406" y="2519"/>
                  </a:lnTo>
                  <a:cubicBezTo>
                    <a:pt x="382" y="2519"/>
                    <a:pt x="358" y="2495"/>
                    <a:pt x="358" y="2483"/>
                  </a:cubicBezTo>
                  <a:cubicBezTo>
                    <a:pt x="358" y="2471"/>
                    <a:pt x="346" y="2459"/>
                    <a:pt x="358" y="2424"/>
                  </a:cubicBezTo>
                  <a:lnTo>
                    <a:pt x="1334" y="602"/>
                  </a:lnTo>
                  <a:cubicBezTo>
                    <a:pt x="1358" y="507"/>
                    <a:pt x="1430" y="459"/>
                    <a:pt x="1513" y="447"/>
                  </a:cubicBezTo>
                  <a:cubicBezTo>
                    <a:pt x="1847" y="375"/>
                    <a:pt x="2192" y="339"/>
                    <a:pt x="2535" y="339"/>
                  </a:cubicBezTo>
                  <a:close/>
                  <a:moveTo>
                    <a:pt x="2520" y="0"/>
                  </a:moveTo>
                  <a:cubicBezTo>
                    <a:pt x="2155" y="0"/>
                    <a:pt x="1791" y="42"/>
                    <a:pt x="1430" y="126"/>
                  </a:cubicBezTo>
                  <a:cubicBezTo>
                    <a:pt x="1275" y="162"/>
                    <a:pt x="1120" y="281"/>
                    <a:pt x="1037" y="435"/>
                  </a:cubicBezTo>
                  <a:lnTo>
                    <a:pt x="60" y="2269"/>
                  </a:lnTo>
                  <a:cubicBezTo>
                    <a:pt x="1" y="2388"/>
                    <a:pt x="1" y="2531"/>
                    <a:pt x="84" y="2638"/>
                  </a:cubicBezTo>
                  <a:cubicBezTo>
                    <a:pt x="156" y="2757"/>
                    <a:pt x="275" y="2817"/>
                    <a:pt x="406" y="2817"/>
                  </a:cubicBezTo>
                  <a:lnTo>
                    <a:pt x="4632" y="2817"/>
                  </a:lnTo>
                  <a:cubicBezTo>
                    <a:pt x="4763" y="2817"/>
                    <a:pt x="4882" y="2745"/>
                    <a:pt x="4954" y="2638"/>
                  </a:cubicBezTo>
                  <a:cubicBezTo>
                    <a:pt x="5037" y="2519"/>
                    <a:pt x="5037" y="2388"/>
                    <a:pt x="4978" y="2269"/>
                  </a:cubicBezTo>
                  <a:lnTo>
                    <a:pt x="4001" y="435"/>
                  </a:lnTo>
                  <a:cubicBezTo>
                    <a:pt x="3918" y="269"/>
                    <a:pt x="3763" y="162"/>
                    <a:pt x="3585" y="126"/>
                  </a:cubicBezTo>
                  <a:lnTo>
                    <a:pt x="3442" y="90"/>
                  </a:lnTo>
                  <a:cubicBezTo>
                    <a:pt x="3136" y="30"/>
                    <a:pt x="2828" y="0"/>
                    <a:pt x="25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4"/>
            <p:cNvSpPr/>
            <p:nvPr/>
          </p:nvSpPr>
          <p:spPr>
            <a:xfrm>
              <a:off x="7749351" y="3582456"/>
              <a:ext cx="27332" cy="27714"/>
            </a:xfrm>
            <a:custGeom>
              <a:rect b="b" l="l" r="r" t="t"/>
              <a:pathLst>
                <a:path extrusionOk="0" h="870" w="858">
                  <a:moveTo>
                    <a:pt x="429" y="310"/>
                  </a:moveTo>
                  <a:cubicBezTo>
                    <a:pt x="488" y="310"/>
                    <a:pt x="548" y="358"/>
                    <a:pt x="548" y="429"/>
                  </a:cubicBezTo>
                  <a:cubicBezTo>
                    <a:pt x="548" y="489"/>
                    <a:pt x="500" y="548"/>
                    <a:pt x="429" y="548"/>
                  </a:cubicBezTo>
                  <a:cubicBezTo>
                    <a:pt x="369" y="548"/>
                    <a:pt x="310" y="501"/>
                    <a:pt x="310" y="429"/>
                  </a:cubicBezTo>
                  <a:cubicBezTo>
                    <a:pt x="322" y="370"/>
                    <a:pt x="369" y="310"/>
                    <a:pt x="429" y="310"/>
                  </a:cubicBezTo>
                  <a:close/>
                  <a:moveTo>
                    <a:pt x="429" y="1"/>
                  </a:moveTo>
                  <a:cubicBezTo>
                    <a:pt x="191" y="1"/>
                    <a:pt x="0" y="191"/>
                    <a:pt x="0" y="429"/>
                  </a:cubicBezTo>
                  <a:cubicBezTo>
                    <a:pt x="0" y="668"/>
                    <a:pt x="191" y="870"/>
                    <a:pt x="429" y="870"/>
                  </a:cubicBezTo>
                  <a:cubicBezTo>
                    <a:pt x="667" y="870"/>
                    <a:pt x="858" y="668"/>
                    <a:pt x="858" y="429"/>
                  </a:cubicBezTo>
                  <a:cubicBezTo>
                    <a:pt x="858" y="191"/>
                    <a:pt x="667" y="1"/>
                    <a:pt x="4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4"/>
            <p:cNvSpPr/>
            <p:nvPr/>
          </p:nvSpPr>
          <p:spPr>
            <a:xfrm>
              <a:off x="7680321" y="3587394"/>
              <a:ext cx="28096" cy="27332"/>
            </a:xfrm>
            <a:custGeom>
              <a:rect b="b" l="l" r="r" t="t"/>
              <a:pathLst>
                <a:path extrusionOk="0" h="858" w="882">
                  <a:moveTo>
                    <a:pt x="453" y="310"/>
                  </a:moveTo>
                  <a:cubicBezTo>
                    <a:pt x="512" y="310"/>
                    <a:pt x="572" y="346"/>
                    <a:pt x="572" y="429"/>
                  </a:cubicBezTo>
                  <a:cubicBezTo>
                    <a:pt x="572" y="489"/>
                    <a:pt x="524" y="548"/>
                    <a:pt x="453" y="548"/>
                  </a:cubicBezTo>
                  <a:cubicBezTo>
                    <a:pt x="393" y="548"/>
                    <a:pt x="334" y="501"/>
                    <a:pt x="334" y="429"/>
                  </a:cubicBezTo>
                  <a:cubicBezTo>
                    <a:pt x="334" y="358"/>
                    <a:pt x="393" y="310"/>
                    <a:pt x="453" y="310"/>
                  </a:cubicBezTo>
                  <a:close/>
                  <a:moveTo>
                    <a:pt x="453" y="1"/>
                  </a:moveTo>
                  <a:cubicBezTo>
                    <a:pt x="215" y="1"/>
                    <a:pt x="24" y="191"/>
                    <a:pt x="24" y="429"/>
                  </a:cubicBezTo>
                  <a:cubicBezTo>
                    <a:pt x="0" y="667"/>
                    <a:pt x="215" y="858"/>
                    <a:pt x="453" y="858"/>
                  </a:cubicBezTo>
                  <a:cubicBezTo>
                    <a:pt x="691" y="858"/>
                    <a:pt x="881" y="667"/>
                    <a:pt x="881" y="429"/>
                  </a:cubicBezTo>
                  <a:cubicBezTo>
                    <a:pt x="881" y="191"/>
                    <a:pt x="691" y="1"/>
                    <a:pt x="4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4"/>
            <p:cNvSpPr/>
            <p:nvPr/>
          </p:nvSpPr>
          <p:spPr>
            <a:xfrm>
              <a:off x="7708768" y="3557418"/>
              <a:ext cx="31505" cy="31154"/>
            </a:xfrm>
            <a:custGeom>
              <a:rect b="b" l="l" r="r" t="t"/>
              <a:pathLst>
                <a:path extrusionOk="0" h="978" w="989">
                  <a:moveTo>
                    <a:pt x="500" y="322"/>
                  </a:moveTo>
                  <a:cubicBezTo>
                    <a:pt x="584" y="322"/>
                    <a:pt x="655" y="406"/>
                    <a:pt x="655" y="489"/>
                  </a:cubicBezTo>
                  <a:cubicBezTo>
                    <a:pt x="655" y="584"/>
                    <a:pt x="584" y="656"/>
                    <a:pt x="500" y="656"/>
                  </a:cubicBezTo>
                  <a:cubicBezTo>
                    <a:pt x="405" y="656"/>
                    <a:pt x="334" y="584"/>
                    <a:pt x="334" y="489"/>
                  </a:cubicBezTo>
                  <a:cubicBezTo>
                    <a:pt x="334" y="406"/>
                    <a:pt x="405" y="322"/>
                    <a:pt x="500" y="322"/>
                  </a:cubicBezTo>
                  <a:close/>
                  <a:moveTo>
                    <a:pt x="500" y="1"/>
                  </a:moveTo>
                  <a:cubicBezTo>
                    <a:pt x="227" y="1"/>
                    <a:pt x="0" y="227"/>
                    <a:pt x="0" y="489"/>
                  </a:cubicBezTo>
                  <a:cubicBezTo>
                    <a:pt x="0" y="763"/>
                    <a:pt x="227" y="977"/>
                    <a:pt x="500" y="977"/>
                  </a:cubicBezTo>
                  <a:cubicBezTo>
                    <a:pt x="762" y="977"/>
                    <a:pt x="989" y="763"/>
                    <a:pt x="989" y="489"/>
                  </a:cubicBezTo>
                  <a:cubicBezTo>
                    <a:pt x="989" y="227"/>
                    <a:pt x="762" y="1"/>
                    <a:pt x="5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4"/>
            <p:cNvSpPr/>
            <p:nvPr/>
          </p:nvSpPr>
          <p:spPr>
            <a:xfrm>
              <a:off x="7695484" y="3500175"/>
              <a:ext cx="31505" cy="31122"/>
            </a:xfrm>
            <a:custGeom>
              <a:rect b="b" l="l" r="r" t="t"/>
              <a:pathLst>
                <a:path extrusionOk="0" h="977" w="989">
                  <a:moveTo>
                    <a:pt x="513" y="322"/>
                  </a:moveTo>
                  <a:cubicBezTo>
                    <a:pt x="596" y="322"/>
                    <a:pt x="679" y="393"/>
                    <a:pt x="679" y="488"/>
                  </a:cubicBezTo>
                  <a:cubicBezTo>
                    <a:pt x="679" y="572"/>
                    <a:pt x="596" y="655"/>
                    <a:pt x="513" y="655"/>
                  </a:cubicBezTo>
                  <a:cubicBezTo>
                    <a:pt x="417" y="655"/>
                    <a:pt x="346" y="572"/>
                    <a:pt x="346" y="488"/>
                  </a:cubicBezTo>
                  <a:cubicBezTo>
                    <a:pt x="346" y="393"/>
                    <a:pt x="417" y="322"/>
                    <a:pt x="513" y="322"/>
                  </a:cubicBezTo>
                  <a:close/>
                  <a:moveTo>
                    <a:pt x="501" y="0"/>
                  </a:moveTo>
                  <a:cubicBezTo>
                    <a:pt x="227" y="0"/>
                    <a:pt x="1" y="214"/>
                    <a:pt x="1" y="488"/>
                  </a:cubicBezTo>
                  <a:cubicBezTo>
                    <a:pt x="1" y="750"/>
                    <a:pt x="227" y="976"/>
                    <a:pt x="501" y="976"/>
                  </a:cubicBezTo>
                  <a:cubicBezTo>
                    <a:pt x="763" y="976"/>
                    <a:pt x="989" y="750"/>
                    <a:pt x="989" y="488"/>
                  </a:cubicBezTo>
                  <a:cubicBezTo>
                    <a:pt x="989" y="214"/>
                    <a:pt x="763"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4"/>
            <p:cNvSpPr/>
            <p:nvPr/>
          </p:nvSpPr>
          <p:spPr>
            <a:xfrm>
              <a:off x="7727722" y="3472461"/>
              <a:ext cx="31505" cy="31154"/>
            </a:xfrm>
            <a:custGeom>
              <a:rect b="b" l="l" r="r" t="t"/>
              <a:pathLst>
                <a:path extrusionOk="0" h="978" w="989">
                  <a:moveTo>
                    <a:pt x="501" y="311"/>
                  </a:moveTo>
                  <a:cubicBezTo>
                    <a:pt x="584" y="311"/>
                    <a:pt x="655" y="394"/>
                    <a:pt x="655" y="477"/>
                  </a:cubicBezTo>
                  <a:cubicBezTo>
                    <a:pt x="655" y="572"/>
                    <a:pt x="584" y="644"/>
                    <a:pt x="501" y="644"/>
                  </a:cubicBezTo>
                  <a:cubicBezTo>
                    <a:pt x="405" y="644"/>
                    <a:pt x="334" y="572"/>
                    <a:pt x="334" y="477"/>
                  </a:cubicBezTo>
                  <a:cubicBezTo>
                    <a:pt x="334" y="394"/>
                    <a:pt x="405" y="311"/>
                    <a:pt x="501" y="311"/>
                  </a:cubicBezTo>
                  <a:close/>
                  <a:moveTo>
                    <a:pt x="501" y="1"/>
                  </a:moveTo>
                  <a:cubicBezTo>
                    <a:pt x="227" y="1"/>
                    <a:pt x="1" y="215"/>
                    <a:pt x="1" y="489"/>
                  </a:cubicBezTo>
                  <a:cubicBezTo>
                    <a:pt x="1" y="763"/>
                    <a:pt x="227" y="977"/>
                    <a:pt x="501" y="977"/>
                  </a:cubicBezTo>
                  <a:cubicBezTo>
                    <a:pt x="763" y="977"/>
                    <a:pt x="989" y="763"/>
                    <a:pt x="989" y="489"/>
                  </a:cubicBezTo>
                  <a:cubicBezTo>
                    <a:pt x="989" y="227"/>
                    <a:pt x="763" y="1"/>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4"/>
            <p:cNvSpPr/>
            <p:nvPr/>
          </p:nvSpPr>
          <p:spPr>
            <a:xfrm>
              <a:off x="7712559" y="3432642"/>
              <a:ext cx="28096" cy="27714"/>
            </a:xfrm>
            <a:custGeom>
              <a:rect b="b" l="l" r="r" t="t"/>
              <a:pathLst>
                <a:path extrusionOk="0" h="870" w="882">
                  <a:moveTo>
                    <a:pt x="441" y="310"/>
                  </a:moveTo>
                  <a:cubicBezTo>
                    <a:pt x="500" y="310"/>
                    <a:pt x="560" y="358"/>
                    <a:pt x="560" y="429"/>
                  </a:cubicBezTo>
                  <a:cubicBezTo>
                    <a:pt x="560" y="513"/>
                    <a:pt x="512" y="548"/>
                    <a:pt x="441" y="548"/>
                  </a:cubicBezTo>
                  <a:cubicBezTo>
                    <a:pt x="381" y="548"/>
                    <a:pt x="322" y="513"/>
                    <a:pt x="322" y="429"/>
                  </a:cubicBezTo>
                  <a:cubicBezTo>
                    <a:pt x="322" y="370"/>
                    <a:pt x="358" y="310"/>
                    <a:pt x="441" y="310"/>
                  </a:cubicBezTo>
                  <a:close/>
                  <a:moveTo>
                    <a:pt x="441" y="1"/>
                  </a:moveTo>
                  <a:cubicBezTo>
                    <a:pt x="203" y="1"/>
                    <a:pt x="0" y="191"/>
                    <a:pt x="0" y="429"/>
                  </a:cubicBezTo>
                  <a:cubicBezTo>
                    <a:pt x="0" y="668"/>
                    <a:pt x="203" y="870"/>
                    <a:pt x="441" y="870"/>
                  </a:cubicBezTo>
                  <a:cubicBezTo>
                    <a:pt x="679" y="870"/>
                    <a:pt x="870" y="668"/>
                    <a:pt x="870" y="429"/>
                  </a:cubicBezTo>
                  <a:cubicBezTo>
                    <a:pt x="881" y="191"/>
                    <a:pt x="691" y="1"/>
                    <a:pt x="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1" name="Google Shape;1031;p24"/>
          <p:cNvGrpSpPr/>
          <p:nvPr/>
        </p:nvGrpSpPr>
        <p:grpSpPr>
          <a:xfrm>
            <a:off x="7545491" y="1195120"/>
            <a:ext cx="369805" cy="353782"/>
            <a:chOff x="7545491" y="1195120"/>
            <a:chExt cx="369805" cy="353782"/>
          </a:xfrm>
        </p:grpSpPr>
        <p:sp>
          <p:nvSpPr>
            <p:cNvPr id="1032" name="Google Shape;1032;p24"/>
            <p:cNvSpPr/>
            <p:nvPr/>
          </p:nvSpPr>
          <p:spPr>
            <a:xfrm>
              <a:off x="7635736" y="1255804"/>
              <a:ext cx="99802" cy="28383"/>
            </a:xfrm>
            <a:custGeom>
              <a:rect b="b" l="l" r="r" t="t"/>
              <a:pathLst>
                <a:path extrusionOk="0" h="891" w="3133">
                  <a:moveTo>
                    <a:pt x="1572" y="1"/>
                  </a:moveTo>
                  <a:cubicBezTo>
                    <a:pt x="1001" y="1"/>
                    <a:pt x="465" y="227"/>
                    <a:pt x="60" y="632"/>
                  </a:cubicBezTo>
                  <a:cubicBezTo>
                    <a:pt x="1" y="691"/>
                    <a:pt x="1" y="787"/>
                    <a:pt x="60" y="846"/>
                  </a:cubicBezTo>
                  <a:cubicBezTo>
                    <a:pt x="84" y="876"/>
                    <a:pt x="123" y="891"/>
                    <a:pt x="165" y="891"/>
                  </a:cubicBezTo>
                  <a:cubicBezTo>
                    <a:pt x="206" y="891"/>
                    <a:pt x="251" y="876"/>
                    <a:pt x="287" y="846"/>
                  </a:cubicBezTo>
                  <a:cubicBezTo>
                    <a:pt x="632" y="513"/>
                    <a:pt x="1072" y="310"/>
                    <a:pt x="1572" y="310"/>
                  </a:cubicBezTo>
                  <a:cubicBezTo>
                    <a:pt x="2061" y="310"/>
                    <a:pt x="2501" y="513"/>
                    <a:pt x="2846" y="846"/>
                  </a:cubicBezTo>
                  <a:cubicBezTo>
                    <a:pt x="2876" y="876"/>
                    <a:pt x="2918" y="891"/>
                    <a:pt x="2960" y="891"/>
                  </a:cubicBezTo>
                  <a:cubicBezTo>
                    <a:pt x="3001" y="891"/>
                    <a:pt x="3043" y="876"/>
                    <a:pt x="3073" y="846"/>
                  </a:cubicBezTo>
                  <a:cubicBezTo>
                    <a:pt x="3132" y="787"/>
                    <a:pt x="3132" y="691"/>
                    <a:pt x="3073" y="632"/>
                  </a:cubicBezTo>
                  <a:cubicBezTo>
                    <a:pt x="2668" y="227"/>
                    <a:pt x="2132" y="1"/>
                    <a:pt x="157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4"/>
            <p:cNvSpPr/>
            <p:nvPr/>
          </p:nvSpPr>
          <p:spPr>
            <a:xfrm>
              <a:off x="7545491" y="1195120"/>
              <a:ext cx="369805" cy="353782"/>
            </a:xfrm>
            <a:custGeom>
              <a:rect b="b" l="l" r="r" t="t"/>
              <a:pathLst>
                <a:path extrusionOk="0" h="11106" w="11609">
                  <a:moveTo>
                    <a:pt x="7358" y="6728"/>
                  </a:moveTo>
                  <a:lnTo>
                    <a:pt x="7799" y="7156"/>
                  </a:lnTo>
                  <a:lnTo>
                    <a:pt x="7513" y="7442"/>
                  </a:lnTo>
                  <a:lnTo>
                    <a:pt x="7084" y="7014"/>
                  </a:lnTo>
                  <a:cubicBezTo>
                    <a:pt x="7180" y="6918"/>
                    <a:pt x="7275" y="6835"/>
                    <a:pt x="7358" y="6728"/>
                  </a:cubicBezTo>
                  <a:close/>
                  <a:moveTo>
                    <a:pt x="4395" y="358"/>
                  </a:moveTo>
                  <a:cubicBezTo>
                    <a:pt x="5337" y="358"/>
                    <a:pt x="6281" y="715"/>
                    <a:pt x="7001" y="1429"/>
                  </a:cubicBezTo>
                  <a:cubicBezTo>
                    <a:pt x="8370" y="2799"/>
                    <a:pt x="8430" y="4942"/>
                    <a:pt x="7239" y="6382"/>
                  </a:cubicBezTo>
                  <a:cubicBezTo>
                    <a:pt x="7096" y="6561"/>
                    <a:pt x="6930" y="6728"/>
                    <a:pt x="6763" y="6859"/>
                  </a:cubicBezTo>
                  <a:cubicBezTo>
                    <a:pt x="6075" y="7434"/>
                    <a:pt x="5230" y="7723"/>
                    <a:pt x="4386" y="7723"/>
                  </a:cubicBezTo>
                  <a:cubicBezTo>
                    <a:pt x="3448" y="7723"/>
                    <a:pt x="2513" y="7365"/>
                    <a:pt x="1798" y="6644"/>
                  </a:cubicBezTo>
                  <a:cubicBezTo>
                    <a:pt x="357" y="5192"/>
                    <a:pt x="357" y="2870"/>
                    <a:pt x="1798" y="1429"/>
                  </a:cubicBezTo>
                  <a:cubicBezTo>
                    <a:pt x="2512" y="715"/>
                    <a:pt x="3453" y="358"/>
                    <a:pt x="4395" y="358"/>
                  </a:cubicBezTo>
                  <a:close/>
                  <a:moveTo>
                    <a:pt x="8226" y="7228"/>
                  </a:moveTo>
                  <a:cubicBezTo>
                    <a:pt x="8260" y="7228"/>
                    <a:pt x="8293" y="7240"/>
                    <a:pt x="8311" y="7264"/>
                  </a:cubicBezTo>
                  <a:lnTo>
                    <a:pt x="8763" y="7668"/>
                  </a:lnTo>
                  <a:lnTo>
                    <a:pt x="8001" y="8430"/>
                  </a:lnTo>
                  <a:lnTo>
                    <a:pt x="7620" y="7966"/>
                  </a:lnTo>
                  <a:cubicBezTo>
                    <a:pt x="7573" y="7918"/>
                    <a:pt x="7573" y="7835"/>
                    <a:pt x="7620" y="7787"/>
                  </a:cubicBezTo>
                  <a:lnTo>
                    <a:pt x="8132" y="7264"/>
                  </a:lnTo>
                  <a:cubicBezTo>
                    <a:pt x="8156" y="7240"/>
                    <a:pt x="8192" y="7228"/>
                    <a:pt x="8226" y="7228"/>
                  </a:cubicBezTo>
                  <a:close/>
                  <a:moveTo>
                    <a:pt x="9013" y="7871"/>
                  </a:moveTo>
                  <a:lnTo>
                    <a:pt x="10871" y="9514"/>
                  </a:lnTo>
                  <a:cubicBezTo>
                    <a:pt x="11192" y="9800"/>
                    <a:pt x="11204" y="10276"/>
                    <a:pt x="10906" y="10573"/>
                  </a:cubicBezTo>
                  <a:cubicBezTo>
                    <a:pt x="10765" y="10715"/>
                    <a:pt x="10580" y="10784"/>
                    <a:pt x="10396" y="10784"/>
                  </a:cubicBezTo>
                  <a:cubicBezTo>
                    <a:pt x="10193" y="10784"/>
                    <a:pt x="9990" y="10700"/>
                    <a:pt x="9847" y="10538"/>
                  </a:cubicBezTo>
                  <a:lnTo>
                    <a:pt x="8227" y="8668"/>
                  </a:lnTo>
                  <a:lnTo>
                    <a:pt x="9013" y="7871"/>
                  </a:lnTo>
                  <a:close/>
                  <a:moveTo>
                    <a:pt x="4423" y="1"/>
                  </a:moveTo>
                  <a:cubicBezTo>
                    <a:pt x="3396" y="1"/>
                    <a:pt x="2370" y="394"/>
                    <a:pt x="1584" y="1179"/>
                  </a:cubicBezTo>
                  <a:cubicBezTo>
                    <a:pt x="0" y="2775"/>
                    <a:pt x="0" y="5299"/>
                    <a:pt x="1560" y="6883"/>
                  </a:cubicBezTo>
                  <a:cubicBezTo>
                    <a:pt x="2340" y="7663"/>
                    <a:pt x="3364" y="8052"/>
                    <a:pt x="4389" y="8052"/>
                  </a:cubicBezTo>
                  <a:cubicBezTo>
                    <a:pt x="5257" y="8052"/>
                    <a:pt x="6126" y="7773"/>
                    <a:pt x="6846" y="7216"/>
                  </a:cubicBezTo>
                  <a:lnTo>
                    <a:pt x="7323" y="7692"/>
                  </a:lnTo>
                  <a:cubicBezTo>
                    <a:pt x="7239" y="7859"/>
                    <a:pt x="7263" y="8049"/>
                    <a:pt x="7394" y="8180"/>
                  </a:cubicBezTo>
                  <a:lnTo>
                    <a:pt x="9644" y="10752"/>
                  </a:lnTo>
                  <a:cubicBezTo>
                    <a:pt x="9847" y="10986"/>
                    <a:pt x="10133" y="11105"/>
                    <a:pt x="10421" y="11105"/>
                  </a:cubicBezTo>
                  <a:cubicBezTo>
                    <a:pt x="10690" y="11105"/>
                    <a:pt x="10961" y="11001"/>
                    <a:pt x="11168" y="10788"/>
                  </a:cubicBezTo>
                  <a:cubicBezTo>
                    <a:pt x="11609" y="10359"/>
                    <a:pt x="11573" y="9657"/>
                    <a:pt x="11133" y="9264"/>
                  </a:cubicBezTo>
                  <a:lnTo>
                    <a:pt x="8573" y="7014"/>
                  </a:lnTo>
                  <a:cubicBezTo>
                    <a:pt x="8483" y="6939"/>
                    <a:pt x="8369" y="6897"/>
                    <a:pt x="8259" y="6897"/>
                  </a:cubicBezTo>
                  <a:cubicBezTo>
                    <a:pt x="8194" y="6897"/>
                    <a:pt x="8130" y="6911"/>
                    <a:pt x="8073" y="6942"/>
                  </a:cubicBezTo>
                  <a:lnTo>
                    <a:pt x="7596" y="6454"/>
                  </a:lnTo>
                  <a:cubicBezTo>
                    <a:pt x="8811" y="4894"/>
                    <a:pt x="8704" y="2632"/>
                    <a:pt x="7263" y="1179"/>
                  </a:cubicBezTo>
                  <a:cubicBezTo>
                    <a:pt x="6477" y="394"/>
                    <a:pt x="5450" y="1"/>
                    <a:pt x="44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4"/>
            <p:cNvSpPr/>
            <p:nvPr/>
          </p:nvSpPr>
          <p:spPr>
            <a:xfrm>
              <a:off x="7693394" y="1225414"/>
              <a:ext cx="101299" cy="195781"/>
            </a:xfrm>
            <a:custGeom>
              <a:rect b="b" l="l" r="r" t="t"/>
              <a:pathLst>
                <a:path extrusionOk="0" h="6146" w="3180">
                  <a:moveTo>
                    <a:pt x="194" y="1"/>
                  </a:moveTo>
                  <a:cubicBezTo>
                    <a:pt x="120" y="1"/>
                    <a:pt x="58" y="57"/>
                    <a:pt x="36" y="133"/>
                  </a:cubicBezTo>
                  <a:cubicBezTo>
                    <a:pt x="24" y="228"/>
                    <a:pt x="84" y="300"/>
                    <a:pt x="179" y="312"/>
                  </a:cubicBezTo>
                  <a:cubicBezTo>
                    <a:pt x="775" y="407"/>
                    <a:pt x="1322" y="669"/>
                    <a:pt x="1739" y="1110"/>
                  </a:cubicBezTo>
                  <a:cubicBezTo>
                    <a:pt x="2822" y="2193"/>
                    <a:pt x="2822" y="3967"/>
                    <a:pt x="1739" y="5050"/>
                  </a:cubicBezTo>
                  <a:cubicBezTo>
                    <a:pt x="1286" y="5479"/>
                    <a:pt x="739" y="5765"/>
                    <a:pt x="143" y="5836"/>
                  </a:cubicBezTo>
                  <a:cubicBezTo>
                    <a:pt x="60" y="5848"/>
                    <a:pt x="1" y="5932"/>
                    <a:pt x="13" y="6015"/>
                  </a:cubicBezTo>
                  <a:cubicBezTo>
                    <a:pt x="24" y="6086"/>
                    <a:pt x="84" y="6146"/>
                    <a:pt x="179" y="6146"/>
                  </a:cubicBezTo>
                  <a:lnTo>
                    <a:pt x="203" y="6146"/>
                  </a:lnTo>
                  <a:cubicBezTo>
                    <a:pt x="870" y="6063"/>
                    <a:pt x="1489" y="5753"/>
                    <a:pt x="1977" y="5277"/>
                  </a:cubicBezTo>
                  <a:cubicBezTo>
                    <a:pt x="3180" y="4062"/>
                    <a:pt x="3180" y="2086"/>
                    <a:pt x="1977" y="883"/>
                  </a:cubicBezTo>
                  <a:cubicBezTo>
                    <a:pt x="1501" y="407"/>
                    <a:pt x="894" y="97"/>
                    <a:pt x="215" y="2"/>
                  </a:cubicBezTo>
                  <a:cubicBezTo>
                    <a:pt x="208" y="1"/>
                    <a:pt x="201" y="1"/>
                    <a:pt x="1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4"/>
            <p:cNvSpPr/>
            <p:nvPr/>
          </p:nvSpPr>
          <p:spPr>
            <a:xfrm>
              <a:off x="7576964" y="1223949"/>
              <a:ext cx="103178" cy="198011"/>
            </a:xfrm>
            <a:custGeom>
              <a:rect b="b" l="l" r="r" t="t"/>
              <a:pathLst>
                <a:path extrusionOk="0" h="6216" w="3239">
                  <a:moveTo>
                    <a:pt x="3036" y="1"/>
                  </a:moveTo>
                  <a:cubicBezTo>
                    <a:pt x="2346" y="120"/>
                    <a:pt x="1703" y="441"/>
                    <a:pt x="1215" y="929"/>
                  </a:cubicBezTo>
                  <a:cubicBezTo>
                    <a:pt x="0" y="2132"/>
                    <a:pt x="0" y="4108"/>
                    <a:pt x="1215" y="5323"/>
                  </a:cubicBezTo>
                  <a:cubicBezTo>
                    <a:pt x="1715" y="5823"/>
                    <a:pt x="2346" y="6120"/>
                    <a:pt x="3036" y="6216"/>
                  </a:cubicBezTo>
                  <a:lnTo>
                    <a:pt x="3060" y="6216"/>
                  </a:lnTo>
                  <a:cubicBezTo>
                    <a:pt x="3132" y="6216"/>
                    <a:pt x="3203" y="6156"/>
                    <a:pt x="3215" y="6061"/>
                  </a:cubicBezTo>
                  <a:cubicBezTo>
                    <a:pt x="3239" y="5978"/>
                    <a:pt x="3156" y="5894"/>
                    <a:pt x="3072" y="5882"/>
                  </a:cubicBezTo>
                  <a:cubicBezTo>
                    <a:pt x="2441" y="5811"/>
                    <a:pt x="1882" y="5537"/>
                    <a:pt x="1429" y="5085"/>
                  </a:cubicBezTo>
                  <a:cubicBezTo>
                    <a:pt x="346" y="3989"/>
                    <a:pt x="346" y="2215"/>
                    <a:pt x="1429" y="1132"/>
                  </a:cubicBezTo>
                  <a:cubicBezTo>
                    <a:pt x="1882" y="691"/>
                    <a:pt x="2441" y="405"/>
                    <a:pt x="3072" y="334"/>
                  </a:cubicBezTo>
                  <a:cubicBezTo>
                    <a:pt x="3156" y="322"/>
                    <a:pt x="3215" y="239"/>
                    <a:pt x="3215" y="155"/>
                  </a:cubicBezTo>
                  <a:cubicBezTo>
                    <a:pt x="3203" y="60"/>
                    <a:pt x="3132" y="1"/>
                    <a:pt x="30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6" name="Google Shape;1036;p24"/>
          <p:cNvSpPr/>
          <p:nvPr/>
        </p:nvSpPr>
        <p:spPr>
          <a:xfrm>
            <a:off x="1242354" y="1204914"/>
            <a:ext cx="342505" cy="334191"/>
          </a:xfrm>
          <a:custGeom>
            <a:rect b="b" l="l" r="r" t="t"/>
            <a:pathLst>
              <a:path extrusionOk="0" h="10491" w="10752">
                <a:moveTo>
                  <a:pt x="9632" y="1406"/>
                </a:moveTo>
                <a:lnTo>
                  <a:pt x="9632" y="2418"/>
                </a:lnTo>
                <a:lnTo>
                  <a:pt x="3584" y="2418"/>
                </a:lnTo>
                <a:lnTo>
                  <a:pt x="3584" y="1918"/>
                </a:lnTo>
                <a:cubicBezTo>
                  <a:pt x="3584" y="1787"/>
                  <a:pt x="3477" y="1680"/>
                  <a:pt x="3346" y="1680"/>
                </a:cubicBezTo>
                <a:lnTo>
                  <a:pt x="1905" y="1680"/>
                </a:lnTo>
                <a:cubicBezTo>
                  <a:pt x="1774" y="1680"/>
                  <a:pt x="1667" y="1787"/>
                  <a:pt x="1667" y="1918"/>
                </a:cubicBezTo>
                <a:lnTo>
                  <a:pt x="1667" y="2358"/>
                </a:lnTo>
                <a:cubicBezTo>
                  <a:pt x="1500" y="2275"/>
                  <a:pt x="1381" y="2108"/>
                  <a:pt x="1381" y="1918"/>
                </a:cubicBezTo>
                <a:cubicBezTo>
                  <a:pt x="1381" y="1632"/>
                  <a:pt x="1607" y="1406"/>
                  <a:pt x="1893" y="1406"/>
                </a:cubicBezTo>
                <a:close/>
                <a:moveTo>
                  <a:pt x="3131" y="2156"/>
                </a:moveTo>
                <a:lnTo>
                  <a:pt x="3131" y="3168"/>
                </a:lnTo>
                <a:lnTo>
                  <a:pt x="2739" y="3001"/>
                </a:lnTo>
                <a:cubicBezTo>
                  <a:pt x="2709" y="2989"/>
                  <a:pt x="2679" y="2983"/>
                  <a:pt x="2649" y="2983"/>
                </a:cubicBezTo>
                <a:cubicBezTo>
                  <a:pt x="2620" y="2983"/>
                  <a:pt x="2590" y="2989"/>
                  <a:pt x="2560" y="3001"/>
                </a:cubicBezTo>
                <a:lnTo>
                  <a:pt x="2143" y="3180"/>
                </a:lnTo>
                <a:lnTo>
                  <a:pt x="2143" y="2156"/>
                </a:lnTo>
                <a:close/>
                <a:moveTo>
                  <a:pt x="10275" y="2882"/>
                </a:moveTo>
                <a:lnTo>
                  <a:pt x="10275" y="3346"/>
                </a:lnTo>
                <a:lnTo>
                  <a:pt x="3584" y="3346"/>
                </a:lnTo>
                <a:lnTo>
                  <a:pt x="3584" y="2882"/>
                </a:lnTo>
                <a:close/>
                <a:moveTo>
                  <a:pt x="8823" y="4728"/>
                </a:moveTo>
                <a:cubicBezTo>
                  <a:pt x="9108" y="4728"/>
                  <a:pt x="9335" y="4954"/>
                  <a:pt x="9335" y="5239"/>
                </a:cubicBezTo>
                <a:cubicBezTo>
                  <a:pt x="9335" y="5430"/>
                  <a:pt x="9216" y="5609"/>
                  <a:pt x="9049" y="5680"/>
                </a:cubicBezTo>
                <a:lnTo>
                  <a:pt x="9049" y="5239"/>
                </a:lnTo>
                <a:cubicBezTo>
                  <a:pt x="9049" y="5097"/>
                  <a:pt x="8942" y="4989"/>
                  <a:pt x="8811" y="4989"/>
                </a:cubicBezTo>
                <a:lnTo>
                  <a:pt x="7358" y="4989"/>
                </a:lnTo>
                <a:cubicBezTo>
                  <a:pt x="7215" y="4989"/>
                  <a:pt x="7120" y="5097"/>
                  <a:pt x="7120" y="5239"/>
                </a:cubicBezTo>
                <a:lnTo>
                  <a:pt x="7120" y="5740"/>
                </a:lnTo>
                <a:lnTo>
                  <a:pt x="1060" y="5740"/>
                </a:lnTo>
                <a:lnTo>
                  <a:pt x="1060" y="4728"/>
                </a:lnTo>
                <a:close/>
                <a:moveTo>
                  <a:pt x="8608" y="5454"/>
                </a:moveTo>
                <a:lnTo>
                  <a:pt x="8608" y="6502"/>
                </a:lnTo>
                <a:lnTo>
                  <a:pt x="8192" y="6323"/>
                </a:lnTo>
                <a:cubicBezTo>
                  <a:pt x="8156" y="6311"/>
                  <a:pt x="8132" y="6311"/>
                  <a:pt x="8096" y="6311"/>
                </a:cubicBezTo>
                <a:cubicBezTo>
                  <a:pt x="8073" y="6311"/>
                  <a:pt x="8037" y="6311"/>
                  <a:pt x="8013" y="6323"/>
                </a:cubicBezTo>
                <a:lnTo>
                  <a:pt x="7620" y="6490"/>
                </a:lnTo>
                <a:lnTo>
                  <a:pt x="7620" y="5454"/>
                </a:lnTo>
                <a:close/>
                <a:moveTo>
                  <a:pt x="8846" y="3811"/>
                </a:moveTo>
                <a:cubicBezTo>
                  <a:pt x="9632" y="3811"/>
                  <a:pt x="10275" y="4442"/>
                  <a:pt x="10275" y="5251"/>
                </a:cubicBezTo>
                <a:cubicBezTo>
                  <a:pt x="10275" y="5632"/>
                  <a:pt x="10120" y="5990"/>
                  <a:pt x="9859" y="6263"/>
                </a:cubicBezTo>
                <a:cubicBezTo>
                  <a:pt x="9632" y="6490"/>
                  <a:pt x="9358" y="6621"/>
                  <a:pt x="9061" y="6668"/>
                </a:cubicBezTo>
                <a:lnTo>
                  <a:pt x="9061" y="6192"/>
                </a:lnTo>
                <a:cubicBezTo>
                  <a:pt x="9501" y="6085"/>
                  <a:pt x="9811" y="5692"/>
                  <a:pt x="9811" y="5239"/>
                </a:cubicBezTo>
                <a:cubicBezTo>
                  <a:pt x="9811" y="4704"/>
                  <a:pt x="9382" y="4263"/>
                  <a:pt x="8846" y="4263"/>
                </a:cubicBezTo>
                <a:lnTo>
                  <a:pt x="476" y="4263"/>
                </a:lnTo>
                <a:lnTo>
                  <a:pt x="476" y="3811"/>
                </a:lnTo>
                <a:close/>
                <a:moveTo>
                  <a:pt x="7144" y="6216"/>
                </a:moveTo>
                <a:lnTo>
                  <a:pt x="7144" y="6680"/>
                </a:lnTo>
                <a:lnTo>
                  <a:pt x="464" y="6680"/>
                </a:lnTo>
                <a:lnTo>
                  <a:pt x="464" y="6216"/>
                </a:lnTo>
                <a:close/>
                <a:moveTo>
                  <a:pt x="9632" y="8073"/>
                </a:moveTo>
                <a:lnTo>
                  <a:pt x="9632" y="9085"/>
                </a:lnTo>
                <a:lnTo>
                  <a:pt x="3584" y="9085"/>
                </a:lnTo>
                <a:lnTo>
                  <a:pt x="3584" y="8585"/>
                </a:lnTo>
                <a:cubicBezTo>
                  <a:pt x="3584" y="8454"/>
                  <a:pt x="3477" y="8347"/>
                  <a:pt x="3346" y="8347"/>
                </a:cubicBezTo>
                <a:lnTo>
                  <a:pt x="1905" y="8347"/>
                </a:lnTo>
                <a:cubicBezTo>
                  <a:pt x="1774" y="8347"/>
                  <a:pt x="1667" y="8454"/>
                  <a:pt x="1667" y="8585"/>
                </a:cubicBezTo>
                <a:lnTo>
                  <a:pt x="1667" y="9026"/>
                </a:lnTo>
                <a:cubicBezTo>
                  <a:pt x="1500" y="8942"/>
                  <a:pt x="1381" y="8776"/>
                  <a:pt x="1381" y="8585"/>
                </a:cubicBezTo>
                <a:cubicBezTo>
                  <a:pt x="1381" y="8299"/>
                  <a:pt x="1607" y="8073"/>
                  <a:pt x="1893" y="8073"/>
                </a:cubicBezTo>
                <a:close/>
                <a:moveTo>
                  <a:pt x="3131" y="8823"/>
                </a:moveTo>
                <a:lnTo>
                  <a:pt x="3131" y="9835"/>
                </a:lnTo>
                <a:lnTo>
                  <a:pt x="2739" y="9669"/>
                </a:lnTo>
                <a:cubicBezTo>
                  <a:pt x="2709" y="9657"/>
                  <a:pt x="2679" y="9651"/>
                  <a:pt x="2649" y="9651"/>
                </a:cubicBezTo>
                <a:cubicBezTo>
                  <a:pt x="2620" y="9651"/>
                  <a:pt x="2590" y="9657"/>
                  <a:pt x="2560" y="9669"/>
                </a:cubicBezTo>
                <a:lnTo>
                  <a:pt x="2143" y="9847"/>
                </a:lnTo>
                <a:lnTo>
                  <a:pt x="2143" y="8823"/>
                </a:lnTo>
                <a:close/>
                <a:moveTo>
                  <a:pt x="10275" y="7144"/>
                </a:moveTo>
                <a:lnTo>
                  <a:pt x="10275" y="7597"/>
                </a:lnTo>
                <a:lnTo>
                  <a:pt x="1905" y="7597"/>
                </a:lnTo>
                <a:cubicBezTo>
                  <a:pt x="1369" y="7597"/>
                  <a:pt x="941" y="8037"/>
                  <a:pt x="941" y="8573"/>
                </a:cubicBezTo>
                <a:cubicBezTo>
                  <a:pt x="941" y="9026"/>
                  <a:pt x="1250" y="9419"/>
                  <a:pt x="1679" y="9526"/>
                </a:cubicBezTo>
                <a:lnTo>
                  <a:pt x="1679" y="10002"/>
                </a:lnTo>
                <a:cubicBezTo>
                  <a:pt x="1381" y="9954"/>
                  <a:pt x="1119" y="9800"/>
                  <a:pt x="893" y="9597"/>
                </a:cubicBezTo>
                <a:cubicBezTo>
                  <a:pt x="631" y="9323"/>
                  <a:pt x="476" y="8954"/>
                  <a:pt x="476" y="8585"/>
                </a:cubicBezTo>
                <a:cubicBezTo>
                  <a:pt x="476" y="7787"/>
                  <a:pt x="1119" y="7144"/>
                  <a:pt x="1917" y="7144"/>
                </a:cubicBezTo>
                <a:close/>
                <a:moveTo>
                  <a:pt x="1917" y="1"/>
                </a:moveTo>
                <a:cubicBezTo>
                  <a:pt x="881" y="1"/>
                  <a:pt x="12" y="846"/>
                  <a:pt x="12" y="1906"/>
                </a:cubicBezTo>
                <a:cubicBezTo>
                  <a:pt x="12" y="2406"/>
                  <a:pt x="214" y="2882"/>
                  <a:pt x="572" y="3239"/>
                </a:cubicBezTo>
                <a:cubicBezTo>
                  <a:pt x="595" y="3275"/>
                  <a:pt x="631" y="3299"/>
                  <a:pt x="667" y="3334"/>
                </a:cubicBezTo>
                <a:lnTo>
                  <a:pt x="238" y="3334"/>
                </a:lnTo>
                <a:cubicBezTo>
                  <a:pt x="107" y="3334"/>
                  <a:pt x="0" y="3430"/>
                  <a:pt x="0" y="3573"/>
                </a:cubicBezTo>
                <a:lnTo>
                  <a:pt x="0" y="4489"/>
                </a:lnTo>
                <a:cubicBezTo>
                  <a:pt x="0" y="4620"/>
                  <a:pt x="107" y="4728"/>
                  <a:pt x="238" y="4728"/>
                </a:cubicBezTo>
                <a:lnTo>
                  <a:pt x="631" y="4728"/>
                </a:lnTo>
                <a:lnTo>
                  <a:pt x="631" y="5751"/>
                </a:lnTo>
                <a:lnTo>
                  <a:pt x="238" y="5751"/>
                </a:lnTo>
                <a:cubicBezTo>
                  <a:pt x="107" y="5751"/>
                  <a:pt x="0" y="5859"/>
                  <a:pt x="0" y="5990"/>
                </a:cubicBezTo>
                <a:lnTo>
                  <a:pt x="0" y="6918"/>
                </a:lnTo>
                <a:cubicBezTo>
                  <a:pt x="0" y="7049"/>
                  <a:pt x="107" y="7156"/>
                  <a:pt x="238" y="7156"/>
                </a:cubicBezTo>
                <a:lnTo>
                  <a:pt x="667" y="7156"/>
                </a:lnTo>
                <a:cubicBezTo>
                  <a:pt x="274" y="7502"/>
                  <a:pt x="12" y="8014"/>
                  <a:pt x="12" y="8597"/>
                </a:cubicBezTo>
                <a:cubicBezTo>
                  <a:pt x="12" y="9109"/>
                  <a:pt x="214" y="9585"/>
                  <a:pt x="572" y="9942"/>
                </a:cubicBezTo>
                <a:cubicBezTo>
                  <a:pt x="929" y="10300"/>
                  <a:pt x="1405" y="10490"/>
                  <a:pt x="1905" y="10490"/>
                </a:cubicBezTo>
                <a:lnTo>
                  <a:pt x="5394" y="10490"/>
                </a:lnTo>
                <a:cubicBezTo>
                  <a:pt x="5525" y="10490"/>
                  <a:pt x="5632" y="10383"/>
                  <a:pt x="5632" y="10252"/>
                </a:cubicBezTo>
                <a:cubicBezTo>
                  <a:pt x="5632" y="10121"/>
                  <a:pt x="5525" y="10014"/>
                  <a:pt x="5394" y="10014"/>
                </a:cubicBezTo>
                <a:lnTo>
                  <a:pt x="3584" y="10014"/>
                </a:lnTo>
                <a:lnTo>
                  <a:pt x="3584" y="9550"/>
                </a:lnTo>
                <a:lnTo>
                  <a:pt x="10275" y="9550"/>
                </a:lnTo>
                <a:lnTo>
                  <a:pt x="10275" y="10014"/>
                </a:lnTo>
                <a:lnTo>
                  <a:pt x="6477" y="10014"/>
                </a:lnTo>
                <a:cubicBezTo>
                  <a:pt x="6346" y="10014"/>
                  <a:pt x="6239" y="10121"/>
                  <a:pt x="6239" y="10252"/>
                </a:cubicBezTo>
                <a:cubicBezTo>
                  <a:pt x="6239" y="10383"/>
                  <a:pt x="6346" y="10490"/>
                  <a:pt x="6477" y="10490"/>
                </a:cubicBezTo>
                <a:lnTo>
                  <a:pt x="10513" y="10490"/>
                </a:lnTo>
                <a:cubicBezTo>
                  <a:pt x="10644" y="10490"/>
                  <a:pt x="10751" y="10383"/>
                  <a:pt x="10751" y="10252"/>
                </a:cubicBezTo>
                <a:lnTo>
                  <a:pt x="10751" y="9323"/>
                </a:lnTo>
                <a:cubicBezTo>
                  <a:pt x="10751" y="9192"/>
                  <a:pt x="10644" y="9085"/>
                  <a:pt x="10513" y="9085"/>
                </a:cubicBezTo>
                <a:lnTo>
                  <a:pt x="10120" y="9085"/>
                </a:lnTo>
                <a:lnTo>
                  <a:pt x="10120" y="8061"/>
                </a:lnTo>
                <a:lnTo>
                  <a:pt x="10513" y="8061"/>
                </a:lnTo>
                <a:cubicBezTo>
                  <a:pt x="10644" y="8061"/>
                  <a:pt x="10751" y="7954"/>
                  <a:pt x="10751" y="7823"/>
                </a:cubicBezTo>
                <a:lnTo>
                  <a:pt x="10751" y="6906"/>
                </a:lnTo>
                <a:cubicBezTo>
                  <a:pt x="10751" y="6763"/>
                  <a:pt x="10644" y="6668"/>
                  <a:pt x="10513" y="6668"/>
                </a:cubicBezTo>
                <a:lnTo>
                  <a:pt x="10073" y="6668"/>
                </a:lnTo>
                <a:cubicBezTo>
                  <a:pt x="10109" y="6633"/>
                  <a:pt x="10156" y="6609"/>
                  <a:pt x="10180" y="6573"/>
                </a:cubicBezTo>
                <a:cubicBezTo>
                  <a:pt x="10537" y="6216"/>
                  <a:pt x="10728" y="5740"/>
                  <a:pt x="10728" y="5239"/>
                </a:cubicBezTo>
                <a:cubicBezTo>
                  <a:pt x="10728" y="4656"/>
                  <a:pt x="10478" y="4144"/>
                  <a:pt x="10073" y="3787"/>
                </a:cubicBezTo>
                <a:lnTo>
                  <a:pt x="10513" y="3787"/>
                </a:lnTo>
                <a:cubicBezTo>
                  <a:pt x="10644" y="3787"/>
                  <a:pt x="10751" y="3692"/>
                  <a:pt x="10751" y="3549"/>
                </a:cubicBezTo>
                <a:lnTo>
                  <a:pt x="10751" y="2632"/>
                </a:lnTo>
                <a:cubicBezTo>
                  <a:pt x="10751" y="2501"/>
                  <a:pt x="10644" y="2394"/>
                  <a:pt x="10513" y="2394"/>
                </a:cubicBezTo>
                <a:lnTo>
                  <a:pt x="10120" y="2394"/>
                </a:lnTo>
                <a:lnTo>
                  <a:pt x="10120" y="1370"/>
                </a:lnTo>
                <a:lnTo>
                  <a:pt x="10513" y="1394"/>
                </a:lnTo>
                <a:cubicBezTo>
                  <a:pt x="10644" y="1394"/>
                  <a:pt x="10751" y="1287"/>
                  <a:pt x="10751" y="1156"/>
                </a:cubicBezTo>
                <a:lnTo>
                  <a:pt x="10751" y="239"/>
                </a:lnTo>
                <a:cubicBezTo>
                  <a:pt x="10751" y="96"/>
                  <a:pt x="10644" y="1"/>
                  <a:pt x="10513" y="1"/>
                </a:cubicBezTo>
                <a:lnTo>
                  <a:pt x="8942" y="1"/>
                </a:lnTo>
                <a:cubicBezTo>
                  <a:pt x="8811" y="1"/>
                  <a:pt x="8704" y="96"/>
                  <a:pt x="8704" y="239"/>
                </a:cubicBezTo>
                <a:cubicBezTo>
                  <a:pt x="8704" y="370"/>
                  <a:pt x="8811" y="477"/>
                  <a:pt x="8942" y="477"/>
                </a:cubicBezTo>
                <a:lnTo>
                  <a:pt x="10287" y="477"/>
                </a:lnTo>
                <a:lnTo>
                  <a:pt x="10287" y="929"/>
                </a:lnTo>
                <a:lnTo>
                  <a:pt x="1905" y="929"/>
                </a:lnTo>
                <a:cubicBezTo>
                  <a:pt x="1369" y="929"/>
                  <a:pt x="941" y="1370"/>
                  <a:pt x="941" y="1906"/>
                </a:cubicBezTo>
                <a:cubicBezTo>
                  <a:pt x="941" y="2358"/>
                  <a:pt x="1250" y="2751"/>
                  <a:pt x="1679" y="2858"/>
                </a:cubicBezTo>
                <a:lnTo>
                  <a:pt x="1679" y="3334"/>
                </a:lnTo>
                <a:cubicBezTo>
                  <a:pt x="1381" y="3287"/>
                  <a:pt x="1119" y="3156"/>
                  <a:pt x="893" y="2930"/>
                </a:cubicBezTo>
                <a:cubicBezTo>
                  <a:pt x="631" y="2656"/>
                  <a:pt x="476" y="2287"/>
                  <a:pt x="476" y="1918"/>
                </a:cubicBezTo>
                <a:cubicBezTo>
                  <a:pt x="476" y="1132"/>
                  <a:pt x="1119" y="477"/>
                  <a:pt x="1917" y="477"/>
                </a:cubicBezTo>
                <a:lnTo>
                  <a:pt x="7870" y="477"/>
                </a:lnTo>
                <a:cubicBezTo>
                  <a:pt x="8013" y="477"/>
                  <a:pt x="8108" y="370"/>
                  <a:pt x="8108" y="239"/>
                </a:cubicBezTo>
                <a:cubicBezTo>
                  <a:pt x="8108" y="96"/>
                  <a:pt x="8013" y="1"/>
                  <a:pt x="78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7" name="Google Shape;1037;p24"/>
          <p:cNvGrpSpPr/>
          <p:nvPr/>
        </p:nvGrpSpPr>
        <p:grpSpPr>
          <a:xfrm>
            <a:off x="4394499" y="1205697"/>
            <a:ext cx="355024" cy="332630"/>
            <a:chOff x="4394499" y="1205697"/>
            <a:chExt cx="355024" cy="332630"/>
          </a:xfrm>
        </p:grpSpPr>
        <p:sp>
          <p:nvSpPr>
            <p:cNvPr id="1038" name="Google Shape;1038;p24"/>
            <p:cNvSpPr/>
            <p:nvPr/>
          </p:nvSpPr>
          <p:spPr>
            <a:xfrm>
              <a:off x="4427119" y="1379020"/>
              <a:ext cx="48579" cy="64506"/>
            </a:xfrm>
            <a:custGeom>
              <a:rect b="b" l="l" r="r" t="t"/>
              <a:pathLst>
                <a:path extrusionOk="0" h="2025" w="1525">
                  <a:moveTo>
                    <a:pt x="762" y="346"/>
                  </a:moveTo>
                  <a:cubicBezTo>
                    <a:pt x="1000" y="346"/>
                    <a:pt x="1191" y="536"/>
                    <a:pt x="1191" y="774"/>
                  </a:cubicBezTo>
                  <a:lnTo>
                    <a:pt x="1191" y="1715"/>
                  </a:lnTo>
                  <a:lnTo>
                    <a:pt x="345" y="1715"/>
                  </a:lnTo>
                  <a:lnTo>
                    <a:pt x="345" y="774"/>
                  </a:lnTo>
                  <a:lnTo>
                    <a:pt x="334" y="774"/>
                  </a:lnTo>
                  <a:cubicBezTo>
                    <a:pt x="334" y="536"/>
                    <a:pt x="524" y="346"/>
                    <a:pt x="762" y="346"/>
                  </a:cubicBezTo>
                  <a:close/>
                  <a:moveTo>
                    <a:pt x="762" y="0"/>
                  </a:moveTo>
                  <a:cubicBezTo>
                    <a:pt x="345" y="0"/>
                    <a:pt x="0" y="346"/>
                    <a:pt x="0" y="762"/>
                  </a:cubicBezTo>
                  <a:lnTo>
                    <a:pt x="0" y="1858"/>
                  </a:lnTo>
                  <a:cubicBezTo>
                    <a:pt x="0" y="1953"/>
                    <a:pt x="72" y="2024"/>
                    <a:pt x="167" y="2024"/>
                  </a:cubicBezTo>
                  <a:lnTo>
                    <a:pt x="1357" y="2024"/>
                  </a:lnTo>
                  <a:cubicBezTo>
                    <a:pt x="1441" y="2024"/>
                    <a:pt x="1524" y="1953"/>
                    <a:pt x="1524" y="1858"/>
                  </a:cubicBezTo>
                  <a:lnTo>
                    <a:pt x="1524" y="762"/>
                  </a:lnTo>
                  <a:cubicBezTo>
                    <a:pt x="1524" y="346"/>
                    <a:pt x="1179" y="0"/>
                    <a:pt x="7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4"/>
            <p:cNvSpPr/>
            <p:nvPr/>
          </p:nvSpPr>
          <p:spPr>
            <a:xfrm>
              <a:off x="4394499" y="1205697"/>
              <a:ext cx="355024" cy="332630"/>
            </a:xfrm>
            <a:custGeom>
              <a:rect b="b" l="l" r="r" t="t"/>
              <a:pathLst>
                <a:path extrusionOk="0" h="10442" w="11145">
                  <a:moveTo>
                    <a:pt x="8692" y="2608"/>
                  </a:moveTo>
                  <a:cubicBezTo>
                    <a:pt x="8716" y="2608"/>
                    <a:pt x="8751" y="2643"/>
                    <a:pt x="8751" y="2667"/>
                  </a:cubicBezTo>
                  <a:lnTo>
                    <a:pt x="8751" y="3024"/>
                  </a:lnTo>
                  <a:cubicBezTo>
                    <a:pt x="8751" y="3060"/>
                    <a:pt x="8716" y="3084"/>
                    <a:pt x="8692" y="3084"/>
                  </a:cubicBezTo>
                  <a:lnTo>
                    <a:pt x="2453" y="3084"/>
                  </a:lnTo>
                  <a:cubicBezTo>
                    <a:pt x="2441" y="3084"/>
                    <a:pt x="2405" y="3060"/>
                    <a:pt x="2405" y="3024"/>
                  </a:cubicBezTo>
                  <a:lnTo>
                    <a:pt x="2405" y="2667"/>
                  </a:lnTo>
                  <a:cubicBezTo>
                    <a:pt x="2405" y="2643"/>
                    <a:pt x="2441" y="2608"/>
                    <a:pt x="2465" y="2608"/>
                  </a:cubicBezTo>
                  <a:close/>
                  <a:moveTo>
                    <a:pt x="8096" y="3405"/>
                  </a:moveTo>
                  <a:lnTo>
                    <a:pt x="8096" y="3834"/>
                  </a:lnTo>
                  <a:lnTo>
                    <a:pt x="7977" y="3953"/>
                  </a:lnTo>
                  <a:lnTo>
                    <a:pt x="7227" y="3953"/>
                  </a:lnTo>
                  <a:lnTo>
                    <a:pt x="7108" y="3834"/>
                  </a:lnTo>
                  <a:lnTo>
                    <a:pt x="7108" y="3405"/>
                  </a:lnTo>
                  <a:close/>
                  <a:moveTo>
                    <a:pt x="4048" y="3417"/>
                  </a:moveTo>
                  <a:lnTo>
                    <a:pt x="4048" y="3846"/>
                  </a:lnTo>
                  <a:lnTo>
                    <a:pt x="3929" y="3965"/>
                  </a:lnTo>
                  <a:lnTo>
                    <a:pt x="3179" y="3965"/>
                  </a:lnTo>
                  <a:lnTo>
                    <a:pt x="3060" y="3846"/>
                  </a:lnTo>
                  <a:lnTo>
                    <a:pt x="3060" y="3417"/>
                  </a:lnTo>
                  <a:close/>
                  <a:moveTo>
                    <a:pt x="2739" y="3417"/>
                  </a:moveTo>
                  <a:lnTo>
                    <a:pt x="2739" y="3905"/>
                  </a:lnTo>
                  <a:cubicBezTo>
                    <a:pt x="2739" y="3953"/>
                    <a:pt x="2751" y="4001"/>
                    <a:pt x="2774" y="4025"/>
                  </a:cubicBezTo>
                  <a:lnTo>
                    <a:pt x="2941" y="4191"/>
                  </a:lnTo>
                  <a:lnTo>
                    <a:pt x="2941" y="4667"/>
                  </a:lnTo>
                  <a:lnTo>
                    <a:pt x="357" y="4667"/>
                  </a:lnTo>
                  <a:lnTo>
                    <a:pt x="476" y="3453"/>
                  </a:lnTo>
                  <a:cubicBezTo>
                    <a:pt x="476" y="3429"/>
                    <a:pt x="500" y="3417"/>
                    <a:pt x="536" y="3417"/>
                  </a:cubicBezTo>
                  <a:close/>
                  <a:moveTo>
                    <a:pt x="10621" y="3417"/>
                  </a:moveTo>
                  <a:cubicBezTo>
                    <a:pt x="10656" y="3417"/>
                    <a:pt x="10668" y="3429"/>
                    <a:pt x="10680" y="3453"/>
                  </a:cubicBezTo>
                  <a:lnTo>
                    <a:pt x="10799" y="4667"/>
                  </a:lnTo>
                  <a:lnTo>
                    <a:pt x="8204" y="4667"/>
                  </a:lnTo>
                  <a:lnTo>
                    <a:pt x="8204" y="4191"/>
                  </a:lnTo>
                  <a:lnTo>
                    <a:pt x="8382" y="4025"/>
                  </a:lnTo>
                  <a:cubicBezTo>
                    <a:pt x="8406" y="4001"/>
                    <a:pt x="8418" y="3953"/>
                    <a:pt x="8418" y="3905"/>
                  </a:cubicBezTo>
                  <a:lnTo>
                    <a:pt x="8418" y="3417"/>
                  </a:lnTo>
                  <a:close/>
                  <a:moveTo>
                    <a:pt x="3834" y="4298"/>
                  </a:moveTo>
                  <a:lnTo>
                    <a:pt x="3834" y="7644"/>
                  </a:lnTo>
                  <a:lnTo>
                    <a:pt x="3286" y="7644"/>
                  </a:lnTo>
                  <a:lnTo>
                    <a:pt x="3286" y="4298"/>
                  </a:lnTo>
                  <a:close/>
                  <a:moveTo>
                    <a:pt x="7870" y="4298"/>
                  </a:moveTo>
                  <a:lnTo>
                    <a:pt x="7870" y="7644"/>
                  </a:lnTo>
                  <a:lnTo>
                    <a:pt x="7323" y="7644"/>
                  </a:lnTo>
                  <a:lnTo>
                    <a:pt x="7323" y="4298"/>
                  </a:lnTo>
                  <a:close/>
                  <a:moveTo>
                    <a:pt x="5563" y="6230"/>
                  </a:moveTo>
                  <a:cubicBezTo>
                    <a:pt x="5617" y="6230"/>
                    <a:pt x="5674" y="6245"/>
                    <a:pt x="5727" y="6275"/>
                  </a:cubicBezTo>
                  <a:lnTo>
                    <a:pt x="6013" y="6465"/>
                  </a:lnTo>
                  <a:cubicBezTo>
                    <a:pt x="6084" y="6513"/>
                    <a:pt x="6132" y="6596"/>
                    <a:pt x="6132" y="6692"/>
                  </a:cubicBezTo>
                  <a:lnTo>
                    <a:pt x="6132" y="8525"/>
                  </a:lnTo>
                  <a:lnTo>
                    <a:pt x="5013" y="8525"/>
                  </a:lnTo>
                  <a:lnTo>
                    <a:pt x="5013" y="6692"/>
                  </a:lnTo>
                  <a:cubicBezTo>
                    <a:pt x="5013" y="6596"/>
                    <a:pt x="5060" y="6513"/>
                    <a:pt x="5132" y="6465"/>
                  </a:cubicBezTo>
                  <a:lnTo>
                    <a:pt x="5418" y="6275"/>
                  </a:lnTo>
                  <a:cubicBezTo>
                    <a:pt x="5459" y="6245"/>
                    <a:pt x="5510" y="6230"/>
                    <a:pt x="5563" y="6230"/>
                  </a:cubicBezTo>
                  <a:close/>
                  <a:moveTo>
                    <a:pt x="3929" y="7989"/>
                  </a:moveTo>
                  <a:lnTo>
                    <a:pt x="4048" y="8108"/>
                  </a:lnTo>
                  <a:lnTo>
                    <a:pt x="4048" y="8537"/>
                  </a:lnTo>
                  <a:lnTo>
                    <a:pt x="3060" y="8537"/>
                  </a:lnTo>
                  <a:lnTo>
                    <a:pt x="3060" y="8108"/>
                  </a:lnTo>
                  <a:lnTo>
                    <a:pt x="3179" y="7989"/>
                  </a:lnTo>
                  <a:close/>
                  <a:moveTo>
                    <a:pt x="7954" y="7989"/>
                  </a:moveTo>
                  <a:lnTo>
                    <a:pt x="8073" y="8108"/>
                  </a:lnTo>
                  <a:lnTo>
                    <a:pt x="8073" y="8537"/>
                  </a:lnTo>
                  <a:lnTo>
                    <a:pt x="7096" y="8537"/>
                  </a:lnTo>
                  <a:lnTo>
                    <a:pt x="7096" y="8525"/>
                  </a:lnTo>
                  <a:lnTo>
                    <a:pt x="7096" y="8108"/>
                  </a:lnTo>
                  <a:lnTo>
                    <a:pt x="7215" y="7989"/>
                  </a:lnTo>
                  <a:close/>
                  <a:moveTo>
                    <a:pt x="6787" y="3429"/>
                  </a:moveTo>
                  <a:lnTo>
                    <a:pt x="6787" y="3917"/>
                  </a:lnTo>
                  <a:cubicBezTo>
                    <a:pt x="6787" y="3965"/>
                    <a:pt x="6799" y="4013"/>
                    <a:pt x="6834" y="4036"/>
                  </a:cubicBezTo>
                  <a:lnTo>
                    <a:pt x="7013" y="4215"/>
                  </a:lnTo>
                  <a:lnTo>
                    <a:pt x="7013" y="7763"/>
                  </a:lnTo>
                  <a:lnTo>
                    <a:pt x="6834" y="7942"/>
                  </a:lnTo>
                  <a:cubicBezTo>
                    <a:pt x="6799" y="7966"/>
                    <a:pt x="6787" y="8013"/>
                    <a:pt x="6787" y="8061"/>
                  </a:cubicBezTo>
                  <a:lnTo>
                    <a:pt x="6787" y="8549"/>
                  </a:lnTo>
                  <a:lnTo>
                    <a:pt x="6477" y="8525"/>
                  </a:lnTo>
                  <a:lnTo>
                    <a:pt x="6477" y="6692"/>
                  </a:lnTo>
                  <a:cubicBezTo>
                    <a:pt x="6477" y="6501"/>
                    <a:pt x="6370" y="6299"/>
                    <a:pt x="6203" y="6180"/>
                  </a:cubicBezTo>
                  <a:lnTo>
                    <a:pt x="5918" y="5989"/>
                  </a:lnTo>
                  <a:cubicBezTo>
                    <a:pt x="5816" y="5924"/>
                    <a:pt x="5703" y="5891"/>
                    <a:pt x="5589" y="5891"/>
                  </a:cubicBezTo>
                  <a:cubicBezTo>
                    <a:pt x="5474" y="5891"/>
                    <a:pt x="5358" y="5924"/>
                    <a:pt x="5251" y="5989"/>
                  </a:cubicBezTo>
                  <a:lnTo>
                    <a:pt x="4965" y="6180"/>
                  </a:lnTo>
                  <a:cubicBezTo>
                    <a:pt x="4810" y="6299"/>
                    <a:pt x="4703" y="6477"/>
                    <a:pt x="4703" y="6692"/>
                  </a:cubicBezTo>
                  <a:lnTo>
                    <a:pt x="4703" y="8525"/>
                  </a:lnTo>
                  <a:lnTo>
                    <a:pt x="4394" y="8525"/>
                  </a:lnTo>
                  <a:lnTo>
                    <a:pt x="4394" y="8025"/>
                  </a:lnTo>
                  <a:cubicBezTo>
                    <a:pt x="4394" y="7989"/>
                    <a:pt x="4370" y="7942"/>
                    <a:pt x="4346" y="7906"/>
                  </a:cubicBezTo>
                  <a:lnTo>
                    <a:pt x="4167" y="7751"/>
                  </a:lnTo>
                  <a:lnTo>
                    <a:pt x="4167" y="4203"/>
                  </a:lnTo>
                  <a:lnTo>
                    <a:pt x="4346" y="4036"/>
                  </a:lnTo>
                  <a:cubicBezTo>
                    <a:pt x="4370" y="4013"/>
                    <a:pt x="4394" y="3965"/>
                    <a:pt x="4394" y="3917"/>
                  </a:cubicBezTo>
                  <a:lnTo>
                    <a:pt x="4394" y="3429"/>
                  </a:lnTo>
                  <a:close/>
                  <a:moveTo>
                    <a:pt x="8525" y="8847"/>
                  </a:moveTo>
                  <a:lnTo>
                    <a:pt x="8525" y="9311"/>
                  </a:lnTo>
                  <a:lnTo>
                    <a:pt x="2631" y="9311"/>
                  </a:lnTo>
                  <a:lnTo>
                    <a:pt x="2631" y="8847"/>
                  </a:lnTo>
                  <a:close/>
                  <a:moveTo>
                    <a:pt x="1858" y="9632"/>
                  </a:moveTo>
                  <a:lnTo>
                    <a:pt x="1858" y="10097"/>
                  </a:lnTo>
                  <a:lnTo>
                    <a:pt x="607" y="10097"/>
                  </a:lnTo>
                  <a:lnTo>
                    <a:pt x="607" y="9632"/>
                  </a:lnTo>
                  <a:close/>
                  <a:moveTo>
                    <a:pt x="8978" y="9632"/>
                  </a:moveTo>
                  <a:lnTo>
                    <a:pt x="8978" y="10097"/>
                  </a:lnTo>
                  <a:lnTo>
                    <a:pt x="2203" y="10097"/>
                  </a:lnTo>
                  <a:lnTo>
                    <a:pt x="2203" y="9632"/>
                  </a:lnTo>
                  <a:close/>
                  <a:moveTo>
                    <a:pt x="10549" y="9632"/>
                  </a:moveTo>
                  <a:lnTo>
                    <a:pt x="10549" y="10097"/>
                  </a:lnTo>
                  <a:lnTo>
                    <a:pt x="9299" y="10097"/>
                  </a:lnTo>
                  <a:lnTo>
                    <a:pt x="9299" y="9632"/>
                  </a:lnTo>
                  <a:close/>
                  <a:moveTo>
                    <a:pt x="5566" y="0"/>
                  </a:moveTo>
                  <a:cubicBezTo>
                    <a:pt x="5531" y="0"/>
                    <a:pt x="5495" y="12"/>
                    <a:pt x="5465" y="36"/>
                  </a:cubicBezTo>
                  <a:lnTo>
                    <a:pt x="4417" y="857"/>
                  </a:lnTo>
                  <a:cubicBezTo>
                    <a:pt x="4346" y="917"/>
                    <a:pt x="4334" y="1024"/>
                    <a:pt x="4394" y="1096"/>
                  </a:cubicBezTo>
                  <a:cubicBezTo>
                    <a:pt x="4427" y="1136"/>
                    <a:pt x="4473" y="1158"/>
                    <a:pt x="4521" y="1158"/>
                  </a:cubicBezTo>
                  <a:cubicBezTo>
                    <a:pt x="4557" y="1158"/>
                    <a:pt x="4596" y="1145"/>
                    <a:pt x="4632" y="1119"/>
                  </a:cubicBezTo>
                  <a:lnTo>
                    <a:pt x="5560" y="393"/>
                  </a:lnTo>
                  <a:lnTo>
                    <a:pt x="8025" y="2298"/>
                  </a:lnTo>
                  <a:lnTo>
                    <a:pt x="3143" y="2298"/>
                  </a:lnTo>
                  <a:lnTo>
                    <a:pt x="4036" y="1596"/>
                  </a:lnTo>
                  <a:cubicBezTo>
                    <a:pt x="4108" y="1536"/>
                    <a:pt x="4120" y="1441"/>
                    <a:pt x="4060" y="1358"/>
                  </a:cubicBezTo>
                  <a:cubicBezTo>
                    <a:pt x="4026" y="1317"/>
                    <a:pt x="3977" y="1296"/>
                    <a:pt x="3928" y="1296"/>
                  </a:cubicBezTo>
                  <a:cubicBezTo>
                    <a:pt x="3891" y="1296"/>
                    <a:pt x="3853" y="1308"/>
                    <a:pt x="3822" y="1334"/>
                  </a:cubicBezTo>
                  <a:lnTo>
                    <a:pt x="2584" y="2298"/>
                  </a:lnTo>
                  <a:lnTo>
                    <a:pt x="2453" y="2298"/>
                  </a:lnTo>
                  <a:cubicBezTo>
                    <a:pt x="2250" y="2298"/>
                    <a:pt x="2072" y="2477"/>
                    <a:pt x="2072" y="2691"/>
                  </a:cubicBezTo>
                  <a:lnTo>
                    <a:pt x="2072" y="3048"/>
                  </a:lnTo>
                  <a:lnTo>
                    <a:pt x="2072" y="3108"/>
                  </a:lnTo>
                  <a:lnTo>
                    <a:pt x="524" y="3108"/>
                  </a:lnTo>
                  <a:cubicBezTo>
                    <a:pt x="322" y="3108"/>
                    <a:pt x="167" y="3251"/>
                    <a:pt x="131" y="3441"/>
                  </a:cubicBezTo>
                  <a:lnTo>
                    <a:pt x="0" y="4834"/>
                  </a:lnTo>
                  <a:cubicBezTo>
                    <a:pt x="0" y="4870"/>
                    <a:pt x="12" y="4918"/>
                    <a:pt x="48" y="4953"/>
                  </a:cubicBezTo>
                  <a:cubicBezTo>
                    <a:pt x="72" y="4977"/>
                    <a:pt x="119" y="5013"/>
                    <a:pt x="167" y="5013"/>
                  </a:cubicBezTo>
                  <a:lnTo>
                    <a:pt x="262" y="5013"/>
                  </a:lnTo>
                  <a:lnTo>
                    <a:pt x="262" y="5822"/>
                  </a:lnTo>
                  <a:cubicBezTo>
                    <a:pt x="262" y="5918"/>
                    <a:pt x="345" y="5989"/>
                    <a:pt x="429" y="5989"/>
                  </a:cubicBezTo>
                  <a:cubicBezTo>
                    <a:pt x="524" y="5989"/>
                    <a:pt x="596" y="5918"/>
                    <a:pt x="596" y="5822"/>
                  </a:cubicBezTo>
                  <a:lnTo>
                    <a:pt x="596" y="5013"/>
                  </a:lnTo>
                  <a:lnTo>
                    <a:pt x="2965" y="5013"/>
                  </a:lnTo>
                  <a:lnTo>
                    <a:pt x="2965" y="7763"/>
                  </a:lnTo>
                  <a:lnTo>
                    <a:pt x="2798" y="7930"/>
                  </a:lnTo>
                  <a:cubicBezTo>
                    <a:pt x="2762" y="7954"/>
                    <a:pt x="2751" y="8001"/>
                    <a:pt x="2751" y="8049"/>
                  </a:cubicBezTo>
                  <a:lnTo>
                    <a:pt x="2751" y="8537"/>
                  </a:lnTo>
                  <a:lnTo>
                    <a:pt x="2489" y="8537"/>
                  </a:lnTo>
                  <a:cubicBezTo>
                    <a:pt x="2393" y="8537"/>
                    <a:pt x="2322" y="8608"/>
                    <a:pt x="2322" y="8704"/>
                  </a:cubicBezTo>
                  <a:lnTo>
                    <a:pt x="2322" y="9323"/>
                  </a:lnTo>
                  <a:lnTo>
                    <a:pt x="643" y="9323"/>
                  </a:lnTo>
                  <a:lnTo>
                    <a:pt x="643" y="6584"/>
                  </a:lnTo>
                  <a:cubicBezTo>
                    <a:pt x="643" y="6501"/>
                    <a:pt x="560" y="6418"/>
                    <a:pt x="476" y="6418"/>
                  </a:cubicBezTo>
                  <a:cubicBezTo>
                    <a:pt x="381" y="6418"/>
                    <a:pt x="310" y="6501"/>
                    <a:pt x="310" y="6584"/>
                  </a:cubicBezTo>
                  <a:lnTo>
                    <a:pt x="310" y="10275"/>
                  </a:lnTo>
                  <a:cubicBezTo>
                    <a:pt x="310" y="10371"/>
                    <a:pt x="381" y="10442"/>
                    <a:pt x="476" y="10442"/>
                  </a:cubicBezTo>
                  <a:lnTo>
                    <a:pt x="10740" y="10442"/>
                  </a:lnTo>
                  <a:cubicBezTo>
                    <a:pt x="10835" y="10442"/>
                    <a:pt x="10906" y="10371"/>
                    <a:pt x="10906" y="10275"/>
                  </a:cubicBezTo>
                  <a:lnTo>
                    <a:pt x="10906" y="8347"/>
                  </a:lnTo>
                  <a:cubicBezTo>
                    <a:pt x="10906" y="8251"/>
                    <a:pt x="10835" y="8180"/>
                    <a:pt x="10740" y="8180"/>
                  </a:cubicBezTo>
                  <a:cubicBezTo>
                    <a:pt x="10656" y="8180"/>
                    <a:pt x="10585" y="8251"/>
                    <a:pt x="10585" y="8347"/>
                  </a:cubicBezTo>
                  <a:lnTo>
                    <a:pt x="10585" y="9323"/>
                  </a:lnTo>
                  <a:lnTo>
                    <a:pt x="8894" y="9323"/>
                  </a:lnTo>
                  <a:lnTo>
                    <a:pt x="8894" y="8704"/>
                  </a:lnTo>
                  <a:cubicBezTo>
                    <a:pt x="8894" y="8608"/>
                    <a:pt x="8823" y="8537"/>
                    <a:pt x="8739" y="8537"/>
                  </a:cubicBezTo>
                  <a:lnTo>
                    <a:pt x="8466" y="8537"/>
                  </a:lnTo>
                  <a:lnTo>
                    <a:pt x="8466" y="8049"/>
                  </a:lnTo>
                  <a:cubicBezTo>
                    <a:pt x="8466" y="8001"/>
                    <a:pt x="8454" y="7954"/>
                    <a:pt x="8418" y="7930"/>
                  </a:cubicBezTo>
                  <a:lnTo>
                    <a:pt x="8239" y="7763"/>
                  </a:lnTo>
                  <a:lnTo>
                    <a:pt x="8239" y="5013"/>
                  </a:lnTo>
                  <a:lnTo>
                    <a:pt x="10549" y="5013"/>
                  </a:lnTo>
                  <a:lnTo>
                    <a:pt x="10549" y="7585"/>
                  </a:lnTo>
                  <a:cubicBezTo>
                    <a:pt x="10549" y="7668"/>
                    <a:pt x="10621" y="7751"/>
                    <a:pt x="10716" y="7751"/>
                  </a:cubicBezTo>
                  <a:cubicBezTo>
                    <a:pt x="10799" y="7751"/>
                    <a:pt x="10883" y="7668"/>
                    <a:pt x="10883" y="7585"/>
                  </a:cubicBezTo>
                  <a:lnTo>
                    <a:pt x="10883" y="5013"/>
                  </a:lnTo>
                  <a:lnTo>
                    <a:pt x="10978" y="5013"/>
                  </a:lnTo>
                  <a:cubicBezTo>
                    <a:pt x="11025" y="5013"/>
                    <a:pt x="11073" y="4989"/>
                    <a:pt x="11097" y="4953"/>
                  </a:cubicBezTo>
                  <a:cubicBezTo>
                    <a:pt x="11133" y="4906"/>
                    <a:pt x="11144" y="4858"/>
                    <a:pt x="11133" y="4810"/>
                  </a:cubicBezTo>
                  <a:lnTo>
                    <a:pt x="11002" y="3429"/>
                  </a:lnTo>
                  <a:cubicBezTo>
                    <a:pt x="10978" y="3239"/>
                    <a:pt x="10811" y="3084"/>
                    <a:pt x="10609" y="3084"/>
                  </a:cubicBezTo>
                  <a:lnTo>
                    <a:pt x="9061" y="3084"/>
                  </a:lnTo>
                  <a:lnTo>
                    <a:pt x="9061" y="3024"/>
                  </a:lnTo>
                  <a:lnTo>
                    <a:pt x="9061" y="2667"/>
                  </a:lnTo>
                  <a:cubicBezTo>
                    <a:pt x="9061" y="2465"/>
                    <a:pt x="8882" y="2286"/>
                    <a:pt x="8680" y="2286"/>
                  </a:cubicBezTo>
                  <a:lnTo>
                    <a:pt x="8537" y="2286"/>
                  </a:lnTo>
                  <a:lnTo>
                    <a:pt x="5668" y="36"/>
                  </a:lnTo>
                  <a:cubicBezTo>
                    <a:pt x="5638" y="12"/>
                    <a:pt x="5602" y="0"/>
                    <a:pt x="55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4"/>
            <p:cNvSpPr/>
            <p:nvPr/>
          </p:nvSpPr>
          <p:spPr>
            <a:xfrm>
              <a:off x="4669089" y="1379403"/>
              <a:ext cx="48197" cy="64506"/>
            </a:xfrm>
            <a:custGeom>
              <a:rect b="b" l="l" r="r" t="t"/>
              <a:pathLst>
                <a:path extrusionOk="0" h="2025" w="1513">
                  <a:moveTo>
                    <a:pt x="762" y="334"/>
                  </a:moveTo>
                  <a:cubicBezTo>
                    <a:pt x="989" y="334"/>
                    <a:pt x="1191" y="524"/>
                    <a:pt x="1191" y="762"/>
                  </a:cubicBezTo>
                  <a:lnTo>
                    <a:pt x="1191" y="1703"/>
                  </a:lnTo>
                  <a:lnTo>
                    <a:pt x="334" y="1703"/>
                  </a:lnTo>
                  <a:lnTo>
                    <a:pt x="334" y="762"/>
                  </a:lnTo>
                  <a:cubicBezTo>
                    <a:pt x="334" y="524"/>
                    <a:pt x="524" y="334"/>
                    <a:pt x="762" y="334"/>
                  </a:cubicBezTo>
                  <a:close/>
                  <a:moveTo>
                    <a:pt x="750" y="0"/>
                  </a:moveTo>
                  <a:cubicBezTo>
                    <a:pt x="334" y="0"/>
                    <a:pt x="0" y="346"/>
                    <a:pt x="0" y="762"/>
                  </a:cubicBezTo>
                  <a:lnTo>
                    <a:pt x="0" y="1858"/>
                  </a:lnTo>
                  <a:cubicBezTo>
                    <a:pt x="0" y="1953"/>
                    <a:pt x="72" y="2024"/>
                    <a:pt x="155" y="2024"/>
                  </a:cubicBezTo>
                  <a:lnTo>
                    <a:pt x="1346" y="2024"/>
                  </a:lnTo>
                  <a:cubicBezTo>
                    <a:pt x="1441" y="2024"/>
                    <a:pt x="1512" y="1953"/>
                    <a:pt x="1512" y="1858"/>
                  </a:cubicBezTo>
                  <a:lnTo>
                    <a:pt x="1512" y="762"/>
                  </a:lnTo>
                  <a:cubicBezTo>
                    <a:pt x="1512" y="346"/>
                    <a:pt x="1167" y="0"/>
                    <a:pt x="7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4"/>
            <p:cNvSpPr/>
            <p:nvPr/>
          </p:nvSpPr>
          <p:spPr>
            <a:xfrm>
              <a:off x="4546957" y="1326300"/>
              <a:ext cx="51223" cy="51223"/>
            </a:xfrm>
            <a:custGeom>
              <a:rect b="b" l="l" r="r" t="t"/>
              <a:pathLst>
                <a:path extrusionOk="0" h="1608" w="1608">
                  <a:moveTo>
                    <a:pt x="810" y="310"/>
                  </a:moveTo>
                  <a:cubicBezTo>
                    <a:pt x="1060" y="310"/>
                    <a:pt x="1286" y="524"/>
                    <a:pt x="1286" y="786"/>
                  </a:cubicBezTo>
                  <a:cubicBezTo>
                    <a:pt x="1263" y="1060"/>
                    <a:pt x="1060" y="1262"/>
                    <a:pt x="810" y="1262"/>
                  </a:cubicBezTo>
                  <a:cubicBezTo>
                    <a:pt x="560" y="1262"/>
                    <a:pt x="334" y="1060"/>
                    <a:pt x="334" y="786"/>
                  </a:cubicBezTo>
                  <a:cubicBezTo>
                    <a:pt x="334" y="536"/>
                    <a:pt x="536" y="310"/>
                    <a:pt x="810" y="310"/>
                  </a:cubicBezTo>
                  <a:close/>
                  <a:moveTo>
                    <a:pt x="810" y="0"/>
                  </a:moveTo>
                  <a:cubicBezTo>
                    <a:pt x="358" y="0"/>
                    <a:pt x="1" y="358"/>
                    <a:pt x="1" y="810"/>
                  </a:cubicBezTo>
                  <a:cubicBezTo>
                    <a:pt x="1" y="1251"/>
                    <a:pt x="358" y="1608"/>
                    <a:pt x="810" y="1608"/>
                  </a:cubicBezTo>
                  <a:cubicBezTo>
                    <a:pt x="1251" y="1608"/>
                    <a:pt x="1608" y="1251"/>
                    <a:pt x="1608" y="810"/>
                  </a:cubicBezTo>
                  <a:cubicBezTo>
                    <a:pt x="1596" y="358"/>
                    <a:pt x="1239" y="0"/>
                    <a:pt x="8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2" name="Google Shape;1042;p24"/>
          <p:cNvSpPr/>
          <p:nvPr/>
        </p:nvSpPr>
        <p:spPr>
          <a:xfrm>
            <a:off x="2802577" y="2269641"/>
            <a:ext cx="380444" cy="310077"/>
          </a:xfrm>
          <a:custGeom>
            <a:rect b="b" l="l" r="r" t="t"/>
            <a:pathLst>
              <a:path extrusionOk="0" h="9734" w="11943">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4"/>
          <p:cNvSpPr/>
          <p:nvPr/>
        </p:nvSpPr>
        <p:spPr>
          <a:xfrm>
            <a:off x="5965518" y="2238492"/>
            <a:ext cx="371366" cy="372353"/>
          </a:xfrm>
          <a:custGeom>
            <a:rect b="b" l="l" r="r" t="t"/>
            <a:pathLst>
              <a:path extrusionOk="0" h="11689" w="11658">
                <a:moveTo>
                  <a:pt x="10514" y="382"/>
                </a:moveTo>
                <a:cubicBezTo>
                  <a:pt x="10657" y="382"/>
                  <a:pt x="10812" y="441"/>
                  <a:pt x="10907" y="548"/>
                </a:cubicBezTo>
                <a:lnTo>
                  <a:pt x="11181" y="810"/>
                </a:lnTo>
                <a:cubicBezTo>
                  <a:pt x="11288" y="917"/>
                  <a:pt x="11348" y="1072"/>
                  <a:pt x="11348" y="1215"/>
                </a:cubicBezTo>
                <a:cubicBezTo>
                  <a:pt x="11348" y="1370"/>
                  <a:pt x="11288" y="1513"/>
                  <a:pt x="11181" y="1620"/>
                </a:cubicBezTo>
                <a:lnTo>
                  <a:pt x="10240" y="2560"/>
                </a:lnTo>
                <a:lnTo>
                  <a:pt x="9169" y="1489"/>
                </a:lnTo>
                <a:lnTo>
                  <a:pt x="10109" y="548"/>
                </a:lnTo>
                <a:cubicBezTo>
                  <a:pt x="10217" y="441"/>
                  <a:pt x="10359" y="382"/>
                  <a:pt x="10514" y="382"/>
                </a:cubicBezTo>
                <a:close/>
                <a:moveTo>
                  <a:pt x="8919" y="1715"/>
                </a:moveTo>
                <a:lnTo>
                  <a:pt x="9990" y="2799"/>
                </a:lnTo>
                <a:lnTo>
                  <a:pt x="6954" y="5823"/>
                </a:lnTo>
                <a:lnTo>
                  <a:pt x="5883" y="4751"/>
                </a:lnTo>
                <a:lnTo>
                  <a:pt x="8919" y="1715"/>
                </a:lnTo>
                <a:close/>
                <a:moveTo>
                  <a:pt x="1966" y="8668"/>
                </a:moveTo>
                <a:lnTo>
                  <a:pt x="3037" y="9740"/>
                </a:lnTo>
                <a:lnTo>
                  <a:pt x="2370" y="10419"/>
                </a:lnTo>
                <a:cubicBezTo>
                  <a:pt x="2335" y="10454"/>
                  <a:pt x="2281" y="10472"/>
                  <a:pt x="2227" y="10472"/>
                </a:cubicBezTo>
                <a:cubicBezTo>
                  <a:pt x="2174" y="10472"/>
                  <a:pt x="2120" y="10454"/>
                  <a:pt x="2085" y="10419"/>
                </a:cubicBezTo>
                <a:lnTo>
                  <a:pt x="1299" y="9621"/>
                </a:lnTo>
                <a:cubicBezTo>
                  <a:pt x="1215" y="9549"/>
                  <a:pt x="1215" y="9418"/>
                  <a:pt x="1299" y="9347"/>
                </a:cubicBezTo>
                <a:lnTo>
                  <a:pt x="1966" y="8668"/>
                </a:lnTo>
                <a:close/>
                <a:moveTo>
                  <a:pt x="1311" y="10133"/>
                </a:moveTo>
                <a:lnTo>
                  <a:pt x="1596" y="10407"/>
                </a:lnTo>
                <a:lnTo>
                  <a:pt x="1061" y="10942"/>
                </a:lnTo>
                <a:cubicBezTo>
                  <a:pt x="1019" y="10984"/>
                  <a:pt x="965" y="11005"/>
                  <a:pt x="913" y="11005"/>
                </a:cubicBezTo>
                <a:cubicBezTo>
                  <a:pt x="861" y="11005"/>
                  <a:pt x="811" y="10984"/>
                  <a:pt x="775" y="10942"/>
                </a:cubicBezTo>
                <a:cubicBezTo>
                  <a:pt x="703" y="10859"/>
                  <a:pt x="703" y="10740"/>
                  <a:pt x="775" y="10669"/>
                </a:cubicBezTo>
                <a:lnTo>
                  <a:pt x="1311" y="10133"/>
                </a:lnTo>
                <a:close/>
                <a:moveTo>
                  <a:pt x="10467" y="1"/>
                </a:moveTo>
                <a:cubicBezTo>
                  <a:pt x="10228" y="1"/>
                  <a:pt x="9990" y="84"/>
                  <a:pt x="9812" y="263"/>
                </a:cubicBezTo>
                <a:lnTo>
                  <a:pt x="8871" y="1203"/>
                </a:lnTo>
                <a:lnTo>
                  <a:pt x="8728" y="1048"/>
                </a:lnTo>
                <a:cubicBezTo>
                  <a:pt x="8687" y="1013"/>
                  <a:pt x="8642" y="995"/>
                  <a:pt x="8597" y="995"/>
                </a:cubicBezTo>
                <a:cubicBezTo>
                  <a:pt x="8553" y="995"/>
                  <a:pt x="8508" y="1013"/>
                  <a:pt x="8466" y="1048"/>
                </a:cubicBezTo>
                <a:cubicBezTo>
                  <a:pt x="8395" y="1120"/>
                  <a:pt x="8395" y="1227"/>
                  <a:pt x="8466" y="1310"/>
                </a:cubicBezTo>
                <a:lnTo>
                  <a:pt x="8621" y="1453"/>
                </a:lnTo>
                <a:lnTo>
                  <a:pt x="5037" y="5037"/>
                </a:lnTo>
                <a:cubicBezTo>
                  <a:pt x="4954" y="5120"/>
                  <a:pt x="4954" y="5216"/>
                  <a:pt x="5037" y="5299"/>
                </a:cubicBezTo>
                <a:cubicBezTo>
                  <a:pt x="5073" y="5335"/>
                  <a:pt x="5118" y="5352"/>
                  <a:pt x="5162" y="5352"/>
                </a:cubicBezTo>
                <a:cubicBezTo>
                  <a:pt x="5207" y="5352"/>
                  <a:pt x="5252" y="5335"/>
                  <a:pt x="5287" y="5299"/>
                </a:cubicBezTo>
                <a:lnTo>
                  <a:pt x="5597" y="4977"/>
                </a:lnTo>
                <a:lnTo>
                  <a:pt x="6668" y="6049"/>
                </a:lnTo>
                <a:cubicBezTo>
                  <a:pt x="6299" y="6525"/>
                  <a:pt x="6073" y="6978"/>
                  <a:pt x="5883" y="7382"/>
                </a:cubicBezTo>
                <a:cubicBezTo>
                  <a:pt x="5430" y="8287"/>
                  <a:pt x="5097" y="9002"/>
                  <a:pt x="3275" y="9526"/>
                </a:cubicBezTo>
                <a:lnTo>
                  <a:pt x="2156" y="8406"/>
                </a:lnTo>
                <a:lnTo>
                  <a:pt x="4597" y="5966"/>
                </a:lnTo>
                <a:cubicBezTo>
                  <a:pt x="4680" y="5894"/>
                  <a:pt x="4680" y="5787"/>
                  <a:pt x="4597" y="5716"/>
                </a:cubicBezTo>
                <a:cubicBezTo>
                  <a:pt x="4561" y="5674"/>
                  <a:pt x="4516" y="5653"/>
                  <a:pt x="4472" y="5653"/>
                </a:cubicBezTo>
                <a:cubicBezTo>
                  <a:pt x="4427" y="5653"/>
                  <a:pt x="4382" y="5674"/>
                  <a:pt x="4347" y="5716"/>
                </a:cubicBezTo>
                <a:lnTo>
                  <a:pt x="989" y="9073"/>
                </a:lnTo>
                <a:cubicBezTo>
                  <a:pt x="775" y="9287"/>
                  <a:pt x="775" y="9645"/>
                  <a:pt x="989" y="9847"/>
                </a:cubicBezTo>
                <a:lnTo>
                  <a:pt x="1001" y="9859"/>
                </a:lnTo>
                <a:lnTo>
                  <a:pt x="465" y="10395"/>
                </a:lnTo>
                <a:cubicBezTo>
                  <a:pt x="299" y="10561"/>
                  <a:pt x="251" y="10811"/>
                  <a:pt x="358" y="11026"/>
                </a:cubicBezTo>
                <a:lnTo>
                  <a:pt x="1" y="11383"/>
                </a:lnTo>
                <a:cubicBezTo>
                  <a:pt x="1" y="11454"/>
                  <a:pt x="1" y="11562"/>
                  <a:pt x="61" y="11633"/>
                </a:cubicBezTo>
                <a:cubicBezTo>
                  <a:pt x="92" y="11670"/>
                  <a:pt x="139" y="11688"/>
                  <a:pt x="187" y="11688"/>
                </a:cubicBezTo>
                <a:cubicBezTo>
                  <a:pt x="232" y="11688"/>
                  <a:pt x="276" y="11673"/>
                  <a:pt x="311" y="11645"/>
                </a:cubicBezTo>
                <a:lnTo>
                  <a:pt x="668" y="11288"/>
                </a:lnTo>
                <a:cubicBezTo>
                  <a:pt x="745" y="11326"/>
                  <a:pt x="827" y="11345"/>
                  <a:pt x="908" y="11345"/>
                </a:cubicBezTo>
                <a:cubicBezTo>
                  <a:pt x="1052" y="11345"/>
                  <a:pt x="1192" y="11287"/>
                  <a:pt x="1299" y="11181"/>
                </a:cubicBezTo>
                <a:lnTo>
                  <a:pt x="1835" y="10645"/>
                </a:lnTo>
                <a:cubicBezTo>
                  <a:pt x="1942" y="10752"/>
                  <a:pt x="2073" y="10811"/>
                  <a:pt x="2204" y="10811"/>
                </a:cubicBezTo>
                <a:cubicBezTo>
                  <a:pt x="2358" y="10811"/>
                  <a:pt x="2501" y="10752"/>
                  <a:pt x="2608" y="10645"/>
                </a:cubicBezTo>
                <a:lnTo>
                  <a:pt x="3370" y="9895"/>
                </a:lnTo>
                <a:cubicBezTo>
                  <a:pt x="5371" y="9335"/>
                  <a:pt x="5776" y="8502"/>
                  <a:pt x="6240" y="7549"/>
                </a:cubicBezTo>
                <a:cubicBezTo>
                  <a:pt x="6442" y="7121"/>
                  <a:pt x="6668" y="6656"/>
                  <a:pt x="7073" y="6180"/>
                </a:cubicBezTo>
                <a:lnTo>
                  <a:pt x="10228" y="3025"/>
                </a:lnTo>
                <a:lnTo>
                  <a:pt x="10526" y="3322"/>
                </a:lnTo>
                <a:lnTo>
                  <a:pt x="8407" y="5442"/>
                </a:lnTo>
                <a:cubicBezTo>
                  <a:pt x="8347" y="5501"/>
                  <a:pt x="8335" y="5608"/>
                  <a:pt x="8395" y="5680"/>
                </a:cubicBezTo>
                <a:cubicBezTo>
                  <a:pt x="8426" y="5717"/>
                  <a:pt x="8473" y="5735"/>
                  <a:pt x="8522" y="5735"/>
                </a:cubicBezTo>
                <a:cubicBezTo>
                  <a:pt x="8566" y="5735"/>
                  <a:pt x="8611" y="5720"/>
                  <a:pt x="8645" y="5692"/>
                </a:cubicBezTo>
                <a:lnTo>
                  <a:pt x="10883" y="3465"/>
                </a:lnTo>
                <a:cubicBezTo>
                  <a:pt x="10955" y="3382"/>
                  <a:pt x="10955" y="3287"/>
                  <a:pt x="10883" y="3203"/>
                </a:cubicBezTo>
                <a:lnTo>
                  <a:pt x="10455" y="2775"/>
                </a:lnTo>
                <a:lnTo>
                  <a:pt x="11383" y="1834"/>
                </a:lnTo>
                <a:cubicBezTo>
                  <a:pt x="11562" y="1656"/>
                  <a:pt x="11657" y="1441"/>
                  <a:pt x="11657" y="1179"/>
                </a:cubicBezTo>
                <a:cubicBezTo>
                  <a:pt x="11657" y="929"/>
                  <a:pt x="11562" y="703"/>
                  <a:pt x="11383" y="524"/>
                </a:cubicBezTo>
                <a:lnTo>
                  <a:pt x="11121" y="263"/>
                </a:lnTo>
                <a:cubicBezTo>
                  <a:pt x="10943" y="84"/>
                  <a:pt x="10717" y="1"/>
                  <a:pt x="104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25"/>
          <p:cNvSpPr/>
          <p:nvPr/>
        </p:nvSpPr>
        <p:spPr>
          <a:xfrm>
            <a:off x="3263850" y="1072100"/>
            <a:ext cx="2604700" cy="910329"/>
          </a:xfrm>
          <a:custGeom>
            <a:rect b="b" l="l" r="r" t="t"/>
            <a:pathLst>
              <a:path extrusionOk="0" h="35332" w="104188">
                <a:moveTo>
                  <a:pt x="23370" y="2074"/>
                </a:moveTo>
                <a:cubicBezTo>
                  <a:pt x="10748" y="4462"/>
                  <a:pt x="4683" y="10722"/>
                  <a:pt x="1742" y="15639"/>
                </a:cubicBezTo>
                <a:cubicBezTo>
                  <a:pt x="-1198" y="20556"/>
                  <a:pt x="-761" y="28312"/>
                  <a:pt x="5727" y="31576"/>
                </a:cubicBezTo>
                <a:cubicBezTo>
                  <a:pt x="12216" y="34840"/>
                  <a:pt x="26695" y="34868"/>
                  <a:pt x="40673" y="35221"/>
                </a:cubicBezTo>
                <a:cubicBezTo>
                  <a:pt x="54651" y="35575"/>
                  <a:pt x="79103" y="35093"/>
                  <a:pt x="89594" y="33697"/>
                </a:cubicBezTo>
                <a:cubicBezTo>
                  <a:pt x="100085" y="32302"/>
                  <a:pt x="102038" y="30071"/>
                  <a:pt x="103618" y="26848"/>
                </a:cubicBezTo>
                <a:cubicBezTo>
                  <a:pt x="105198" y="23625"/>
                  <a:pt x="103433" y="18614"/>
                  <a:pt x="99075" y="14358"/>
                </a:cubicBezTo>
                <a:cubicBezTo>
                  <a:pt x="94717" y="10102"/>
                  <a:pt x="90090" y="3359"/>
                  <a:pt x="77472" y="1312"/>
                </a:cubicBezTo>
                <a:cubicBezTo>
                  <a:pt x="64855" y="-735"/>
                  <a:pt x="35992" y="-314"/>
                  <a:pt x="23370" y="2074"/>
                </a:cubicBezTo>
                <a:close/>
              </a:path>
            </a:pathLst>
          </a:custGeom>
          <a:noFill/>
          <a:ln cap="flat" cmpd="sng" w="19050">
            <a:solidFill>
              <a:schemeClr val="lt1"/>
            </a:solidFill>
            <a:prstDash val="solid"/>
            <a:round/>
            <a:headEnd len="med" w="med" type="none"/>
            <a:tailEnd len="med" w="med" type="none"/>
          </a:ln>
        </p:spPr>
      </p:sp>
      <p:sp>
        <p:nvSpPr>
          <p:cNvPr id="1049" name="Google Shape;1049;p25"/>
          <p:cNvSpPr/>
          <p:nvPr/>
        </p:nvSpPr>
        <p:spPr>
          <a:xfrm>
            <a:off x="3357600" y="2124075"/>
            <a:ext cx="2428800" cy="24288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5"/>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051" name="Google Shape;1051;p25"/>
          <p:cNvGrpSpPr/>
          <p:nvPr/>
        </p:nvGrpSpPr>
        <p:grpSpPr>
          <a:xfrm>
            <a:off x="532650" y="1129488"/>
            <a:ext cx="1912800" cy="725560"/>
            <a:chOff x="1074600" y="1129488"/>
            <a:chExt cx="1912800" cy="725560"/>
          </a:xfrm>
        </p:grpSpPr>
        <p:sp>
          <p:nvSpPr>
            <p:cNvPr id="1052" name="Google Shape;1052;p25"/>
            <p:cNvSpPr txBox="1"/>
            <p:nvPr/>
          </p:nvSpPr>
          <p:spPr>
            <a:xfrm>
              <a:off x="1074600" y="1464747"/>
              <a:ext cx="19128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053" name="Google Shape;1053;p25"/>
            <p:cNvSpPr txBox="1"/>
            <p:nvPr/>
          </p:nvSpPr>
          <p:spPr>
            <a:xfrm>
              <a:off x="1074600" y="112948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054" name="Google Shape;1054;p25"/>
          <p:cNvSpPr txBox="1"/>
          <p:nvPr/>
        </p:nvSpPr>
        <p:spPr>
          <a:xfrm>
            <a:off x="6698550" y="14647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055" name="Google Shape;1055;p25"/>
          <p:cNvSpPr txBox="1"/>
          <p:nvPr/>
        </p:nvSpPr>
        <p:spPr>
          <a:xfrm>
            <a:off x="7412850" y="11294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1056" name="Google Shape;1056;p25"/>
          <p:cNvSpPr txBox="1"/>
          <p:nvPr/>
        </p:nvSpPr>
        <p:spPr>
          <a:xfrm>
            <a:off x="532650" y="2824847"/>
            <a:ext cx="19128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Saturn is a gas giant with several rings</a:t>
            </a:r>
            <a:endParaRPr>
              <a:solidFill>
                <a:schemeClr val="lt1"/>
              </a:solidFill>
              <a:latin typeface="Catamaran"/>
              <a:ea typeface="Catamaran"/>
              <a:cs typeface="Catamaran"/>
              <a:sym typeface="Catamaran"/>
            </a:endParaRPr>
          </a:p>
        </p:txBody>
      </p:sp>
      <p:sp>
        <p:nvSpPr>
          <p:cNvPr id="1057" name="Google Shape;1057;p25"/>
          <p:cNvSpPr txBox="1"/>
          <p:nvPr/>
        </p:nvSpPr>
        <p:spPr>
          <a:xfrm>
            <a:off x="532650" y="248958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sp>
        <p:nvSpPr>
          <p:cNvPr id="1058" name="Google Shape;1058;p25"/>
          <p:cNvSpPr txBox="1"/>
          <p:nvPr/>
        </p:nvSpPr>
        <p:spPr>
          <a:xfrm>
            <a:off x="6698550" y="28248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1059" name="Google Shape;1059;p25"/>
          <p:cNvSpPr txBox="1"/>
          <p:nvPr/>
        </p:nvSpPr>
        <p:spPr>
          <a:xfrm>
            <a:off x="7412850" y="24895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nvGrpSpPr>
          <p:cNvPr id="1060" name="Google Shape;1060;p25"/>
          <p:cNvGrpSpPr/>
          <p:nvPr/>
        </p:nvGrpSpPr>
        <p:grpSpPr>
          <a:xfrm>
            <a:off x="3615600" y="1129488"/>
            <a:ext cx="1912800" cy="725560"/>
            <a:chOff x="3615600" y="1129488"/>
            <a:chExt cx="1912800" cy="725560"/>
          </a:xfrm>
        </p:grpSpPr>
        <p:sp>
          <p:nvSpPr>
            <p:cNvPr id="1061" name="Google Shape;1061;p25"/>
            <p:cNvSpPr txBox="1"/>
            <p:nvPr/>
          </p:nvSpPr>
          <p:spPr>
            <a:xfrm>
              <a:off x="3615600" y="1464747"/>
              <a:ext cx="19128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062" name="Google Shape;1062;p25"/>
            <p:cNvSpPr txBox="1"/>
            <p:nvPr/>
          </p:nvSpPr>
          <p:spPr>
            <a:xfrm>
              <a:off x="3972750" y="11294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063" name="Google Shape;1063;p25"/>
          <p:cNvSpPr txBox="1"/>
          <p:nvPr/>
        </p:nvSpPr>
        <p:spPr>
          <a:xfrm>
            <a:off x="532650" y="4013497"/>
            <a:ext cx="19128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064" name="Google Shape;1064;p25"/>
          <p:cNvSpPr txBox="1"/>
          <p:nvPr/>
        </p:nvSpPr>
        <p:spPr>
          <a:xfrm>
            <a:off x="532650" y="367823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1065" name="Google Shape;1065;p25"/>
          <p:cNvSpPr txBox="1"/>
          <p:nvPr/>
        </p:nvSpPr>
        <p:spPr>
          <a:xfrm>
            <a:off x="6698550" y="401349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It’s at the center of the Solar System</a:t>
            </a:r>
            <a:endParaRPr>
              <a:solidFill>
                <a:schemeClr val="lt1"/>
              </a:solidFill>
              <a:latin typeface="Catamaran"/>
              <a:ea typeface="Catamaran"/>
              <a:cs typeface="Catamaran"/>
              <a:sym typeface="Catamaran"/>
            </a:endParaRPr>
          </a:p>
        </p:txBody>
      </p:sp>
      <p:sp>
        <p:nvSpPr>
          <p:cNvPr id="1066" name="Google Shape;1066;p25"/>
          <p:cNvSpPr txBox="1"/>
          <p:nvPr/>
        </p:nvSpPr>
        <p:spPr>
          <a:xfrm>
            <a:off x="7412850" y="367823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Sun</a:t>
            </a:r>
            <a:endParaRPr sz="2000">
              <a:solidFill>
                <a:schemeClr val="lt1"/>
              </a:solidFill>
              <a:latin typeface="Love Ya Like A Sister"/>
              <a:ea typeface="Love Ya Like A Sister"/>
              <a:cs typeface="Love Ya Like A Sister"/>
              <a:sym typeface="Love Ya Like A Sister"/>
            </a:endParaRPr>
          </a:p>
        </p:txBody>
      </p:sp>
      <p:grpSp>
        <p:nvGrpSpPr>
          <p:cNvPr id="1067" name="Google Shape;1067;p25"/>
          <p:cNvGrpSpPr/>
          <p:nvPr/>
        </p:nvGrpSpPr>
        <p:grpSpPr>
          <a:xfrm>
            <a:off x="3791788" y="2509757"/>
            <a:ext cx="1560419" cy="1657425"/>
            <a:chOff x="10798650" y="4070850"/>
            <a:chExt cx="649525" cy="689875"/>
          </a:xfrm>
        </p:grpSpPr>
        <p:sp>
          <p:nvSpPr>
            <p:cNvPr id="1068" name="Google Shape;1068;p25"/>
            <p:cNvSpPr/>
            <p:nvPr/>
          </p:nvSpPr>
          <p:spPr>
            <a:xfrm>
              <a:off x="10798650" y="4070850"/>
              <a:ext cx="301250" cy="301000"/>
            </a:xfrm>
            <a:custGeom>
              <a:rect b="b" l="l" r="r" t="t"/>
              <a:pathLst>
                <a:path extrusionOk="0" h="12040" w="12050">
                  <a:moveTo>
                    <a:pt x="5427" y="1916"/>
                  </a:moveTo>
                  <a:cubicBezTo>
                    <a:pt x="6078" y="1916"/>
                    <a:pt x="6722" y="2048"/>
                    <a:pt x="7323" y="2299"/>
                  </a:cubicBezTo>
                  <a:cubicBezTo>
                    <a:pt x="8811" y="2930"/>
                    <a:pt x="9812" y="4311"/>
                    <a:pt x="9800" y="5954"/>
                  </a:cubicBezTo>
                  <a:cubicBezTo>
                    <a:pt x="9788" y="7574"/>
                    <a:pt x="8681" y="9026"/>
                    <a:pt x="7145" y="9550"/>
                  </a:cubicBezTo>
                  <a:cubicBezTo>
                    <a:pt x="6762" y="9679"/>
                    <a:pt x="6359" y="9740"/>
                    <a:pt x="5956" y="9740"/>
                  </a:cubicBezTo>
                  <a:cubicBezTo>
                    <a:pt x="4713" y="9740"/>
                    <a:pt x="3461" y="9155"/>
                    <a:pt x="2751" y="8121"/>
                  </a:cubicBezTo>
                  <a:cubicBezTo>
                    <a:pt x="2180" y="7288"/>
                    <a:pt x="2084" y="6204"/>
                    <a:pt x="2192" y="5228"/>
                  </a:cubicBezTo>
                  <a:cubicBezTo>
                    <a:pt x="2287" y="4442"/>
                    <a:pt x="2525" y="3692"/>
                    <a:pt x="2966" y="3049"/>
                  </a:cubicBezTo>
                  <a:cubicBezTo>
                    <a:pt x="3037" y="3025"/>
                    <a:pt x="3096" y="2990"/>
                    <a:pt x="3132" y="2918"/>
                  </a:cubicBezTo>
                  <a:cubicBezTo>
                    <a:pt x="3513" y="2240"/>
                    <a:pt x="4335" y="1990"/>
                    <a:pt x="5061" y="1930"/>
                  </a:cubicBezTo>
                  <a:cubicBezTo>
                    <a:pt x="5183" y="1921"/>
                    <a:pt x="5305" y="1916"/>
                    <a:pt x="5427" y="1916"/>
                  </a:cubicBezTo>
                  <a:close/>
                  <a:moveTo>
                    <a:pt x="5389" y="0"/>
                  </a:moveTo>
                  <a:cubicBezTo>
                    <a:pt x="5383" y="0"/>
                    <a:pt x="5377" y="1"/>
                    <a:pt x="5371" y="1"/>
                  </a:cubicBezTo>
                  <a:cubicBezTo>
                    <a:pt x="5228" y="25"/>
                    <a:pt x="5132" y="144"/>
                    <a:pt x="5132" y="287"/>
                  </a:cubicBezTo>
                  <a:cubicBezTo>
                    <a:pt x="5144" y="501"/>
                    <a:pt x="5156" y="716"/>
                    <a:pt x="5144" y="918"/>
                  </a:cubicBezTo>
                  <a:cubicBezTo>
                    <a:pt x="5144" y="978"/>
                    <a:pt x="5144" y="1025"/>
                    <a:pt x="5144" y="1073"/>
                  </a:cubicBezTo>
                  <a:cubicBezTo>
                    <a:pt x="5144" y="1085"/>
                    <a:pt x="5144" y="1085"/>
                    <a:pt x="5144" y="1097"/>
                  </a:cubicBezTo>
                  <a:cubicBezTo>
                    <a:pt x="5144" y="1097"/>
                    <a:pt x="5144" y="1097"/>
                    <a:pt x="5144" y="1109"/>
                  </a:cubicBezTo>
                  <a:cubicBezTo>
                    <a:pt x="5144" y="1132"/>
                    <a:pt x="5144" y="1168"/>
                    <a:pt x="5132" y="1192"/>
                  </a:cubicBezTo>
                  <a:cubicBezTo>
                    <a:pt x="5132" y="1263"/>
                    <a:pt x="5121" y="1335"/>
                    <a:pt x="5121" y="1406"/>
                  </a:cubicBezTo>
                  <a:cubicBezTo>
                    <a:pt x="4978" y="1418"/>
                    <a:pt x="4847" y="1430"/>
                    <a:pt x="4704" y="1454"/>
                  </a:cubicBezTo>
                  <a:cubicBezTo>
                    <a:pt x="4692" y="1394"/>
                    <a:pt x="4668" y="1335"/>
                    <a:pt x="4656" y="1287"/>
                  </a:cubicBezTo>
                  <a:cubicBezTo>
                    <a:pt x="4656" y="1263"/>
                    <a:pt x="4644" y="1239"/>
                    <a:pt x="4632" y="1216"/>
                  </a:cubicBezTo>
                  <a:cubicBezTo>
                    <a:pt x="4632" y="1204"/>
                    <a:pt x="4632" y="1204"/>
                    <a:pt x="4632" y="1192"/>
                  </a:cubicBezTo>
                  <a:cubicBezTo>
                    <a:pt x="4632" y="1180"/>
                    <a:pt x="4632" y="1156"/>
                    <a:pt x="4620" y="1144"/>
                  </a:cubicBezTo>
                  <a:cubicBezTo>
                    <a:pt x="4620" y="1120"/>
                    <a:pt x="4620" y="1097"/>
                    <a:pt x="4609" y="1085"/>
                  </a:cubicBezTo>
                  <a:cubicBezTo>
                    <a:pt x="4585" y="906"/>
                    <a:pt x="4561" y="739"/>
                    <a:pt x="4561" y="573"/>
                  </a:cubicBezTo>
                  <a:cubicBezTo>
                    <a:pt x="4550" y="448"/>
                    <a:pt x="4430" y="334"/>
                    <a:pt x="4305" y="334"/>
                  </a:cubicBezTo>
                  <a:cubicBezTo>
                    <a:pt x="4299" y="334"/>
                    <a:pt x="4293" y="334"/>
                    <a:pt x="4287" y="335"/>
                  </a:cubicBezTo>
                  <a:cubicBezTo>
                    <a:pt x="4132" y="358"/>
                    <a:pt x="4049" y="466"/>
                    <a:pt x="4049" y="620"/>
                  </a:cubicBezTo>
                  <a:cubicBezTo>
                    <a:pt x="4061" y="930"/>
                    <a:pt x="4120" y="1251"/>
                    <a:pt x="4204" y="1561"/>
                  </a:cubicBezTo>
                  <a:cubicBezTo>
                    <a:pt x="4085" y="1597"/>
                    <a:pt x="3966" y="1632"/>
                    <a:pt x="3847" y="1680"/>
                  </a:cubicBezTo>
                  <a:cubicBezTo>
                    <a:pt x="3811" y="1644"/>
                    <a:pt x="3787" y="1597"/>
                    <a:pt x="3763" y="1549"/>
                  </a:cubicBezTo>
                  <a:cubicBezTo>
                    <a:pt x="3756" y="1542"/>
                    <a:pt x="3742" y="1515"/>
                    <a:pt x="3737" y="1508"/>
                  </a:cubicBezTo>
                  <a:lnTo>
                    <a:pt x="3737" y="1508"/>
                  </a:lnTo>
                  <a:cubicBezTo>
                    <a:pt x="3731" y="1495"/>
                    <a:pt x="3728" y="1484"/>
                    <a:pt x="3728" y="1478"/>
                  </a:cubicBezTo>
                  <a:cubicBezTo>
                    <a:pt x="3704" y="1442"/>
                    <a:pt x="3692" y="1406"/>
                    <a:pt x="3668" y="1359"/>
                  </a:cubicBezTo>
                  <a:cubicBezTo>
                    <a:pt x="3597" y="1204"/>
                    <a:pt x="3537" y="1049"/>
                    <a:pt x="3477" y="882"/>
                  </a:cubicBezTo>
                  <a:cubicBezTo>
                    <a:pt x="3440" y="779"/>
                    <a:pt x="3336" y="713"/>
                    <a:pt x="3229" y="713"/>
                  </a:cubicBezTo>
                  <a:cubicBezTo>
                    <a:pt x="3200" y="713"/>
                    <a:pt x="3172" y="717"/>
                    <a:pt x="3144" y="728"/>
                  </a:cubicBezTo>
                  <a:cubicBezTo>
                    <a:pt x="3013" y="787"/>
                    <a:pt x="2954" y="930"/>
                    <a:pt x="3001" y="1061"/>
                  </a:cubicBezTo>
                  <a:cubicBezTo>
                    <a:pt x="3096" y="1370"/>
                    <a:pt x="3239" y="1656"/>
                    <a:pt x="3394" y="1930"/>
                  </a:cubicBezTo>
                  <a:cubicBezTo>
                    <a:pt x="3251" y="2025"/>
                    <a:pt x="3120" y="2132"/>
                    <a:pt x="3001" y="2263"/>
                  </a:cubicBezTo>
                  <a:cubicBezTo>
                    <a:pt x="2954" y="2275"/>
                    <a:pt x="2906" y="2299"/>
                    <a:pt x="2858" y="2347"/>
                  </a:cubicBezTo>
                  <a:cubicBezTo>
                    <a:pt x="2751" y="2466"/>
                    <a:pt x="2656" y="2597"/>
                    <a:pt x="2561" y="2740"/>
                  </a:cubicBezTo>
                  <a:cubicBezTo>
                    <a:pt x="2454" y="2644"/>
                    <a:pt x="2346" y="2561"/>
                    <a:pt x="2251" y="2478"/>
                  </a:cubicBezTo>
                  <a:cubicBezTo>
                    <a:pt x="2168" y="2418"/>
                    <a:pt x="2084" y="2359"/>
                    <a:pt x="2013" y="2287"/>
                  </a:cubicBezTo>
                  <a:cubicBezTo>
                    <a:pt x="1989" y="2275"/>
                    <a:pt x="1953" y="2252"/>
                    <a:pt x="1930" y="2216"/>
                  </a:cubicBezTo>
                  <a:lnTo>
                    <a:pt x="1918" y="2216"/>
                  </a:lnTo>
                  <a:cubicBezTo>
                    <a:pt x="1918" y="2204"/>
                    <a:pt x="1918" y="2192"/>
                    <a:pt x="1918" y="2192"/>
                  </a:cubicBezTo>
                  <a:cubicBezTo>
                    <a:pt x="1886" y="2085"/>
                    <a:pt x="1796" y="1998"/>
                    <a:pt x="1684" y="1998"/>
                  </a:cubicBezTo>
                  <a:cubicBezTo>
                    <a:pt x="1671" y="1998"/>
                    <a:pt x="1658" y="1999"/>
                    <a:pt x="1644" y="2001"/>
                  </a:cubicBezTo>
                  <a:cubicBezTo>
                    <a:pt x="1513" y="2013"/>
                    <a:pt x="1406" y="2132"/>
                    <a:pt x="1418" y="2275"/>
                  </a:cubicBezTo>
                  <a:cubicBezTo>
                    <a:pt x="1442" y="2537"/>
                    <a:pt x="1680" y="2680"/>
                    <a:pt x="1870" y="2835"/>
                  </a:cubicBezTo>
                  <a:lnTo>
                    <a:pt x="2287" y="3180"/>
                  </a:lnTo>
                  <a:cubicBezTo>
                    <a:pt x="2061" y="3597"/>
                    <a:pt x="1894" y="4061"/>
                    <a:pt x="1799" y="4538"/>
                  </a:cubicBezTo>
                  <a:cubicBezTo>
                    <a:pt x="1775" y="4526"/>
                    <a:pt x="1763" y="4514"/>
                    <a:pt x="1739" y="4514"/>
                  </a:cubicBezTo>
                  <a:cubicBezTo>
                    <a:pt x="1275" y="4383"/>
                    <a:pt x="799" y="4264"/>
                    <a:pt x="322" y="4133"/>
                  </a:cubicBezTo>
                  <a:cubicBezTo>
                    <a:pt x="306" y="4128"/>
                    <a:pt x="290" y="4126"/>
                    <a:pt x="274" y="4126"/>
                  </a:cubicBezTo>
                  <a:cubicBezTo>
                    <a:pt x="156" y="4126"/>
                    <a:pt x="35" y="4232"/>
                    <a:pt x="25" y="4347"/>
                  </a:cubicBezTo>
                  <a:cubicBezTo>
                    <a:pt x="1" y="4490"/>
                    <a:pt x="84" y="4597"/>
                    <a:pt x="227" y="4645"/>
                  </a:cubicBezTo>
                  <a:cubicBezTo>
                    <a:pt x="703" y="4764"/>
                    <a:pt x="1180" y="4883"/>
                    <a:pt x="1656" y="5014"/>
                  </a:cubicBezTo>
                  <a:lnTo>
                    <a:pt x="1703" y="5014"/>
                  </a:lnTo>
                  <a:cubicBezTo>
                    <a:pt x="1692" y="5145"/>
                    <a:pt x="1680" y="5276"/>
                    <a:pt x="1668" y="5419"/>
                  </a:cubicBezTo>
                  <a:lnTo>
                    <a:pt x="1656" y="5419"/>
                  </a:lnTo>
                  <a:cubicBezTo>
                    <a:pt x="1572" y="5454"/>
                    <a:pt x="1489" y="5478"/>
                    <a:pt x="1406" y="5502"/>
                  </a:cubicBezTo>
                  <a:cubicBezTo>
                    <a:pt x="1374" y="5513"/>
                    <a:pt x="1332" y="5523"/>
                    <a:pt x="1298" y="5534"/>
                  </a:cubicBezTo>
                  <a:lnTo>
                    <a:pt x="1298" y="5534"/>
                  </a:lnTo>
                  <a:cubicBezTo>
                    <a:pt x="1284" y="5536"/>
                    <a:pt x="1268" y="5538"/>
                    <a:pt x="1263" y="5538"/>
                  </a:cubicBezTo>
                  <a:cubicBezTo>
                    <a:pt x="1239" y="5538"/>
                    <a:pt x="1215" y="5550"/>
                    <a:pt x="1203" y="5550"/>
                  </a:cubicBezTo>
                  <a:cubicBezTo>
                    <a:pt x="1120" y="5561"/>
                    <a:pt x="1037" y="5573"/>
                    <a:pt x="953" y="5573"/>
                  </a:cubicBezTo>
                  <a:cubicBezTo>
                    <a:pt x="906" y="5585"/>
                    <a:pt x="858" y="5585"/>
                    <a:pt x="810" y="5585"/>
                  </a:cubicBezTo>
                  <a:lnTo>
                    <a:pt x="751" y="5585"/>
                  </a:lnTo>
                  <a:cubicBezTo>
                    <a:pt x="739" y="5585"/>
                    <a:pt x="727" y="5573"/>
                    <a:pt x="727" y="5573"/>
                  </a:cubicBezTo>
                  <a:cubicBezTo>
                    <a:pt x="656" y="5573"/>
                    <a:pt x="584" y="5573"/>
                    <a:pt x="525" y="5621"/>
                  </a:cubicBezTo>
                  <a:cubicBezTo>
                    <a:pt x="477" y="5657"/>
                    <a:pt x="429" y="5716"/>
                    <a:pt x="429" y="5788"/>
                  </a:cubicBezTo>
                  <a:cubicBezTo>
                    <a:pt x="406" y="5907"/>
                    <a:pt x="489" y="6073"/>
                    <a:pt x="632" y="6085"/>
                  </a:cubicBezTo>
                  <a:cubicBezTo>
                    <a:pt x="690" y="6089"/>
                    <a:pt x="749" y="6091"/>
                    <a:pt x="807" y="6091"/>
                  </a:cubicBezTo>
                  <a:cubicBezTo>
                    <a:pt x="1093" y="6091"/>
                    <a:pt x="1377" y="6043"/>
                    <a:pt x="1644" y="5954"/>
                  </a:cubicBezTo>
                  <a:cubicBezTo>
                    <a:pt x="1644" y="6240"/>
                    <a:pt x="1668" y="6526"/>
                    <a:pt x="1715" y="6800"/>
                  </a:cubicBezTo>
                  <a:cubicBezTo>
                    <a:pt x="1644" y="6859"/>
                    <a:pt x="1561" y="6907"/>
                    <a:pt x="1489" y="6954"/>
                  </a:cubicBezTo>
                  <a:cubicBezTo>
                    <a:pt x="1430" y="6990"/>
                    <a:pt x="1382" y="7014"/>
                    <a:pt x="1334" y="7050"/>
                  </a:cubicBezTo>
                  <a:cubicBezTo>
                    <a:pt x="1325" y="7050"/>
                    <a:pt x="1270" y="7080"/>
                    <a:pt x="1272" y="7080"/>
                  </a:cubicBezTo>
                  <a:cubicBezTo>
                    <a:pt x="1273" y="7080"/>
                    <a:pt x="1277" y="7078"/>
                    <a:pt x="1287" y="7074"/>
                  </a:cubicBezTo>
                  <a:lnTo>
                    <a:pt x="1287" y="7074"/>
                  </a:lnTo>
                  <a:cubicBezTo>
                    <a:pt x="1263" y="7085"/>
                    <a:pt x="1239" y="7097"/>
                    <a:pt x="1215" y="7109"/>
                  </a:cubicBezTo>
                  <a:cubicBezTo>
                    <a:pt x="1001" y="7216"/>
                    <a:pt x="775" y="7300"/>
                    <a:pt x="537" y="7371"/>
                  </a:cubicBezTo>
                  <a:cubicBezTo>
                    <a:pt x="418" y="7407"/>
                    <a:pt x="334" y="7574"/>
                    <a:pt x="394" y="7705"/>
                  </a:cubicBezTo>
                  <a:cubicBezTo>
                    <a:pt x="440" y="7805"/>
                    <a:pt x="528" y="7864"/>
                    <a:pt x="625" y="7864"/>
                  </a:cubicBezTo>
                  <a:cubicBezTo>
                    <a:pt x="655" y="7864"/>
                    <a:pt x="685" y="7858"/>
                    <a:pt x="715" y="7847"/>
                  </a:cubicBezTo>
                  <a:cubicBezTo>
                    <a:pt x="1108" y="7728"/>
                    <a:pt x="1489" y="7562"/>
                    <a:pt x="1834" y="7335"/>
                  </a:cubicBezTo>
                  <a:cubicBezTo>
                    <a:pt x="1882" y="7514"/>
                    <a:pt x="1942" y="7681"/>
                    <a:pt x="2013" y="7847"/>
                  </a:cubicBezTo>
                  <a:cubicBezTo>
                    <a:pt x="2084" y="8014"/>
                    <a:pt x="2180" y="8169"/>
                    <a:pt x="2275" y="8324"/>
                  </a:cubicBezTo>
                  <a:cubicBezTo>
                    <a:pt x="1942" y="8550"/>
                    <a:pt x="1596" y="8764"/>
                    <a:pt x="1239" y="8955"/>
                  </a:cubicBezTo>
                  <a:cubicBezTo>
                    <a:pt x="1120" y="9026"/>
                    <a:pt x="1096" y="9217"/>
                    <a:pt x="1180" y="9312"/>
                  </a:cubicBezTo>
                  <a:cubicBezTo>
                    <a:pt x="1229" y="9383"/>
                    <a:pt x="1300" y="9416"/>
                    <a:pt x="1376" y="9416"/>
                  </a:cubicBezTo>
                  <a:cubicBezTo>
                    <a:pt x="1429" y="9416"/>
                    <a:pt x="1484" y="9400"/>
                    <a:pt x="1537" y="9371"/>
                  </a:cubicBezTo>
                  <a:cubicBezTo>
                    <a:pt x="1894" y="9181"/>
                    <a:pt x="2239" y="8967"/>
                    <a:pt x="2573" y="8740"/>
                  </a:cubicBezTo>
                  <a:cubicBezTo>
                    <a:pt x="2739" y="8931"/>
                    <a:pt x="2930" y="9109"/>
                    <a:pt x="3132" y="9264"/>
                  </a:cubicBezTo>
                  <a:cubicBezTo>
                    <a:pt x="3073" y="9336"/>
                    <a:pt x="3013" y="9395"/>
                    <a:pt x="2954" y="9455"/>
                  </a:cubicBezTo>
                  <a:cubicBezTo>
                    <a:pt x="2930" y="9467"/>
                    <a:pt x="2918" y="9490"/>
                    <a:pt x="2894" y="9502"/>
                  </a:cubicBezTo>
                  <a:cubicBezTo>
                    <a:pt x="2894" y="9502"/>
                    <a:pt x="2882" y="9514"/>
                    <a:pt x="2882" y="9526"/>
                  </a:cubicBezTo>
                  <a:cubicBezTo>
                    <a:pt x="2846" y="9550"/>
                    <a:pt x="2811" y="9574"/>
                    <a:pt x="2787" y="9610"/>
                  </a:cubicBezTo>
                  <a:cubicBezTo>
                    <a:pt x="2644" y="9729"/>
                    <a:pt x="2501" y="9848"/>
                    <a:pt x="2346" y="9955"/>
                  </a:cubicBezTo>
                  <a:cubicBezTo>
                    <a:pt x="2239" y="10038"/>
                    <a:pt x="2204" y="10205"/>
                    <a:pt x="2287" y="10312"/>
                  </a:cubicBezTo>
                  <a:cubicBezTo>
                    <a:pt x="2339" y="10379"/>
                    <a:pt x="2423" y="10418"/>
                    <a:pt x="2504" y="10418"/>
                  </a:cubicBezTo>
                  <a:cubicBezTo>
                    <a:pt x="2554" y="10418"/>
                    <a:pt x="2603" y="10403"/>
                    <a:pt x="2644" y="10372"/>
                  </a:cubicBezTo>
                  <a:cubicBezTo>
                    <a:pt x="2966" y="10133"/>
                    <a:pt x="3263" y="9871"/>
                    <a:pt x="3537" y="9586"/>
                  </a:cubicBezTo>
                  <a:cubicBezTo>
                    <a:pt x="3549" y="9574"/>
                    <a:pt x="3549" y="9574"/>
                    <a:pt x="3549" y="9562"/>
                  </a:cubicBezTo>
                  <a:cubicBezTo>
                    <a:pt x="3716" y="9669"/>
                    <a:pt x="3906" y="9764"/>
                    <a:pt x="4085" y="9848"/>
                  </a:cubicBezTo>
                  <a:cubicBezTo>
                    <a:pt x="4061" y="9895"/>
                    <a:pt x="4061" y="9943"/>
                    <a:pt x="4073" y="10002"/>
                  </a:cubicBezTo>
                  <a:cubicBezTo>
                    <a:pt x="4073" y="10014"/>
                    <a:pt x="4073" y="10014"/>
                    <a:pt x="4073" y="10026"/>
                  </a:cubicBezTo>
                  <a:cubicBezTo>
                    <a:pt x="4073" y="10026"/>
                    <a:pt x="4073" y="10038"/>
                    <a:pt x="4061" y="10050"/>
                  </a:cubicBezTo>
                  <a:cubicBezTo>
                    <a:pt x="4025" y="10145"/>
                    <a:pt x="3978" y="10252"/>
                    <a:pt x="3930" y="10348"/>
                  </a:cubicBezTo>
                  <a:cubicBezTo>
                    <a:pt x="3870" y="10455"/>
                    <a:pt x="3811" y="10574"/>
                    <a:pt x="3739" y="10681"/>
                  </a:cubicBezTo>
                  <a:cubicBezTo>
                    <a:pt x="3704" y="10729"/>
                    <a:pt x="3716" y="10824"/>
                    <a:pt x="3728" y="10872"/>
                  </a:cubicBezTo>
                  <a:cubicBezTo>
                    <a:pt x="3751" y="10931"/>
                    <a:pt x="3811" y="10991"/>
                    <a:pt x="3858" y="11014"/>
                  </a:cubicBezTo>
                  <a:cubicBezTo>
                    <a:pt x="3898" y="11034"/>
                    <a:pt x="3937" y="11043"/>
                    <a:pt x="3974" y="11043"/>
                  </a:cubicBezTo>
                  <a:cubicBezTo>
                    <a:pt x="4005" y="11043"/>
                    <a:pt x="4034" y="11037"/>
                    <a:pt x="4061" y="11026"/>
                  </a:cubicBezTo>
                  <a:cubicBezTo>
                    <a:pt x="4120" y="11003"/>
                    <a:pt x="4168" y="10955"/>
                    <a:pt x="4204" y="10895"/>
                  </a:cubicBezTo>
                  <a:cubicBezTo>
                    <a:pt x="4287" y="10753"/>
                    <a:pt x="4370" y="10610"/>
                    <a:pt x="4442" y="10467"/>
                  </a:cubicBezTo>
                  <a:cubicBezTo>
                    <a:pt x="4501" y="10324"/>
                    <a:pt x="4573" y="10181"/>
                    <a:pt x="4585" y="10038"/>
                  </a:cubicBezTo>
                  <a:cubicBezTo>
                    <a:pt x="4882" y="10122"/>
                    <a:pt x="5192" y="10193"/>
                    <a:pt x="5502" y="10217"/>
                  </a:cubicBezTo>
                  <a:cubicBezTo>
                    <a:pt x="5502" y="10241"/>
                    <a:pt x="5490" y="10252"/>
                    <a:pt x="5490" y="10264"/>
                  </a:cubicBezTo>
                  <a:cubicBezTo>
                    <a:pt x="5478" y="10764"/>
                    <a:pt x="5454" y="11229"/>
                    <a:pt x="5418" y="11741"/>
                  </a:cubicBezTo>
                  <a:cubicBezTo>
                    <a:pt x="5406" y="11872"/>
                    <a:pt x="5478" y="12015"/>
                    <a:pt x="5621" y="12038"/>
                  </a:cubicBezTo>
                  <a:cubicBezTo>
                    <a:pt x="5629" y="12039"/>
                    <a:pt x="5637" y="12040"/>
                    <a:pt x="5646" y="12040"/>
                  </a:cubicBezTo>
                  <a:cubicBezTo>
                    <a:pt x="5772" y="12040"/>
                    <a:pt x="5918" y="11958"/>
                    <a:pt x="5918" y="11824"/>
                  </a:cubicBezTo>
                  <a:cubicBezTo>
                    <a:pt x="5954" y="11300"/>
                    <a:pt x="5990" y="10776"/>
                    <a:pt x="6002" y="10241"/>
                  </a:cubicBezTo>
                  <a:cubicBezTo>
                    <a:pt x="6252" y="10241"/>
                    <a:pt x="6502" y="10217"/>
                    <a:pt x="6752" y="10169"/>
                  </a:cubicBezTo>
                  <a:cubicBezTo>
                    <a:pt x="6799" y="10169"/>
                    <a:pt x="6847" y="10157"/>
                    <a:pt x="6895" y="10145"/>
                  </a:cubicBezTo>
                  <a:cubicBezTo>
                    <a:pt x="6895" y="10169"/>
                    <a:pt x="6895" y="10181"/>
                    <a:pt x="6906" y="10205"/>
                  </a:cubicBezTo>
                  <a:lnTo>
                    <a:pt x="6895" y="10181"/>
                  </a:lnTo>
                  <a:lnTo>
                    <a:pt x="6895" y="10181"/>
                  </a:lnTo>
                  <a:cubicBezTo>
                    <a:pt x="6954" y="10443"/>
                    <a:pt x="6990" y="10705"/>
                    <a:pt x="7014" y="10979"/>
                  </a:cubicBezTo>
                  <a:cubicBezTo>
                    <a:pt x="7014" y="11098"/>
                    <a:pt x="7133" y="11208"/>
                    <a:pt x="7253" y="11208"/>
                  </a:cubicBezTo>
                  <a:cubicBezTo>
                    <a:pt x="7265" y="11208"/>
                    <a:pt x="7276" y="11207"/>
                    <a:pt x="7287" y="11205"/>
                  </a:cubicBezTo>
                  <a:cubicBezTo>
                    <a:pt x="7430" y="11193"/>
                    <a:pt x="7526" y="11074"/>
                    <a:pt x="7514" y="10931"/>
                  </a:cubicBezTo>
                  <a:cubicBezTo>
                    <a:pt x="7502" y="10633"/>
                    <a:pt x="7454" y="10324"/>
                    <a:pt x="7383" y="10026"/>
                  </a:cubicBezTo>
                  <a:cubicBezTo>
                    <a:pt x="7383" y="10026"/>
                    <a:pt x="7371" y="10014"/>
                    <a:pt x="7371" y="10002"/>
                  </a:cubicBezTo>
                  <a:cubicBezTo>
                    <a:pt x="7609" y="9919"/>
                    <a:pt x="7847" y="9812"/>
                    <a:pt x="8073" y="9681"/>
                  </a:cubicBezTo>
                  <a:cubicBezTo>
                    <a:pt x="8192" y="9919"/>
                    <a:pt x="8311" y="10169"/>
                    <a:pt x="8407" y="10431"/>
                  </a:cubicBezTo>
                  <a:cubicBezTo>
                    <a:pt x="8443" y="10523"/>
                    <a:pt x="8544" y="10594"/>
                    <a:pt x="8643" y="10594"/>
                  </a:cubicBezTo>
                  <a:cubicBezTo>
                    <a:pt x="8672" y="10594"/>
                    <a:pt x="8701" y="10588"/>
                    <a:pt x="8728" y="10574"/>
                  </a:cubicBezTo>
                  <a:cubicBezTo>
                    <a:pt x="8859" y="10526"/>
                    <a:pt x="8931" y="10383"/>
                    <a:pt x="8883" y="10252"/>
                  </a:cubicBezTo>
                  <a:cubicBezTo>
                    <a:pt x="8776" y="9955"/>
                    <a:pt x="8645" y="9681"/>
                    <a:pt x="8502" y="9407"/>
                  </a:cubicBezTo>
                  <a:cubicBezTo>
                    <a:pt x="8716" y="9252"/>
                    <a:pt x="8919" y="9074"/>
                    <a:pt x="9097" y="8883"/>
                  </a:cubicBezTo>
                  <a:cubicBezTo>
                    <a:pt x="9347" y="9217"/>
                    <a:pt x="9609" y="9550"/>
                    <a:pt x="9871" y="9883"/>
                  </a:cubicBezTo>
                  <a:cubicBezTo>
                    <a:pt x="9925" y="9944"/>
                    <a:pt x="10007" y="9986"/>
                    <a:pt x="10091" y="9986"/>
                  </a:cubicBezTo>
                  <a:cubicBezTo>
                    <a:pt x="10138" y="9986"/>
                    <a:pt x="10186" y="9973"/>
                    <a:pt x="10228" y="9943"/>
                  </a:cubicBezTo>
                  <a:cubicBezTo>
                    <a:pt x="10335" y="9860"/>
                    <a:pt x="10383" y="9693"/>
                    <a:pt x="10288" y="9586"/>
                  </a:cubicBezTo>
                  <a:cubicBezTo>
                    <a:pt x="10002" y="9217"/>
                    <a:pt x="9716" y="8859"/>
                    <a:pt x="9443" y="8490"/>
                  </a:cubicBezTo>
                  <a:cubicBezTo>
                    <a:pt x="9585" y="8288"/>
                    <a:pt x="9728" y="8074"/>
                    <a:pt x="9835" y="7859"/>
                  </a:cubicBezTo>
                  <a:cubicBezTo>
                    <a:pt x="10085" y="8026"/>
                    <a:pt x="10324" y="8193"/>
                    <a:pt x="10562" y="8359"/>
                  </a:cubicBezTo>
                  <a:cubicBezTo>
                    <a:pt x="10621" y="8395"/>
                    <a:pt x="10681" y="8419"/>
                    <a:pt x="10752" y="8419"/>
                  </a:cubicBezTo>
                  <a:cubicBezTo>
                    <a:pt x="10812" y="8407"/>
                    <a:pt x="10883" y="8371"/>
                    <a:pt x="10919" y="8324"/>
                  </a:cubicBezTo>
                  <a:cubicBezTo>
                    <a:pt x="11002" y="8228"/>
                    <a:pt x="11014" y="8050"/>
                    <a:pt x="10895" y="7966"/>
                  </a:cubicBezTo>
                  <a:cubicBezTo>
                    <a:pt x="10609" y="7776"/>
                    <a:pt x="10335" y="7574"/>
                    <a:pt x="10050" y="7383"/>
                  </a:cubicBezTo>
                  <a:cubicBezTo>
                    <a:pt x="10085" y="7276"/>
                    <a:pt x="10121" y="7157"/>
                    <a:pt x="10157" y="7038"/>
                  </a:cubicBezTo>
                  <a:cubicBezTo>
                    <a:pt x="10443" y="7133"/>
                    <a:pt x="10716" y="7181"/>
                    <a:pt x="11014" y="7181"/>
                  </a:cubicBezTo>
                  <a:cubicBezTo>
                    <a:pt x="11074" y="7181"/>
                    <a:pt x="11145" y="7133"/>
                    <a:pt x="11193" y="7085"/>
                  </a:cubicBezTo>
                  <a:cubicBezTo>
                    <a:pt x="11228" y="7038"/>
                    <a:pt x="11252" y="6966"/>
                    <a:pt x="11252" y="6907"/>
                  </a:cubicBezTo>
                  <a:cubicBezTo>
                    <a:pt x="11240" y="6835"/>
                    <a:pt x="11205" y="6776"/>
                    <a:pt x="11157" y="6728"/>
                  </a:cubicBezTo>
                  <a:cubicBezTo>
                    <a:pt x="11097" y="6681"/>
                    <a:pt x="11038" y="6669"/>
                    <a:pt x="10967" y="6669"/>
                  </a:cubicBezTo>
                  <a:lnTo>
                    <a:pt x="10931" y="6669"/>
                  </a:lnTo>
                  <a:cubicBezTo>
                    <a:pt x="10716" y="6657"/>
                    <a:pt x="10514" y="6621"/>
                    <a:pt x="10312" y="6562"/>
                  </a:cubicBezTo>
                  <a:lnTo>
                    <a:pt x="10276" y="6550"/>
                  </a:lnTo>
                  <a:cubicBezTo>
                    <a:pt x="10264" y="6550"/>
                    <a:pt x="10264" y="6550"/>
                    <a:pt x="10264" y="6538"/>
                  </a:cubicBezTo>
                  <a:cubicBezTo>
                    <a:pt x="10288" y="6359"/>
                    <a:pt x="10300" y="6169"/>
                    <a:pt x="10312" y="5990"/>
                  </a:cubicBezTo>
                  <a:cubicBezTo>
                    <a:pt x="10800" y="5954"/>
                    <a:pt x="11300" y="5919"/>
                    <a:pt x="11800" y="5895"/>
                  </a:cubicBezTo>
                  <a:cubicBezTo>
                    <a:pt x="11931" y="5883"/>
                    <a:pt x="12050" y="5752"/>
                    <a:pt x="12026" y="5609"/>
                  </a:cubicBezTo>
                  <a:cubicBezTo>
                    <a:pt x="12015" y="5485"/>
                    <a:pt x="11907" y="5382"/>
                    <a:pt x="11774" y="5382"/>
                  </a:cubicBezTo>
                  <a:cubicBezTo>
                    <a:pt x="11767" y="5382"/>
                    <a:pt x="11760" y="5382"/>
                    <a:pt x="11752" y="5383"/>
                  </a:cubicBezTo>
                  <a:cubicBezTo>
                    <a:pt x="11264" y="5419"/>
                    <a:pt x="10776" y="5442"/>
                    <a:pt x="10288" y="5478"/>
                  </a:cubicBezTo>
                  <a:cubicBezTo>
                    <a:pt x="10276" y="5347"/>
                    <a:pt x="10252" y="5204"/>
                    <a:pt x="10228" y="5073"/>
                  </a:cubicBezTo>
                  <a:cubicBezTo>
                    <a:pt x="10490" y="5026"/>
                    <a:pt x="10764" y="4954"/>
                    <a:pt x="11002" y="4835"/>
                  </a:cubicBezTo>
                  <a:cubicBezTo>
                    <a:pt x="11133" y="4776"/>
                    <a:pt x="11217" y="4645"/>
                    <a:pt x="11157" y="4502"/>
                  </a:cubicBezTo>
                  <a:cubicBezTo>
                    <a:pt x="11120" y="4410"/>
                    <a:pt x="11020" y="4339"/>
                    <a:pt x="10915" y="4339"/>
                  </a:cubicBezTo>
                  <a:cubicBezTo>
                    <a:pt x="10885" y="4339"/>
                    <a:pt x="10853" y="4345"/>
                    <a:pt x="10824" y="4359"/>
                  </a:cubicBezTo>
                  <a:cubicBezTo>
                    <a:pt x="10681" y="4430"/>
                    <a:pt x="10514" y="4478"/>
                    <a:pt x="10347" y="4526"/>
                  </a:cubicBezTo>
                  <a:cubicBezTo>
                    <a:pt x="10335" y="4538"/>
                    <a:pt x="10324" y="4538"/>
                    <a:pt x="10300" y="4538"/>
                  </a:cubicBezTo>
                  <a:cubicBezTo>
                    <a:pt x="10295" y="4542"/>
                    <a:pt x="10281" y="4546"/>
                    <a:pt x="10268" y="4550"/>
                  </a:cubicBezTo>
                  <a:lnTo>
                    <a:pt x="10268" y="4550"/>
                  </a:lnTo>
                  <a:cubicBezTo>
                    <a:pt x="10234" y="4551"/>
                    <a:pt x="10190" y="4562"/>
                    <a:pt x="10157" y="4573"/>
                  </a:cubicBezTo>
                  <a:lnTo>
                    <a:pt x="10097" y="4573"/>
                  </a:lnTo>
                  <a:cubicBezTo>
                    <a:pt x="10014" y="4335"/>
                    <a:pt x="9919" y="4097"/>
                    <a:pt x="9800" y="3883"/>
                  </a:cubicBezTo>
                  <a:cubicBezTo>
                    <a:pt x="10181" y="3740"/>
                    <a:pt x="10562" y="3549"/>
                    <a:pt x="10907" y="3311"/>
                  </a:cubicBezTo>
                  <a:cubicBezTo>
                    <a:pt x="11014" y="3240"/>
                    <a:pt x="11050" y="3061"/>
                    <a:pt x="10967" y="2954"/>
                  </a:cubicBezTo>
                  <a:cubicBezTo>
                    <a:pt x="10908" y="2888"/>
                    <a:pt x="10831" y="2854"/>
                    <a:pt x="10753" y="2854"/>
                  </a:cubicBezTo>
                  <a:cubicBezTo>
                    <a:pt x="10704" y="2854"/>
                    <a:pt x="10655" y="2867"/>
                    <a:pt x="10609" y="2894"/>
                  </a:cubicBezTo>
                  <a:cubicBezTo>
                    <a:pt x="10526" y="2954"/>
                    <a:pt x="10443" y="3014"/>
                    <a:pt x="10347" y="3061"/>
                  </a:cubicBezTo>
                  <a:cubicBezTo>
                    <a:pt x="10300" y="3085"/>
                    <a:pt x="10252" y="3109"/>
                    <a:pt x="10205" y="3133"/>
                  </a:cubicBezTo>
                  <a:cubicBezTo>
                    <a:pt x="10205" y="3144"/>
                    <a:pt x="10205" y="3144"/>
                    <a:pt x="10205" y="3144"/>
                  </a:cubicBezTo>
                  <a:cubicBezTo>
                    <a:pt x="10193" y="3144"/>
                    <a:pt x="10181" y="3156"/>
                    <a:pt x="10181" y="3156"/>
                  </a:cubicBezTo>
                  <a:cubicBezTo>
                    <a:pt x="10157" y="3168"/>
                    <a:pt x="10133" y="3180"/>
                    <a:pt x="10121" y="3192"/>
                  </a:cubicBezTo>
                  <a:cubicBezTo>
                    <a:pt x="9931" y="3275"/>
                    <a:pt x="9740" y="3359"/>
                    <a:pt x="9550" y="3430"/>
                  </a:cubicBezTo>
                  <a:lnTo>
                    <a:pt x="9526" y="3430"/>
                  </a:lnTo>
                  <a:cubicBezTo>
                    <a:pt x="9419" y="3287"/>
                    <a:pt x="9300" y="3133"/>
                    <a:pt x="9181" y="3002"/>
                  </a:cubicBezTo>
                  <a:cubicBezTo>
                    <a:pt x="9419" y="2823"/>
                    <a:pt x="9633" y="2633"/>
                    <a:pt x="9835" y="2418"/>
                  </a:cubicBezTo>
                  <a:cubicBezTo>
                    <a:pt x="9931" y="2323"/>
                    <a:pt x="9907" y="2144"/>
                    <a:pt x="9812" y="2061"/>
                  </a:cubicBezTo>
                  <a:cubicBezTo>
                    <a:pt x="9759" y="2019"/>
                    <a:pt x="9703" y="2000"/>
                    <a:pt x="9646" y="2000"/>
                  </a:cubicBezTo>
                  <a:cubicBezTo>
                    <a:pt x="9574" y="2000"/>
                    <a:pt x="9503" y="2031"/>
                    <a:pt x="9443" y="2085"/>
                  </a:cubicBezTo>
                  <a:cubicBezTo>
                    <a:pt x="9383" y="2156"/>
                    <a:pt x="9312" y="2228"/>
                    <a:pt x="9240" y="2287"/>
                  </a:cubicBezTo>
                  <a:cubicBezTo>
                    <a:pt x="9109" y="2406"/>
                    <a:pt x="8966" y="2525"/>
                    <a:pt x="8811" y="2633"/>
                  </a:cubicBezTo>
                  <a:cubicBezTo>
                    <a:pt x="8716" y="2549"/>
                    <a:pt x="8597" y="2466"/>
                    <a:pt x="8490" y="2382"/>
                  </a:cubicBezTo>
                  <a:cubicBezTo>
                    <a:pt x="8490" y="2371"/>
                    <a:pt x="8502" y="2359"/>
                    <a:pt x="8502" y="2347"/>
                  </a:cubicBezTo>
                  <a:cubicBezTo>
                    <a:pt x="8502" y="2335"/>
                    <a:pt x="8514" y="2323"/>
                    <a:pt x="8514" y="2311"/>
                  </a:cubicBezTo>
                  <a:cubicBezTo>
                    <a:pt x="8514" y="2311"/>
                    <a:pt x="8514" y="2311"/>
                    <a:pt x="8526" y="2299"/>
                  </a:cubicBezTo>
                  <a:cubicBezTo>
                    <a:pt x="8538" y="2263"/>
                    <a:pt x="8550" y="2240"/>
                    <a:pt x="8561" y="2204"/>
                  </a:cubicBezTo>
                  <a:cubicBezTo>
                    <a:pt x="8585" y="2156"/>
                    <a:pt x="8609" y="2109"/>
                    <a:pt x="8645" y="2061"/>
                  </a:cubicBezTo>
                  <a:lnTo>
                    <a:pt x="8847" y="1716"/>
                  </a:lnTo>
                  <a:cubicBezTo>
                    <a:pt x="8978" y="1490"/>
                    <a:pt x="9109" y="1251"/>
                    <a:pt x="9252" y="1025"/>
                  </a:cubicBezTo>
                  <a:cubicBezTo>
                    <a:pt x="9323" y="906"/>
                    <a:pt x="9252" y="728"/>
                    <a:pt x="9133" y="680"/>
                  </a:cubicBezTo>
                  <a:cubicBezTo>
                    <a:pt x="9095" y="664"/>
                    <a:pt x="9057" y="657"/>
                    <a:pt x="9022" y="657"/>
                  </a:cubicBezTo>
                  <a:cubicBezTo>
                    <a:pt x="8924" y="657"/>
                    <a:pt x="8840" y="712"/>
                    <a:pt x="8788" y="799"/>
                  </a:cubicBezTo>
                  <a:cubicBezTo>
                    <a:pt x="8645" y="1049"/>
                    <a:pt x="8502" y="1287"/>
                    <a:pt x="8371" y="1525"/>
                  </a:cubicBezTo>
                  <a:cubicBezTo>
                    <a:pt x="8252" y="1716"/>
                    <a:pt x="8133" y="1894"/>
                    <a:pt x="8049" y="2097"/>
                  </a:cubicBezTo>
                  <a:cubicBezTo>
                    <a:pt x="8014" y="2073"/>
                    <a:pt x="7966" y="2037"/>
                    <a:pt x="7919" y="2013"/>
                  </a:cubicBezTo>
                  <a:cubicBezTo>
                    <a:pt x="7811" y="1954"/>
                    <a:pt x="7692" y="1906"/>
                    <a:pt x="7573" y="1847"/>
                  </a:cubicBezTo>
                  <a:cubicBezTo>
                    <a:pt x="7704" y="1525"/>
                    <a:pt x="7847" y="1204"/>
                    <a:pt x="7978" y="870"/>
                  </a:cubicBezTo>
                  <a:cubicBezTo>
                    <a:pt x="8038" y="751"/>
                    <a:pt x="7990" y="585"/>
                    <a:pt x="7859" y="525"/>
                  </a:cubicBezTo>
                  <a:cubicBezTo>
                    <a:pt x="7829" y="513"/>
                    <a:pt x="7795" y="507"/>
                    <a:pt x="7762" y="507"/>
                  </a:cubicBezTo>
                  <a:cubicBezTo>
                    <a:pt x="7663" y="507"/>
                    <a:pt x="7561" y="558"/>
                    <a:pt x="7526" y="656"/>
                  </a:cubicBezTo>
                  <a:lnTo>
                    <a:pt x="7085" y="1680"/>
                  </a:lnTo>
                  <a:cubicBezTo>
                    <a:pt x="6990" y="1644"/>
                    <a:pt x="6883" y="1609"/>
                    <a:pt x="6776" y="1585"/>
                  </a:cubicBezTo>
                  <a:cubicBezTo>
                    <a:pt x="6776" y="1561"/>
                    <a:pt x="6787" y="1537"/>
                    <a:pt x="6787" y="1513"/>
                  </a:cubicBezTo>
                  <a:cubicBezTo>
                    <a:pt x="6799" y="1478"/>
                    <a:pt x="6799" y="1454"/>
                    <a:pt x="6811" y="1418"/>
                  </a:cubicBezTo>
                  <a:cubicBezTo>
                    <a:pt x="6835" y="1335"/>
                    <a:pt x="6847" y="1251"/>
                    <a:pt x="6871" y="1168"/>
                  </a:cubicBezTo>
                  <a:lnTo>
                    <a:pt x="6990" y="692"/>
                  </a:lnTo>
                  <a:cubicBezTo>
                    <a:pt x="7026" y="561"/>
                    <a:pt x="6918" y="406"/>
                    <a:pt x="6787" y="394"/>
                  </a:cubicBezTo>
                  <a:cubicBezTo>
                    <a:pt x="6771" y="391"/>
                    <a:pt x="6755" y="390"/>
                    <a:pt x="6740" y="390"/>
                  </a:cubicBezTo>
                  <a:cubicBezTo>
                    <a:pt x="6618" y="390"/>
                    <a:pt x="6521" y="470"/>
                    <a:pt x="6490" y="597"/>
                  </a:cubicBezTo>
                  <a:cubicBezTo>
                    <a:pt x="6442" y="763"/>
                    <a:pt x="6406" y="930"/>
                    <a:pt x="6359" y="1097"/>
                  </a:cubicBezTo>
                  <a:cubicBezTo>
                    <a:pt x="6335" y="1228"/>
                    <a:pt x="6299" y="1347"/>
                    <a:pt x="6275" y="1478"/>
                  </a:cubicBezTo>
                  <a:cubicBezTo>
                    <a:pt x="6061" y="1442"/>
                    <a:pt x="5847" y="1418"/>
                    <a:pt x="5621" y="1406"/>
                  </a:cubicBezTo>
                  <a:cubicBezTo>
                    <a:pt x="5656" y="1013"/>
                    <a:pt x="5668" y="632"/>
                    <a:pt x="5644" y="239"/>
                  </a:cubicBezTo>
                  <a:cubicBezTo>
                    <a:pt x="5644" y="114"/>
                    <a:pt x="5515" y="0"/>
                    <a:pt x="53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5"/>
            <p:cNvSpPr/>
            <p:nvPr/>
          </p:nvSpPr>
          <p:spPr>
            <a:xfrm>
              <a:off x="10866825" y="4146800"/>
              <a:ext cx="122350" cy="111775"/>
            </a:xfrm>
            <a:custGeom>
              <a:rect b="b" l="l" r="r" t="t"/>
              <a:pathLst>
                <a:path extrusionOk="0" h="4471" w="4894">
                  <a:moveTo>
                    <a:pt x="2910" y="514"/>
                  </a:moveTo>
                  <a:cubicBezTo>
                    <a:pt x="3047" y="514"/>
                    <a:pt x="3185" y="525"/>
                    <a:pt x="3322" y="547"/>
                  </a:cubicBezTo>
                  <a:cubicBezTo>
                    <a:pt x="3644" y="595"/>
                    <a:pt x="4025" y="702"/>
                    <a:pt x="4227" y="976"/>
                  </a:cubicBezTo>
                  <a:cubicBezTo>
                    <a:pt x="4465" y="1297"/>
                    <a:pt x="4156" y="1630"/>
                    <a:pt x="3929" y="1857"/>
                  </a:cubicBezTo>
                  <a:cubicBezTo>
                    <a:pt x="3596" y="2190"/>
                    <a:pt x="3263" y="2523"/>
                    <a:pt x="2917" y="2857"/>
                  </a:cubicBezTo>
                  <a:cubicBezTo>
                    <a:pt x="2608" y="3166"/>
                    <a:pt x="2298" y="3535"/>
                    <a:pt x="1917" y="3774"/>
                  </a:cubicBezTo>
                  <a:cubicBezTo>
                    <a:pt x="1749" y="3882"/>
                    <a:pt x="1565" y="3948"/>
                    <a:pt x="1387" y="3948"/>
                  </a:cubicBezTo>
                  <a:cubicBezTo>
                    <a:pt x="1214" y="3948"/>
                    <a:pt x="1046" y="3885"/>
                    <a:pt x="905" y="3738"/>
                  </a:cubicBezTo>
                  <a:cubicBezTo>
                    <a:pt x="667" y="3512"/>
                    <a:pt x="560" y="3166"/>
                    <a:pt x="524" y="2845"/>
                  </a:cubicBezTo>
                  <a:cubicBezTo>
                    <a:pt x="465" y="2250"/>
                    <a:pt x="667" y="1571"/>
                    <a:pt x="1120" y="1178"/>
                  </a:cubicBezTo>
                  <a:cubicBezTo>
                    <a:pt x="1155" y="1166"/>
                    <a:pt x="1179" y="1154"/>
                    <a:pt x="1203" y="1130"/>
                  </a:cubicBezTo>
                  <a:cubicBezTo>
                    <a:pt x="1274" y="1083"/>
                    <a:pt x="1346" y="1023"/>
                    <a:pt x="1417" y="976"/>
                  </a:cubicBezTo>
                  <a:cubicBezTo>
                    <a:pt x="1429" y="976"/>
                    <a:pt x="1441" y="964"/>
                    <a:pt x="1453" y="952"/>
                  </a:cubicBezTo>
                  <a:cubicBezTo>
                    <a:pt x="1886" y="669"/>
                    <a:pt x="2393" y="514"/>
                    <a:pt x="2910" y="514"/>
                  </a:cubicBezTo>
                  <a:close/>
                  <a:moveTo>
                    <a:pt x="2942" y="0"/>
                  </a:moveTo>
                  <a:cubicBezTo>
                    <a:pt x="2258" y="0"/>
                    <a:pt x="1568" y="227"/>
                    <a:pt x="1024" y="630"/>
                  </a:cubicBezTo>
                  <a:cubicBezTo>
                    <a:pt x="358" y="1059"/>
                    <a:pt x="12" y="1833"/>
                    <a:pt x="0" y="2631"/>
                  </a:cubicBezTo>
                  <a:cubicBezTo>
                    <a:pt x="0" y="3441"/>
                    <a:pt x="471" y="4470"/>
                    <a:pt x="1380" y="4470"/>
                  </a:cubicBezTo>
                  <a:cubicBezTo>
                    <a:pt x="1420" y="4470"/>
                    <a:pt x="1460" y="4468"/>
                    <a:pt x="1501" y="4464"/>
                  </a:cubicBezTo>
                  <a:cubicBezTo>
                    <a:pt x="2048" y="4405"/>
                    <a:pt x="2453" y="4024"/>
                    <a:pt x="2834" y="3666"/>
                  </a:cubicBezTo>
                  <a:cubicBezTo>
                    <a:pt x="3275" y="3226"/>
                    <a:pt x="3715" y="2785"/>
                    <a:pt x="4156" y="2357"/>
                  </a:cubicBezTo>
                  <a:cubicBezTo>
                    <a:pt x="4501" y="2023"/>
                    <a:pt x="4894" y="1630"/>
                    <a:pt x="4822" y="1107"/>
                  </a:cubicBezTo>
                  <a:cubicBezTo>
                    <a:pt x="4775" y="678"/>
                    <a:pt x="4394" y="368"/>
                    <a:pt x="4013" y="202"/>
                  </a:cubicBezTo>
                  <a:cubicBezTo>
                    <a:pt x="3673" y="65"/>
                    <a:pt x="3308" y="0"/>
                    <a:pt x="29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5"/>
            <p:cNvSpPr/>
            <p:nvPr/>
          </p:nvSpPr>
          <p:spPr>
            <a:xfrm>
              <a:off x="10937675" y="4222500"/>
              <a:ext cx="79775" cy="75075"/>
            </a:xfrm>
            <a:custGeom>
              <a:rect b="b" l="l" r="r" t="t"/>
              <a:pathLst>
                <a:path extrusionOk="0" h="3003" w="3191">
                  <a:moveTo>
                    <a:pt x="1747" y="515"/>
                  </a:moveTo>
                  <a:cubicBezTo>
                    <a:pt x="1960" y="515"/>
                    <a:pt x="2177" y="594"/>
                    <a:pt x="2322" y="722"/>
                  </a:cubicBezTo>
                  <a:cubicBezTo>
                    <a:pt x="2631" y="996"/>
                    <a:pt x="2608" y="1484"/>
                    <a:pt x="2405" y="1817"/>
                  </a:cubicBezTo>
                  <a:cubicBezTo>
                    <a:pt x="2190" y="2168"/>
                    <a:pt x="1738" y="2487"/>
                    <a:pt x="1316" y="2487"/>
                  </a:cubicBezTo>
                  <a:cubicBezTo>
                    <a:pt x="1294" y="2487"/>
                    <a:pt x="1272" y="2486"/>
                    <a:pt x="1250" y="2484"/>
                  </a:cubicBezTo>
                  <a:cubicBezTo>
                    <a:pt x="845" y="2460"/>
                    <a:pt x="572" y="2079"/>
                    <a:pt x="560" y="1698"/>
                  </a:cubicBezTo>
                  <a:cubicBezTo>
                    <a:pt x="536" y="1341"/>
                    <a:pt x="762" y="1031"/>
                    <a:pt x="1060" y="829"/>
                  </a:cubicBezTo>
                  <a:cubicBezTo>
                    <a:pt x="1131" y="829"/>
                    <a:pt x="1203" y="805"/>
                    <a:pt x="1238" y="746"/>
                  </a:cubicBezTo>
                  <a:cubicBezTo>
                    <a:pt x="1250" y="722"/>
                    <a:pt x="1262" y="722"/>
                    <a:pt x="1274" y="710"/>
                  </a:cubicBezTo>
                  <a:cubicBezTo>
                    <a:pt x="1310" y="686"/>
                    <a:pt x="1345" y="674"/>
                    <a:pt x="1381" y="662"/>
                  </a:cubicBezTo>
                  <a:cubicBezTo>
                    <a:pt x="1441" y="638"/>
                    <a:pt x="1476" y="603"/>
                    <a:pt x="1500" y="555"/>
                  </a:cubicBezTo>
                  <a:cubicBezTo>
                    <a:pt x="1579" y="528"/>
                    <a:pt x="1663" y="515"/>
                    <a:pt x="1747" y="515"/>
                  </a:cubicBezTo>
                  <a:close/>
                  <a:moveTo>
                    <a:pt x="1720" y="0"/>
                  </a:moveTo>
                  <a:cubicBezTo>
                    <a:pt x="1430" y="0"/>
                    <a:pt x="1150" y="91"/>
                    <a:pt x="953" y="293"/>
                  </a:cubicBezTo>
                  <a:cubicBezTo>
                    <a:pt x="476" y="543"/>
                    <a:pt x="95" y="996"/>
                    <a:pt x="48" y="1543"/>
                  </a:cubicBezTo>
                  <a:cubicBezTo>
                    <a:pt x="0" y="2151"/>
                    <a:pt x="369" y="2782"/>
                    <a:pt x="976" y="2960"/>
                  </a:cubicBezTo>
                  <a:cubicBezTo>
                    <a:pt x="1081" y="2989"/>
                    <a:pt x="1189" y="3002"/>
                    <a:pt x="1298" y="3002"/>
                  </a:cubicBezTo>
                  <a:cubicBezTo>
                    <a:pt x="1866" y="3002"/>
                    <a:pt x="2454" y="2636"/>
                    <a:pt x="2774" y="2186"/>
                  </a:cubicBezTo>
                  <a:cubicBezTo>
                    <a:pt x="3131" y="1662"/>
                    <a:pt x="3191" y="948"/>
                    <a:pt x="2762" y="448"/>
                  </a:cubicBezTo>
                  <a:cubicBezTo>
                    <a:pt x="2522" y="167"/>
                    <a:pt x="2113" y="0"/>
                    <a:pt x="17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5"/>
            <p:cNvSpPr/>
            <p:nvPr/>
          </p:nvSpPr>
          <p:spPr>
            <a:xfrm>
              <a:off x="10997500" y="4193075"/>
              <a:ext cx="13125" cy="13975"/>
            </a:xfrm>
            <a:custGeom>
              <a:rect b="b" l="l" r="r" t="t"/>
              <a:pathLst>
                <a:path extrusionOk="0" h="559" w="525">
                  <a:moveTo>
                    <a:pt x="270" y="1"/>
                  </a:moveTo>
                  <a:cubicBezTo>
                    <a:pt x="259" y="1"/>
                    <a:pt x="249" y="2"/>
                    <a:pt x="238" y="6"/>
                  </a:cubicBezTo>
                  <a:cubicBezTo>
                    <a:pt x="215" y="6"/>
                    <a:pt x="191" y="6"/>
                    <a:pt x="179" y="18"/>
                  </a:cubicBezTo>
                  <a:cubicBezTo>
                    <a:pt x="131" y="30"/>
                    <a:pt x="95" y="53"/>
                    <a:pt x="72" y="89"/>
                  </a:cubicBezTo>
                  <a:cubicBezTo>
                    <a:pt x="60" y="113"/>
                    <a:pt x="48" y="125"/>
                    <a:pt x="36" y="149"/>
                  </a:cubicBezTo>
                  <a:cubicBezTo>
                    <a:pt x="12" y="184"/>
                    <a:pt x="0" y="232"/>
                    <a:pt x="12" y="280"/>
                  </a:cubicBezTo>
                  <a:lnTo>
                    <a:pt x="12" y="327"/>
                  </a:lnTo>
                  <a:cubicBezTo>
                    <a:pt x="12" y="363"/>
                    <a:pt x="24" y="399"/>
                    <a:pt x="36" y="422"/>
                  </a:cubicBezTo>
                  <a:cubicBezTo>
                    <a:pt x="48" y="458"/>
                    <a:pt x="72" y="482"/>
                    <a:pt x="95" y="494"/>
                  </a:cubicBezTo>
                  <a:cubicBezTo>
                    <a:pt x="119" y="518"/>
                    <a:pt x="155" y="541"/>
                    <a:pt x="191" y="541"/>
                  </a:cubicBezTo>
                  <a:cubicBezTo>
                    <a:pt x="208" y="550"/>
                    <a:pt x="230" y="558"/>
                    <a:pt x="255" y="558"/>
                  </a:cubicBezTo>
                  <a:cubicBezTo>
                    <a:pt x="265" y="558"/>
                    <a:pt x="276" y="557"/>
                    <a:pt x="286" y="553"/>
                  </a:cubicBezTo>
                  <a:cubicBezTo>
                    <a:pt x="310" y="553"/>
                    <a:pt x="334" y="553"/>
                    <a:pt x="357" y="541"/>
                  </a:cubicBezTo>
                  <a:cubicBezTo>
                    <a:pt x="393" y="530"/>
                    <a:pt x="429" y="506"/>
                    <a:pt x="465" y="470"/>
                  </a:cubicBezTo>
                  <a:cubicBezTo>
                    <a:pt x="476" y="446"/>
                    <a:pt x="488" y="434"/>
                    <a:pt x="500" y="411"/>
                  </a:cubicBezTo>
                  <a:cubicBezTo>
                    <a:pt x="512" y="375"/>
                    <a:pt x="524" y="327"/>
                    <a:pt x="524" y="280"/>
                  </a:cubicBezTo>
                  <a:lnTo>
                    <a:pt x="524" y="232"/>
                  </a:lnTo>
                  <a:cubicBezTo>
                    <a:pt x="512" y="196"/>
                    <a:pt x="512" y="160"/>
                    <a:pt x="488" y="137"/>
                  </a:cubicBezTo>
                  <a:cubicBezTo>
                    <a:pt x="476" y="101"/>
                    <a:pt x="453" y="77"/>
                    <a:pt x="429" y="65"/>
                  </a:cubicBezTo>
                  <a:cubicBezTo>
                    <a:pt x="405" y="41"/>
                    <a:pt x="369" y="18"/>
                    <a:pt x="346" y="18"/>
                  </a:cubicBezTo>
                  <a:cubicBezTo>
                    <a:pt x="320" y="9"/>
                    <a:pt x="295" y="1"/>
                    <a:pt x="2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5"/>
            <p:cNvSpPr/>
            <p:nvPr/>
          </p:nvSpPr>
          <p:spPr>
            <a:xfrm>
              <a:off x="11007025" y="4172975"/>
              <a:ext cx="13700" cy="13400"/>
            </a:xfrm>
            <a:custGeom>
              <a:rect b="b" l="l" r="r" t="t"/>
              <a:pathLst>
                <a:path extrusionOk="0" h="536" w="548">
                  <a:moveTo>
                    <a:pt x="238" y="0"/>
                  </a:moveTo>
                  <a:cubicBezTo>
                    <a:pt x="203" y="0"/>
                    <a:pt x="167" y="12"/>
                    <a:pt x="143" y="24"/>
                  </a:cubicBezTo>
                  <a:cubicBezTo>
                    <a:pt x="107" y="48"/>
                    <a:pt x="84" y="60"/>
                    <a:pt x="60" y="83"/>
                  </a:cubicBezTo>
                  <a:cubicBezTo>
                    <a:pt x="60" y="107"/>
                    <a:pt x="48" y="131"/>
                    <a:pt x="36" y="143"/>
                  </a:cubicBezTo>
                  <a:cubicBezTo>
                    <a:pt x="12" y="191"/>
                    <a:pt x="0" y="226"/>
                    <a:pt x="12" y="274"/>
                  </a:cubicBezTo>
                  <a:cubicBezTo>
                    <a:pt x="12" y="298"/>
                    <a:pt x="12" y="322"/>
                    <a:pt x="24" y="345"/>
                  </a:cubicBezTo>
                  <a:cubicBezTo>
                    <a:pt x="36" y="381"/>
                    <a:pt x="60" y="417"/>
                    <a:pt x="95" y="453"/>
                  </a:cubicBezTo>
                  <a:lnTo>
                    <a:pt x="119" y="476"/>
                  </a:lnTo>
                  <a:cubicBezTo>
                    <a:pt x="143" y="500"/>
                    <a:pt x="179" y="512"/>
                    <a:pt x="203" y="524"/>
                  </a:cubicBezTo>
                  <a:cubicBezTo>
                    <a:pt x="238" y="536"/>
                    <a:pt x="274" y="536"/>
                    <a:pt x="310" y="536"/>
                  </a:cubicBezTo>
                  <a:cubicBezTo>
                    <a:pt x="346" y="536"/>
                    <a:pt x="369" y="524"/>
                    <a:pt x="405" y="500"/>
                  </a:cubicBezTo>
                  <a:cubicBezTo>
                    <a:pt x="429" y="488"/>
                    <a:pt x="465" y="464"/>
                    <a:pt x="476" y="441"/>
                  </a:cubicBezTo>
                  <a:cubicBezTo>
                    <a:pt x="488" y="429"/>
                    <a:pt x="500" y="405"/>
                    <a:pt x="512" y="381"/>
                  </a:cubicBezTo>
                  <a:cubicBezTo>
                    <a:pt x="536" y="345"/>
                    <a:pt x="548" y="298"/>
                    <a:pt x="536" y="250"/>
                  </a:cubicBezTo>
                  <a:cubicBezTo>
                    <a:pt x="536" y="238"/>
                    <a:pt x="536" y="214"/>
                    <a:pt x="524" y="191"/>
                  </a:cubicBezTo>
                  <a:cubicBezTo>
                    <a:pt x="512" y="143"/>
                    <a:pt x="488" y="107"/>
                    <a:pt x="453" y="83"/>
                  </a:cubicBezTo>
                  <a:lnTo>
                    <a:pt x="429" y="60"/>
                  </a:lnTo>
                  <a:cubicBezTo>
                    <a:pt x="405" y="36"/>
                    <a:pt x="369" y="24"/>
                    <a:pt x="346" y="12"/>
                  </a:cubicBezTo>
                  <a:cubicBezTo>
                    <a:pt x="310" y="0"/>
                    <a:pt x="274" y="0"/>
                    <a:pt x="2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5"/>
            <p:cNvSpPr/>
            <p:nvPr/>
          </p:nvSpPr>
          <p:spPr>
            <a:xfrm>
              <a:off x="11018325" y="4202425"/>
              <a:ext cx="13425" cy="15200"/>
            </a:xfrm>
            <a:custGeom>
              <a:rect b="b" l="l" r="r" t="t"/>
              <a:pathLst>
                <a:path extrusionOk="0" h="608" w="537">
                  <a:moveTo>
                    <a:pt x="263" y="1"/>
                  </a:moveTo>
                  <a:cubicBezTo>
                    <a:pt x="215" y="13"/>
                    <a:pt x="167" y="25"/>
                    <a:pt x="132" y="48"/>
                  </a:cubicBezTo>
                  <a:cubicBezTo>
                    <a:pt x="120" y="60"/>
                    <a:pt x="96" y="84"/>
                    <a:pt x="84" y="96"/>
                  </a:cubicBezTo>
                  <a:cubicBezTo>
                    <a:pt x="60" y="132"/>
                    <a:pt x="36" y="167"/>
                    <a:pt x="24" y="215"/>
                  </a:cubicBezTo>
                  <a:cubicBezTo>
                    <a:pt x="24" y="251"/>
                    <a:pt x="13" y="275"/>
                    <a:pt x="1" y="310"/>
                  </a:cubicBezTo>
                  <a:cubicBezTo>
                    <a:pt x="1" y="346"/>
                    <a:pt x="1" y="382"/>
                    <a:pt x="13" y="406"/>
                  </a:cubicBezTo>
                  <a:cubicBezTo>
                    <a:pt x="13" y="441"/>
                    <a:pt x="24" y="477"/>
                    <a:pt x="48" y="501"/>
                  </a:cubicBezTo>
                  <a:cubicBezTo>
                    <a:pt x="72" y="537"/>
                    <a:pt x="96" y="548"/>
                    <a:pt x="120" y="572"/>
                  </a:cubicBezTo>
                  <a:cubicBezTo>
                    <a:pt x="144" y="584"/>
                    <a:pt x="179" y="608"/>
                    <a:pt x="215" y="608"/>
                  </a:cubicBezTo>
                  <a:lnTo>
                    <a:pt x="275" y="608"/>
                  </a:lnTo>
                  <a:cubicBezTo>
                    <a:pt x="322" y="608"/>
                    <a:pt x="370" y="596"/>
                    <a:pt x="405" y="560"/>
                  </a:cubicBezTo>
                  <a:cubicBezTo>
                    <a:pt x="417" y="548"/>
                    <a:pt x="441" y="537"/>
                    <a:pt x="453" y="525"/>
                  </a:cubicBezTo>
                  <a:cubicBezTo>
                    <a:pt x="477" y="489"/>
                    <a:pt x="501" y="441"/>
                    <a:pt x="513" y="406"/>
                  </a:cubicBezTo>
                  <a:cubicBezTo>
                    <a:pt x="513" y="370"/>
                    <a:pt x="525" y="334"/>
                    <a:pt x="536" y="310"/>
                  </a:cubicBezTo>
                  <a:cubicBezTo>
                    <a:pt x="536" y="275"/>
                    <a:pt x="536" y="239"/>
                    <a:pt x="525" y="203"/>
                  </a:cubicBezTo>
                  <a:cubicBezTo>
                    <a:pt x="525" y="167"/>
                    <a:pt x="513" y="144"/>
                    <a:pt x="489" y="108"/>
                  </a:cubicBezTo>
                  <a:cubicBezTo>
                    <a:pt x="477" y="84"/>
                    <a:pt x="441" y="60"/>
                    <a:pt x="417" y="48"/>
                  </a:cubicBezTo>
                  <a:cubicBezTo>
                    <a:pt x="394" y="25"/>
                    <a:pt x="358" y="13"/>
                    <a:pt x="322" y="13"/>
                  </a:cubicBezTo>
                  <a:cubicBezTo>
                    <a:pt x="298" y="13"/>
                    <a:pt x="286" y="13"/>
                    <a:pt x="2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5"/>
            <p:cNvSpPr/>
            <p:nvPr/>
          </p:nvSpPr>
          <p:spPr>
            <a:xfrm>
              <a:off x="10896875" y="4272375"/>
              <a:ext cx="12825" cy="13550"/>
            </a:xfrm>
            <a:custGeom>
              <a:rect b="b" l="l" r="r" t="t"/>
              <a:pathLst>
                <a:path extrusionOk="0" h="542" w="513">
                  <a:moveTo>
                    <a:pt x="239" y="1"/>
                  </a:moveTo>
                  <a:cubicBezTo>
                    <a:pt x="215" y="13"/>
                    <a:pt x="191" y="13"/>
                    <a:pt x="168" y="25"/>
                  </a:cubicBezTo>
                  <a:cubicBezTo>
                    <a:pt x="132" y="36"/>
                    <a:pt x="96" y="60"/>
                    <a:pt x="60" y="96"/>
                  </a:cubicBezTo>
                  <a:cubicBezTo>
                    <a:pt x="49" y="120"/>
                    <a:pt x="37" y="132"/>
                    <a:pt x="25" y="156"/>
                  </a:cubicBezTo>
                  <a:cubicBezTo>
                    <a:pt x="1" y="191"/>
                    <a:pt x="1" y="239"/>
                    <a:pt x="1" y="286"/>
                  </a:cubicBezTo>
                  <a:lnTo>
                    <a:pt x="1" y="310"/>
                  </a:lnTo>
                  <a:cubicBezTo>
                    <a:pt x="1" y="346"/>
                    <a:pt x="13" y="370"/>
                    <a:pt x="37" y="406"/>
                  </a:cubicBezTo>
                  <a:cubicBezTo>
                    <a:pt x="49" y="429"/>
                    <a:pt x="72" y="465"/>
                    <a:pt x="96" y="477"/>
                  </a:cubicBezTo>
                  <a:cubicBezTo>
                    <a:pt x="120" y="501"/>
                    <a:pt x="144" y="525"/>
                    <a:pt x="180" y="525"/>
                  </a:cubicBezTo>
                  <a:cubicBezTo>
                    <a:pt x="205" y="533"/>
                    <a:pt x="224" y="541"/>
                    <a:pt x="246" y="541"/>
                  </a:cubicBezTo>
                  <a:cubicBezTo>
                    <a:pt x="255" y="541"/>
                    <a:pt x="264" y="540"/>
                    <a:pt x="275" y="537"/>
                  </a:cubicBezTo>
                  <a:cubicBezTo>
                    <a:pt x="299" y="537"/>
                    <a:pt x="322" y="525"/>
                    <a:pt x="346" y="525"/>
                  </a:cubicBezTo>
                  <a:cubicBezTo>
                    <a:pt x="394" y="513"/>
                    <a:pt x="430" y="489"/>
                    <a:pt x="453" y="453"/>
                  </a:cubicBezTo>
                  <a:cubicBezTo>
                    <a:pt x="465" y="429"/>
                    <a:pt x="477" y="417"/>
                    <a:pt x="489" y="394"/>
                  </a:cubicBezTo>
                  <a:cubicBezTo>
                    <a:pt x="513" y="358"/>
                    <a:pt x="513" y="310"/>
                    <a:pt x="513" y="263"/>
                  </a:cubicBezTo>
                  <a:lnTo>
                    <a:pt x="513" y="239"/>
                  </a:lnTo>
                  <a:cubicBezTo>
                    <a:pt x="513" y="203"/>
                    <a:pt x="501" y="167"/>
                    <a:pt x="477" y="144"/>
                  </a:cubicBezTo>
                  <a:cubicBezTo>
                    <a:pt x="465" y="108"/>
                    <a:pt x="453" y="84"/>
                    <a:pt x="418" y="60"/>
                  </a:cubicBezTo>
                  <a:cubicBezTo>
                    <a:pt x="394" y="36"/>
                    <a:pt x="370" y="25"/>
                    <a:pt x="334" y="25"/>
                  </a:cubicBezTo>
                  <a:cubicBezTo>
                    <a:pt x="299" y="1"/>
                    <a:pt x="275" y="1"/>
                    <a:pt x="2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5"/>
            <p:cNvSpPr/>
            <p:nvPr/>
          </p:nvSpPr>
          <p:spPr>
            <a:xfrm>
              <a:off x="10923975" y="4287275"/>
              <a:ext cx="13725" cy="13400"/>
            </a:xfrm>
            <a:custGeom>
              <a:rect b="b" l="l" r="r" t="t"/>
              <a:pathLst>
                <a:path extrusionOk="0" h="536" w="549">
                  <a:moveTo>
                    <a:pt x="239" y="0"/>
                  </a:moveTo>
                  <a:cubicBezTo>
                    <a:pt x="203" y="0"/>
                    <a:pt x="179" y="12"/>
                    <a:pt x="143" y="36"/>
                  </a:cubicBezTo>
                  <a:cubicBezTo>
                    <a:pt x="119" y="48"/>
                    <a:pt x="84" y="71"/>
                    <a:pt x="72" y="95"/>
                  </a:cubicBezTo>
                  <a:cubicBezTo>
                    <a:pt x="60" y="107"/>
                    <a:pt x="48" y="131"/>
                    <a:pt x="36" y="143"/>
                  </a:cubicBezTo>
                  <a:cubicBezTo>
                    <a:pt x="12" y="191"/>
                    <a:pt x="0" y="238"/>
                    <a:pt x="12" y="286"/>
                  </a:cubicBezTo>
                  <a:cubicBezTo>
                    <a:pt x="12" y="298"/>
                    <a:pt x="24" y="322"/>
                    <a:pt x="24" y="345"/>
                  </a:cubicBezTo>
                  <a:cubicBezTo>
                    <a:pt x="36" y="393"/>
                    <a:pt x="60" y="429"/>
                    <a:pt x="96" y="452"/>
                  </a:cubicBezTo>
                  <a:cubicBezTo>
                    <a:pt x="108" y="464"/>
                    <a:pt x="119" y="464"/>
                    <a:pt x="119" y="476"/>
                  </a:cubicBezTo>
                  <a:cubicBezTo>
                    <a:pt x="143" y="500"/>
                    <a:pt x="179" y="512"/>
                    <a:pt x="215" y="524"/>
                  </a:cubicBezTo>
                  <a:cubicBezTo>
                    <a:pt x="239" y="536"/>
                    <a:pt x="274" y="536"/>
                    <a:pt x="310" y="536"/>
                  </a:cubicBezTo>
                  <a:cubicBezTo>
                    <a:pt x="346" y="536"/>
                    <a:pt x="381" y="524"/>
                    <a:pt x="405" y="500"/>
                  </a:cubicBezTo>
                  <a:cubicBezTo>
                    <a:pt x="441" y="488"/>
                    <a:pt x="465" y="476"/>
                    <a:pt x="489" y="441"/>
                  </a:cubicBezTo>
                  <a:cubicBezTo>
                    <a:pt x="500" y="429"/>
                    <a:pt x="512" y="405"/>
                    <a:pt x="524" y="393"/>
                  </a:cubicBezTo>
                  <a:cubicBezTo>
                    <a:pt x="536" y="345"/>
                    <a:pt x="548" y="310"/>
                    <a:pt x="548" y="262"/>
                  </a:cubicBezTo>
                  <a:cubicBezTo>
                    <a:pt x="536" y="238"/>
                    <a:pt x="536" y="214"/>
                    <a:pt x="524" y="191"/>
                  </a:cubicBezTo>
                  <a:cubicBezTo>
                    <a:pt x="512" y="155"/>
                    <a:pt x="489" y="119"/>
                    <a:pt x="453" y="83"/>
                  </a:cubicBezTo>
                  <a:lnTo>
                    <a:pt x="429" y="60"/>
                  </a:lnTo>
                  <a:cubicBezTo>
                    <a:pt x="405" y="36"/>
                    <a:pt x="369" y="24"/>
                    <a:pt x="346" y="12"/>
                  </a:cubicBezTo>
                  <a:cubicBezTo>
                    <a:pt x="310" y="0"/>
                    <a:pt x="274" y="0"/>
                    <a:pt x="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5"/>
            <p:cNvSpPr/>
            <p:nvPr/>
          </p:nvSpPr>
          <p:spPr>
            <a:xfrm>
              <a:off x="10897175" y="4459000"/>
              <a:ext cx="325" cy="325"/>
            </a:xfrm>
            <a:custGeom>
              <a:rect b="b" l="l" r="r" t="t"/>
              <a:pathLst>
                <a:path extrusionOk="0" h="13" w="13">
                  <a:moveTo>
                    <a:pt x="13" y="13"/>
                  </a:moveTo>
                  <a:cubicBezTo>
                    <a:pt x="13" y="13"/>
                    <a:pt x="13" y="13"/>
                    <a:pt x="1" y="1"/>
                  </a:cubicBezTo>
                  <a:cubicBezTo>
                    <a:pt x="13" y="13"/>
                    <a:pt x="13" y="13"/>
                    <a:pt x="13" y="13"/>
                  </a:cubicBezTo>
                  <a:cubicBezTo>
                    <a:pt x="13" y="13"/>
                    <a:pt x="13" y="13"/>
                    <a:pt x="13" y="1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5"/>
            <p:cNvSpPr/>
            <p:nvPr/>
          </p:nvSpPr>
          <p:spPr>
            <a:xfrm>
              <a:off x="10857000" y="4235850"/>
              <a:ext cx="591175" cy="524875"/>
            </a:xfrm>
            <a:custGeom>
              <a:rect b="b" l="l" r="r" t="t"/>
              <a:pathLst>
                <a:path extrusionOk="0" h="20995" w="23647">
                  <a:moveTo>
                    <a:pt x="16005" y="783"/>
                  </a:moveTo>
                  <a:cubicBezTo>
                    <a:pt x="17057" y="783"/>
                    <a:pt x="18116" y="1166"/>
                    <a:pt x="18943" y="1843"/>
                  </a:cubicBezTo>
                  <a:cubicBezTo>
                    <a:pt x="22265" y="4545"/>
                    <a:pt x="21444" y="9629"/>
                    <a:pt x="19479" y="12892"/>
                  </a:cubicBezTo>
                  <a:cubicBezTo>
                    <a:pt x="17491" y="16202"/>
                    <a:pt x="13859" y="18619"/>
                    <a:pt x="9942" y="18726"/>
                  </a:cubicBezTo>
                  <a:cubicBezTo>
                    <a:pt x="9853" y="18728"/>
                    <a:pt x="9764" y="18730"/>
                    <a:pt x="9675" y="18730"/>
                  </a:cubicBezTo>
                  <a:cubicBezTo>
                    <a:pt x="7801" y="18730"/>
                    <a:pt x="5957" y="18132"/>
                    <a:pt x="4525" y="16904"/>
                  </a:cubicBezTo>
                  <a:cubicBezTo>
                    <a:pt x="3179" y="15749"/>
                    <a:pt x="2251" y="14106"/>
                    <a:pt x="2227" y="12308"/>
                  </a:cubicBezTo>
                  <a:cubicBezTo>
                    <a:pt x="2203" y="10606"/>
                    <a:pt x="2977" y="8844"/>
                    <a:pt x="4370" y="7832"/>
                  </a:cubicBezTo>
                  <a:cubicBezTo>
                    <a:pt x="6061" y="6605"/>
                    <a:pt x="8323" y="6867"/>
                    <a:pt x="10133" y="5927"/>
                  </a:cubicBezTo>
                  <a:cubicBezTo>
                    <a:pt x="10216" y="5879"/>
                    <a:pt x="10287" y="5843"/>
                    <a:pt x="10359" y="5796"/>
                  </a:cubicBezTo>
                  <a:cubicBezTo>
                    <a:pt x="10407" y="5796"/>
                    <a:pt x="10454" y="5784"/>
                    <a:pt x="10502" y="5736"/>
                  </a:cubicBezTo>
                  <a:cubicBezTo>
                    <a:pt x="10538" y="5700"/>
                    <a:pt x="10585" y="5665"/>
                    <a:pt x="10621" y="5629"/>
                  </a:cubicBezTo>
                  <a:cubicBezTo>
                    <a:pt x="10835" y="5474"/>
                    <a:pt x="11038" y="5307"/>
                    <a:pt x="11228" y="5117"/>
                  </a:cubicBezTo>
                  <a:cubicBezTo>
                    <a:pt x="11311" y="5034"/>
                    <a:pt x="11311" y="4938"/>
                    <a:pt x="11276" y="4867"/>
                  </a:cubicBezTo>
                  <a:cubicBezTo>
                    <a:pt x="12097" y="3700"/>
                    <a:pt x="12585" y="2271"/>
                    <a:pt x="13776" y="1450"/>
                  </a:cubicBezTo>
                  <a:cubicBezTo>
                    <a:pt x="14450" y="994"/>
                    <a:pt x="15226" y="783"/>
                    <a:pt x="16005" y="783"/>
                  </a:cubicBezTo>
                  <a:close/>
                  <a:moveTo>
                    <a:pt x="20191" y="1"/>
                  </a:moveTo>
                  <a:cubicBezTo>
                    <a:pt x="20092" y="1"/>
                    <a:pt x="19990" y="46"/>
                    <a:pt x="19955" y="140"/>
                  </a:cubicBezTo>
                  <a:cubicBezTo>
                    <a:pt x="19872" y="378"/>
                    <a:pt x="19777" y="604"/>
                    <a:pt x="19658" y="831"/>
                  </a:cubicBezTo>
                  <a:cubicBezTo>
                    <a:pt x="19598" y="938"/>
                    <a:pt x="19539" y="1033"/>
                    <a:pt x="19479" y="1140"/>
                  </a:cubicBezTo>
                  <a:cubicBezTo>
                    <a:pt x="19467" y="1164"/>
                    <a:pt x="19443" y="1200"/>
                    <a:pt x="19431" y="1224"/>
                  </a:cubicBezTo>
                  <a:cubicBezTo>
                    <a:pt x="19420" y="1236"/>
                    <a:pt x="19420" y="1236"/>
                    <a:pt x="19420" y="1236"/>
                  </a:cubicBezTo>
                  <a:cubicBezTo>
                    <a:pt x="19420" y="1247"/>
                    <a:pt x="19408" y="1259"/>
                    <a:pt x="19408" y="1271"/>
                  </a:cubicBezTo>
                  <a:cubicBezTo>
                    <a:pt x="19372" y="1319"/>
                    <a:pt x="19336" y="1378"/>
                    <a:pt x="19289" y="1426"/>
                  </a:cubicBezTo>
                  <a:cubicBezTo>
                    <a:pt x="19289" y="1438"/>
                    <a:pt x="19289" y="1450"/>
                    <a:pt x="19277" y="1462"/>
                  </a:cubicBezTo>
                  <a:cubicBezTo>
                    <a:pt x="18357" y="724"/>
                    <a:pt x="17222" y="272"/>
                    <a:pt x="16038" y="272"/>
                  </a:cubicBezTo>
                  <a:cubicBezTo>
                    <a:pt x="15751" y="272"/>
                    <a:pt x="15460" y="299"/>
                    <a:pt x="15169" y="354"/>
                  </a:cubicBezTo>
                  <a:cubicBezTo>
                    <a:pt x="14228" y="533"/>
                    <a:pt x="13371" y="985"/>
                    <a:pt x="12728" y="1700"/>
                  </a:cubicBezTo>
                  <a:cubicBezTo>
                    <a:pt x="12073" y="2438"/>
                    <a:pt x="11669" y="3355"/>
                    <a:pt x="11145" y="4176"/>
                  </a:cubicBezTo>
                  <a:cubicBezTo>
                    <a:pt x="10907" y="4569"/>
                    <a:pt x="10621" y="4926"/>
                    <a:pt x="10299" y="5236"/>
                  </a:cubicBezTo>
                  <a:cubicBezTo>
                    <a:pt x="8918" y="6177"/>
                    <a:pt x="7073" y="6177"/>
                    <a:pt x="5489" y="6712"/>
                  </a:cubicBezTo>
                  <a:cubicBezTo>
                    <a:pt x="5430" y="6391"/>
                    <a:pt x="5358" y="6081"/>
                    <a:pt x="5263" y="5784"/>
                  </a:cubicBezTo>
                  <a:cubicBezTo>
                    <a:pt x="5235" y="5680"/>
                    <a:pt x="5118" y="5614"/>
                    <a:pt x="5011" y="5614"/>
                  </a:cubicBezTo>
                  <a:cubicBezTo>
                    <a:pt x="4983" y="5614"/>
                    <a:pt x="4955" y="5619"/>
                    <a:pt x="4930" y="5629"/>
                  </a:cubicBezTo>
                  <a:cubicBezTo>
                    <a:pt x="4799" y="5688"/>
                    <a:pt x="4739" y="5831"/>
                    <a:pt x="4787" y="5962"/>
                  </a:cubicBezTo>
                  <a:cubicBezTo>
                    <a:pt x="4834" y="6129"/>
                    <a:pt x="4882" y="6296"/>
                    <a:pt x="4918" y="6462"/>
                  </a:cubicBezTo>
                  <a:cubicBezTo>
                    <a:pt x="4930" y="6498"/>
                    <a:pt x="4942" y="6534"/>
                    <a:pt x="4942" y="6581"/>
                  </a:cubicBezTo>
                  <a:lnTo>
                    <a:pt x="4953" y="6581"/>
                  </a:lnTo>
                  <a:cubicBezTo>
                    <a:pt x="4953" y="6593"/>
                    <a:pt x="4953" y="6593"/>
                    <a:pt x="4953" y="6593"/>
                  </a:cubicBezTo>
                  <a:cubicBezTo>
                    <a:pt x="4953" y="6617"/>
                    <a:pt x="4965" y="6641"/>
                    <a:pt x="4965" y="6665"/>
                  </a:cubicBezTo>
                  <a:cubicBezTo>
                    <a:pt x="4977" y="6736"/>
                    <a:pt x="5001" y="6820"/>
                    <a:pt x="5013" y="6891"/>
                  </a:cubicBezTo>
                  <a:cubicBezTo>
                    <a:pt x="4882" y="6939"/>
                    <a:pt x="4763" y="6998"/>
                    <a:pt x="4632" y="7070"/>
                  </a:cubicBezTo>
                  <a:cubicBezTo>
                    <a:pt x="4263" y="7272"/>
                    <a:pt x="3918" y="7522"/>
                    <a:pt x="3608" y="7808"/>
                  </a:cubicBezTo>
                  <a:cubicBezTo>
                    <a:pt x="3489" y="7641"/>
                    <a:pt x="3382" y="7486"/>
                    <a:pt x="3275" y="7320"/>
                  </a:cubicBezTo>
                  <a:cubicBezTo>
                    <a:pt x="3215" y="7224"/>
                    <a:pt x="3156" y="7129"/>
                    <a:pt x="3108" y="7046"/>
                  </a:cubicBezTo>
                  <a:cubicBezTo>
                    <a:pt x="3084" y="6998"/>
                    <a:pt x="3048" y="6951"/>
                    <a:pt x="3025" y="6891"/>
                  </a:cubicBezTo>
                  <a:cubicBezTo>
                    <a:pt x="3025" y="6891"/>
                    <a:pt x="3013" y="6879"/>
                    <a:pt x="3013" y="6867"/>
                  </a:cubicBezTo>
                  <a:cubicBezTo>
                    <a:pt x="3001" y="6843"/>
                    <a:pt x="2989" y="6820"/>
                    <a:pt x="2965" y="6796"/>
                  </a:cubicBezTo>
                  <a:cubicBezTo>
                    <a:pt x="2941" y="6724"/>
                    <a:pt x="2906" y="6677"/>
                    <a:pt x="2846" y="6653"/>
                  </a:cubicBezTo>
                  <a:cubicBezTo>
                    <a:pt x="2813" y="6633"/>
                    <a:pt x="2773" y="6624"/>
                    <a:pt x="2734" y="6624"/>
                  </a:cubicBezTo>
                  <a:cubicBezTo>
                    <a:pt x="2702" y="6624"/>
                    <a:pt x="2670" y="6630"/>
                    <a:pt x="2644" y="6641"/>
                  </a:cubicBezTo>
                  <a:cubicBezTo>
                    <a:pt x="2525" y="6689"/>
                    <a:pt x="2429" y="6843"/>
                    <a:pt x="2489" y="6962"/>
                  </a:cubicBezTo>
                  <a:cubicBezTo>
                    <a:pt x="2703" y="7379"/>
                    <a:pt x="2941" y="7784"/>
                    <a:pt x="3227" y="8153"/>
                  </a:cubicBezTo>
                  <a:cubicBezTo>
                    <a:pt x="3227" y="8153"/>
                    <a:pt x="3239" y="8165"/>
                    <a:pt x="3251" y="8177"/>
                  </a:cubicBezTo>
                  <a:cubicBezTo>
                    <a:pt x="2882" y="8582"/>
                    <a:pt x="2584" y="9046"/>
                    <a:pt x="2346" y="9546"/>
                  </a:cubicBezTo>
                  <a:cubicBezTo>
                    <a:pt x="2167" y="9427"/>
                    <a:pt x="2013" y="9308"/>
                    <a:pt x="1858" y="9165"/>
                  </a:cubicBezTo>
                  <a:cubicBezTo>
                    <a:pt x="1775" y="9106"/>
                    <a:pt x="1703" y="9034"/>
                    <a:pt x="1632" y="8951"/>
                  </a:cubicBezTo>
                  <a:cubicBezTo>
                    <a:pt x="1632" y="8951"/>
                    <a:pt x="1620" y="8939"/>
                    <a:pt x="1620" y="8939"/>
                  </a:cubicBezTo>
                  <a:cubicBezTo>
                    <a:pt x="1608" y="8927"/>
                    <a:pt x="1608" y="8927"/>
                    <a:pt x="1608" y="8927"/>
                  </a:cubicBezTo>
                  <a:lnTo>
                    <a:pt x="1620" y="8927"/>
                  </a:lnTo>
                  <a:cubicBezTo>
                    <a:pt x="1596" y="8915"/>
                    <a:pt x="1584" y="8891"/>
                    <a:pt x="1560" y="8879"/>
                  </a:cubicBezTo>
                  <a:cubicBezTo>
                    <a:pt x="1524" y="8832"/>
                    <a:pt x="1489" y="8796"/>
                    <a:pt x="1465" y="8748"/>
                  </a:cubicBezTo>
                  <a:cubicBezTo>
                    <a:pt x="1412" y="8687"/>
                    <a:pt x="1324" y="8646"/>
                    <a:pt x="1240" y="8646"/>
                  </a:cubicBezTo>
                  <a:cubicBezTo>
                    <a:pt x="1192" y="8646"/>
                    <a:pt x="1146" y="8659"/>
                    <a:pt x="1108" y="8689"/>
                  </a:cubicBezTo>
                  <a:cubicBezTo>
                    <a:pt x="1001" y="8772"/>
                    <a:pt x="953" y="8939"/>
                    <a:pt x="1048" y="9046"/>
                  </a:cubicBezTo>
                  <a:cubicBezTo>
                    <a:pt x="1322" y="9391"/>
                    <a:pt x="1655" y="9701"/>
                    <a:pt x="2025" y="9939"/>
                  </a:cubicBezTo>
                  <a:cubicBezTo>
                    <a:pt x="2060" y="9975"/>
                    <a:pt x="2096" y="9987"/>
                    <a:pt x="2144" y="9999"/>
                  </a:cubicBezTo>
                  <a:cubicBezTo>
                    <a:pt x="1977" y="10427"/>
                    <a:pt x="1858" y="10880"/>
                    <a:pt x="1786" y="11332"/>
                  </a:cubicBezTo>
                  <a:cubicBezTo>
                    <a:pt x="1298" y="11272"/>
                    <a:pt x="810" y="11213"/>
                    <a:pt x="310" y="11153"/>
                  </a:cubicBezTo>
                  <a:cubicBezTo>
                    <a:pt x="295" y="11151"/>
                    <a:pt x="280" y="11149"/>
                    <a:pt x="265" y="11149"/>
                  </a:cubicBezTo>
                  <a:cubicBezTo>
                    <a:pt x="148" y="11149"/>
                    <a:pt x="33" y="11229"/>
                    <a:pt x="12" y="11356"/>
                  </a:cubicBezTo>
                  <a:cubicBezTo>
                    <a:pt x="0" y="11487"/>
                    <a:pt x="84" y="11642"/>
                    <a:pt x="227" y="11653"/>
                  </a:cubicBezTo>
                  <a:cubicBezTo>
                    <a:pt x="715" y="11713"/>
                    <a:pt x="1215" y="11784"/>
                    <a:pt x="1703" y="11844"/>
                  </a:cubicBezTo>
                  <a:lnTo>
                    <a:pt x="1739" y="11844"/>
                  </a:lnTo>
                  <a:cubicBezTo>
                    <a:pt x="1715" y="12118"/>
                    <a:pt x="1727" y="12392"/>
                    <a:pt x="1739" y="12666"/>
                  </a:cubicBezTo>
                  <a:cubicBezTo>
                    <a:pt x="1263" y="12820"/>
                    <a:pt x="786" y="12927"/>
                    <a:pt x="274" y="12999"/>
                  </a:cubicBezTo>
                  <a:cubicBezTo>
                    <a:pt x="143" y="13011"/>
                    <a:pt x="24" y="13130"/>
                    <a:pt x="48" y="13273"/>
                  </a:cubicBezTo>
                  <a:cubicBezTo>
                    <a:pt x="59" y="13398"/>
                    <a:pt x="168" y="13512"/>
                    <a:pt x="302" y="13512"/>
                  </a:cubicBezTo>
                  <a:cubicBezTo>
                    <a:pt x="309" y="13512"/>
                    <a:pt x="315" y="13511"/>
                    <a:pt x="322" y="13511"/>
                  </a:cubicBezTo>
                  <a:cubicBezTo>
                    <a:pt x="822" y="13439"/>
                    <a:pt x="1322" y="13332"/>
                    <a:pt x="1798" y="13177"/>
                  </a:cubicBezTo>
                  <a:cubicBezTo>
                    <a:pt x="1858" y="13558"/>
                    <a:pt x="1965" y="13939"/>
                    <a:pt x="2084" y="14297"/>
                  </a:cubicBezTo>
                  <a:cubicBezTo>
                    <a:pt x="1763" y="14440"/>
                    <a:pt x="1429" y="14582"/>
                    <a:pt x="1096" y="14725"/>
                  </a:cubicBezTo>
                  <a:cubicBezTo>
                    <a:pt x="977" y="14773"/>
                    <a:pt x="893" y="14916"/>
                    <a:pt x="941" y="15047"/>
                  </a:cubicBezTo>
                  <a:cubicBezTo>
                    <a:pt x="987" y="15148"/>
                    <a:pt x="1083" y="15221"/>
                    <a:pt x="1185" y="15221"/>
                  </a:cubicBezTo>
                  <a:cubicBezTo>
                    <a:pt x="1215" y="15221"/>
                    <a:pt x="1245" y="15215"/>
                    <a:pt x="1274" y="15202"/>
                  </a:cubicBezTo>
                  <a:cubicBezTo>
                    <a:pt x="1608" y="15059"/>
                    <a:pt x="1953" y="14916"/>
                    <a:pt x="2286" y="14761"/>
                  </a:cubicBezTo>
                  <a:cubicBezTo>
                    <a:pt x="2406" y="15035"/>
                    <a:pt x="2548" y="15297"/>
                    <a:pt x="2703" y="15547"/>
                  </a:cubicBezTo>
                  <a:cubicBezTo>
                    <a:pt x="2156" y="15880"/>
                    <a:pt x="1596" y="16214"/>
                    <a:pt x="1036" y="16523"/>
                  </a:cubicBezTo>
                  <a:cubicBezTo>
                    <a:pt x="917" y="16595"/>
                    <a:pt x="893" y="16785"/>
                    <a:pt x="977" y="16880"/>
                  </a:cubicBezTo>
                  <a:cubicBezTo>
                    <a:pt x="1027" y="16959"/>
                    <a:pt x="1098" y="16990"/>
                    <a:pt x="1172" y="16990"/>
                  </a:cubicBezTo>
                  <a:cubicBezTo>
                    <a:pt x="1222" y="16990"/>
                    <a:pt x="1274" y="16976"/>
                    <a:pt x="1322" y="16952"/>
                  </a:cubicBezTo>
                  <a:cubicBezTo>
                    <a:pt x="1894" y="16630"/>
                    <a:pt x="2441" y="16309"/>
                    <a:pt x="3001" y="15975"/>
                  </a:cubicBezTo>
                  <a:cubicBezTo>
                    <a:pt x="3227" y="16297"/>
                    <a:pt x="3501" y="16595"/>
                    <a:pt x="3787" y="16880"/>
                  </a:cubicBezTo>
                  <a:cubicBezTo>
                    <a:pt x="3739" y="16892"/>
                    <a:pt x="3703" y="16916"/>
                    <a:pt x="3668" y="16952"/>
                  </a:cubicBezTo>
                  <a:cubicBezTo>
                    <a:pt x="3525" y="17130"/>
                    <a:pt x="3370" y="17297"/>
                    <a:pt x="3215" y="17464"/>
                  </a:cubicBezTo>
                  <a:cubicBezTo>
                    <a:pt x="3132" y="17535"/>
                    <a:pt x="3048" y="17618"/>
                    <a:pt x="2965" y="17702"/>
                  </a:cubicBezTo>
                  <a:cubicBezTo>
                    <a:pt x="2965" y="17702"/>
                    <a:pt x="2953" y="17714"/>
                    <a:pt x="2941" y="17726"/>
                  </a:cubicBezTo>
                  <a:cubicBezTo>
                    <a:pt x="2941" y="17726"/>
                    <a:pt x="2941" y="17726"/>
                    <a:pt x="2929" y="17738"/>
                  </a:cubicBezTo>
                  <a:cubicBezTo>
                    <a:pt x="2929" y="17738"/>
                    <a:pt x="2918" y="17749"/>
                    <a:pt x="2906" y="17749"/>
                  </a:cubicBezTo>
                  <a:cubicBezTo>
                    <a:pt x="2906" y="17761"/>
                    <a:pt x="2894" y="17773"/>
                    <a:pt x="2882" y="17773"/>
                  </a:cubicBezTo>
                  <a:cubicBezTo>
                    <a:pt x="2834" y="17821"/>
                    <a:pt x="2798" y="17857"/>
                    <a:pt x="2751" y="17892"/>
                  </a:cubicBezTo>
                  <a:cubicBezTo>
                    <a:pt x="2691" y="17940"/>
                    <a:pt x="2656" y="17988"/>
                    <a:pt x="2644" y="18059"/>
                  </a:cubicBezTo>
                  <a:cubicBezTo>
                    <a:pt x="2632" y="18119"/>
                    <a:pt x="2644" y="18202"/>
                    <a:pt x="2691" y="18250"/>
                  </a:cubicBezTo>
                  <a:cubicBezTo>
                    <a:pt x="2736" y="18317"/>
                    <a:pt x="2818" y="18360"/>
                    <a:pt x="2902" y="18360"/>
                  </a:cubicBezTo>
                  <a:cubicBezTo>
                    <a:pt x="2953" y="18360"/>
                    <a:pt x="3004" y="18345"/>
                    <a:pt x="3048" y="18309"/>
                  </a:cubicBezTo>
                  <a:cubicBezTo>
                    <a:pt x="3406" y="17999"/>
                    <a:pt x="3751" y="17654"/>
                    <a:pt x="4061" y="17285"/>
                  </a:cubicBezTo>
                  <a:cubicBezTo>
                    <a:pt x="4084" y="17249"/>
                    <a:pt x="4096" y="17214"/>
                    <a:pt x="4108" y="17178"/>
                  </a:cubicBezTo>
                  <a:cubicBezTo>
                    <a:pt x="4370" y="17404"/>
                    <a:pt x="4656" y="17618"/>
                    <a:pt x="4942" y="17821"/>
                  </a:cubicBezTo>
                  <a:cubicBezTo>
                    <a:pt x="4918" y="17857"/>
                    <a:pt x="4894" y="17892"/>
                    <a:pt x="4870" y="17928"/>
                  </a:cubicBezTo>
                  <a:cubicBezTo>
                    <a:pt x="4858" y="17952"/>
                    <a:pt x="4846" y="17976"/>
                    <a:pt x="4834" y="17999"/>
                  </a:cubicBezTo>
                  <a:cubicBezTo>
                    <a:pt x="4825" y="18008"/>
                    <a:pt x="4796" y="18051"/>
                    <a:pt x="4798" y="18051"/>
                  </a:cubicBezTo>
                  <a:cubicBezTo>
                    <a:pt x="4798" y="18051"/>
                    <a:pt x="4802" y="18047"/>
                    <a:pt x="4811" y="18035"/>
                  </a:cubicBezTo>
                  <a:lnTo>
                    <a:pt x="4811" y="18035"/>
                  </a:lnTo>
                  <a:cubicBezTo>
                    <a:pt x="4751" y="18119"/>
                    <a:pt x="4692" y="18214"/>
                    <a:pt x="4632" y="18297"/>
                  </a:cubicBezTo>
                  <a:cubicBezTo>
                    <a:pt x="4513" y="18476"/>
                    <a:pt x="4382" y="18654"/>
                    <a:pt x="4251" y="18821"/>
                  </a:cubicBezTo>
                  <a:cubicBezTo>
                    <a:pt x="4168" y="18928"/>
                    <a:pt x="4168" y="19095"/>
                    <a:pt x="4287" y="19178"/>
                  </a:cubicBezTo>
                  <a:cubicBezTo>
                    <a:pt x="4337" y="19217"/>
                    <a:pt x="4400" y="19238"/>
                    <a:pt x="4462" y="19238"/>
                  </a:cubicBezTo>
                  <a:cubicBezTo>
                    <a:pt x="4532" y="19238"/>
                    <a:pt x="4600" y="19211"/>
                    <a:pt x="4644" y="19154"/>
                  </a:cubicBezTo>
                  <a:cubicBezTo>
                    <a:pt x="4906" y="18809"/>
                    <a:pt x="5144" y="18452"/>
                    <a:pt x="5370" y="18083"/>
                  </a:cubicBezTo>
                  <a:cubicBezTo>
                    <a:pt x="5799" y="18333"/>
                    <a:pt x="6251" y="18547"/>
                    <a:pt x="6704" y="18726"/>
                  </a:cubicBezTo>
                  <a:cubicBezTo>
                    <a:pt x="6525" y="19262"/>
                    <a:pt x="6347" y="19797"/>
                    <a:pt x="6168" y="20333"/>
                  </a:cubicBezTo>
                  <a:cubicBezTo>
                    <a:pt x="6120" y="20464"/>
                    <a:pt x="6156" y="20619"/>
                    <a:pt x="6287" y="20678"/>
                  </a:cubicBezTo>
                  <a:cubicBezTo>
                    <a:pt x="6317" y="20692"/>
                    <a:pt x="6354" y="20699"/>
                    <a:pt x="6392" y="20699"/>
                  </a:cubicBezTo>
                  <a:cubicBezTo>
                    <a:pt x="6490" y="20699"/>
                    <a:pt x="6598" y="20654"/>
                    <a:pt x="6632" y="20559"/>
                  </a:cubicBezTo>
                  <a:cubicBezTo>
                    <a:pt x="6811" y="20000"/>
                    <a:pt x="7001" y="19440"/>
                    <a:pt x="7192" y="18881"/>
                  </a:cubicBezTo>
                  <a:cubicBezTo>
                    <a:pt x="7597" y="19012"/>
                    <a:pt x="8025" y="19107"/>
                    <a:pt x="8454" y="19166"/>
                  </a:cubicBezTo>
                  <a:cubicBezTo>
                    <a:pt x="8430" y="19190"/>
                    <a:pt x="8418" y="19226"/>
                    <a:pt x="8418" y="19273"/>
                  </a:cubicBezTo>
                  <a:cubicBezTo>
                    <a:pt x="8394" y="19643"/>
                    <a:pt x="8347" y="20000"/>
                    <a:pt x="8287" y="20369"/>
                  </a:cubicBezTo>
                  <a:cubicBezTo>
                    <a:pt x="8263" y="20500"/>
                    <a:pt x="8359" y="20643"/>
                    <a:pt x="8490" y="20666"/>
                  </a:cubicBezTo>
                  <a:cubicBezTo>
                    <a:pt x="8506" y="20669"/>
                    <a:pt x="8522" y="20671"/>
                    <a:pt x="8538" y="20671"/>
                  </a:cubicBezTo>
                  <a:cubicBezTo>
                    <a:pt x="8661" y="20671"/>
                    <a:pt x="8766" y="20591"/>
                    <a:pt x="8787" y="20464"/>
                  </a:cubicBezTo>
                  <a:cubicBezTo>
                    <a:pt x="8859" y="20095"/>
                    <a:pt x="8894" y="19726"/>
                    <a:pt x="8918" y="19357"/>
                  </a:cubicBezTo>
                  <a:cubicBezTo>
                    <a:pt x="8918" y="19309"/>
                    <a:pt x="8918" y="19262"/>
                    <a:pt x="8894" y="19214"/>
                  </a:cubicBezTo>
                  <a:lnTo>
                    <a:pt x="8894" y="19214"/>
                  </a:lnTo>
                  <a:cubicBezTo>
                    <a:pt x="9166" y="19237"/>
                    <a:pt x="9433" y="19245"/>
                    <a:pt x="9698" y="19245"/>
                  </a:cubicBezTo>
                  <a:cubicBezTo>
                    <a:pt x="9851" y="19245"/>
                    <a:pt x="10004" y="19242"/>
                    <a:pt x="10157" y="19238"/>
                  </a:cubicBezTo>
                  <a:lnTo>
                    <a:pt x="10157" y="19238"/>
                  </a:lnTo>
                  <a:cubicBezTo>
                    <a:pt x="10145" y="19714"/>
                    <a:pt x="10133" y="20178"/>
                    <a:pt x="10145" y="20655"/>
                  </a:cubicBezTo>
                  <a:cubicBezTo>
                    <a:pt x="10155" y="20774"/>
                    <a:pt x="10276" y="20884"/>
                    <a:pt x="10396" y="20884"/>
                  </a:cubicBezTo>
                  <a:cubicBezTo>
                    <a:pt x="10408" y="20884"/>
                    <a:pt x="10419" y="20883"/>
                    <a:pt x="10430" y="20881"/>
                  </a:cubicBezTo>
                  <a:cubicBezTo>
                    <a:pt x="10573" y="20869"/>
                    <a:pt x="10668" y="20750"/>
                    <a:pt x="10657" y="20607"/>
                  </a:cubicBezTo>
                  <a:cubicBezTo>
                    <a:pt x="10657" y="20357"/>
                    <a:pt x="10645" y="20107"/>
                    <a:pt x="10645" y="19857"/>
                  </a:cubicBezTo>
                  <a:cubicBezTo>
                    <a:pt x="10657" y="19738"/>
                    <a:pt x="10657" y="19619"/>
                    <a:pt x="10657" y="19500"/>
                  </a:cubicBezTo>
                  <a:cubicBezTo>
                    <a:pt x="10657" y="19440"/>
                    <a:pt x="10657" y="19381"/>
                    <a:pt x="10668" y="19321"/>
                  </a:cubicBezTo>
                  <a:cubicBezTo>
                    <a:pt x="10668" y="19285"/>
                    <a:pt x="10668" y="19250"/>
                    <a:pt x="10668" y="19214"/>
                  </a:cubicBezTo>
                  <a:cubicBezTo>
                    <a:pt x="10668" y="19202"/>
                    <a:pt x="10668" y="19202"/>
                    <a:pt x="10668" y="19202"/>
                  </a:cubicBezTo>
                  <a:cubicBezTo>
                    <a:pt x="11026" y="19166"/>
                    <a:pt x="11383" y="19107"/>
                    <a:pt x="11740" y="19035"/>
                  </a:cubicBezTo>
                  <a:cubicBezTo>
                    <a:pt x="11859" y="19654"/>
                    <a:pt x="12026" y="20250"/>
                    <a:pt x="12240" y="20833"/>
                  </a:cubicBezTo>
                  <a:cubicBezTo>
                    <a:pt x="12279" y="20947"/>
                    <a:pt x="12370" y="20994"/>
                    <a:pt x="12463" y="20994"/>
                  </a:cubicBezTo>
                  <a:cubicBezTo>
                    <a:pt x="12623" y="20994"/>
                    <a:pt x="12792" y="20851"/>
                    <a:pt x="12716" y="20655"/>
                  </a:cubicBezTo>
                  <a:cubicBezTo>
                    <a:pt x="12514" y="20095"/>
                    <a:pt x="12347" y="19512"/>
                    <a:pt x="12240" y="18928"/>
                  </a:cubicBezTo>
                  <a:cubicBezTo>
                    <a:pt x="12645" y="18821"/>
                    <a:pt x="13050" y="18702"/>
                    <a:pt x="13443" y="18559"/>
                  </a:cubicBezTo>
                  <a:cubicBezTo>
                    <a:pt x="13538" y="18857"/>
                    <a:pt x="13633" y="19166"/>
                    <a:pt x="13716" y="19476"/>
                  </a:cubicBezTo>
                  <a:cubicBezTo>
                    <a:pt x="13745" y="19579"/>
                    <a:pt x="13862" y="19645"/>
                    <a:pt x="13968" y="19645"/>
                  </a:cubicBezTo>
                  <a:cubicBezTo>
                    <a:pt x="13997" y="19645"/>
                    <a:pt x="14025" y="19641"/>
                    <a:pt x="14050" y="19631"/>
                  </a:cubicBezTo>
                  <a:cubicBezTo>
                    <a:pt x="14181" y="19571"/>
                    <a:pt x="14240" y="19440"/>
                    <a:pt x="14205" y="19297"/>
                  </a:cubicBezTo>
                  <a:cubicBezTo>
                    <a:pt x="14109" y="18988"/>
                    <a:pt x="14014" y="18678"/>
                    <a:pt x="13919" y="18369"/>
                  </a:cubicBezTo>
                  <a:cubicBezTo>
                    <a:pt x="14228" y="18238"/>
                    <a:pt x="14514" y="18095"/>
                    <a:pt x="14812" y="17940"/>
                  </a:cubicBezTo>
                  <a:cubicBezTo>
                    <a:pt x="14943" y="18273"/>
                    <a:pt x="15086" y="18607"/>
                    <a:pt x="15229" y="18940"/>
                  </a:cubicBezTo>
                  <a:cubicBezTo>
                    <a:pt x="15265" y="19032"/>
                    <a:pt x="15359" y="19103"/>
                    <a:pt x="15460" y="19103"/>
                  </a:cubicBezTo>
                  <a:cubicBezTo>
                    <a:pt x="15490" y="19103"/>
                    <a:pt x="15520" y="19097"/>
                    <a:pt x="15550" y="19083"/>
                  </a:cubicBezTo>
                  <a:cubicBezTo>
                    <a:pt x="15681" y="19035"/>
                    <a:pt x="15764" y="18892"/>
                    <a:pt x="15705" y="18761"/>
                  </a:cubicBezTo>
                  <a:cubicBezTo>
                    <a:pt x="15562" y="18404"/>
                    <a:pt x="15407" y="18047"/>
                    <a:pt x="15264" y="17702"/>
                  </a:cubicBezTo>
                  <a:cubicBezTo>
                    <a:pt x="15610" y="17499"/>
                    <a:pt x="15943" y="17285"/>
                    <a:pt x="16264" y="17059"/>
                  </a:cubicBezTo>
                  <a:cubicBezTo>
                    <a:pt x="16503" y="17416"/>
                    <a:pt x="16729" y="17773"/>
                    <a:pt x="16943" y="18154"/>
                  </a:cubicBezTo>
                  <a:cubicBezTo>
                    <a:pt x="16979" y="18226"/>
                    <a:pt x="17062" y="18263"/>
                    <a:pt x="17146" y="18263"/>
                  </a:cubicBezTo>
                  <a:cubicBezTo>
                    <a:pt x="17202" y="18263"/>
                    <a:pt x="17258" y="18247"/>
                    <a:pt x="17300" y="18214"/>
                  </a:cubicBezTo>
                  <a:cubicBezTo>
                    <a:pt x="17419" y="18119"/>
                    <a:pt x="17431" y="17988"/>
                    <a:pt x="17360" y="17857"/>
                  </a:cubicBezTo>
                  <a:cubicBezTo>
                    <a:pt x="17145" y="17476"/>
                    <a:pt x="16919" y="17118"/>
                    <a:pt x="16681" y="16749"/>
                  </a:cubicBezTo>
                  <a:cubicBezTo>
                    <a:pt x="16931" y="16559"/>
                    <a:pt x="17193" y="16345"/>
                    <a:pt x="17431" y="16130"/>
                  </a:cubicBezTo>
                  <a:cubicBezTo>
                    <a:pt x="17669" y="16404"/>
                    <a:pt x="17919" y="16666"/>
                    <a:pt x="18158" y="16940"/>
                  </a:cubicBezTo>
                  <a:cubicBezTo>
                    <a:pt x="18205" y="16987"/>
                    <a:pt x="18253" y="17023"/>
                    <a:pt x="18324" y="17047"/>
                  </a:cubicBezTo>
                  <a:cubicBezTo>
                    <a:pt x="18335" y="17049"/>
                    <a:pt x="18346" y="17050"/>
                    <a:pt x="18358" y="17050"/>
                  </a:cubicBezTo>
                  <a:cubicBezTo>
                    <a:pt x="18412" y="17050"/>
                    <a:pt x="18476" y="17029"/>
                    <a:pt x="18515" y="16999"/>
                  </a:cubicBezTo>
                  <a:cubicBezTo>
                    <a:pt x="18610" y="16928"/>
                    <a:pt x="18669" y="16749"/>
                    <a:pt x="18574" y="16642"/>
                  </a:cubicBezTo>
                  <a:cubicBezTo>
                    <a:pt x="18324" y="16356"/>
                    <a:pt x="18062" y="16071"/>
                    <a:pt x="17800" y="15785"/>
                  </a:cubicBezTo>
                  <a:cubicBezTo>
                    <a:pt x="18062" y="15547"/>
                    <a:pt x="18300" y="15297"/>
                    <a:pt x="18539" y="15035"/>
                  </a:cubicBezTo>
                  <a:lnTo>
                    <a:pt x="19586" y="15713"/>
                  </a:lnTo>
                  <a:cubicBezTo>
                    <a:pt x="19636" y="15753"/>
                    <a:pt x="19677" y="15776"/>
                    <a:pt x="19730" y="15776"/>
                  </a:cubicBezTo>
                  <a:cubicBezTo>
                    <a:pt x="19741" y="15776"/>
                    <a:pt x="19753" y="15775"/>
                    <a:pt x="19765" y="15773"/>
                  </a:cubicBezTo>
                  <a:cubicBezTo>
                    <a:pt x="19836" y="15773"/>
                    <a:pt x="19908" y="15737"/>
                    <a:pt x="19943" y="15690"/>
                  </a:cubicBezTo>
                  <a:cubicBezTo>
                    <a:pt x="20015" y="15583"/>
                    <a:pt x="20027" y="15404"/>
                    <a:pt x="19908" y="15321"/>
                  </a:cubicBezTo>
                  <a:cubicBezTo>
                    <a:pt x="19562" y="15094"/>
                    <a:pt x="19217" y="14868"/>
                    <a:pt x="18860" y="14642"/>
                  </a:cubicBezTo>
                  <a:cubicBezTo>
                    <a:pt x="19003" y="14475"/>
                    <a:pt x="19146" y="14297"/>
                    <a:pt x="19277" y="14118"/>
                  </a:cubicBezTo>
                  <a:cubicBezTo>
                    <a:pt x="19408" y="13928"/>
                    <a:pt x="19551" y="13725"/>
                    <a:pt x="19682" y="13523"/>
                  </a:cubicBezTo>
                  <a:cubicBezTo>
                    <a:pt x="20074" y="13713"/>
                    <a:pt x="20491" y="13856"/>
                    <a:pt x="20920" y="13951"/>
                  </a:cubicBezTo>
                  <a:cubicBezTo>
                    <a:pt x="20937" y="13956"/>
                    <a:pt x="20955" y="13958"/>
                    <a:pt x="20972" y="13958"/>
                  </a:cubicBezTo>
                  <a:cubicBezTo>
                    <a:pt x="21086" y="13958"/>
                    <a:pt x="21197" y="13863"/>
                    <a:pt x="21217" y="13749"/>
                  </a:cubicBezTo>
                  <a:cubicBezTo>
                    <a:pt x="21229" y="13606"/>
                    <a:pt x="21146" y="13487"/>
                    <a:pt x="21003" y="13451"/>
                  </a:cubicBezTo>
                  <a:cubicBezTo>
                    <a:pt x="20896" y="13428"/>
                    <a:pt x="20789" y="13392"/>
                    <a:pt x="20682" y="13368"/>
                  </a:cubicBezTo>
                  <a:cubicBezTo>
                    <a:pt x="20658" y="13356"/>
                    <a:pt x="20622" y="13344"/>
                    <a:pt x="20598" y="13332"/>
                  </a:cubicBezTo>
                  <a:lnTo>
                    <a:pt x="20574" y="13332"/>
                  </a:lnTo>
                  <a:cubicBezTo>
                    <a:pt x="20515" y="13308"/>
                    <a:pt x="20467" y="13297"/>
                    <a:pt x="20408" y="13273"/>
                  </a:cubicBezTo>
                  <a:cubicBezTo>
                    <a:pt x="20253" y="13225"/>
                    <a:pt x="20098" y="13154"/>
                    <a:pt x="19955" y="13082"/>
                  </a:cubicBezTo>
                  <a:cubicBezTo>
                    <a:pt x="20134" y="12785"/>
                    <a:pt x="20301" y="12463"/>
                    <a:pt x="20467" y="12142"/>
                  </a:cubicBezTo>
                  <a:cubicBezTo>
                    <a:pt x="20825" y="12273"/>
                    <a:pt x="21182" y="12439"/>
                    <a:pt x="21527" y="12618"/>
                  </a:cubicBezTo>
                  <a:cubicBezTo>
                    <a:pt x="21559" y="12634"/>
                    <a:pt x="21594" y="12641"/>
                    <a:pt x="21630" y="12641"/>
                  </a:cubicBezTo>
                  <a:cubicBezTo>
                    <a:pt x="21728" y="12641"/>
                    <a:pt x="21829" y="12586"/>
                    <a:pt x="21872" y="12499"/>
                  </a:cubicBezTo>
                  <a:cubicBezTo>
                    <a:pt x="21920" y="12368"/>
                    <a:pt x="21872" y="12225"/>
                    <a:pt x="21741" y="12154"/>
                  </a:cubicBezTo>
                  <a:cubicBezTo>
                    <a:pt x="21396" y="11975"/>
                    <a:pt x="21051" y="11808"/>
                    <a:pt x="20682" y="11677"/>
                  </a:cubicBezTo>
                  <a:cubicBezTo>
                    <a:pt x="20789" y="11415"/>
                    <a:pt x="20896" y="11165"/>
                    <a:pt x="20991" y="10903"/>
                  </a:cubicBezTo>
                  <a:cubicBezTo>
                    <a:pt x="21634" y="11106"/>
                    <a:pt x="22301" y="11261"/>
                    <a:pt x="22980" y="11356"/>
                  </a:cubicBezTo>
                  <a:cubicBezTo>
                    <a:pt x="22989" y="11357"/>
                    <a:pt x="22998" y="11357"/>
                    <a:pt x="23006" y="11357"/>
                  </a:cubicBezTo>
                  <a:cubicBezTo>
                    <a:pt x="23139" y="11357"/>
                    <a:pt x="23255" y="11275"/>
                    <a:pt x="23277" y="11142"/>
                  </a:cubicBezTo>
                  <a:cubicBezTo>
                    <a:pt x="23301" y="11011"/>
                    <a:pt x="23206" y="10868"/>
                    <a:pt x="23075" y="10844"/>
                  </a:cubicBezTo>
                  <a:cubicBezTo>
                    <a:pt x="22420" y="10761"/>
                    <a:pt x="21789" y="10618"/>
                    <a:pt x="21158" y="10415"/>
                  </a:cubicBezTo>
                  <a:cubicBezTo>
                    <a:pt x="21265" y="10106"/>
                    <a:pt x="21348" y="9784"/>
                    <a:pt x="21432" y="9463"/>
                  </a:cubicBezTo>
                  <a:cubicBezTo>
                    <a:pt x="21729" y="9594"/>
                    <a:pt x="22051" y="9677"/>
                    <a:pt x="22372" y="9713"/>
                  </a:cubicBezTo>
                  <a:cubicBezTo>
                    <a:pt x="22382" y="9714"/>
                    <a:pt x="22391" y="9714"/>
                    <a:pt x="22401" y="9714"/>
                  </a:cubicBezTo>
                  <a:cubicBezTo>
                    <a:pt x="22525" y="9714"/>
                    <a:pt x="22659" y="9643"/>
                    <a:pt x="22670" y="9510"/>
                  </a:cubicBezTo>
                  <a:cubicBezTo>
                    <a:pt x="22694" y="9379"/>
                    <a:pt x="22610" y="9225"/>
                    <a:pt x="22468" y="9213"/>
                  </a:cubicBezTo>
                  <a:cubicBezTo>
                    <a:pt x="22277" y="9189"/>
                    <a:pt x="22075" y="9165"/>
                    <a:pt x="21896" y="9094"/>
                  </a:cubicBezTo>
                  <a:lnTo>
                    <a:pt x="21896" y="9094"/>
                  </a:lnTo>
                  <a:cubicBezTo>
                    <a:pt x="21915" y="9101"/>
                    <a:pt x="21920" y="9104"/>
                    <a:pt x="21919" y="9104"/>
                  </a:cubicBezTo>
                  <a:cubicBezTo>
                    <a:pt x="21917" y="9104"/>
                    <a:pt x="21880" y="9090"/>
                    <a:pt x="21872" y="9082"/>
                  </a:cubicBezTo>
                  <a:cubicBezTo>
                    <a:pt x="21848" y="9082"/>
                    <a:pt x="21825" y="9070"/>
                    <a:pt x="21801" y="9058"/>
                  </a:cubicBezTo>
                  <a:cubicBezTo>
                    <a:pt x="21753" y="9046"/>
                    <a:pt x="21717" y="9022"/>
                    <a:pt x="21670" y="9010"/>
                  </a:cubicBezTo>
                  <a:cubicBezTo>
                    <a:pt x="21622" y="8986"/>
                    <a:pt x="21587" y="8963"/>
                    <a:pt x="21539" y="8939"/>
                  </a:cubicBezTo>
                  <a:cubicBezTo>
                    <a:pt x="21598" y="8629"/>
                    <a:pt x="21646" y="8320"/>
                    <a:pt x="21670" y="8010"/>
                  </a:cubicBezTo>
                  <a:cubicBezTo>
                    <a:pt x="21782" y="8015"/>
                    <a:pt x="21895" y="8017"/>
                    <a:pt x="22007" y="8017"/>
                  </a:cubicBezTo>
                  <a:cubicBezTo>
                    <a:pt x="22478" y="8017"/>
                    <a:pt x="22947" y="7975"/>
                    <a:pt x="23408" y="7879"/>
                  </a:cubicBezTo>
                  <a:cubicBezTo>
                    <a:pt x="23539" y="7843"/>
                    <a:pt x="23646" y="7748"/>
                    <a:pt x="23634" y="7605"/>
                  </a:cubicBezTo>
                  <a:cubicBezTo>
                    <a:pt x="23623" y="7485"/>
                    <a:pt x="23512" y="7364"/>
                    <a:pt x="23392" y="7364"/>
                  </a:cubicBezTo>
                  <a:cubicBezTo>
                    <a:pt x="23382" y="7364"/>
                    <a:pt x="23371" y="7365"/>
                    <a:pt x="23361" y="7367"/>
                  </a:cubicBezTo>
                  <a:cubicBezTo>
                    <a:pt x="22941" y="7460"/>
                    <a:pt x="22508" y="7510"/>
                    <a:pt x="22071" y="7510"/>
                  </a:cubicBezTo>
                  <a:cubicBezTo>
                    <a:pt x="21949" y="7510"/>
                    <a:pt x="21827" y="7506"/>
                    <a:pt x="21706" y="7498"/>
                  </a:cubicBezTo>
                  <a:cubicBezTo>
                    <a:pt x="21729" y="7177"/>
                    <a:pt x="21729" y="6855"/>
                    <a:pt x="21706" y="6534"/>
                  </a:cubicBezTo>
                  <a:lnTo>
                    <a:pt x="21706" y="6534"/>
                  </a:lnTo>
                  <a:cubicBezTo>
                    <a:pt x="21863" y="6556"/>
                    <a:pt x="22020" y="6568"/>
                    <a:pt x="22177" y="6568"/>
                  </a:cubicBezTo>
                  <a:cubicBezTo>
                    <a:pt x="22351" y="6568"/>
                    <a:pt x="22524" y="6553"/>
                    <a:pt x="22694" y="6522"/>
                  </a:cubicBezTo>
                  <a:cubicBezTo>
                    <a:pt x="22825" y="6486"/>
                    <a:pt x="22944" y="6391"/>
                    <a:pt x="22920" y="6236"/>
                  </a:cubicBezTo>
                  <a:cubicBezTo>
                    <a:pt x="22909" y="6130"/>
                    <a:pt x="22813" y="6004"/>
                    <a:pt x="22691" y="6004"/>
                  </a:cubicBezTo>
                  <a:cubicBezTo>
                    <a:pt x="22676" y="6004"/>
                    <a:pt x="22661" y="6006"/>
                    <a:pt x="22646" y="6010"/>
                  </a:cubicBezTo>
                  <a:cubicBezTo>
                    <a:pt x="22456" y="6046"/>
                    <a:pt x="22253" y="6058"/>
                    <a:pt x="22051" y="6058"/>
                  </a:cubicBezTo>
                  <a:lnTo>
                    <a:pt x="22015" y="6058"/>
                  </a:lnTo>
                  <a:cubicBezTo>
                    <a:pt x="22003" y="6058"/>
                    <a:pt x="21979" y="6046"/>
                    <a:pt x="21956" y="6046"/>
                  </a:cubicBezTo>
                  <a:cubicBezTo>
                    <a:pt x="21908" y="6046"/>
                    <a:pt x="21860" y="6034"/>
                    <a:pt x="21813" y="6034"/>
                  </a:cubicBezTo>
                  <a:cubicBezTo>
                    <a:pt x="21753" y="6022"/>
                    <a:pt x="21706" y="6010"/>
                    <a:pt x="21658" y="5998"/>
                  </a:cubicBezTo>
                  <a:cubicBezTo>
                    <a:pt x="21634" y="5748"/>
                    <a:pt x="21587" y="5498"/>
                    <a:pt x="21527" y="5248"/>
                  </a:cubicBezTo>
                  <a:cubicBezTo>
                    <a:pt x="21563" y="5248"/>
                    <a:pt x="21587" y="5248"/>
                    <a:pt x="21610" y="5236"/>
                  </a:cubicBezTo>
                  <a:cubicBezTo>
                    <a:pt x="22122" y="5069"/>
                    <a:pt x="22634" y="4903"/>
                    <a:pt x="23146" y="4760"/>
                  </a:cubicBezTo>
                  <a:cubicBezTo>
                    <a:pt x="23277" y="4724"/>
                    <a:pt x="23349" y="4557"/>
                    <a:pt x="23301" y="4426"/>
                  </a:cubicBezTo>
                  <a:cubicBezTo>
                    <a:pt x="23254" y="4323"/>
                    <a:pt x="23163" y="4272"/>
                    <a:pt x="23057" y="4272"/>
                  </a:cubicBezTo>
                  <a:cubicBezTo>
                    <a:pt x="23028" y="4272"/>
                    <a:pt x="22998" y="4276"/>
                    <a:pt x="22968" y="4284"/>
                  </a:cubicBezTo>
                  <a:cubicBezTo>
                    <a:pt x="22456" y="4426"/>
                    <a:pt x="21944" y="4581"/>
                    <a:pt x="21432" y="4760"/>
                  </a:cubicBezTo>
                  <a:cubicBezTo>
                    <a:pt x="21432" y="4760"/>
                    <a:pt x="21420" y="4772"/>
                    <a:pt x="21408" y="4772"/>
                  </a:cubicBezTo>
                  <a:cubicBezTo>
                    <a:pt x="21336" y="4522"/>
                    <a:pt x="21253" y="4272"/>
                    <a:pt x="21158" y="4033"/>
                  </a:cubicBezTo>
                  <a:cubicBezTo>
                    <a:pt x="21170" y="4033"/>
                    <a:pt x="21182" y="4033"/>
                    <a:pt x="21206" y="4022"/>
                  </a:cubicBezTo>
                  <a:cubicBezTo>
                    <a:pt x="21503" y="3926"/>
                    <a:pt x="21777" y="3772"/>
                    <a:pt x="22039" y="3581"/>
                  </a:cubicBezTo>
                  <a:cubicBezTo>
                    <a:pt x="22146" y="3510"/>
                    <a:pt x="22182" y="3343"/>
                    <a:pt x="22098" y="3236"/>
                  </a:cubicBezTo>
                  <a:cubicBezTo>
                    <a:pt x="22044" y="3166"/>
                    <a:pt x="21955" y="3122"/>
                    <a:pt x="21870" y="3122"/>
                  </a:cubicBezTo>
                  <a:cubicBezTo>
                    <a:pt x="21824" y="3122"/>
                    <a:pt x="21779" y="3135"/>
                    <a:pt x="21741" y="3164"/>
                  </a:cubicBezTo>
                  <a:cubicBezTo>
                    <a:pt x="21634" y="3248"/>
                    <a:pt x="21515" y="3319"/>
                    <a:pt x="21396" y="3391"/>
                  </a:cubicBezTo>
                  <a:cubicBezTo>
                    <a:pt x="21277" y="3450"/>
                    <a:pt x="21146" y="3498"/>
                    <a:pt x="21027" y="3545"/>
                  </a:cubicBezTo>
                  <a:cubicBezTo>
                    <a:pt x="21003" y="3557"/>
                    <a:pt x="20979" y="3569"/>
                    <a:pt x="20955" y="3593"/>
                  </a:cubicBezTo>
                  <a:cubicBezTo>
                    <a:pt x="20836" y="3331"/>
                    <a:pt x="20694" y="3093"/>
                    <a:pt x="20527" y="2855"/>
                  </a:cubicBezTo>
                  <a:cubicBezTo>
                    <a:pt x="20860" y="2640"/>
                    <a:pt x="21182" y="2402"/>
                    <a:pt x="21467" y="2128"/>
                  </a:cubicBezTo>
                  <a:cubicBezTo>
                    <a:pt x="21515" y="2081"/>
                    <a:pt x="21563" y="2045"/>
                    <a:pt x="21575" y="1974"/>
                  </a:cubicBezTo>
                  <a:cubicBezTo>
                    <a:pt x="21587" y="1902"/>
                    <a:pt x="21563" y="1831"/>
                    <a:pt x="21527" y="1771"/>
                  </a:cubicBezTo>
                  <a:cubicBezTo>
                    <a:pt x="21481" y="1710"/>
                    <a:pt x="21391" y="1664"/>
                    <a:pt x="21304" y="1664"/>
                  </a:cubicBezTo>
                  <a:cubicBezTo>
                    <a:pt x="21255" y="1664"/>
                    <a:pt x="21208" y="1678"/>
                    <a:pt x="21170" y="1712"/>
                  </a:cubicBezTo>
                  <a:cubicBezTo>
                    <a:pt x="20884" y="1986"/>
                    <a:pt x="20563" y="2224"/>
                    <a:pt x="20229" y="2438"/>
                  </a:cubicBezTo>
                  <a:cubicBezTo>
                    <a:pt x="20229" y="2426"/>
                    <a:pt x="20229" y="2426"/>
                    <a:pt x="20217" y="2426"/>
                  </a:cubicBezTo>
                  <a:cubicBezTo>
                    <a:pt x="20051" y="2200"/>
                    <a:pt x="19848" y="1986"/>
                    <a:pt x="19646" y="1795"/>
                  </a:cubicBezTo>
                  <a:cubicBezTo>
                    <a:pt x="19658" y="1783"/>
                    <a:pt x="19682" y="1771"/>
                    <a:pt x="19682" y="1759"/>
                  </a:cubicBezTo>
                  <a:cubicBezTo>
                    <a:pt x="19991" y="1331"/>
                    <a:pt x="20241" y="866"/>
                    <a:pt x="20420" y="366"/>
                  </a:cubicBezTo>
                  <a:cubicBezTo>
                    <a:pt x="20467" y="235"/>
                    <a:pt x="20432" y="81"/>
                    <a:pt x="20301" y="21"/>
                  </a:cubicBezTo>
                  <a:cubicBezTo>
                    <a:pt x="20267" y="8"/>
                    <a:pt x="20229" y="1"/>
                    <a:pt x="20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5"/>
            <p:cNvSpPr/>
            <p:nvPr/>
          </p:nvSpPr>
          <p:spPr>
            <a:xfrm>
              <a:off x="11007025" y="4368200"/>
              <a:ext cx="16975" cy="37850"/>
            </a:xfrm>
            <a:custGeom>
              <a:rect b="b" l="l" r="r" t="t"/>
              <a:pathLst>
                <a:path extrusionOk="0" h="1514" w="679">
                  <a:moveTo>
                    <a:pt x="260" y="1"/>
                  </a:moveTo>
                  <a:cubicBezTo>
                    <a:pt x="253" y="1"/>
                    <a:pt x="246" y="1"/>
                    <a:pt x="238" y="2"/>
                  </a:cubicBezTo>
                  <a:cubicBezTo>
                    <a:pt x="107" y="25"/>
                    <a:pt x="0" y="133"/>
                    <a:pt x="12" y="275"/>
                  </a:cubicBezTo>
                  <a:cubicBezTo>
                    <a:pt x="36" y="609"/>
                    <a:pt x="84" y="942"/>
                    <a:pt x="143" y="1276"/>
                  </a:cubicBezTo>
                  <a:cubicBezTo>
                    <a:pt x="155" y="1347"/>
                    <a:pt x="179" y="1406"/>
                    <a:pt x="238" y="1454"/>
                  </a:cubicBezTo>
                  <a:cubicBezTo>
                    <a:pt x="286" y="1490"/>
                    <a:pt x="357" y="1514"/>
                    <a:pt x="429" y="1514"/>
                  </a:cubicBezTo>
                  <a:cubicBezTo>
                    <a:pt x="548" y="1490"/>
                    <a:pt x="679" y="1371"/>
                    <a:pt x="655" y="1228"/>
                  </a:cubicBezTo>
                  <a:cubicBezTo>
                    <a:pt x="596" y="906"/>
                    <a:pt x="548" y="573"/>
                    <a:pt x="524" y="240"/>
                  </a:cubicBezTo>
                  <a:cubicBezTo>
                    <a:pt x="513" y="104"/>
                    <a:pt x="394" y="1"/>
                    <a:pt x="26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5"/>
            <p:cNvSpPr/>
            <p:nvPr/>
          </p:nvSpPr>
          <p:spPr>
            <a:xfrm>
              <a:off x="11044825" y="4436050"/>
              <a:ext cx="111050" cy="98375"/>
            </a:xfrm>
            <a:custGeom>
              <a:rect b="b" l="l" r="r" t="t"/>
              <a:pathLst>
                <a:path extrusionOk="0" h="3935" w="4442">
                  <a:moveTo>
                    <a:pt x="2454" y="507"/>
                  </a:moveTo>
                  <a:cubicBezTo>
                    <a:pt x="2650" y="507"/>
                    <a:pt x="2846" y="552"/>
                    <a:pt x="3025" y="645"/>
                  </a:cubicBezTo>
                  <a:cubicBezTo>
                    <a:pt x="3560" y="919"/>
                    <a:pt x="3858" y="1526"/>
                    <a:pt x="3751" y="2121"/>
                  </a:cubicBezTo>
                  <a:cubicBezTo>
                    <a:pt x="3644" y="2764"/>
                    <a:pt x="3144" y="3264"/>
                    <a:pt x="2501" y="3384"/>
                  </a:cubicBezTo>
                  <a:cubicBezTo>
                    <a:pt x="2385" y="3408"/>
                    <a:pt x="2266" y="3421"/>
                    <a:pt x="2147" y="3421"/>
                  </a:cubicBezTo>
                  <a:cubicBezTo>
                    <a:pt x="1639" y="3421"/>
                    <a:pt x="1128" y="3196"/>
                    <a:pt x="858" y="2753"/>
                  </a:cubicBezTo>
                  <a:cubicBezTo>
                    <a:pt x="512" y="2157"/>
                    <a:pt x="810" y="1514"/>
                    <a:pt x="1250" y="1074"/>
                  </a:cubicBezTo>
                  <a:cubicBezTo>
                    <a:pt x="1262" y="1076"/>
                    <a:pt x="1274" y="1077"/>
                    <a:pt x="1285" y="1077"/>
                  </a:cubicBezTo>
                  <a:cubicBezTo>
                    <a:pt x="1345" y="1077"/>
                    <a:pt x="1403" y="1050"/>
                    <a:pt x="1453" y="990"/>
                  </a:cubicBezTo>
                  <a:cubicBezTo>
                    <a:pt x="1696" y="676"/>
                    <a:pt x="2075" y="507"/>
                    <a:pt x="2454" y="507"/>
                  </a:cubicBezTo>
                  <a:close/>
                  <a:moveTo>
                    <a:pt x="2454" y="1"/>
                  </a:moveTo>
                  <a:cubicBezTo>
                    <a:pt x="2078" y="1"/>
                    <a:pt x="1703" y="117"/>
                    <a:pt x="1393" y="347"/>
                  </a:cubicBezTo>
                  <a:cubicBezTo>
                    <a:pt x="1346" y="347"/>
                    <a:pt x="1310" y="359"/>
                    <a:pt x="1274" y="383"/>
                  </a:cubicBezTo>
                  <a:cubicBezTo>
                    <a:pt x="536" y="895"/>
                    <a:pt x="0" y="1776"/>
                    <a:pt x="286" y="2693"/>
                  </a:cubicBezTo>
                  <a:cubicBezTo>
                    <a:pt x="524" y="3486"/>
                    <a:pt x="1367" y="3935"/>
                    <a:pt x="2156" y="3935"/>
                  </a:cubicBezTo>
                  <a:cubicBezTo>
                    <a:pt x="2196" y="3935"/>
                    <a:pt x="2235" y="3934"/>
                    <a:pt x="2274" y="3931"/>
                  </a:cubicBezTo>
                  <a:cubicBezTo>
                    <a:pt x="3144" y="3884"/>
                    <a:pt x="3917" y="3324"/>
                    <a:pt x="4179" y="2502"/>
                  </a:cubicBezTo>
                  <a:cubicBezTo>
                    <a:pt x="4441" y="1717"/>
                    <a:pt x="4179" y="812"/>
                    <a:pt x="3489" y="324"/>
                  </a:cubicBezTo>
                  <a:cubicBezTo>
                    <a:pt x="3180" y="108"/>
                    <a:pt x="2816" y="1"/>
                    <a:pt x="245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5"/>
            <p:cNvSpPr/>
            <p:nvPr/>
          </p:nvSpPr>
          <p:spPr>
            <a:xfrm>
              <a:off x="10923975" y="4461525"/>
              <a:ext cx="73225" cy="184500"/>
            </a:xfrm>
            <a:custGeom>
              <a:rect b="b" l="l" r="r" t="t"/>
              <a:pathLst>
                <a:path extrusionOk="0" h="7380" w="2929">
                  <a:moveTo>
                    <a:pt x="1774" y="0"/>
                  </a:moveTo>
                  <a:cubicBezTo>
                    <a:pt x="1710" y="0"/>
                    <a:pt x="1646" y="30"/>
                    <a:pt x="1596" y="102"/>
                  </a:cubicBezTo>
                  <a:cubicBezTo>
                    <a:pt x="0" y="2365"/>
                    <a:pt x="346" y="5460"/>
                    <a:pt x="2405" y="7318"/>
                  </a:cubicBezTo>
                  <a:cubicBezTo>
                    <a:pt x="2456" y="7361"/>
                    <a:pt x="2510" y="7380"/>
                    <a:pt x="2561" y="7380"/>
                  </a:cubicBezTo>
                  <a:cubicBezTo>
                    <a:pt x="2763" y="7380"/>
                    <a:pt x="2929" y="7095"/>
                    <a:pt x="2739" y="6925"/>
                  </a:cubicBezTo>
                  <a:cubicBezTo>
                    <a:pt x="893" y="5270"/>
                    <a:pt x="560" y="2460"/>
                    <a:pt x="1989" y="436"/>
                  </a:cubicBezTo>
                  <a:cubicBezTo>
                    <a:pt x="2129" y="234"/>
                    <a:pt x="1953" y="0"/>
                    <a:pt x="17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5"/>
            <p:cNvSpPr/>
            <p:nvPr/>
          </p:nvSpPr>
          <p:spPr>
            <a:xfrm>
              <a:off x="11013900" y="4657775"/>
              <a:ext cx="130000" cy="36025"/>
            </a:xfrm>
            <a:custGeom>
              <a:rect b="b" l="l" r="r" t="t"/>
              <a:pathLst>
                <a:path extrusionOk="0" h="1441" w="5200">
                  <a:moveTo>
                    <a:pt x="392" y="0"/>
                  </a:moveTo>
                  <a:cubicBezTo>
                    <a:pt x="173" y="0"/>
                    <a:pt x="0" y="289"/>
                    <a:pt x="213" y="444"/>
                  </a:cubicBezTo>
                  <a:cubicBezTo>
                    <a:pt x="856" y="884"/>
                    <a:pt x="1595" y="1111"/>
                    <a:pt x="2357" y="1230"/>
                  </a:cubicBezTo>
                  <a:cubicBezTo>
                    <a:pt x="2963" y="1335"/>
                    <a:pt x="3609" y="1441"/>
                    <a:pt x="4236" y="1441"/>
                  </a:cubicBezTo>
                  <a:cubicBezTo>
                    <a:pt x="4458" y="1441"/>
                    <a:pt x="4678" y="1427"/>
                    <a:pt x="4893" y="1396"/>
                  </a:cubicBezTo>
                  <a:cubicBezTo>
                    <a:pt x="5200" y="1351"/>
                    <a:pt x="5181" y="881"/>
                    <a:pt x="4888" y="881"/>
                  </a:cubicBezTo>
                  <a:cubicBezTo>
                    <a:pt x="4874" y="881"/>
                    <a:pt x="4860" y="882"/>
                    <a:pt x="4845" y="884"/>
                  </a:cubicBezTo>
                  <a:cubicBezTo>
                    <a:pt x="4646" y="916"/>
                    <a:pt x="4442" y="929"/>
                    <a:pt x="4236" y="929"/>
                  </a:cubicBezTo>
                  <a:cubicBezTo>
                    <a:pt x="3668" y="929"/>
                    <a:pt x="3083" y="829"/>
                    <a:pt x="2523" y="741"/>
                  </a:cubicBezTo>
                  <a:cubicBezTo>
                    <a:pt x="1833" y="634"/>
                    <a:pt x="1130" y="456"/>
                    <a:pt x="547" y="51"/>
                  </a:cubicBezTo>
                  <a:cubicBezTo>
                    <a:pt x="496" y="15"/>
                    <a:pt x="443" y="0"/>
                    <a:pt x="39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5"/>
            <p:cNvSpPr/>
            <p:nvPr/>
          </p:nvSpPr>
          <p:spPr>
            <a:xfrm>
              <a:off x="11317550" y="4298075"/>
              <a:ext cx="69900" cy="200150"/>
            </a:xfrm>
            <a:custGeom>
              <a:rect b="b" l="l" r="r" t="t"/>
              <a:pathLst>
                <a:path extrusionOk="0" h="8006" w="2796">
                  <a:moveTo>
                    <a:pt x="360" y="0"/>
                  </a:moveTo>
                  <a:cubicBezTo>
                    <a:pt x="161" y="0"/>
                    <a:pt x="0" y="283"/>
                    <a:pt x="188" y="461"/>
                  </a:cubicBezTo>
                  <a:cubicBezTo>
                    <a:pt x="2236" y="2271"/>
                    <a:pt x="2260" y="5235"/>
                    <a:pt x="1379" y="7640"/>
                  </a:cubicBezTo>
                  <a:cubicBezTo>
                    <a:pt x="1308" y="7844"/>
                    <a:pt x="1484" y="8006"/>
                    <a:pt x="1643" y="8006"/>
                  </a:cubicBezTo>
                  <a:cubicBezTo>
                    <a:pt x="1727" y="8006"/>
                    <a:pt x="1806" y="7961"/>
                    <a:pt x="1843" y="7855"/>
                  </a:cubicBezTo>
                  <a:cubicBezTo>
                    <a:pt x="2795" y="5235"/>
                    <a:pt x="2748" y="2045"/>
                    <a:pt x="521" y="68"/>
                  </a:cubicBezTo>
                  <a:cubicBezTo>
                    <a:pt x="469" y="20"/>
                    <a:pt x="413" y="0"/>
                    <a:pt x="3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5"/>
            <p:cNvSpPr/>
            <p:nvPr/>
          </p:nvSpPr>
          <p:spPr>
            <a:xfrm>
              <a:off x="11299025" y="4510725"/>
              <a:ext cx="54800" cy="64900"/>
            </a:xfrm>
            <a:custGeom>
              <a:rect b="b" l="l" r="r" t="t"/>
              <a:pathLst>
                <a:path extrusionOk="0" h="2596" w="2192">
                  <a:moveTo>
                    <a:pt x="1846" y="0"/>
                  </a:moveTo>
                  <a:cubicBezTo>
                    <a:pt x="1761" y="0"/>
                    <a:pt x="1679" y="40"/>
                    <a:pt x="1631" y="135"/>
                  </a:cubicBezTo>
                  <a:cubicBezTo>
                    <a:pt x="1239" y="897"/>
                    <a:pt x="715" y="1587"/>
                    <a:pt x="96" y="2182"/>
                  </a:cubicBezTo>
                  <a:cubicBezTo>
                    <a:pt x="0" y="2278"/>
                    <a:pt x="36" y="2456"/>
                    <a:pt x="131" y="2540"/>
                  </a:cubicBezTo>
                  <a:cubicBezTo>
                    <a:pt x="175" y="2579"/>
                    <a:pt x="227" y="2596"/>
                    <a:pt x="279" y="2596"/>
                  </a:cubicBezTo>
                  <a:cubicBezTo>
                    <a:pt x="355" y="2596"/>
                    <a:pt x="432" y="2560"/>
                    <a:pt x="488" y="2504"/>
                  </a:cubicBezTo>
                  <a:cubicBezTo>
                    <a:pt x="1143" y="1885"/>
                    <a:pt x="1679" y="1159"/>
                    <a:pt x="2096" y="361"/>
                  </a:cubicBezTo>
                  <a:cubicBezTo>
                    <a:pt x="2191" y="162"/>
                    <a:pt x="2015" y="0"/>
                    <a:pt x="184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5"/>
            <p:cNvSpPr/>
            <p:nvPr/>
          </p:nvSpPr>
          <p:spPr>
            <a:xfrm>
              <a:off x="11097200" y="4579075"/>
              <a:ext cx="63725" cy="56050"/>
            </a:xfrm>
            <a:custGeom>
              <a:rect b="b" l="l" r="r" t="t"/>
              <a:pathLst>
                <a:path extrusionOk="0" h="2242" w="2549">
                  <a:moveTo>
                    <a:pt x="1299" y="508"/>
                  </a:moveTo>
                  <a:cubicBezTo>
                    <a:pt x="1299" y="508"/>
                    <a:pt x="1334" y="520"/>
                    <a:pt x="1334" y="520"/>
                  </a:cubicBezTo>
                  <a:lnTo>
                    <a:pt x="1382" y="520"/>
                  </a:lnTo>
                  <a:cubicBezTo>
                    <a:pt x="1430" y="532"/>
                    <a:pt x="1465" y="532"/>
                    <a:pt x="1513" y="544"/>
                  </a:cubicBezTo>
                  <a:cubicBezTo>
                    <a:pt x="1513" y="544"/>
                    <a:pt x="1513" y="544"/>
                    <a:pt x="1513" y="556"/>
                  </a:cubicBezTo>
                  <a:lnTo>
                    <a:pt x="1525" y="556"/>
                  </a:lnTo>
                  <a:cubicBezTo>
                    <a:pt x="1537" y="556"/>
                    <a:pt x="1561" y="568"/>
                    <a:pt x="1572" y="580"/>
                  </a:cubicBezTo>
                  <a:cubicBezTo>
                    <a:pt x="1596" y="580"/>
                    <a:pt x="1608" y="591"/>
                    <a:pt x="1632" y="603"/>
                  </a:cubicBezTo>
                  <a:cubicBezTo>
                    <a:pt x="1632" y="603"/>
                    <a:pt x="1656" y="615"/>
                    <a:pt x="1668" y="615"/>
                  </a:cubicBezTo>
                  <a:cubicBezTo>
                    <a:pt x="1692" y="639"/>
                    <a:pt x="1727" y="663"/>
                    <a:pt x="1751" y="687"/>
                  </a:cubicBezTo>
                  <a:cubicBezTo>
                    <a:pt x="1763" y="699"/>
                    <a:pt x="1775" y="711"/>
                    <a:pt x="1787" y="722"/>
                  </a:cubicBezTo>
                  <a:cubicBezTo>
                    <a:pt x="1799" y="734"/>
                    <a:pt x="1799" y="734"/>
                    <a:pt x="1811" y="746"/>
                  </a:cubicBezTo>
                  <a:cubicBezTo>
                    <a:pt x="1834" y="770"/>
                    <a:pt x="1846" y="806"/>
                    <a:pt x="1870" y="841"/>
                  </a:cubicBezTo>
                  <a:cubicBezTo>
                    <a:pt x="1870" y="841"/>
                    <a:pt x="1870" y="841"/>
                    <a:pt x="1870" y="853"/>
                  </a:cubicBezTo>
                  <a:cubicBezTo>
                    <a:pt x="1882" y="865"/>
                    <a:pt x="1894" y="889"/>
                    <a:pt x="1906" y="913"/>
                  </a:cubicBezTo>
                  <a:cubicBezTo>
                    <a:pt x="1906" y="937"/>
                    <a:pt x="1918" y="949"/>
                    <a:pt x="1918" y="972"/>
                  </a:cubicBezTo>
                  <a:cubicBezTo>
                    <a:pt x="1930" y="984"/>
                    <a:pt x="1930" y="984"/>
                    <a:pt x="1930" y="984"/>
                  </a:cubicBezTo>
                  <a:cubicBezTo>
                    <a:pt x="1930" y="1020"/>
                    <a:pt x="1942" y="1056"/>
                    <a:pt x="1942" y="1092"/>
                  </a:cubicBezTo>
                  <a:cubicBezTo>
                    <a:pt x="1942" y="1115"/>
                    <a:pt x="1942" y="1127"/>
                    <a:pt x="1942" y="1151"/>
                  </a:cubicBezTo>
                  <a:cubicBezTo>
                    <a:pt x="1942" y="1151"/>
                    <a:pt x="1942" y="1163"/>
                    <a:pt x="1942" y="1163"/>
                  </a:cubicBezTo>
                  <a:cubicBezTo>
                    <a:pt x="1942" y="1199"/>
                    <a:pt x="1930" y="1246"/>
                    <a:pt x="1930" y="1282"/>
                  </a:cubicBezTo>
                  <a:cubicBezTo>
                    <a:pt x="1918" y="1294"/>
                    <a:pt x="1918" y="1318"/>
                    <a:pt x="1918" y="1330"/>
                  </a:cubicBezTo>
                  <a:cubicBezTo>
                    <a:pt x="1906" y="1342"/>
                    <a:pt x="1906" y="1353"/>
                    <a:pt x="1906" y="1353"/>
                  </a:cubicBezTo>
                  <a:cubicBezTo>
                    <a:pt x="1894" y="1389"/>
                    <a:pt x="1870" y="1425"/>
                    <a:pt x="1858" y="1449"/>
                  </a:cubicBezTo>
                  <a:cubicBezTo>
                    <a:pt x="1858" y="1461"/>
                    <a:pt x="1858" y="1461"/>
                    <a:pt x="1858" y="1461"/>
                  </a:cubicBezTo>
                  <a:lnTo>
                    <a:pt x="1846" y="1461"/>
                  </a:lnTo>
                  <a:cubicBezTo>
                    <a:pt x="1834" y="1473"/>
                    <a:pt x="1822" y="1496"/>
                    <a:pt x="1811" y="1508"/>
                  </a:cubicBezTo>
                  <a:cubicBezTo>
                    <a:pt x="1811" y="1508"/>
                    <a:pt x="1799" y="1520"/>
                    <a:pt x="1787" y="1532"/>
                  </a:cubicBezTo>
                  <a:cubicBezTo>
                    <a:pt x="1775" y="1544"/>
                    <a:pt x="1751" y="1556"/>
                    <a:pt x="1739" y="1568"/>
                  </a:cubicBezTo>
                  <a:cubicBezTo>
                    <a:pt x="1715" y="1592"/>
                    <a:pt x="1692" y="1603"/>
                    <a:pt x="1668" y="1615"/>
                  </a:cubicBezTo>
                  <a:cubicBezTo>
                    <a:pt x="1668" y="1627"/>
                    <a:pt x="1656" y="1627"/>
                    <a:pt x="1656" y="1627"/>
                  </a:cubicBezTo>
                  <a:lnTo>
                    <a:pt x="1644" y="1627"/>
                  </a:lnTo>
                  <a:cubicBezTo>
                    <a:pt x="1608" y="1651"/>
                    <a:pt x="1561" y="1663"/>
                    <a:pt x="1525" y="1687"/>
                  </a:cubicBezTo>
                  <a:cubicBezTo>
                    <a:pt x="1501" y="1687"/>
                    <a:pt x="1477" y="1699"/>
                    <a:pt x="1465" y="1699"/>
                  </a:cubicBezTo>
                  <a:cubicBezTo>
                    <a:pt x="1465" y="1699"/>
                    <a:pt x="1430" y="1711"/>
                    <a:pt x="1418" y="1711"/>
                  </a:cubicBezTo>
                  <a:cubicBezTo>
                    <a:pt x="1406" y="1711"/>
                    <a:pt x="1370" y="1723"/>
                    <a:pt x="1382" y="1723"/>
                  </a:cubicBezTo>
                  <a:cubicBezTo>
                    <a:pt x="1346" y="1723"/>
                    <a:pt x="1322" y="1723"/>
                    <a:pt x="1299" y="1734"/>
                  </a:cubicBezTo>
                  <a:lnTo>
                    <a:pt x="1132" y="1734"/>
                  </a:lnTo>
                  <a:cubicBezTo>
                    <a:pt x="1108" y="1723"/>
                    <a:pt x="1096" y="1723"/>
                    <a:pt x="1072" y="1723"/>
                  </a:cubicBezTo>
                  <a:cubicBezTo>
                    <a:pt x="1049" y="1711"/>
                    <a:pt x="1025" y="1711"/>
                    <a:pt x="1013" y="1711"/>
                  </a:cubicBezTo>
                  <a:cubicBezTo>
                    <a:pt x="1013" y="1711"/>
                    <a:pt x="977" y="1699"/>
                    <a:pt x="965" y="1699"/>
                  </a:cubicBezTo>
                  <a:cubicBezTo>
                    <a:pt x="953" y="1687"/>
                    <a:pt x="918" y="1675"/>
                    <a:pt x="930" y="1675"/>
                  </a:cubicBezTo>
                  <a:cubicBezTo>
                    <a:pt x="906" y="1663"/>
                    <a:pt x="870" y="1651"/>
                    <a:pt x="846" y="1639"/>
                  </a:cubicBezTo>
                  <a:cubicBezTo>
                    <a:pt x="846" y="1639"/>
                    <a:pt x="822" y="1627"/>
                    <a:pt x="822" y="1627"/>
                  </a:cubicBezTo>
                  <a:cubicBezTo>
                    <a:pt x="799" y="1615"/>
                    <a:pt x="787" y="1603"/>
                    <a:pt x="775" y="1592"/>
                  </a:cubicBezTo>
                  <a:cubicBezTo>
                    <a:pt x="763" y="1580"/>
                    <a:pt x="739" y="1568"/>
                    <a:pt x="727" y="1544"/>
                  </a:cubicBezTo>
                  <a:lnTo>
                    <a:pt x="715" y="1544"/>
                  </a:lnTo>
                  <a:cubicBezTo>
                    <a:pt x="715" y="1532"/>
                    <a:pt x="715" y="1532"/>
                    <a:pt x="715" y="1532"/>
                  </a:cubicBezTo>
                  <a:cubicBezTo>
                    <a:pt x="691" y="1496"/>
                    <a:pt x="668" y="1461"/>
                    <a:pt x="644" y="1425"/>
                  </a:cubicBezTo>
                  <a:lnTo>
                    <a:pt x="632" y="1425"/>
                  </a:lnTo>
                  <a:cubicBezTo>
                    <a:pt x="632" y="1413"/>
                    <a:pt x="632" y="1413"/>
                    <a:pt x="632" y="1413"/>
                  </a:cubicBezTo>
                  <a:cubicBezTo>
                    <a:pt x="620" y="1377"/>
                    <a:pt x="608" y="1353"/>
                    <a:pt x="596" y="1330"/>
                  </a:cubicBezTo>
                  <a:cubicBezTo>
                    <a:pt x="549" y="1187"/>
                    <a:pt x="560" y="1032"/>
                    <a:pt x="620" y="889"/>
                  </a:cubicBezTo>
                  <a:cubicBezTo>
                    <a:pt x="632" y="877"/>
                    <a:pt x="644" y="853"/>
                    <a:pt x="656" y="841"/>
                  </a:cubicBezTo>
                  <a:cubicBezTo>
                    <a:pt x="656" y="830"/>
                    <a:pt x="668" y="818"/>
                    <a:pt x="679" y="806"/>
                  </a:cubicBezTo>
                  <a:cubicBezTo>
                    <a:pt x="691" y="794"/>
                    <a:pt x="703" y="782"/>
                    <a:pt x="703" y="770"/>
                  </a:cubicBezTo>
                  <a:cubicBezTo>
                    <a:pt x="715" y="758"/>
                    <a:pt x="751" y="722"/>
                    <a:pt x="751" y="722"/>
                  </a:cubicBezTo>
                  <a:cubicBezTo>
                    <a:pt x="787" y="687"/>
                    <a:pt x="822" y="663"/>
                    <a:pt x="858" y="639"/>
                  </a:cubicBezTo>
                  <a:lnTo>
                    <a:pt x="870" y="639"/>
                  </a:lnTo>
                  <a:cubicBezTo>
                    <a:pt x="894" y="627"/>
                    <a:pt x="918" y="615"/>
                    <a:pt x="953" y="603"/>
                  </a:cubicBezTo>
                  <a:cubicBezTo>
                    <a:pt x="977" y="591"/>
                    <a:pt x="1013" y="568"/>
                    <a:pt x="1037" y="544"/>
                  </a:cubicBezTo>
                  <a:lnTo>
                    <a:pt x="1049" y="544"/>
                  </a:lnTo>
                  <a:cubicBezTo>
                    <a:pt x="1049" y="544"/>
                    <a:pt x="1060" y="532"/>
                    <a:pt x="1084" y="532"/>
                  </a:cubicBezTo>
                  <a:cubicBezTo>
                    <a:pt x="1096" y="532"/>
                    <a:pt x="1120" y="520"/>
                    <a:pt x="1120" y="520"/>
                  </a:cubicBezTo>
                  <a:lnTo>
                    <a:pt x="1180" y="520"/>
                  </a:lnTo>
                  <a:cubicBezTo>
                    <a:pt x="1215" y="508"/>
                    <a:pt x="1251" y="508"/>
                    <a:pt x="1299" y="508"/>
                  </a:cubicBezTo>
                  <a:close/>
                  <a:moveTo>
                    <a:pt x="1271" y="1"/>
                  </a:moveTo>
                  <a:cubicBezTo>
                    <a:pt x="1069" y="1"/>
                    <a:pt x="867" y="47"/>
                    <a:pt x="691" y="139"/>
                  </a:cubicBezTo>
                  <a:cubicBezTo>
                    <a:pt x="656" y="151"/>
                    <a:pt x="632" y="175"/>
                    <a:pt x="608" y="199"/>
                  </a:cubicBezTo>
                  <a:cubicBezTo>
                    <a:pt x="239" y="413"/>
                    <a:pt x="1" y="841"/>
                    <a:pt x="60" y="1270"/>
                  </a:cubicBezTo>
                  <a:cubicBezTo>
                    <a:pt x="132" y="1782"/>
                    <a:pt x="549" y="2187"/>
                    <a:pt x="1072" y="2235"/>
                  </a:cubicBezTo>
                  <a:cubicBezTo>
                    <a:pt x="1119" y="2239"/>
                    <a:pt x="1166" y="2241"/>
                    <a:pt x="1213" y="2241"/>
                  </a:cubicBezTo>
                  <a:cubicBezTo>
                    <a:pt x="1664" y="2241"/>
                    <a:pt x="2142" y="2036"/>
                    <a:pt x="2346" y="1615"/>
                  </a:cubicBezTo>
                  <a:cubicBezTo>
                    <a:pt x="2549" y="1199"/>
                    <a:pt x="2454" y="675"/>
                    <a:pt x="2132" y="341"/>
                  </a:cubicBezTo>
                  <a:cubicBezTo>
                    <a:pt x="1913" y="115"/>
                    <a:pt x="1592" y="1"/>
                    <a:pt x="12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5"/>
            <p:cNvSpPr/>
            <p:nvPr/>
          </p:nvSpPr>
          <p:spPr>
            <a:xfrm>
              <a:off x="11042450" y="4343350"/>
              <a:ext cx="26800" cy="52900"/>
            </a:xfrm>
            <a:custGeom>
              <a:rect b="b" l="l" r="r" t="t"/>
              <a:pathLst>
                <a:path extrusionOk="0" h="2116" w="1072">
                  <a:moveTo>
                    <a:pt x="297" y="1"/>
                  </a:moveTo>
                  <a:cubicBezTo>
                    <a:pt x="270" y="1"/>
                    <a:pt x="242" y="7"/>
                    <a:pt x="214" y="19"/>
                  </a:cubicBezTo>
                  <a:cubicBezTo>
                    <a:pt x="95" y="67"/>
                    <a:pt x="0" y="222"/>
                    <a:pt x="60" y="353"/>
                  </a:cubicBezTo>
                  <a:cubicBezTo>
                    <a:pt x="179" y="603"/>
                    <a:pt x="286" y="853"/>
                    <a:pt x="369" y="1115"/>
                  </a:cubicBezTo>
                  <a:cubicBezTo>
                    <a:pt x="453" y="1388"/>
                    <a:pt x="500" y="1603"/>
                    <a:pt x="548" y="1877"/>
                  </a:cubicBezTo>
                  <a:cubicBezTo>
                    <a:pt x="559" y="2001"/>
                    <a:pt x="668" y="2116"/>
                    <a:pt x="802" y="2116"/>
                  </a:cubicBezTo>
                  <a:cubicBezTo>
                    <a:pt x="808" y="2116"/>
                    <a:pt x="815" y="2115"/>
                    <a:pt x="822" y="2115"/>
                  </a:cubicBezTo>
                  <a:cubicBezTo>
                    <a:pt x="953" y="2091"/>
                    <a:pt x="1072" y="1972"/>
                    <a:pt x="1060" y="1841"/>
                  </a:cubicBezTo>
                  <a:cubicBezTo>
                    <a:pt x="964" y="1257"/>
                    <a:pt x="798" y="698"/>
                    <a:pt x="536" y="174"/>
                  </a:cubicBezTo>
                  <a:cubicBezTo>
                    <a:pt x="489" y="80"/>
                    <a:pt x="397" y="1"/>
                    <a:pt x="29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5"/>
            <p:cNvSpPr/>
            <p:nvPr/>
          </p:nvSpPr>
          <p:spPr>
            <a:xfrm>
              <a:off x="11078450" y="4348500"/>
              <a:ext cx="25025" cy="37975"/>
            </a:xfrm>
            <a:custGeom>
              <a:rect b="b" l="l" r="r" t="t"/>
              <a:pathLst>
                <a:path extrusionOk="0" h="1519" w="1001">
                  <a:moveTo>
                    <a:pt x="277" y="1"/>
                  </a:moveTo>
                  <a:cubicBezTo>
                    <a:pt x="222" y="1"/>
                    <a:pt x="159" y="22"/>
                    <a:pt x="120" y="51"/>
                  </a:cubicBezTo>
                  <a:cubicBezTo>
                    <a:pt x="72" y="87"/>
                    <a:pt x="25" y="147"/>
                    <a:pt x="13" y="218"/>
                  </a:cubicBezTo>
                  <a:cubicBezTo>
                    <a:pt x="1" y="289"/>
                    <a:pt x="25" y="349"/>
                    <a:pt x="60" y="409"/>
                  </a:cubicBezTo>
                  <a:lnTo>
                    <a:pt x="96" y="468"/>
                  </a:lnTo>
                  <a:cubicBezTo>
                    <a:pt x="96" y="480"/>
                    <a:pt x="96" y="480"/>
                    <a:pt x="96" y="480"/>
                  </a:cubicBezTo>
                  <a:cubicBezTo>
                    <a:pt x="96" y="480"/>
                    <a:pt x="96" y="480"/>
                    <a:pt x="96" y="492"/>
                  </a:cubicBezTo>
                  <a:cubicBezTo>
                    <a:pt x="120" y="528"/>
                    <a:pt x="144" y="575"/>
                    <a:pt x="167" y="611"/>
                  </a:cubicBezTo>
                  <a:cubicBezTo>
                    <a:pt x="203" y="694"/>
                    <a:pt x="239" y="766"/>
                    <a:pt x="275" y="849"/>
                  </a:cubicBezTo>
                  <a:cubicBezTo>
                    <a:pt x="346" y="1016"/>
                    <a:pt x="406" y="1182"/>
                    <a:pt x="465" y="1349"/>
                  </a:cubicBezTo>
                  <a:cubicBezTo>
                    <a:pt x="503" y="1452"/>
                    <a:pt x="614" y="1519"/>
                    <a:pt x="718" y="1519"/>
                  </a:cubicBezTo>
                  <a:cubicBezTo>
                    <a:pt x="746" y="1519"/>
                    <a:pt x="773" y="1514"/>
                    <a:pt x="798" y="1504"/>
                  </a:cubicBezTo>
                  <a:cubicBezTo>
                    <a:pt x="929" y="1444"/>
                    <a:pt x="1001" y="1313"/>
                    <a:pt x="953" y="1171"/>
                  </a:cubicBezTo>
                  <a:cubicBezTo>
                    <a:pt x="822" y="801"/>
                    <a:pt x="667" y="456"/>
                    <a:pt x="477" y="111"/>
                  </a:cubicBezTo>
                  <a:cubicBezTo>
                    <a:pt x="441" y="63"/>
                    <a:pt x="370" y="16"/>
                    <a:pt x="310" y="4"/>
                  </a:cubicBezTo>
                  <a:cubicBezTo>
                    <a:pt x="300" y="2"/>
                    <a:pt x="288" y="1"/>
                    <a:pt x="2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5"/>
            <p:cNvSpPr/>
            <p:nvPr/>
          </p:nvSpPr>
          <p:spPr>
            <a:xfrm>
              <a:off x="11089775" y="4313700"/>
              <a:ext cx="38425" cy="53400"/>
            </a:xfrm>
            <a:custGeom>
              <a:rect b="b" l="l" r="r" t="t"/>
              <a:pathLst>
                <a:path extrusionOk="0" h="2136" w="1537">
                  <a:moveTo>
                    <a:pt x="288" y="1"/>
                  </a:moveTo>
                  <a:cubicBezTo>
                    <a:pt x="234" y="1"/>
                    <a:pt x="181" y="17"/>
                    <a:pt x="143" y="50"/>
                  </a:cubicBezTo>
                  <a:cubicBezTo>
                    <a:pt x="24" y="146"/>
                    <a:pt x="0" y="288"/>
                    <a:pt x="84" y="408"/>
                  </a:cubicBezTo>
                  <a:cubicBezTo>
                    <a:pt x="405" y="943"/>
                    <a:pt x="726" y="1491"/>
                    <a:pt x="1048" y="2027"/>
                  </a:cubicBezTo>
                  <a:cubicBezTo>
                    <a:pt x="1084" y="2098"/>
                    <a:pt x="1167" y="2136"/>
                    <a:pt x="1249" y="2136"/>
                  </a:cubicBezTo>
                  <a:cubicBezTo>
                    <a:pt x="1302" y="2136"/>
                    <a:pt x="1355" y="2119"/>
                    <a:pt x="1393" y="2086"/>
                  </a:cubicBezTo>
                  <a:cubicBezTo>
                    <a:pt x="1512" y="1991"/>
                    <a:pt x="1536" y="1848"/>
                    <a:pt x="1465" y="1729"/>
                  </a:cubicBezTo>
                  <a:cubicBezTo>
                    <a:pt x="1143" y="1193"/>
                    <a:pt x="822" y="646"/>
                    <a:pt x="500" y="110"/>
                  </a:cubicBezTo>
                  <a:cubicBezTo>
                    <a:pt x="457" y="38"/>
                    <a:pt x="371" y="1"/>
                    <a:pt x="2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5"/>
            <p:cNvSpPr/>
            <p:nvPr/>
          </p:nvSpPr>
          <p:spPr>
            <a:xfrm>
              <a:off x="11117150" y="4308350"/>
              <a:ext cx="38725" cy="29825"/>
            </a:xfrm>
            <a:custGeom>
              <a:rect b="b" l="l" r="r" t="t"/>
              <a:pathLst>
                <a:path extrusionOk="0" h="1193" w="1549">
                  <a:moveTo>
                    <a:pt x="299" y="0"/>
                  </a:moveTo>
                  <a:cubicBezTo>
                    <a:pt x="284" y="0"/>
                    <a:pt x="267" y="1"/>
                    <a:pt x="251" y="2"/>
                  </a:cubicBezTo>
                  <a:cubicBezTo>
                    <a:pt x="120" y="14"/>
                    <a:pt x="1" y="145"/>
                    <a:pt x="24" y="276"/>
                  </a:cubicBezTo>
                  <a:cubicBezTo>
                    <a:pt x="36" y="412"/>
                    <a:pt x="143" y="515"/>
                    <a:pt x="277" y="515"/>
                  </a:cubicBezTo>
                  <a:cubicBezTo>
                    <a:pt x="284" y="515"/>
                    <a:pt x="291" y="515"/>
                    <a:pt x="298" y="514"/>
                  </a:cubicBezTo>
                  <a:lnTo>
                    <a:pt x="322" y="514"/>
                  </a:lnTo>
                  <a:cubicBezTo>
                    <a:pt x="322" y="514"/>
                    <a:pt x="334" y="526"/>
                    <a:pt x="346" y="526"/>
                  </a:cubicBezTo>
                  <a:cubicBezTo>
                    <a:pt x="358" y="538"/>
                    <a:pt x="370" y="550"/>
                    <a:pt x="382" y="562"/>
                  </a:cubicBezTo>
                  <a:cubicBezTo>
                    <a:pt x="465" y="622"/>
                    <a:pt x="524" y="705"/>
                    <a:pt x="596" y="764"/>
                  </a:cubicBezTo>
                  <a:cubicBezTo>
                    <a:pt x="751" y="931"/>
                    <a:pt x="941" y="1062"/>
                    <a:pt x="1144" y="1169"/>
                  </a:cubicBezTo>
                  <a:cubicBezTo>
                    <a:pt x="1175" y="1185"/>
                    <a:pt x="1212" y="1193"/>
                    <a:pt x="1248" y="1193"/>
                  </a:cubicBezTo>
                  <a:cubicBezTo>
                    <a:pt x="1349" y="1193"/>
                    <a:pt x="1454" y="1137"/>
                    <a:pt x="1489" y="1050"/>
                  </a:cubicBezTo>
                  <a:cubicBezTo>
                    <a:pt x="1548" y="919"/>
                    <a:pt x="1501" y="776"/>
                    <a:pt x="1370" y="705"/>
                  </a:cubicBezTo>
                  <a:cubicBezTo>
                    <a:pt x="1322" y="681"/>
                    <a:pt x="1275" y="657"/>
                    <a:pt x="1227" y="622"/>
                  </a:cubicBezTo>
                  <a:cubicBezTo>
                    <a:pt x="1215" y="622"/>
                    <a:pt x="1203" y="610"/>
                    <a:pt x="1191" y="598"/>
                  </a:cubicBezTo>
                  <a:cubicBezTo>
                    <a:pt x="1167" y="586"/>
                    <a:pt x="1144" y="562"/>
                    <a:pt x="1120" y="550"/>
                  </a:cubicBezTo>
                  <a:cubicBezTo>
                    <a:pt x="1036" y="479"/>
                    <a:pt x="953" y="407"/>
                    <a:pt x="870" y="324"/>
                  </a:cubicBezTo>
                  <a:cubicBezTo>
                    <a:pt x="713" y="167"/>
                    <a:pt x="546" y="0"/>
                    <a:pt x="29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5"/>
            <p:cNvSpPr/>
            <p:nvPr/>
          </p:nvSpPr>
          <p:spPr>
            <a:xfrm>
              <a:off x="11132625" y="4261475"/>
              <a:ext cx="37525" cy="44075"/>
            </a:xfrm>
            <a:custGeom>
              <a:rect b="b" l="l" r="r" t="t"/>
              <a:pathLst>
                <a:path extrusionOk="0" h="1763" w="1501">
                  <a:moveTo>
                    <a:pt x="293" y="1"/>
                  </a:moveTo>
                  <a:cubicBezTo>
                    <a:pt x="246" y="1"/>
                    <a:pt x="198" y="14"/>
                    <a:pt x="155" y="44"/>
                  </a:cubicBezTo>
                  <a:cubicBezTo>
                    <a:pt x="60" y="127"/>
                    <a:pt x="1" y="294"/>
                    <a:pt x="96" y="401"/>
                  </a:cubicBezTo>
                  <a:cubicBezTo>
                    <a:pt x="441" y="794"/>
                    <a:pt x="739" y="1211"/>
                    <a:pt x="1013" y="1651"/>
                  </a:cubicBezTo>
                  <a:cubicBezTo>
                    <a:pt x="1050" y="1726"/>
                    <a:pt x="1138" y="1763"/>
                    <a:pt x="1223" y="1763"/>
                  </a:cubicBezTo>
                  <a:cubicBezTo>
                    <a:pt x="1273" y="1763"/>
                    <a:pt x="1322" y="1749"/>
                    <a:pt x="1358" y="1723"/>
                  </a:cubicBezTo>
                  <a:cubicBezTo>
                    <a:pt x="1477" y="1627"/>
                    <a:pt x="1501" y="1484"/>
                    <a:pt x="1429" y="1365"/>
                  </a:cubicBezTo>
                  <a:cubicBezTo>
                    <a:pt x="1156" y="913"/>
                    <a:pt x="858" y="496"/>
                    <a:pt x="513" y="103"/>
                  </a:cubicBezTo>
                  <a:cubicBezTo>
                    <a:pt x="459" y="42"/>
                    <a:pt x="377" y="1"/>
                    <a:pt x="2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5"/>
            <p:cNvSpPr/>
            <p:nvPr/>
          </p:nvSpPr>
          <p:spPr>
            <a:xfrm>
              <a:off x="11169250" y="4246650"/>
              <a:ext cx="26800" cy="30550"/>
            </a:xfrm>
            <a:custGeom>
              <a:rect b="b" l="l" r="r" t="t"/>
              <a:pathLst>
                <a:path extrusionOk="0" h="1222" w="1072">
                  <a:moveTo>
                    <a:pt x="275" y="1"/>
                  </a:moveTo>
                  <a:cubicBezTo>
                    <a:pt x="202" y="1"/>
                    <a:pt x="129" y="31"/>
                    <a:pt x="83" y="89"/>
                  </a:cubicBezTo>
                  <a:cubicBezTo>
                    <a:pt x="0" y="208"/>
                    <a:pt x="12" y="351"/>
                    <a:pt x="119" y="458"/>
                  </a:cubicBezTo>
                  <a:cubicBezTo>
                    <a:pt x="143" y="482"/>
                    <a:pt x="167" y="506"/>
                    <a:pt x="191" y="530"/>
                  </a:cubicBezTo>
                  <a:cubicBezTo>
                    <a:pt x="298" y="649"/>
                    <a:pt x="393" y="792"/>
                    <a:pt x="476" y="923"/>
                  </a:cubicBezTo>
                  <a:cubicBezTo>
                    <a:pt x="500" y="970"/>
                    <a:pt x="512" y="1006"/>
                    <a:pt x="536" y="1054"/>
                  </a:cubicBezTo>
                  <a:cubicBezTo>
                    <a:pt x="560" y="1113"/>
                    <a:pt x="607" y="1173"/>
                    <a:pt x="667" y="1196"/>
                  </a:cubicBezTo>
                  <a:cubicBezTo>
                    <a:pt x="704" y="1211"/>
                    <a:pt x="745" y="1221"/>
                    <a:pt x="785" y="1221"/>
                  </a:cubicBezTo>
                  <a:cubicBezTo>
                    <a:pt x="810" y="1221"/>
                    <a:pt x="835" y="1217"/>
                    <a:pt x="857" y="1208"/>
                  </a:cubicBezTo>
                  <a:cubicBezTo>
                    <a:pt x="988" y="1149"/>
                    <a:pt x="1072" y="1006"/>
                    <a:pt x="1012" y="875"/>
                  </a:cubicBezTo>
                  <a:cubicBezTo>
                    <a:pt x="881" y="565"/>
                    <a:pt x="691" y="292"/>
                    <a:pt x="441" y="65"/>
                  </a:cubicBezTo>
                  <a:cubicBezTo>
                    <a:pt x="397" y="22"/>
                    <a:pt x="336" y="1"/>
                    <a:pt x="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5"/>
            <p:cNvSpPr/>
            <p:nvPr/>
          </p:nvSpPr>
          <p:spPr>
            <a:xfrm>
              <a:off x="11203175" y="4209800"/>
              <a:ext cx="22050" cy="51325"/>
            </a:xfrm>
            <a:custGeom>
              <a:rect b="b" l="l" r="r" t="t"/>
              <a:pathLst>
                <a:path extrusionOk="0" h="2053" w="882">
                  <a:moveTo>
                    <a:pt x="268" y="1"/>
                  </a:moveTo>
                  <a:cubicBezTo>
                    <a:pt x="240" y="1"/>
                    <a:pt x="214" y="5"/>
                    <a:pt x="191" y="15"/>
                  </a:cubicBezTo>
                  <a:cubicBezTo>
                    <a:pt x="48" y="75"/>
                    <a:pt x="0" y="206"/>
                    <a:pt x="36" y="349"/>
                  </a:cubicBezTo>
                  <a:cubicBezTo>
                    <a:pt x="84" y="575"/>
                    <a:pt x="143" y="813"/>
                    <a:pt x="191" y="1063"/>
                  </a:cubicBezTo>
                  <a:cubicBezTo>
                    <a:pt x="239" y="1313"/>
                    <a:pt x="298" y="1563"/>
                    <a:pt x="346" y="1813"/>
                  </a:cubicBezTo>
                  <a:cubicBezTo>
                    <a:pt x="368" y="1938"/>
                    <a:pt x="467" y="2052"/>
                    <a:pt x="600" y="2052"/>
                  </a:cubicBezTo>
                  <a:cubicBezTo>
                    <a:pt x="606" y="2052"/>
                    <a:pt x="613" y="2052"/>
                    <a:pt x="620" y="2051"/>
                  </a:cubicBezTo>
                  <a:cubicBezTo>
                    <a:pt x="739" y="2027"/>
                    <a:pt x="882" y="1908"/>
                    <a:pt x="846" y="1777"/>
                  </a:cubicBezTo>
                  <a:cubicBezTo>
                    <a:pt x="751" y="1230"/>
                    <a:pt x="643" y="706"/>
                    <a:pt x="512" y="170"/>
                  </a:cubicBezTo>
                  <a:cubicBezTo>
                    <a:pt x="494" y="67"/>
                    <a:pt x="371" y="1"/>
                    <a:pt x="2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5"/>
            <p:cNvSpPr/>
            <p:nvPr/>
          </p:nvSpPr>
          <p:spPr>
            <a:xfrm>
              <a:off x="11254075" y="4194075"/>
              <a:ext cx="15500" cy="56325"/>
            </a:xfrm>
            <a:custGeom>
              <a:rect b="b" l="l" r="r" t="t"/>
              <a:pathLst>
                <a:path extrusionOk="0" h="2253" w="620">
                  <a:moveTo>
                    <a:pt x="344" y="1"/>
                  </a:moveTo>
                  <a:cubicBezTo>
                    <a:pt x="336" y="1"/>
                    <a:pt x="329" y="1"/>
                    <a:pt x="322" y="1"/>
                  </a:cubicBezTo>
                  <a:cubicBezTo>
                    <a:pt x="179" y="13"/>
                    <a:pt x="84" y="132"/>
                    <a:pt x="96" y="275"/>
                  </a:cubicBezTo>
                  <a:cubicBezTo>
                    <a:pt x="119" y="835"/>
                    <a:pt x="96" y="1394"/>
                    <a:pt x="24" y="1942"/>
                  </a:cubicBezTo>
                  <a:cubicBezTo>
                    <a:pt x="0" y="2085"/>
                    <a:pt x="84" y="2216"/>
                    <a:pt x="227" y="2252"/>
                  </a:cubicBezTo>
                  <a:cubicBezTo>
                    <a:pt x="235" y="2252"/>
                    <a:pt x="243" y="2253"/>
                    <a:pt x="252" y="2253"/>
                  </a:cubicBezTo>
                  <a:cubicBezTo>
                    <a:pt x="377" y="2253"/>
                    <a:pt x="513" y="2171"/>
                    <a:pt x="524" y="2037"/>
                  </a:cubicBezTo>
                  <a:cubicBezTo>
                    <a:pt x="596" y="1442"/>
                    <a:pt x="620" y="835"/>
                    <a:pt x="608" y="228"/>
                  </a:cubicBezTo>
                  <a:cubicBezTo>
                    <a:pt x="596" y="103"/>
                    <a:pt x="478" y="1"/>
                    <a:pt x="3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5"/>
            <p:cNvSpPr/>
            <p:nvPr/>
          </p:nvSpPr>
          <p:spPr>
            <a:xfrm>
              <a:off x="11277600" y="4217100"/>
              <a:ext cx="22325" cy="36850"/>
            </a:xfrm>
            <a:custGeom>
              <a:rect b="b" l="l" r="r" t="t"/>
              <a:pathLst>
                <a:path extrusionOk="0" h="1474" w="893">
                  <a:moveTo>
                    <a:pt x="618" y="1"/>
                  </a:moveTo>
                  <a:cubicBezTo>
                    <a:pt x="522" y="1"/>
                    <a:pt x="424" y="46"/>
                    <a:pt x="381" y="140"/>
                  </a:cubicBezTo>
                  <a:cubicBezTo>
                    <a:pt x="250" y="485"/>
                    <a:pt x="131" y="819"/>
                    <a:pt x="12" y="1176"/>
                  </a:cubicBezTo>
                  <a:cubicBezTo>
                    <a:pt x="0" y="1224"/>
                    <a:pt x="24" y="1319"/>
                    <a:pt x="60" y="1366"/>
                  </a:cubicBezTo>
                  <a:cubicBezTo>
                    <a:pt x="95" y="1414"/>
                    <a:pt x="155" y="1462"/>
                    <a:pt x="214" y="1474"/>
                  </a:cubicBezTo>
                  <a:cubicBezTo>
                    <a:pt x="286" y="1474"/>
                    <a:pt x="357" y="1474"/>
                    <a:pt x="417" y="1426"/>
                  </a:cubicBezTo>
                  <a:cubicBezTo>
                    <a:pt x="464" y="1378"/>
                    <a:pt x="500" y="1331"/>
                    <a:pt x="512" y="1259"/>
                  </a:cubicBezTo>
                  <a:lnTo>
                    <a:pt x="512" y="1259"/>
                  </a:lnTo>
                  <a:cubicBezTo>
                    <a:pt x="508" y="1280"/>
                    <a:pt x="508" y="1288"/>
                    <a:pt x="509" y="1288"/>
                  </a:cubicBezTo>
                  <a:cubicBezTo>
                    <a:pt x="512" y="1288"/>
                    <a:pt x="524" y="1244"/>
                    <a:pt x="524" y="1235"/>
                  </a:cubicBezTo>
                  <a:cubicBezTo>
                    <a:pt x="536" y="1224"/>
                    <a:pt x="536" y="1200"/>
                    <a:pt x="548" y="1188"/>
                  </a:cubicBezTo>
                  <a:cubicBezTo>
                    <a:pt x="560" y="1140"/>
                    <a:pt x="572" y="1104"/>
                    <a:pt x="583" y="1057"/>
                  </a:cubicBezTo>
                  <a:cubicBezTo>
                    <a:pt x="607" y="985"/>
                    <a:pt x="643" y="914"/>
                    <a:pt x="667" y="831"/>
                  </a:cubicBezTo>
                  <a:cubicBezTo>
                    <a:pt x="726" y="676"/>
                    <a:pt x="786" y="521"/>
                    <a:pt x="845" y="366"/>
                  </a:cubicBezTo>
                  <a:cubicBezTo>
                    <a:pt x="893" y="235"/>
                    <a:pt x="857" y="81"/>
                    <a:pt x="726" y="21"/>
                  </a:cubicBezTo>
                  <a:cubicBezTo>
                    <a:pt x="693" y="8"/>
                    <a:pt x="656" y="1"/>
                    <a:pt x="6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5"/>
            <p:cNvSpPr/>
            <p:nvPr/>
          </p:nvSpPr>
          <p:spPr>
            <a:xfrm>
              <a:off x="11297850" y="4208200"/>
              <a:ext cx="34525" cy="60925"/>
            </a:xfrm>
            <a:custGeom>
              <a:rect b="b" l="l" r="r" t="t"/>
              <a:pathLst>
                <a:path extrusionOk="0" h="2437" w="1381">
                  <a:moveTo>
                    <a:pt x="1075" y="1"/>
                  </a:moveTo>
                  <a:cubicBezTo>
                    <a:pt x="958" y="1"/>
                    <a:pt x="864" y="97"/>
                    <a:pt x="833" y="210"/>
                  </a:cubicBezTo>
                  <a:cubicBezTo>
                    <a:pt x="643" y="853"/>
                    <a:pt x="393" y="1472"/>
                    <a:pt x="95" y="2080"/>
                  </a:cubicBezTo>
                  <a:cubicBezTo>
                    <a:pt x="0" y="2276"/>
                    <a:pt x="171" y="2437"/>
                    <a:pt x="339" y="2437"/>
                  </a:cubicBezTo>
                  <a:cubicBezTo>
                    <a:pt x="426" y="2437"/>
                    <a:pt x="511" y="2395"/>
                    <a:pt x="559" y="2294"/>
                  </a:cubicBezTo>
                  <a:cubicBezTo>
                    <a:pt x="869" y="1651"/>
                    <a:pt x="1131" y="984"/>
                    <a:pt x="1333" y="306"/>
                  </a:cubicBezTo>
                  <a:cubicBezTo>
                    <a:pt x="1381" y="163"/>
                    <a:pt x="1262" y="20"/>
                    <a:pt x="1131" y="8"/>
                  </a:cubicBezTo>
                  <a:cubicBezTo>
                    <a:pt x="1112" y="3"/>
                    <a:pt x="1093" y="1"/>
                    <a:pt x="10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5"/>
            <p:cNvSpPr/>
            <p:nvPr/>
          </p:nvSpPr>
          <p:spPr>
            <a:xfrm>
              <a:off x="11004625" y="4460975"/>
              <a:ext cx="13725" cy="13550"/>
            </a:xfrm>
            <a:custGeom>
              <a:rect b="b" l="l" r="r" t="t"/>
              <a:pathLst>
                <a:path extrusionOk="0" h="542" w="549">
                  <a:moveTo>
                    <a:pt x="301" y="1"/>
                  </a:moveTo>
                  <a:cubicBezTo>
                    <a:pt x="288" y="1"/>
                    <a:pt x="276" y="2"/>
                    <a:pt x="263" y="5"/>
                  </a:cubicBezTo>
                  <a:cubicBezTo>
                    <a:pt x="239" y="5"/>
                    <a:pt x="215" y="17"/>
                    <a:pt x="191" y="17"/>
                  </a:cubicBezTo>
                  <a:cubicBezTo>
                    <a:pt x="156" y="29"/>
                    <a:pt x="120" y="53"/>
                    <a:pt x="96" y="89"/>
                  </a:cubicBezTo>
                  <a:lnTo>
                    <a:pt x="72" y="112"/>
                  </a:lnTo>
                  <a:cubicBezTo>
                    <a:pt x="49" y="136"/>
                    <a:pt x="25" y="172"/>
                    <a:pt x="25" y="208"/>
                  </a:cubicBezTo>
                  <a:cubicBezTo>
                    <a:pt x="13" y="232"/>
                    <a:pt x="1" y="267"/>
                    <a:pt x="13" y="303"/>
                  </a:cubicBezTo>
                  <a:cubicBezTo>
                    <a:pt x="13" y="339"/>
                    <a:pt x="25" y="374"/>
                    <a:pt x="37" y="398"/>
                  </a:cubicBezTo>
                  <a:cubicBezTo>
                    <a:pt x="49" y="434"/>
                    <a:pt x="72" y="458"/>
                    <a:pt x="96" y="482"/>
                  </a:cubicBezTo>
                  <a:cubicBezTo>
                    <a:pt x="120" y="493"/>
                    <a:pt x="132" y="505"/>
                    <a:pt x="156" y="517"/>
                  </a:cubicBezTo>
                  <a:cubicBezTo>
                    <a:pt x="191" y="529"/>
                    <a:pt x="239" y="541"/>
                    <a:pt x="287" y="541"/>
                  </a:cubicBezTo>
                  <a:cubicBezTo>
                    <a:pt x="311" y="529"/>
                    <a:pt x="334" y="529"/>
                    <a:pt x="346" y="517"/>
                  </a:cubicBezTo>
                  <a:cubicBezTo>
                    <a:pt x="394" y="505"/>
                    <a:pt x="430" y="482"/>
                    <a:pt x="453" y="446"/>
                  </a:cubicBezTo>
                  <a:lnTo>
                    <a:pt x="477" y="422"/>
                  </a:lnTo>
                  <a:cubicBezTo>
                    <a:pt x="501" y="398"/>
                    <a:pt x="525" y="362"/>
                    <a:pt x="525" y="339"/>
                  </a:cubicBezTo>
                  <a:cubicBezTo>
                    <a:pt x="537" y="303"/>
                    <a:pt x="549" y="267"/>
                    <a:pt x="537" y="232"/>
                  </a:cubicBezTo>
                  <a:cubicBezTo>
                    <a:pt x="537" y="196"/>
                    <a:pt x="525" y="172"/>
                    <a:pt x="513" y="136"/>
                  </a:cubicBezTo>
                  <a:cubicBezTo>
                    <a:pt x="501" y="112"/>
                    <a:pt x="477" y="77"/>
                    <a:pt x="453" y="65"/>
                  </a:cubicBezTo>
                  <a:cubicBezTo>
                    <a:pt x="430" y="53"/>
                    <a:pt x="418" y="41"/>
                    <a:pt x="394" y="29"/>
                  </a:cubicBezTo>
                  <a:cubicBezTo>
                    <a:pt x="368" y="12"/>
                    <a:pt x="335" y="1"/>
                    <a:pt x="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5"/>
            <p:cNvSpPr/>
            <p:nvPr/>
          </p:nvSpPr>
          <p:spPr>
            <a:xfrm>
              <a:off x="10976950" y="4497700"/>
              <a:ext cx="12825" cy="13425"/>
            </a:xfrm>
            <a:custGeom>
              <a:rect b="b" l="l" r="r" t="t"/>
              <a:pathLst>
                <a:path extrusionOk="0" h="537" w="513">
                  <a:moveTo>
                    <a:pt x="239" y="1"/>
                  </a:moveTo>
                  <a:cubicBezTo>
                    <a:pt x="215" y="13"/>
                    <a:pt x="191" y="13"/>
                    <a:pt x="167" y="13"/>
                  </a:cubicBezTo>
                  <a:cubicBezTo>
                    <a:pt x="120" y="36"/>
                    <a:pt x="84" y="60"/>
                    <a:pt x="60" y="96"/>
                  </a:cubicBezTo>
                  <a:cubicBezTo>
                    <a:pt x="48" y="108"/>
                    <a:pt x="36" y="132"/>
                    <a:pt x="25" y="144"/>
                  </a:cubicBezTo>
                  <a:cubicBezTo>
                    <a:pt x="1" y="191"/>
                    <a:pt x="1" y="239"/>
                    <a:pt x="1" y="275"/>
                  </a:cubicBezTo>
                  <a:lnTo>
                    <a:pt x="1" y="298"/>
                  </a:lnTo>
                  <a:cubicBezTo>
                    <a:pt x="1" y="334"/>
                    <a:pt x="13" y="370"/>
                    <a:pt x="36" y="406"/>
                  </a:cubicBezTo>
                  <a:cubicBezTo>
                    <a:pt x="48" y="429"/>
                    <a:pt x="60" y="453"/>
                    <a:pt x="96" y="477"/>
                  </a:cubicBezTo>
                  <a:cubicBezTo>
                    <a:pt x="120" y="501"/>
                    <a:pt x="144" y="513"/>
                    <a:pt x="179" y="525"/>
                  </a:cubicBezTo>
                  <a:cubicBezTo>
                    <a:pt x="215" y="537"/>
                    <a:pt x="239" y="537"/>
                    <a:pt x="275" y="537"/>
                  </a:cubicBezTo>
                  <a:cubicBezTo>
                    <a:pt x="298" y="537"/>
                    <a:pt x="322" y="525"/>
                    <a:pt x="346" y="525"/>
                  </a:cubicBezTo>
                  <a:cubicBezTo>
                    <a:pt x="382" y="501"/>
                    <a:pt x="417" y="477"/>
                    <a:pt x="453" y="441"/>
                  </a:cubicBezTo>
                  <a:cubicBezTo>
                    <a:pt x="465" y="429"/>
                    <a:pt x="477" y="406"/>
                    <a:pt x="489" y="394"/>
                  </a:cubicBezTo>
                  <a:cubicBezTo>
                    <a:pt x="501" y="346"/>
                    <a:pt x="513" y="310"/>
                    <a:pt x="513" y="263"/>
                  </a:cubicBezTo>
                  <a:lnTo>
                    <a:pt x="513" y="239"/>
                  </a:lnTo>
                  <a:cubicBezTo>
                    <a:pt x="513" y="203"/>
                    <a:pt x="501" y="167"/>
                    <a:pt x="477" y="144"/>
                  </a:cubicBezTo>
                  <a:cubicBezTo>
                    <a:pt x="465" y="108"/>
                    <a:pt x="441" y="84"/>
                    <a:pt x="417" y="60"/>
                  </a:cubicBezTo>
                  <a:cubicBezTo>
                    <a:pt x="394" y="36"/>
                    <a:pt x="370" y="25"/>
                    <a:pt x="334" y="13"/>
                  </a:cubicBezTo>
                  <a:cubicBezTo>
                    <a:pt x="298" y="1"/>
                    <a:pt x="275" y="1"/>
                    <a:pt x="2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5"/>
            <p:cNvSpPr/>
            <p:nvPr/>
          </p:nvSpPr>
          <p:spPr>
            <a:xfrm>
              <a:off x="11001375" y="4512000"/>
              <a:ext cx="14000" cy="15200"/>
            </a:xfrm>
            <a:custGeom>
              <a:rect b="b" l="l" r="r" t="t"/>
              <a:pathLst>
                <a:path extrusionOk="0" h="608" w="560">
                  <a:moveTo>
                    <a:pt x="226" y="0"/>
                  </a:moveTo>
                  <a:cubicBezTo>
                    <a:pt x="179" y="0"/>
                    <a:pt x="143" y="24"/>
                    <a:pt x="107" y="48"/>
                  </a:cubicBezTo>
                  <a:cubicBezTo>
                    <a:pt x="83" y="60"/>
                    <a:pt x="71" y="72"/>
                    <a:pt x="60" y="96"/>
                  </a:cubicBezTo>
                  <a:cubicBezTo>
                    <a:pt x="24" y="119"/>
                    <a:pt x="12" y="167"/>
                    <a:pt x="0" y="215"/>
                  </a:cubicBezTo>
                  <a:cubicBezTo>
                    <a:pt x="0" y="238"/>
                    <a:pt x="0" y="262"/>
                    <a:pt x="0" y="286"/>
                  </a:cubicBezTo>
                  <a:cubicBezTo>
                    <a:pt x="0" y="298"/>
                    <a:pt x="0" y="298"/>
                    <a:pt x="0" y="310"/>
                  </a:cubicBezTo>
                  <a:cubicBezTo>
                    <a:pt x="0" y="322"/>
                    <a:pt x="0" y="334"/>
                    <a:pt x="0" y="346"/>
                  </a:cubicBezTo>
                  <a:cubicBezTo>
                    <a:pt x="12" y="357"/>
                    <a:pt x="12" y="369"/>
                    <a:pt x="12" y="381"/>
                  </a:cubicBezTo>
                  <a:cubicBezTo>
                    <a:pt x="12" y="393"/>
                    <a:pt x="24" y="393"/>
                    <a:pt x="24" y="393"/>
                  </a:cubicBezTo>
                  <a:cubicBezTo>
                    <a:pt x="36" y="417"/>
                    <a:pt x="48" y="441"/>
                    <a:pt x="60" y="465"/>
                  </a:cubicBezTo>
                  <a:cubicBezTo>
                    <a:pt x="60" y="477"/>
                    <a:pt x="71" y="477"/>
                    <a:pt x="71" y="477"/>
                  </a:cubicBezTo>
                  <a:cubicBezTo>
                    <a:pt x="83" y="500"/>
                    <a:pt x="107" y="524"/>
                    <a:pt x="119" y="536"/>
                  </a:cubicBezTo>
                  <a:cubicBezTo>
                    <a:pt x="143" y="560"/>
                    <a:pt x="167" y="572"/>
                    <a:pt x="191" y="584"/>
                  </a:cubicBezTo>
                  <a:cubicBezTo>
                    <a:pt x="214" y="596"/>
                    <a:pt x="250" y="607"/>
                    <a:pt x="286" y="607"/>
                  </a:cubicBezTo>
                  <a:cubicBezTo>
                    <a:pt x="321" y="607"/>
                    <a:pt x="357" y="607"/>
                    <a:pt x="393" y="584"/>
                  </a:cubicBezTo>
                  <a:cubicBezTo>
                    <a:pt x="417" y="584"/>
                    <a:pt x="452" y="560"/>
                    <a:pt x="464" y="536"/>
                  </a:cubicBezTo>
                  <a:cubicBezTo>
                    <a:pt x="500" y="512"/>
                    <a:pt x="512" y="488"/>
                    <a:pt x="536" y="465"/>
                  </a:cubicBezTo>
                  <a:cubicBezTo>
                    <a:pt x="536" y="441"/>
                    <a:pt x="548" y="417"/>
                    <a:pt x="548" y="393"/>
                  </a:cubicBezTo>
                  <a:cubicBezTo>
                    <a:pt x="560" y="346"/>
                    <a:pt x="560" y="310"/>
                    <a:pt x="536" y="262"/>
                  </a:cubicBezTo>
                  <a:cubicBezTo>
                    <a:pt x="524" y="238"/>
                    <a:pt x="512" y="226"/>
                    <a:pt x="512" y="203"/>
                  </a:cubicBezTo>
                  <a:cubicBezTo>
                    <a:pt x="500" y="203"/>
                    <a:pt x="500" y="191"/>
                    <a:pt x="500" y="191"/>
                  </a:cubicBezTo>
                  <a:cubicBezTo>
                    <a:pt x="488" y="167"/>
                    <a:pt x="476" y="131"/>
                    <a:pt x="464" y="107"/>
                  </a:cubicBezTo>
                  <a:cubicBezTo>
                    <a:pt x="441" y="84"/>
                    <a:pt x="417" y="60"/>
                    <a:pt x="393" y="36"/>
                  </a:cubicBezTo>
                  <a:cubicBezTo>
                    <a:pt x="357" y="24"/>
                    <a:pt x="333" y="12"/>
                    <a:pt x="2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5"/>
            <p:cNvSpPr/>
            <p:nvPr/>
          </p:nvSpPr>
          <p:spPr>
            <a:xfrm>
              <a:off x="11010000" y="4489375"/>
              <a:ext cx="17575" cy="12825"/>
            </a:xfrm>
            <a:custGeom>
              <a:rect b="b" l="l" r="r" t="t"/>
              <a:pathLst>
                <a:path extrusionOk="0" h="513" w="703">
                  <a:moveTo>
                    <a:pt x="334" y="0"/>
                  </a:moveTo>
                  <a:cubicBezTo>
                    <a:pt x="0" y="0"/>
                    <a:pt x="48" y="512"/>
                    <a:pt x="381" y="512"/>
                  </a:cubicBezTo>
                  <a:cubicBezTo>
                    <a:pt x="703" y="512"/>
                    <a:pt x="667" y="0"/>
                    <a:pt x="3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5"/>
            <p:cNvSpPr/>
            <p:nvPr/>
          </p:nvSpPr>
          <p:spPr>
            <a:xfrm>
              <a:off x="11324925" y="4459775"/>
              <a:ext cx="12825" cy="13550"/>
            </a:xfrm>
            <a:custGeom>
              <a:rect b="b" l="l" r="r" t="t"/>
              <a:pathLst>
                <a:path extrusionOk="0" h="542" w="513">
                  <a:moveTo>
                    <a:pt x="258" y="1"/>
                  </a:moveTo>
                  <a:cubicBezTo>
                    <a:pt x="247" y="1"/>
                    <a:pt x="237" y="2"/>
                    <a:pt x="226" y="6"/>
                  </a:cubicBezTo>
                  <a:lnTo>
                    <a:pt x="167" y="18"/>
                  </a:lnTo>
                  <a:cubicBezTo>
                    <a:pt x="119" y="29"/>
                    <a:pt x="83" y="53"/>
                    <a:pt x="60" y="89"/>
                  </a:cubicBezTo>
                  <a:cubicBezTo>
                    <a:pt x="48" y="113"/>
                    <a:pt x="36" y="125"/>
                    <a:pt x="24" y="149"/>
                  </a:cubicBezTo>
                  <a:cubicBezTo>
                    <a:pt x="0" y="184"/>
                    <a:pt x="0" y="232"/>
                    <a:pt x="0" y="280"/>
                  </a:cubicBezTo>
                  <a:lnTo>
                    <a:pt x="0" y="303"/>
                  </a:lnTo>
                  <a:cubicBezTo>
                    <a:pt x="0" y="339"/>
                    <a:pt x="12" y="375"/>
                    <a:pt x="36" y="399"/>
                  </a:cubicBezTo>
                  <a:cubicBezTo>
                    <a:pt x="48" y="434"/>
                    <a:pt x="60" y="458"/>
                    <a:pt x="95" y="482"/>
                  </a:cubicBezTo>
                  <a:cubicBezTo>
                    <a:pt x="119" y="494"/>
                    <a:pt x="143" y="518"/>
                    <a:pt x="179" y="518"/>
                  </a:cubicBezTo>
                  <a:cubicBezTo>
                    <a:pt x="214" y="541"/>
                    <a:pt x="238" y="541"/>
                    <a:pt x="274" y="541"/>
                  </a:cubicBezTo>
                  <a:lnTo>
                    <a:pt x="345" y="518"/>
                  </a:lnTo>
                  <a:cubicBezTo>
                    <a:pt x="381" y="506"/>
                    <a:pt x="417" y="482"/>
                    <a:pt x="453" y="446"/>
                  </a:cubicBezTo>
                  <a:cubicBezTo>
                    <a:pt x="464" y="422"/>
                    <a:pt x="476" y="410"/>
                    <a:pt x="488" y="387"/>
                  </a:cubicBezTo>
                  <a:cubicBezTo>
                    <a:pt x="500" y="351"/>
                    <a:pt x="512" y="303"/>
                    <a:pt x="512" y="256"/>
                  </a:cubicBezTo>
                  <a:lnTo>
                    <a:pt x="512" y="232"/>
                  </a:lnTo>
                  <a:cubicBezTo>
                    <a:pt x="512" y="196"/>
                    <a:pt x="500" y="172"/>
                    <a:pt x="476" y="137"/>
                  </a:cubicBezTo>
                  <a:cubicBezTo>
                    <a:pt x="464" y="113"/>
                    <a:pt x="441" y="77"/>
                    <a:pt x="417" y="65"/>
                  </a:cubicBezTo>
                  <a:cubicBezTo>
                    <a:pt x="393" y="41"/>
                    <a:pt x="369" y="18"/>
                    <a:pt x="333" y="18"/>
                  </a:cubicBezTo>
                  <a:cubicBezTo>
                    <a:pt x="308" y="9"/>
                    <a:pt x="283" y="1"/>
                    <a:pt x="2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5"/>
            <p:cNvSpPr/>
            <p:nvPr/>
          </p:nvSpPr>
          <p:spPr>
            <a:xfrm>
              <a:off x="11313000" y="4500675"/>
              <a:ext cx="13425" cy="13425"/>
            </a:xfrm>
            <a:custGeom>
              <a:rect b="b" l="l" r="r" t="t"/>
              <a:pathLst>
                <a:path extrusionOk="0" h="537" w="537">
                  <a:moveTo>
                    <a:pt x="263" y="1"/>
                  </a:moveTo>
                  <a:lnTo>
                    <a:pt x="191" y="13"/>
                  </a:lnTo>
                  <a:cubicBezTo>
                    <a:pt x="144" y="37"/>
                    <a:pt x="108" y="60"/>
                    <a:pt x="84" y="96"/>
                  </a:cubicBezTo>
                  <a:cubicBezTo>
                    <a:pt x="72" y="96"/>
                    <a:pt x="72" y="108"/>
                    <a:pt x="60" y="120"/>
                  </a:cubicBezTo>
                  <a:cubicBezTo>
                    <a:pt x="37" y="144"/>
                    <a:pt x="25" y="168"/>
                    <a:pt x="13" y="203"/>
                  </a:cubicBezTo>
                  <a:cubicBezTo>
                    <a:pt x="1" y="239"/>
                    <a:pt x="1" y="263"/>
                    <a:pt x="1" y="298"/>
                  </a:cubicBezTo>
                  <a:cubicBezTo>
                    <a:pt x="1" y="334"/>
                    <a:pt x="13" y="370"/>
                    <a:pt x="37" y="406"/>
                  </a:cubicBezTo>
                  <a:cubicBezTo>
                    <a:pt x="48" y="429"/>
                    <a:pt x="60" y="453"/>
                    <a:pt x="96" y="477"/>
                  </a:cubicBezTo>
                  <a:cubicBezTo>
                    <a:pt x="108" y="489"/>
                    <a:pt x="132" y="501"/>
                    <a:pt x="144" y="513"/>
                  </a:cubicBezTo>
                  <a:cubicBezTo>
                    <a:pt x="191" y="537"/>
                    <a:pt x="239" y="537"/>
                    <a:pt x="275" y="537"/>
                  </a:cubicBezTo>
                  <a:lnTo>
                    <a:pt x="346" y="525"/>
                  </a:lnTo>
                  <a:cubicBezTo>
                    <a:pt x="394" y="501"/>
                    <a:pt x="429" y="477"/>
                    <a:pt x="453" y="441"/>
                  </a:cubicBezTo>
                  <a:lnTo>
                    <a:pt x="477" y="418"/>
                  </a:lnTo>
                  <a:cubicBezTo>
                    <a:pt x="501" y="394"/>
                    <a:pt x="513" y="370"/>
                    <a:pt x="525" y="334"/>
                  </a:cubicBezTo>
                  <a:cubicBezTo>
                    <a:pt x="537" y="298"/>
                    <a:pt x="537" y="275"/>
                    <a:pt x="537" y="239"/>
                  </a:cubicBezTo>
                  <a:cubicBezTo>
                    <a:pt x="537" y="203"/>
                    <a:pt x="525" y="168"/>
                    <a:pt x="501" y="144"/>
                  </a:cubicBezTo>
                  <a:cubicBezTo>
                    <a:pt x="489" y="108"/>
                    <a:pt x="477" y="84"/>
                    <a:pt x="441" y="60"/>
                  </a:cubicBezTo>
                  <a:cubicBezTo>
                    <a:pt x="429" y="48"/>
                    <a:pt x="406" y="37"/>
                    <a:pt x="394" y="25"/>
                  </a:cubicBezTo>
                  <a:cubicBezTo>
                    <a:pt x="346" y="13"/>
                    <a:pt x="310" y="1"/>
                    <a:pt x="2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5"/>
            <p:cNvSpPr/>
            <p:nvPr/>
          </p:nvSpPr>
          <p:spPr>
            <a:xfrm>
              <a:off x="11301700" y="4517950"/>
              <a:ext cx="12825" cy="13425"/>
            </a:xfrm>
            <a:custGeom>
              <a:rect b="b" l="l" r="r" t="t"/>
              <a:pathLst>
                <a:path extrusionOk="0" h="537" w="513">
                  <a:moveTo>
                    <a:pt x="239" y="0"/>
                  </a:moveTo>
                  <a:cubicBezTo>
                    <a:pt x="215" y="0"/>
                    <a:pt x="191" y="12"/>
                    <a:pt x="167" y="12"/>
                  </a:cubicBezTo>
                  <a:cubicBezTo>
                    <a:pt x="131" y="36"/>
                    <a:pt x="96" y="60"/>
                    <a:pt x="60" y="84"/>
                  </a:cubicBezTo>
                  <a:cubicBezTo>
                    <a:pt x="48" y="108"/>
                    <a:pt x="36" y="131"/>
                    <a:pt x="24" y="143"/>
                  </a:cubicBezTo>
                  <a:cubicBezTo>
                    <a:pt x="12" y="191"/>
                    <a:pt x="0" y="227"/>
                    <a:pt x="0" y="274"/>
                  </a:cubicBezTo>
                  <a:lnTo>
                    <a:pt x="0" y="298"/>
                  </a:lnTo>
                  <a:cubicBezTo>
                    <a:pt x="0" y="334"/>
                    <a:pt x="12" y="369"/>
                    <a:pt x="36" y="393"/>
                  </a:cubicBezTo>
                  <a:cubicBezTo>
                    <a:pt x="48" y="429"/>
                    <a:pt x="72" y="453"/>
                    <a:pt x="96" y="477"/>
                  </a:cubicBezTo>
                  <a:cubicBezTo>
                    <a:pt x="119" y="500"/>
                    <a:pt x="143" y="512"/>
                    <a:pt x="179" y="524"/>
                  </a:cubicBezTo>
                  <a:cubicBezTo>
                    <a:pt x="215" y="536"/>
                    <a:pt x="250" y="536"/>
                    <a:pt x="286" y="536"/>
                  </a:cubicBezTo>
                  <a:cubicBezTo>
                    <a:pt x="298" y="524"/>
                    <a:pt x="322" y="524"/>
                    <a:pt x="346" y="512"/>
                  </a:cubicBezTo>
                  <a:cubicBezTo>
                    <a:pt x="393" y="500"/>
                    <a:pt x="429" y="477"/>
                    <a:pt x="453" y="441"/>
                  </a:cubicBezTo>
                  <a:cubicBezTo>
                    <a:pt x="465" y="429"/>
                    <a:pt x="477" y="405"/>
                    <a:pt x="489" y="393"/>
                  </a:cubicBezTo>
                  <a:cubicBezTo>
                    <a:pt x="512" y="346"/>
                    <a:pt x="512" y="298"/>
                    <a:pt x="512" y="250"/>
                  </a:cubicBezTo>
                  <a:lnTo>
                    <a:pt x="512" y="227"/>
                  </a:lnTo>
                  <a:cubicBezTo>
                    <a:pt x="512" y="191"/>
                    <a:pt x="500" y="167"/>
                    <a:pt x="489" y="131"/>
                  </a:cubicBezTo>
                  <a:cubicBezTo>
                    <a:pt x="465" y="108"/>
                    <a:pt x="453" y="84"/>
                    <a:pt x="417" y="60"/>
                  </a:cubicBezTo>
                  <a:cubicBezTo>
                    <a:pt x="393" y="36"/>
                    <a:pt x="370" y="24"/>
                    <a:pt x="334" y="12"/>
                  </a:cubicBezTo>
                  <a:cubicBezTo>
                    <a:pt x="310" y="0"/>
                    <a:pt x="274" y="0"/>
                    <a:pt x="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5"/>
            <p:cNvSpPr/>
            <p:nvPr/>
          </p:nvSpPr>
          <p:spPr>
            <a:xfrm>
              <a:off x="11290975" y="4472875"/>
              <a:ext cx="13725" cy="13375"/>
            </a:xfrm>
            <a:custGeom>
              <a:rect b="b" l="l" r="r" t="t"/>
              <a:pathLst>
                <a:path extrusionOk="0" h="535" w="549">
                  <a:moveTo>
                    <a:pt x="270" y="1"/>
                  </a:moveTo>
                  <a:cubicBezTo>
                    <a:pt x="260" y="1"/>
                    <a:pt x="249" y="2"/>
                    <a:pt x="239" y="6"/>
                  </a:cubicBezTo>
                  <a:cubicBezTo>
                    <a:pt x="203" y="6"/>
                    <a:pt x="167" y="17"/>
                    <a:pt x="144" y="29"/>
                  </a:cubicBezTo>
                  <a:cubicBezTo>
                    <a:pt x="108" y="41"/>
                    <a:pt x="84" y="65"/>
                    <a:pt x="60" y="89"/>
                  </a:cubicBezTo>
                  <a:cubicBezTo>
                    <a:pt x="48" y="113"/>
                    <a:pt x="37" y="125"/>
                    <a:pt x="25" y="148"/>
                  </a:cubicBezTo>
                  <a:cubicBezTo>
                    <a:pt x="13" y="184"/>
                    <a:pt x="1" y="232"/>
                    <a:pt x="1" y="279"/>
                  </a:cubicBezTo>
                  <a:cubicBezTo>
                    <a:pt x="13" y="303"/>
                    <a:pt x="13" y="327"/>
                    <a:pt x="25" y="339"/>
                  </a:cubicBezTo>
                  <a:cubicBezTo>
                    <a:pt x="37" y="387"/>
                    <a:pt x="60" y="422"/>
                    <a:pt x="96" y="446"/>
                  </a:cubicBezTo>
                  <a:lnTo>
                    <a:pt x="120" y="470"/>
                  </a:lnTo>
                  <a:cubicBezTo>
                    <a:pt x="144" y="494"/>
                    <a:pt x="179" y="518"/>
                    <a:pt x="203" y="518"/>
                  </a:cubicBezTo>
                  <a:cubicBezTo>
                    <a:pt x="228" y="526"/>
                    <a:pt x="254" y="534"/>
                    <a:pt x="279" y="534"/>
                  </a:cubicBezTo>
                  <a:cubicBezTo>
                    <a:pt x="289" y="534"/>
                    <a:pt x="300" y="533"/>
                    <a:pt x="310" y="529"/>
                  </a:cubicBezTo>
                  <a:cubicBezTo>
                    <a:pt x="346" y="529"/>
                    <a:pt x="370" y="518"/>
                    <a:pt x="406" y="506"/>
                  </a:cubicBezTo>
                  <a:cubicBezTo>
                    <a:pt x="429" y="494"/>
                    <a:pt x="465" y="470"/>
                    <a:pt x="477" y="446"/>
                  </a:cubicBezTo>
                  <a:cubicBezTo>
                    <a:pt x="489" y="422"/>
                    <a:pt x="501" y="410"/>
                    <a:pt x="513" y="387"/>
                  </a:cubicBezTo>
                  <a:cubicBezTo>
                    <a:pt x="537" y="351"/>
                    <a:pt x="548" y="303"/>
                    <a:pt x="537" y="256"/>
                  </a:cubicBezTo>
                  <a:cubicBezTo>
                    <a:pt x="537" y="232"/>
                    <a:pt x="525" y="208"/>
                    <a:pt x="525" y="184"/>
                  </a:cubicBezTo>
                  <a:cubicBezTo>
                    <a:pt x="513" y="148"/>
                    <a:pt x="489" y="113"/>
                    <a:pt x="453" y="89"/>
                  </a:cubicBezTo>
                  <a:lnTo>
                    <a:pt x="429" y="65"/>
                  </a:lnTo>
                  <a:cubicBezTo>
                    <a:pt x="406" y="41"/>
                    <a:pt x="370" y="17"/>
                    <a:pt x="334" y="17"/>
                  </a:cubicBezTo>
                  <a:cubicBezTo>
                    <a:pt x="317" y="9"/>
                    <a:pt x="295" y="1"/>
                    <a:pt x="2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5"/>
            <p:cNvSpPr/>
            <p:nvPr/>
          </p:nvSpPr>
          <p:spPr>
            <a:xfrm>
              <a:off x="11249025" y="4395800"/>
              <a:ext cx="13400" cy="12925"/>
            </a:xfrm>
            <a:custGeom>
              <a:rect b="b" l="l" r="r" t="t"/>
              <a:pathLst>
                <a:path extrusionOk="0" h="517" w="536">
                  <a:moveTo>
                    <a:pt x="293" y="0"/>
                  </a:moveTo>
                  <a:cubicBezTo>
                    <a:pt x="282" y="0"/>
                    <a:pt x="272" y="2"/>
                    <a:pt x="262" y="5"/>
                  </a:cubicBezTo>
                  <a:lnTo>
                    <a:pt x="238" y="5"/>
                  </a:lnTo>
                  <a:cubicBezTo>
                    <a:pt x="202" y="5"/>
                    <a:pt x="167" y="17"/>
                    <a:pt x="131" y="29"/>
                  </a:cubicBezTo>
                  <a:cubicBezTo>
                    <a:pt x="107" y="41"/>
                    <a:pt x="83" y="64"/>
                    <a:pt x="60" y="88"/>
                  </a:cubicBezTo>
                  <a:cubicBezTo>
                    <a:pt x="36" y="112"/>
                    <a:pt x="24" y="148"/>
                    <a:pt x="12" y="183"/>
                  </a:cubicBezTo>
                  <a:cubicBezTo>
                    <a:pt x="0" y="207"/>
                    <a:pt x="0" y="243"/>
                    <a:pt x="0" y="279"/>
                  </a:cubicBezTo>
                  <a:lnTo>
                    <a:pt x="12" y="350"/>
                  </a:lnTo>
                  <a:cubicBezTo>
                    <a:pt x="36" y="386"/>
                    <a:pt x="60" y="422"/>
                    <a:pt x="95" y="457"/>
                  </a:cubicBezTo>
                  <a:cubicBezTo>
                    <a:pt x="107" y="469"/>
                    <a:pt x="131" y="481"/>
                    <a:pt x="143" y="493"/>
                  </a:cubicBezTo>
                  <a:cubicBezTo>
                    <a:pt x="191" y="505"/>
                    <a:pt x="226" y="517"/>
                    <a:pt x="274" y="517"/>
                  </a:cubicBezTo>
                  <a:lnTo>
                    <a:pt x="298" y="517"/>
                  </a:lnTo>
                  <a:cubicBezTo>
                    <a:pt x="333" y="505"/>
                    <a:pt x="369" y="493"/>
                    <a:pt x="393" y="481"/>
                  </a:cubicBezTo>
                  <a:cubicBezTo>
                    <a:pt x="429" y="469"/>
                    <a:pt x="452" y="445"/>
                    <a:pt x="476" y="422"/>
                  </a:cubicBezTo>
                  <a:cubicBezTo>
                    <a:pt x="500" y="398"/>
                    <a:pt x="512" y="362"/>
                    <a:pt x="524" y="338"/>
                  </a:cubicBezTo>
                  <a:cubicBezTo>
                    <a:pt x="536" y="302"/>
                    <a:pt x="536" y="267"/>
                    <a:pt x="536" y="231"/>
                  </a:cubicBezTo>
                  <a:lnTo>
                    <a:pt x="524" y="172"/>
                  </a:lnTo>
                  <a:cubicBezTo>
                    <a:pt x="500" y="124"/>
                    <a:pt x="476" y="88"/>
                    <a:pt x="441" y="64"/>
                  </a:cubicBezTo>
                  <a:cubicBezTo>
                    <a:pt x="429" y="52"/>
                    <a:pt x="405" y="41"/>
                    <a:pt x="393" y="29"/>
                  </a:cubicBezTo>
                  <a:cubicBezTo>
                    <a:pt x="358" y="11"/>
                    <a:pt x="323" y="0"/>
                    <a:pt x="2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5"/>
            <p:cNvSpPr/>
            <p:nvPr/>
          </p:nvSpPr>
          <p:spPr>
            <a:xfrm>
              <a:off x="11283850" y="4407700"/>
              <a:ext cx="13700" cy="13350"/>
            </a:xfrm>
            <a:custGeom>
              <a:rect b="b" l="l" r="r" t="t"/>
              <a:pathLst>
                <a:path extrusionOk="0" h="534" w="548">
                  <a:moveTo>
                    <a:pt x="270" y="0"/>
                  </a:moveTo>
                  <a:cubicBezTo>
                    <a:pt x="259" y="0"/>
                    <a:pt x="249" y="2"/>
                    <a:pt x="238" y="5"/>
                  </a:cubicBezTo>
                  <a:cubicBezTo>
                    <a:pt x="202" y="5"/>
                    <a:pt x="167" y="5"/>
                    <a:pt x="143" y="29"/>
                  </a:cubicBezTo>
                  <a:cubicBezTo>
                    <a:pt x="107" y="41"/>
                    <a:pt x="83" y="65"/>
                    <a:pt x="71" y="88"/>
                  </a:cubicBezTo>
                  <a:cubicBezTo>
                    <a:pt x="60" y="112"/>
                    <a:pt x="48" y="124"/>
                    <a:pt x="36" y="148"/>
                  </a:cubicBezTo>
                  <a:cubicBezTo>
                    <a:pt x="12" y="184"/>
                    <a:pt x="0" y="231"/>
                    <a:pt x="12" y="279"/>
                  </a:cubicBezTo>
                  <a:cubicBezTo>
                    <a:pt x="12" y="303"/>
                    <a:pt x="12" y="327"/>
                    <a:pt x="24" y="338"/>
                  </a:cubicBezTo>
                  <a:cubicBezTo>
                    <a:pt x="36" y="386"/>
                    <a:pt x="60" y="422"/>
                    <a:pt x="95" y="446"/>
                  </a:cubicBezTo>
                  <a:lnTo>
                    <a:pt x="119" y="469"/>
                  </a:lnTo>
                  <a:cubicBezTo>
                    <a:pt x="143" y="493"/>
                    <a:pt x="179" y="517"/>
                    <a:pt x="202" y="517"/>
                  </a:cubicBezTo>
                  <a:cubicBezTo>
                    <a:pt x="228" y="525"/>
                    <a:pt x="253" y="534"/>
                    <a:pt x="278" y="534"/>
                  </a:cubicBezTo>
                  <a:cubicBezTo>
                    <a:pt x="289" y="534"/>
                    <a:pt x="299" y="532"/>
                    <a:pt x="310" y="529"/>
                  </a:cubicBezTo>
                  <a:cubicBezTo>
                    <a:pt x="345" y="529"/>
                    <a:pt x="369" y="517"/>
                    <a:pt x="405" y="505"/>
                  </a:cubicBezTo>
                  <a:cubicBezTo>
                    <a:pt x="429" y="493"/>
                    <a:pt x="464" y="469"/>
                    <a:pt x="476" y="446"/>
                  </a:cubicBezTo>
                  <a:cubicBezTo>
                    <a:pt x="488" y="422"/>
                    <a:pt x="500" y="410"/>
                    <a:pt x="512" y="386"/>
                  </a:cubicBezTo>
                  <a:cubicBezTo>
                    <a:pt x="536" y="350"/>
                    <a:pt x="548" y="303"/>
                    <a:pt x="536" y="255"/>
                  </a:cubicBezTo>
                  <a:cubicBezTo>
                    <a:pt x="536" y="231"/>
                    <a:pt x="536" y="207"/>
                    <a:pt x="524" y="184"/>
                  </a:cubicBezTo>
                  <a:cubicBezTo>
                    <a:pt x="512" y="148"/>
                    <a:pt x="488" y="112"/>
                    <a:pt x="452" y="77"/>
                  </a:cubicBezTo>
                  <a:cubicBezTo>
                    <a:pt x="441" y="77"/>
                    <a:pt x="429" y="65"/>
                    <a:pt x="429" y="53"/>
                  </a:cubicBezTo>
                  <a:cubicBezTo>
                    <a:pt x="405" y="41"/>
                    <a:pt x="369" y="17"/>
                    <a:pt x="345" y="17"/>
                  </a:cubicBezTo>
                  <a:cubicBezTo>
                    <a:pt x="320" y="9"/>
                    <a:pt x="295" y="0"/>
                    <a:pt x="2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5"/>
            <p:cNvSpPr/>
            <p:nvPr/>
          </p:nvSpPr>
          <p:spPr>
            <a:xfrm>
              <a:off x="11304675" y="4383400"/>
              <a:ext cx="17575" cy="12825"/>
            </a:xfrm>
            <a:custGeom>
              <a:rect b="b" l="l" r="r" t="t"/>
              <a:pathLst>
                <a:path extrusionOk="0" h="513" w="703">
                  <a:moveTo>
                    <a:pt x="334" y="1"/>
                  </a:moveTo>
                  <a:cubicBezTo>
                    <a:pt x="0" y="1"/>
                    <a:pt x="48" y="513"/>
                    <a:pt x="381" y="513"/>
                  </a:cubicBezTo>
                  <a:cubicBezTo>
                    <a:pt x="703" y="513"/>
                    <a:pt x="655" y="1"/>
                    <a:pt x="3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5"/>
            <p:cNvSpPr/>
            <p:nvPr/>
          </p:nvSpPr>
          <p:spPr>
            <a:xfrm>
              <a:off x="11273725" y="4374475"/>
              <a:ext cx="13700" cy="13425"/>
            </a:xfrm>
            <a:custGeom>
              <a:rect b="b" l="l" r="r" t="t"/>
              <a:pathLst>
                <a:path extrusionOk="0" h="537" w="548">
                  <a:moveTo>
                    <a:pt x="262" y="1"/>
                  </a:moveTo>
                  <a:cubicBezTo>
                    <a:pt x="238" y="1"/>
                    <a:pt x="215" y="12"/>
                    <a:pt x="203" y="12"/>
                  </a:cubicBezTo>
                  <a:cubicBezTo>
                    <a:pt x="155" y="36"/>
                    <a:pt x="119" y="60"/>
                    <a:pt x="95" y="96"/>
                  </a:cubicBezTo>
                  <a:lnTo>
                    <a:pt x="72" y="120"/>
                  </a:lnTo>
                  <a:cubicBezTo>
                    <a:pt x="48" y="143"/>
                    <a:pt x="24" y="167"/>
                    <a:pt x="24" y="203"/>
                  </a:cubicBezTo>
                  <a:cubicBezTo>
                    <a:pt x="12" y="239"/>
                    <a:pt x="0" y="263"/>
                    <a:pt x="12" y="298"/>
                  </a:cubicBezTo>
                  <a:cubicBezTo>
                    <a:pt x="12" y="334"/>
                    <a:pt x="24" y="370"/>
                    <a:pt x="36" y="393"/>
                  </a:cubicBezTo>
                  <a:cubicBezTo>
                    <a:pt x="48" y="429"/>
                    <a:pt x="72" y="453"/>
                    <a:pt x="95" y="477"/>
                  </a:cubicBezTo>
                  <a:cubicBezTo>
                    <a:pt x="119" y="489"/>
                    <a:pt x="131" y="501"/>
                    <a:pt x="155" y="513"/>
                  </a:cubicBezTo>
                  <a:cubicBezTo>
                    <a:pt x="191" y="524"/>
                    <a:pt x="238" y="536"/>
                    <a:pt x="286" y="536"/>
                  </a:cubicBezTo>
                  <a:cubicBezTo>
                    <a:pt x="310" y="524"/>
                    <a:pt x="334" y="524"/>
                    <a:pt x="357" y="524"/>
                  </a:cubicBezTo>
                  <a:cubicBezTo>
                    <a:pt x="393" y="501"/>
                    <a:pt x="429" y="477"/>
                    <a:pt x="465" y="441"/>
                  </a:cubicBezTo>
                  <a:lnTo>
                    <a:pt x="488" y="417"/>
                  </a:lnTo>
                  <a:cubicBezTo>
                    <a:pt x="500" y="393"/>
                    <a:pt x="524" y="370"/>
                    <a:pt x="524" y="334"/>
                  </a:cubicBezTo>
                  <a:cubicBezTo>
                    <a:pt x="548" y="298"/>
                    <a:pt x="548" y="263"/>
                    <a:pt x="548" y="239"/>
                  </a:cubicBezTo>
                  <a:cubicBezTo>
                    <a:pt x="536" y="203"/>
                    <a:pt x="536" y="167"/>
                    <a:pt x="512" y="132"/>
                  </a:cubicBezTo>
                  <a:cubicBezTo>
                    <a:pt x="500" y="108"/>
                    <a:pt x="476" y="84"/>
                    <a:pt x="453" y="60"/>
                  </a:cubicBezTo>
                  <a:cubicBezTo>
                    <a:pt x="429" y="48"/>
                    <a:pt x="417" y="36"/>
                    <a:pt x="393" y="24"/>
                  </a:cubicBezTo>
                  <a:cubicBezTo>
                    <a:pt x="357" y="1"/>
                    <a:pt x="310" y="1"/>
                    <a:pt x="2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5"/>
            <p:cNvSpPr/>
            <p:nvPr/>
          </p:nvSpPr>
          <p:spPr>
            <a:xfrm>
              <a:off x="11151675" y="4317275"/>
              <a:ext cx="204825" cy="147500"/>
            </a:xfrm>
            <a:custGeom>
              <a:rect b="b" l="l" r="r" t="t"/>
              <a:pathLst>
                <a:path extrusionOk="0" h="5900" w="8193">
                  <a:moveTo>
                    <a:pt x="3343" y="516"/>
                  </a:moveTo>
                  <a:cubicBezTo>
                    <a:pt x="3468" y="516"/>
                    <a:pt x="3593" y="521"/>
                    <a:pt x="3715" y="526"/>
                  </a:cubicBezTo>
                  <a:cubicBezTo>
                    <a:pt x="4394" y="538"/>
                    <a:pt x="5120" y="574"/>
                    <a:pt x="5787" y="765"/>
                  </a:cubicBezTo>
                  <a:cubicBezTo>
                    <a:pt x="6430" y="943"/>
                    <a:pt x="6918" y="1348"/>
                    <a:pt x="7156" y="1979"/>
                  </a:cubicBezTo>
                  <a:cubicBezTo>
                    <a:pt x="7371" y="2539"/>
                    <a:pt x="7383" y="3193"/>
                    <a:pt x="7144" y="3741"/>
                  </a:cubicBezTo>
                  <a:cubicBezTo>
                    <a:pt x="6597" y="5015"/>
                    <a:pt x="4894" y="4896"/>
                    <a:pt x="3751" y="5087"/>
                  </a:cubicBezTo>
                  <a:cubicBezTo>
                    <a:pt x="3406" y="5146"/>
                    <a:pt x="3072" y="5218"/>
                    <a:pt x="2727" y="5289"/>
                  </a:cubicBezTo>
                  <a:cubicBezTo>
                    <a:pt x="2484" y="5348"/>
                    <a:pt x="2236" y="5412"/>
                    <a:pt x="1989" y="5412"/>
                  </a:cubicBezTo>
                  <a:cubicBezTo>
                    <a:pt x="1885" y="5412"/>
                    <a:pt x="1782" y="5401"/>
                    <a:pt x="1679" y="5372"/>
                  </a:cubicBezTo>
                  <a:cubicBezTo>
                    <a:pt x="1025" y="5206"/>
                    <a:pt x="644" y="4563"/>
                    <a:pt x="572" y="3932"/>
                  </a:cubicBezTo>
                  <a:cubicBezTo>
                    <a:pt x="501" y="3241"/>
                    <a:pt x="703" y="2527"/>
                    <a:pt x="1084" y="1943"/>
                  </a:cubicBezTo>
                  <a:cubicBezTo>
                    <a:pt x="1239" y="1693"/>
                    <a:pt x="1465" y="1431"/>
                    <a:pt x="1703" y="1205"/>
                  </a:cubicBezTo>
                  <a:cubicBezTo>
                    <a:pt x="1739" y="1193"/>
                    <a:pt x="1775" y="1181"/>
                    <a:pt x="1810" y="1146"/>
                  </a:cubicBezTo>
                  <a:cubicBezTo>
                    <a:pt x="1918" y="1050"/>
                    <a:pt x="2037" y="955"/>
                    <a:pt x="2156" y="872"/>
                  </a:cubicBezTo>
                  <a:cubicBezTo>
                    <a:pt x="2322" y="776"/>
                    <a:pt x="2513" y="693"/>
                    <a:pt x="2703" y="657"/>
                  </a:cubicBezTo>
                  <a:cubicBezTo>
                    <a:pt x="2787" y="646"/>
                    <a:pt x="2846" y="598"/>
                    <a:pt x="2882" y="550"/>
                  </a:cubicBezTo>
                  <a:cubicBezTo>
                    <a:pt x="3033" y="524"/>
                    <a:pt x="3188" y="516"/>
                    <a:pt x="3343" y="516"/>
                  </a:cubicBezTo>
                  <a:close/>
                  <a:moveTo>
                    <a:pt x="3406" y="1"/>
                  </a:moveTo>
                  <a:cubicBezTo>
                    <a:pt x="3149" y="1"/>
                    <a:pt x="2893" y="18"/>
                    <a:pt x="2644" y="74"/>
                  </a:cubicBezTo>
                  <a:cubicBezTo>
                    <a:pt x="2370" y="134"/>
                    <a:pt x="2144" y="265"/>
                    <a:pt x="1918" y="407"/>
                  </a:cubicBezTo>
                  <a:cubicBezTo>
                    <a:pt x="894" y="967"/>
                    <a:pt x="167" y="2217"/>
                    <a:pt x="60" y="3324"/>
                  </a:cubicBezTo>
                  <a:cubicBezTo>
                    <a:pt x="1" y="4063"/>
                    <a:pt x="167" y="4837"/>
                    <a:pt x="703" y="5372"/>
                  </a:cubicBezTo>
                  <a:cubicBezTo>
                    <a:pt x="1089" y="5758"/>
                    <a:pt x="1535" y="5900"/>
                    <a:pt x="2014" y="5900"/>
                  </a:cubicBezTo>
                  <a:cubicBezTo>
                    <a:pt x="2245" y="5900"/>
                    <a:pt x="2484" y="5867"/>
                    <a:pt x="2727" y="5813"/>
                  </a:cubicBezTo>
                  <a:cubicBezTo>
                    <a:pt x="3620" y="5610"/>
                    <a:pt x="4525" y="5515"/>
                    <a:pt x="5430" y="5372"/>
                  </a:cubicBezTo>
                  <a:cubicBezTo>
                    <a:pt x="6156" y="5253"/>
                    <a:pt x="6882" y="5027"/>
                    <a:pt x="7347" y="4420"/>
                  </a:cubicBezTo>
                  <a:cubicBezTo>
                    <a:pt x="8192" y="3289"/>
                    <a:pt x="7918" y="1419"/>
                    <a:pt x="6728" y="622"/>
                  </a:cubicBezTo>
                  <a:cubicBezTo>
                    <a:pt x="5978" y="122"/>
                    <a:pt x="4977" y="74"/>
                    <a:pt x="4108" y="26"/>
                  </a:cubicBezTo>
                  <a:cubicBezTo>
                    <a:pt x="3876" y="15"/>
                    <a:pt x="3640" y="1"/>
                    <a:pt x="34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5"/>
            <p:cNvSpPr/>
            <p:nvPr/>
          </p:nvSpPr>
          <p:spPr>
            <a:xfrm>
              <a:off x="11163575" y="4501825"/>
              <a:ext cx="118200" cy="111000"/>
            </a:xfrm>
            <a:custGeom>
              <a:rect b="b" l="l" r="r" t="t"/>
              <a:pathLst>
                <a:path extrusionOk="0" h="4440" w="4728">
                  <a:moveTo>
                    <a:pt x="2920" y="518"/>
                  </a:moveTo>
                  <a:cubicBezTo>
                    <a:pt x="3339" y="518"/>
                    <a:pt x="3733" y="658"/>
                    <a:pt x="3930" y="1086"/>
                  </a:cubicBezTo>
                  <a:cubicBezTo>
                    <a:pt x="4216" y="1693"/>
                    <a:pt x="4037" y="2550"/>
                    <a:pt x="3704" y="3110"/>
                  </a:cubicBezTo>
                  <a:cubicBezTo>
                    <a:pt x="3390" y="3647"/>
                    <a:pt x="2816" y="3934"/>
                    <a:pt x="2212" y="3934"/>
                  </a:cubicBezTo>
                  <a:cubicBezTo>
                    <a:pt x="2107" y="3934"/>
                    <a:pt x="2000" y="3925"/>
                    <a:pt x="1894" y="3908"/>
                  </a:cubicBezTo>
                  <a:cubicBezTo>
                    <a:pt x="1156" y="3789"/>
                    <a:pt x="549" y="3289"/>
                    <a:pt x="561" y="2491"/>
                  </a:cubicBezTo>
                  <a:cubicBezTo>
                    <a:pt x="584" y="1717"/>
                    <a:pt x="1156" y="1074"/>
                    <a:pt x="1834" y="741"/>
                  </a:cubicBezTo>
                  <a:cubicBezTo>
                    <a:pt x="1858" y="741"/>
                    <a:pt x="1906" y="741"/>
                    <a:pt x="1942" y="717"/>
                  </a:cubicBezTo>
                  <a:cubicBezTo>
                    <a:pt x="2224" y="610"/>
                    <a:pt x="2581" y="518"/>
                    <a:pt x="2920" y="518"/>
                  </a:cubicBezTo>
                  <a:close/>
                  <a:moveTo>
                    <a:pt x="2896" y="1"/>
                  </a:moveTo>
                  <a:cubicBezTo>
                    <a:pt x="2625" y="1"/>
                    <a:pt x="2352" y="54"/>
                    <a:pt x="2085" y="133"/>
                  </a:cubicBezTo>
                  <a:cubicBezTo>
                    <a:pt x="2064" y="127"/>
                    <a:pt x="2035" y="120"/>
                    <a:pt x="2006" y="120"/>
                  </a:cubicBezTo>
                  <a:cubicBezTo>
                    <a:pt x="1984" y="120"/>
                    <a:pt x="1962" y="123"/>
                    <a:pt x="1942" y="133"/>
                  </a:cubicBezTo>
                  <a:cubicBezTo>
                    <a:pt x="1037" y="455"/>
                    <a:pt x="239" y="1241"/>
                    <a:pt x="84" y="2205"/>
                  </a:cubicBezTo>
                  <a:cubicBezTo>
                    <a:pt x="1" y="2681"/>
                    <a:pt x="96" y="3193"/>
                    <a:pt x="370" y="3586"/>
                  </a:cubicBezTo>
                  <a:cubicBezTo>
                    <a:pt x="632" y="3967"/>
                    <a:pt x="1061" y="4217"/>
                    <a:pt x="1501" y="4336"/>
                  </a:cubicBezTo>
                  <a:cubicBezTo>
                    <a:pt x="1733" y="4405"/>
                    <a:pt x="1972" y="4439"/>
                    <a:pt x="2210" y="4439"/>
                  </a:cubicBezTo>
                  <a:cubicBezTo>
                    <a:pt x="2879" y="4439"/>
                    <a:pt x="3536" y="4169"/>
                    <a:pt x="3966" y="3634"/>
                  </a:cubicBezTo>
                  <a:cubicBezTo>
                    <a:pt x="4501" y="2955"/>
                    <a:pt x="4728" y="1907"/>
                    <a:pt x="4466" y="1074"/>
                  </a:cubicBezTo>
                  <a:cubicBezTo>
                    <a:pt x="4323" y="574"/>
                    <a:pt x="3918" y="217"/>
                    <a:pt x="3418" y="74"/>
                  </a:cubicBezTo>
                  <a:cubicBezTo>
                    <a:pt x="3245" y="23"/>
                    <a:pt x="3071" y="1"/>
                    <a:pt x="28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09" name="Google Shape;1109;p25"/>
          <p:cNvCxnSpPr>
            <a:stCxn id="1052" idx="3"/>
          </p:cNvCxnSpPr>
          <p:nvPr/>
        </p:nvCxnSpPr>
        <p:spPr>
          <a:xfrm>
            <a:off x="2445450" y="1659897"/>
            <a:ext cx="1650300" cy="1149900"/>
          </a:xfrm>
          <a:prstGeom prst="curvedConnector3">
            <a:avLst>
              <a:gd fmla="val 50000" name="adj1"/>
            </a:avLst>
          </a:prstGeom>
          <a:noFill/>
          <a:ln cap="flat" cmpd="sng" w="19050">
            <a:solidFill>
              <a:schemeClr val="lt1"/>
            </a:solidFill>
            <a:prstDash val="solid"/>
            <a:round/>
            <a:headEnd len="med" w="med" type="none"/>
            <a:tailEnd len="med" w="med" type="oval"/>
          </a:ln>
        </p:spPr>
      </p:cxnSp>
      <p:cxnSp>
        <p:nvCxnSpPr>
          <p:cNvPr id="1110" name="Google Shape;1110;p25"/>
          <p:cNvCxnSpPr>
            <a:stCxn id="1056" idx="3"/>
          </p:cNvCxnSpPr>
          <p:nvPr/>
        </p:nvCxnSpPr>
        <p:spPr>
          <a:xfrm>
            <a:off x="2445450" y="3019997"/>
            <a:ext cx="1469400" cy="209100"/>
          </a:xfrm>
          <a:prstGeom prst="curvedConnector3">
            <a:avLst>
              <a:gd fmla="val 50000" name="adj1"/>
            </a:avLst>
          </a:prstGeom>
          <a:noFill/>
          <a:ln cap="flat" cmpd="sng" w="19050">
            <a:solidFill>
              <a:schemeClr val="lt1"/>
            </a:solidFill>
            <a:prstDash val="solid"/>
            <a:round/>
            <a:headEnd len="med" w="med" type="none"/>
            <a:tailEnd len="med" w="med" type="oval"/>
          </a:ln>
        </p:spPr>
      </p:cxnSp>
      <p:cxnSp>
        <p:nvCxnSpPr>
          <p:cNvPr id="1111" name="Google Shape;1111;p25"/>
          <p:cNvCxnSpPr>
            <a:stCxn id="1063" idx="3"/>
          </p:cNvCxnSpPr>
          <p:nvPr/>
        </p:nvCxnSpPr>
        <p:spPr>
          <a:xfrm flipH="1" rot="10800000">
            <a:off x="2445450" y="3505147"/>
            <a:ext cx="2079000" cy="703500"/>
          </a:xfrm>
          <a:prstGeom prst="curvedConnector3">
            <a:avLst>
              <a:gd fmla="val 50000" name="adj1"/>
            </a:avLst>
          </a:prstGeom>
          <a:noFill/>
          <a:ln cap="flat" cmpd="sng" w="19050">
            <a:solidFill>
              <a:schemeClr val="lt1"/>
            </a:solidFill>
            <a:prstDash val="solid"/>
            <a:round/>
            <a:headEnd len="med" w="med" type="none"/>
            <a:tailEnd len="med" w="med" type="oval"/>
          </a:ln>
        </p:spPr>
      </p:cxnSp>
      <p:cxnSp>
        <p:nvCxnSpPr>
          <p:cNvPr id="1112" name="Google Shape;1112;p25"/>
          <p:cNvCxnSpPr>
            <a:stCxn id="1054" idx="1"/>
          </p:cNvCxnSpPr>
          <p:nvPr/>
        </p:nvCxnSpPr>
        <p:spPr>
          <a:xfrm flipH="1">
            <a:off x="5089950" y="1659897"/>
            <a:ext cx="1608600" cy="1199700"/>
          </a:xfrm>
          <a:prstGeom prst="curvedConnector3">
            <a:avLst>
              <a:gd fmla="val 50000" name="adj1"/>
            </a:avLst>
          </a:prstGeom>
          <a:noFill/>
          <a:ln cap="flat" cmpd="sng" w="19050">
            <a:solidFill>
              <a:schemeClr val="lt1"/>
            </a:solidFill>
            <a:prstDash val="solid"/>
            <a:round/>
            <a:headEnd len="med" w="med" type="none"/>
            <a:tailEnd len="med" w="med" type="oval"/>
          </a:ln>
        </p:spPr>
      </p:cxnSp>
      <p:cxnSp>
        <p:nvCxnSpPr>
          <p:cNvPr id="1113" name="Google Shape;1113;p25"/>
          <p:cNvCxnSpPr>
            <a:stCxn id="1058" idx="1"/>
          </p:cNvCxnSpPr>
          <p:nvPr/>
        </p:nvCxnSpPr>
        <p:spPr>
          <a:xfrm flipH="1">
            <a:off x="4715550" y="3019997"/>
            <a:ext cx="1983000" cy="266100"/>
          </a:xfrm>
          <a:prstGeom prst="curvedConnector3">
            <a:avLst>
              <a:gd fmla="val 50000" name="adj1"/>
            </a:avLst>
          </a:prstGeom>
          <a:noFill/>
          <a:ln cap="flat" cmpd="sng" w="19050">
            <a:solidFill>
              <a:schemeClr val="lt1"/>
            </a:solidFill>
            <a:prstDash val="solid"/>
            <a:round/>
            <a:headEnd len="med" w="med" type="none"/>
            <a:tailEnd len="med" w="med" type="oval"/>
          </a:ln>
        </p:spPr>
      </p:cxnSp>
      <p:cxnSp>
        <p:nvCxnSpPr>
          <p:cNvPr id="1114" name="Google Shape;1114;p25"/>
          <p:cNvCxnSpPr>
            <a:stCxn id="1065" idx="1"/>
          </p:cNvCxnSpPr>
          <p:nvPr/>
        </p:nvCxnSpPr>
        <p:spPr>
          <a:xfrm rot="10800000">
            <a:off x="4800450" y="3676747"/>
            <a:ext cx="1898100" cy="531900"/>
          </a:xfrm>
          <a:prstGeom prst="curvedConnector3">
            <a:avLst>
              <a:gd fmla="val 50000" name="adj1"/>
            </a:avLst>
          </a:prstGeom>
          <a:noFill/>
          <a:ln cap="flat" cmpd="sng" w="19050">
            <a:solidFill>
              <a:schemeClr val="lt1"/>
            </a:solidFill>
            <a:prstDash val="solid"/>
            <a:round/>
            <a:headEnd len="med" w="med" type="none"/>
            <a:tailEnd len="med" w="med" type="oval"/>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26"/>
          <p:cNvSpPr/>
          <p:nvPr/>
        </p:nvSpPr>
        <p:spPr>
          <a:xfrm rot="5400000">
            <a:off x="391903" y="1813101"/>
            <a:ext cx="2616948" cy="2047746"/>
          </a:xfrm>
          <a:custGeom>
            <a:rect b="b" l="l" r="r" t="t"/>
            <a:pathLst>
              <a:path extrusionOk="0" h="185863" w="327733">
                <a:moveTo>
                  <a:pt x="134568" y="1"/>
                </a:moveTo>
                <a:cubicBezTo>
                  <a:pt x="101560" y="1"/>
                  <a:pt x="83599" y="13982"/>
                  <a:pt x="71081" y="25603"/>
                </a:cubicBezTo>
                <a:cubicBezTo>
                  <a:pt x="54162" y="41296"/>
                  <a:pt x="2739" y="85123"/>
                  <a:pt x="1632" y="125413"/>
                </a:cubicBezTo>
                <a:cubicBezTo>
                  <a:pt x="1" y="184028"/>
                  <a:pt x="48912" y="184563"/>
                  <a:pt x="67033" y="184921"/>
                </a:cubicBezTo>
                <a:cubicBezTo>
                  <a:pt x="82420" y="185222"/>
                  <a:pt x="104246" y="185863"/>
                  <a:pt x="128143" y="185863"/>
                </a:cubicBezTo>
                <a:cubicBezTo>
                  <a:pt x="174049" y="185863"/>
                  <a:pt x="227598" y="183499"/>
                  <a:pt x="257831" y="171824"/>
                </a:cubicBezTo>
                <a:cubicBezTo>
                  <a:pt x="271690" y="166478"/>
                  <a:pt x="290573" y="152178"/>
                  <a:pt x="307885" y="122080"/>
                </a:cubicBezTo>
                <a:cubicBezTo>
                  <a:pt x="327732" y="87563"/>
                  <a:pt x="320208" y="56667"/>
                  <a:pt x="286406" y="38200"/>
                </a:cubicBezTo>
                <a:cubicBezTo>
                  <a:pt x="252604" y="19734"/>
                  <a:pt x="184476" y="5887"/>
                  <a:pt x="154175" y="1493"/>
                </a:cubicBezTo>
                <a:cubicBezTo>
                  <a:pt x="147100" y="465"/>
                  <a:pt x="140584" y="1"/>
                  <a:pt x="1345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0" name="Google Shape;1120;p26"/>
          <p:cNvGrpSpPr/>
          <p:nvPr/>
        </p:nvGrpSpPr>
        <p:grpSpPr>
          <a:xfrm rot="-5400000">
            <a:off x="2661322" y="1687046"/>
            <a:ext cx="462735" cy="457349"/>
            <a:chOff x="6152895" y="3723620"/>
            <a:chExt cx="692718" cy="684655"/>
          </a:xfrm>
        </p:grpSpPr>
        <p:sp>
          <p:nvSpPr>
            <p:cNvPr id="1121" name="Google Shape;1121;p26"/>
            <p:cNvSpPr/>
            <p:nvPr/>
          </p:nvSpPr>
          <p:spPr>
            <a:xfrm rot="540967">
              <a:off x="6194320" y="3767843"/>
              <a:ext cx="609868" cy="57675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6"/>
            <p:cNvSpPr/>
            <p:nvPr/>
          </p:nvSpPr>
          <p:spPr>
            <a:xfrm rot="540967">
              <a:off x="6623512" y="4212057"/>
              <a:ext cx="162069" cy="184659"/>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3" name="Google Shape;1123;p26"/>
          <p:cNvGrpSpPr/>
          <p:nvPr/>
        </p:nvGrpSpPr>
        <p:grpSpPr>
          <a:xfrm rot="-8779881">
            <a:off x="2768884" y="2751090"/>
            <a:ext cx="268077" cy="256133"/>
            <a:chOff x="5072449" y="3591321"/>
            <a:chExt cx="401347" cy="383466"/>
          </a:xfrm>
        </p:grpSpPr>
        <p:sp>
          <p:nvSpPr>
            <p:cNvPr id="1124" name="Google Shape;1124;p26"/>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6"/>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6" name="Google Shape;1126;p26"/>
          <p:cNvGrpSpPr/>
          <p:nvPr/>
        </p:nvGrpSpPr>
        <p:grpSpPr>
          <a:xfrm rot="-1164689">
            <a:off x="2559912" y="3624218"/>
            <a:ext cx="462715" cy="457329"/>
            <a:chOff x="6152895" y="3723620"/>
            <a:chExt cx="692718" cy="684655"/>
          </a:xfrm>
        </p:grpSpPr>
        <p:sp>
          <p:nvSpPr>
            <p:cNvPr id="1127" name="Google Shape;1127;p26"/>
            <p:cNvSpPr/>
            <p:nvPr/>
          </p:nvSpPr>
          <p:spPr>
            <a:xfrm rot="540967">
              <a:off x="6194320" y="3767843"/>
              <a:ext cx="609868" cy="57675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6"/>
            <p:cNvSpPr/>
            <p:nvPr/>
          </p:nvSpPr>
          <p:spPr>
            <a:xfrm rot="540967">
              <a:off x="6623512" y="4212057"/>
              <a:ext cx="162069" cy="184659"/>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9" name="Google Shape;1129;p26"/>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130" name="Google Shape;1130;p26"/>
          <p:cNvGrpSpPr/>
          <p:nvPr/>
        </p:nvGrpSpPr>
        <p:grpSpPr>
          <a:xfrm>
            <a:off x="908225" y="2221750"/>
            <a:ext cx="1714500" cy="1230450"/>
            <a:chOff x="908225" y="2297950"/>
            <a:chExt cx="1714500" cy="1230450"/>
          </a:xfrm>
        </p:grpSpPr>
        <p:sp>
          <p:nvSpPr>
            <p:cNvPr id="1131" name="Google Shape;1131;p26"/>
            <p:cNvSpPr txBox="1"/>
            <p:nvPr/>
          </p:nvSpPr>
          <p:spPr>
            <a:xfrm>
              <a:off x="908225" y="2633200"/>
              <a:ext cx="1714500" cy="895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latin typeface="Catamaran"/>
                  <a:ea typeface="Catamaran"/>
                  <a:cs typeface="Catamaran"/>
                  <a:sym typeface="Catamaran"/>
                </a:rPr>
                <a:t>Earth is the only planet that harbors life and the one where we all live on</a:t>
              </a:r>
              <a:endParaRPr>
                <a:solidFill>
                  <a:schemeClr val="dk2"/>
                </a:solidFill>
                <a:latin typeface="Catamaran"/>
                <a:ea typeface="Catamaran"/>
                <a:cs typeface="Catamaran"/>
                <a:sym typeface="Catamaran"/>
              </a:endParaRPr>
            </a:p>
          </p:txBody>
        </p:sp>
        <p:sp>
          <p:nvSpPr>
            <p:cNvPr id="1132" name="Google Shape;1132;p26"/>
            <p:cNvSpPr txBox="1"/>
            <p:nvPr/>
          </p:nvSpPr>
          <p:spPr>
            <a:xfrm>
              <a:off x="908225" y="2297950"/>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Earth</a:t>
              </a:r>
              <a:endParaRPr sz="2000">
                <a:solidFill>
                  <a:schemeClr val="dk2"/>
                </a:solidFill>
                <a:latin typeface="Love Ya Like A Sister"/>
                <a:ea typeface="Love Ya Like A Sister"/>
                <a:cs typeface="Love Ya Like A Sister"/>
                <a:sym typeface="Love Ya Like A Sister"/>
              </a:endParaRPr>
            </a:p>
          </p:txBody>
        </p:sp>
      </p:grpSp>
      <p:grpSp>
        <p:nvGrpSpPr>
          <p:cNvPr id="1133" name="Google Shape;1133;p26"/>
          <p:cNvGrpSpPr/>
          <p:nvPr/>
        </p:nvGrpSpPr>
        <p:grpSpPr>
          <a:xfrm>
            <a:off x="3154775" y="1129425"/>
            <a:ext cx="5532033" cy="945100"/>
            <a:chOff x="3154775" y="1205625"/>
            <a:chExt cx="5532033" cy="945100"/>
          </a:xfrm>
        </p:grpSpPr>
        <p:sp>
          <p:nvSpPr>
            <p:cNvPr id="1134" name="Google Shape;1134;p26"/>
            <p:cNvSpPr/>
            <p:nvPr/>
          </p:nvSpPr>
          <p:spPr>
            <a:xfrm>
              <a:off x="6010283" y="1205625"/>
              <a:ext cx="2676525" cy="945100"/>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sp>
          <p:nvSpPr>
            <p:cNvPr id="1135" name="Google Shape;1135;p26"/>
            <p:cNvSpPr/>
            <p:nvPr/>
          </p:nvSpPr>
          <p:spPr>
            <a:xfrm>
              <a:off x="3154775" y="1344725"/>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6" name="Google Shape;1136;p26"/>
            <p:cNvGrpSpPr/>
            <p:nvPr/>
          </p:nvGrpSpPr>
          <p:grpSpPr>
            <a:xfrm rot="-8779881">
              <a:off x="4000134" y="1550108"/>
              <a:ext cx="268077" cy="256133"/>
              <a:chOff x="5072449" y="3591321"/>
              <a:chExt cx="401347" cy="383466"/>
            </a:xfrm>
          </p:grpSpPr>
          <p:sp>
            <p:nvSpPr>
              <p:cNvPr id="1137" name="Google Shape;1137;p26"/>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6"/>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9" name="Google Shape;1139;p26"/>
            <p:cNvGrpSpPr/>
            <p:nvPr/>
          </p:nvGrpSpPr>
          <p:grpSpPr>
            <a:xfrm rot="-8434994">
              <a:off x="5566045" y="1550113"/>
              <a:ext cx="268068" cy="256124"/>
              <a:chOff x="5072449" y="3591321"/>
              <a:chExt cx="401347" cy="383466"/>
            </a:xfrm>
          </p:grpSpPr>
          <p:sp>
            <p:nvSpPr>
              <p:cNvPr id="1140" name="Google Shape;1140;p26"/>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6"/>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2" name="Google Shape;1142;p26"/>
            <p:cNvGrpSpPr/>
            <p:nvPr/>
          </p:nvGrpSpPr>
          <p:grpSpPr>
            <a:xfrm>
              <a:off x="3183125" y="1230575"/>
              <a:ext cx="5289975" cy="895200"/>
              <a:chOff x="3183125" y="1103100"/>
              <a:chExt cx="5289975" cy="895200"/>
            </a:xfrm>
          </p:grpSpPr>
          <p:sp>
            <p:nvSpPr>
              <p:cNvPr id="1143" name="Google Shape;1143;p26"/>
              <p:cNvSpPr txBox="1"/>
              <p:nvPr/>
            </p:nvSpPr>
            <p:spPr>
              <a:xfrm>
                <a:off x="6224000" y="1103100"/>
                <a:ext cx="2249100" cy="895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actually a cold place. It's full of iron oxide dust</a:t>
                </a:r>
                <a:endParaRPr>
                  <a:solidFill>
                    <a:schemeClr val="lt1"/>
                  </a:solidFill>
                  <a:latin typeface="Catamaran"/>
                  <a:ea typeface="Catamaran"/>
                  <a:cs typeface="Catamaran"/>
                  <a:sym typeface="Catamaran"/>
                </a:endParaRPr>
              </a:p>
            </p:txBody>
          </p:sp>
          <p:sp>
            <p:nvSpPr>
              <p:cNvPr id="1144" name="Google Shape;1144;p26"/>
              <p:cNvSpPr txBox="1"/>
              <p:nvPr/>
            </p:nvSpPr>
            <p:spPr>
              <a:xfrm>
                <a:off x="4316725" y="13829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1145" name="Google Shape;1145;p26"/>
              <p:cNvSpPr txBox="1"/>
              <p:nvPr/>
            </p:nvSpPr>
            <p:spPr>
              <a:xfrm>
                <a:off x="3183125" y="1383000"/>
                <a:ext cx="6102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grpSp>
        <p:nvGrpSpPr>
          <p:cNvPr id="1146" name="Google Shape;1146;p26"/>
          <p:cNvGrpSpPr/>
          <p:nvPr/>
        </p:nvGrpSpPr>
        <p:grpSpPr>
          <a:xfrm>
            <a:off x="3154775" y="2350312"/>
            <a:ext cx="5532033" cy="945100"/>
            <a:chOff x="3154775" y="2430106"/>
            <a:chExt cx="5532033" cy="945100"/>
          </a:xfrm>
        </p:grpSpPr>
        <p:sp>
          <p:nvSpPr>
            <p:cNvPr id="1147" name="Google Shape;1147;p26"/>
            <p:cNvSpPr/>
            <p:nvPr/>
          </p:nvSpPr>
          <p:spPr>
            <a:xfrm rot="10800000">
              <a:off x="6010283" y="2430106"/>
              <a:ext cx="2676525" cy="945100"/>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sp>
          <p:nvSpPr>
            <p:cNvPr id="1148" name="Google Shape;1148;p26"/>
            <p:cNvSpPr/>
            <p:nvPr/>
          </p:nvSpPr>
          <p:spPr>
            <a:xfrm>
              <a:off x="3154775" y="2569206"/>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9" name="Google Shape;1149;p26"/>
            <p:cNvGrpSpPr/>
            <p:nvPr/>
          </p:nvGrpSpPr>
          <p:grpSpPr>
            <a:xfrm rot="-8779881">
              <a:off x="4000134" y="2774590"/>
              <a:ext cx="268077" cy="256133"/>
              <a:chOff x="5072449" y="3591321"/>
              <a:chExt cx="401347" cy="383466"/>
            </a:xfrm>
          </p:grpSpPr>
          <p:sp>
            <p:nvSpPr>
              <p:cNvPr id="1150" name="Google Shape;1150;p26"/>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6"/>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2" name="Google Shape;1152;p26"/>
            <p:cNvGrpSpPr/>
            <p:nvPr/>
          </p:nvGrpSpPr>
          <p:grpSpPr>
            <a:xfrm rot="-8434994">
              <a:off x="5566045" y="2774594"/>
              <a:ext cx="268068" cy="256124"/>
              <a:chOff x="5072449" y="3591321"/>
              <a:chExt cx="401347" cy="383466"/>
            </a:xfrm>
          </p:grpSpPr>
          <p:sp>
            <p:nvSpPr>
              <p:cNvPr id="1153" name="Google Shape;1153;p26"/>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6"/>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5" name="Google Shape;1155;p26"/>
            <p:cNvGrpSpPr/>
            <p:nvPr/>
          </p:nvGrpSpPr>
          <p:grpSpPr>
            <a:xfrm>
              <a:off x="3183125" y="2455056"/>
              <a:ext cx="5289975" cy="895200"/>
              <a:chOff x="3183125" y="2465575"/>
              <a:chExt cx="5289975" cy="895200"/>
            </a:xfrm>
          </p:grpSpPr>
          <p:sp>
            <p:nvSpPr>
              <p:cNvPr id="1156" name="Google Shape;1156;p26"/>
              <p:cNvSpPr txBox="1"/>
              <p:nvPr/>
            </p:nvSpPr>
            <p:spPr>
              <a:xfrm>
                <a:off x="6224000" y="2465575"/>
                <a:ext cx="2249100" cy="895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Venus has a beautiful name and is the second planet from the Sun</a:t>
                </a:r>
                <a:endParaRPr>
                  <a:solidFill>
                    <a:schemeClr val="lt1"/>
                  </a:solidFill>
                  <a:latin typeface="Catamaran"/>
                  <a:ea typeface="Catamaran"/>
                  <a:cs typeface="Catamaran"/>
                  <a:sym typeface="Catamaran"/>
                </a:endParaRPr>
              </a:p>
            </p:txBody>
          </p:sp>
          <p:sp>
            <p:nvSpPr>
              <p:cNvPr id="1157" name="Google Shape;1157;p26"/>
              <p:cNvSpPr txBox="1"/>
              <p:nvPr/>
            </p:nvSpPr>
            <p:spPr>
              <a:xfrm>
                <a:off x="4316725" y="274546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sp>
            <p:nvSpPr>
              <p:cNvPr id="1158" name="Google Shape;1158;p26"/>
              <p:cNvSpPr txBox="1"/>
              <p:nvPr/>
            </p:nvSpPr>
            <p:spPr>
              <a:xfrm>
                <a:off x="3183125" y="2745475"/>
                <a:ext cx="6102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grpSp>
        <p:nvGrpSpPr>
          <p:cNvPr id="1159" name="Google Shape;1159;p26"/>
          <p:cNvGrpSpPr/>
          <p:nvPr/>
        </p:nvGrpSpPr>
        <p:grpSpPr>
          <a:xfrm>
            <a:off x="3154775" y="3571200"/>
            <a:ext cx="5532033" cy="945100"/>
            <a:chOff x="3154775" y="3647400"/>
            <a:chExt cx="5532033" cy="945100"/>
          </a:xfrm>
        </p:grpSpPr>
        <p:sp>
          <p:nvSpPr>
            <p:cNvPr id="1160" name="Google Shape;1160;p26"/>
            <p:cNvSpPr/>
            <p:nvPr/>
          </p:nvSpPr>
          <p:spPr>
            <a:xfrm>
              <a:off x="6010283" y="3647400"/>
              <a:ext cx="2676525" cy="945100"/>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sp>
          <p:nvSpPr>
            <p:cNvPr id="1161" name="Google Shape;1161;p26"/>
            <p:cNvSpPr/>
            <p:nvPr/>
          </p:nvSpPr>
          <p:spPr>
            <a:xfrm>
              <a:off x="3154775" y="3786500"/>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2" name="Google Shape;1162;p26"/>
            <p:cNvGrpSpPr/>
            <p:nvPr/>
          </p:nvGrpSpPr>
          <p:grpSpPr>
            <a:xfrm rot="-8779881">
              <a:off x="4000134" y="3991883"/>
              <a:ext cx="268077" cy="256133"/>
              <a:chOff x="5072449" y="3591321"/>
              <a:chExt cx="401347" cy="383466"/>
            </a:xfrm>
          </p:grpSpPr>
          <p:sp>
            <p:nvSpPr>
              <p:cNvPr id="1163" name="Google Shape;1163;p26"/>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6"/>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5" name="Google Shape;1165;p26"/>
            <p:cNvGrpSpPr/>
            <p:nvPr/>
          </p:nvGrpSpPr>
          <p:grpSpPr>
            <a:xfrm rot="-8434994">
              <a:off x="5566045" y="3991888"/>
              <a:ext cx="268068" cy="256124"/>
              <a:chOff x="5072449" y="3591321"/>
              <a:chExt cx="401347" cy="383466"/>
            </a:xfrm>
          </p:grpSpPr>
          <p:sp>
            <p:nvSpPr>
              <p:cNvPr id="1166" name="Google Shape;1166;p26"/>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6"/>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8" name="Google Shape;1168;p26"/>
            <p:cNvGrpSpPr/>
            <p:nvPr/>
          </p:nvGrpSpPr>
          <p:grpSpPr>
            <a:xfrm>
              <a:off x="3183125" y="3672350"/>
              <a:ext cx="5289975" cy="895200"/>
              <a:chOff x="3183125" y="3736075"/>
              <a:chExt cx="5289975" cy="895200"/>
            </a:xfrm>
          </p:grpSpPr>
          <p:sp>
            <p:nvSpPr>
              <p:cNvPr id="1169" name="Google Shape;1169;p26"/>
              <p:cNvSpPr txBox="1"/>
              <p:nvPr/>
            </p:nvSpPr>
            <p:spPr>
              <a:xfrm>
                <a:off x="6224000" y="3736075"/>
                <a:ext cx="2249100" cy="895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Jupiter is a gas giant and the biggest planet in the entire Solar System</a:t>
                </a:r>
                <a:endParaRPr>
                  <a:solidFill>
                    <a:schemeClr val="lt1"/>
                  </a:solidFill>
                  <a:latin typeface="Catamaran"/>
                  <a:ea typeface="Catamaran"/>
                  <a:cs typeface="Catamaran"/>
                  <a:sym typeface="Catamaran"/>
                </a:endParaRPr>
              </a:p>
            </p:txBody>
          </p:sp>
          <p:sp>
            <p:nvSpPr>
              <p:cNvPr id="1170" name="Google Shape;1170;p26"/>
              <p:cNvSpPr txBox="1"/>
              <p:nvPr/>
            </p:nvSpPr>
            <p:spPr>
              <a:xfrm>
                <a:off x="4316725" y="401596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1171" name="Google Shape;1171;p26"/>
              <p:cNvSpPr txBox="1"/>
              <p:nvPr/>
            </p:nvSpPr>
            <p:spPr>
              <a:xfrm>
                <a:off x="3183125" y="4015975"/>
                <a:ext cx="6102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27"/>
          <p:cNvSpPr/>
          <p:nvPr/>
        </p:nvSpPr>
        <p:spPr>
          <a:xfrm>
            <a:off x="2181150" y="1327738"/>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7" name="Google Shape;1177;p27"/>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178" name="Google Shape;1178;p27"/>
          <p:cNvGrpSpPr/>
          <p:nvPr/>
        </p:nvGrpSpPr>
        <p:grpSpPr>
          <a:xfrm>
            <a:off x="866700" y="1479713"/>
            <a:ext cx="3295800" cy="2028804"/>
            <a:chOff x="866700" y="1479713"/>
            <a:chExt cx="3295800" cy="2028804"/>
          </a:xfrm>
        </p:grpSpPr>
        <p:sp>
          <p:nvSpPr>
            <p:cNvPr id="1179" name="Google Shape;1179;p27"/>
            <p:cNvSpPr txBox="1"/>
            <p:nvPr/>
          </p:nvSpPr>
          <p:spPr>
            <a:xfrm>
              <a:off x="866700" y="2555416"/>
              <a:ext cx="3295800" cy="95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Catamaran"/>
                  <a:ea typeface="Catamaran"/>
                  <a:cs typeface="Catamaran"/>
                  <a:sym typeface="Catamaran"/>
                </a:rPr>
                <a:t>Saturn is a gas giant and has several rings. It's composed mostly of hydrogen and helium. It was named after a Roman god</a:t>
              </a:r>
              <a:endParaRPr sz="1600">
                <a:solidFill>
                  <a:schemeClr val="lt1"/>
                </a:solidFill>
                <a:latin typeface="Catamaran"/>
                <a:ea typeface="Catamaran"/>
                <a:cs typeface="Catamaran"/>
                <a:sym typeface="Catamaran"/>
              </a:endParaRPr>
            </a:p>
          </p:txBody>
        </p:sp>
        <p:sp>
          <p:nvSpPr>
            <p:cNvPr id="1180" name="Google Shape;1180;p27"/>
            <p:cNvSpPr txBox="1"/>
            <p:nvPr/>
          </p:nvSpPr>
          <p:spPr>
            <a:xfrm>
              <a:off x="1558200" y="2143941"/>
              <a:ext cx="19128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Saturn</a:t>
              </a:r>
              <a:endParaRPr sz="2200">
                <a:solidFill>
                  <a:schemeClr val="lt1"/>
                </a:solidFill>
                <a:latin typeface="Love Ya Like A Sister"/>
                <a:ea typeface="Love Ya Like A Sister"/>
                <a:cs typeface="Love Ya Like A Sister"/>
                <a:sym typeface="Love Ya Like A Sister"/>
              </a:endParaRPr>
            </a:p>
          </p:txBody>
        </p:sp>
        <p:sp>
          <p:nvSpPr>
            <p:cNvPr id="1181" name="Google Shape;1181;p27"/>
            <p:cNvSpPr txBox="1"/>
            <p:nvPr/>
          </p:nvSpPr>
          <p:spPr>
            <a:xfrm>
              <a:off x="2175600" y="1479713"/>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A</a:t>
              </a:r>
              <a:endParaRPr sz="3000">
                <a:solidFill>
                  <a:schemeClr val="lt1"/>
                </a:solidFill>
                <a:latin typeface="Love Ya Like A Sister"/>
                <a:ea typeface="Love Ya Like A Sister"/>
                <a:cs typeface="Love Ya Like A Sister"/>
                <a:sym typeface="Love Ya Like A Sister"/>
              </a:endParaRPr>
            </a:p>
          </p:txBody>
        </p:sp>
      </p:grpSp>
      <p:grpSp>
        <p:nvGrpSpPr>
          <p:cNvPr id="1182" name="Google Shape;1182;p27"/>
          <p:cNvGrpSpPr/>
          <p:nvPr/>
        </p:nvGrpSpPr>
        <p:grpSpPr>
          <a:xfrm>
            <a:off x="5636875" y="3742391"/>
            <a:ext cx="1985051" cy="534486"/>
            <a:chOff x="7792500" y="927225"/>
            <a:chExt cx="1128575" cy="303875"/>
          </a:xfrm>
        </p:grpSpPr>
        <p:sp>
          <p:nvSpPr>
            <p:cNvPr id="1183" name="Google Shape;1183;p27"/>
            <p:cNvSpPr/>
            <p:nvPr/>
          </p:nvSpPr>
          <p:spPr>
            <a:xfrm>
              <a:off x="7792500" y="927225"/>
              <a:ext cx="716325" cy="303875"/>
            </a:xfrm>
            <a:custGeom>
              <a:rect b="b" l="l" r="r" t="t"/>
              <a:pathLst>
                <a:path extrusionOk="0" h="12155" w="28653">
                  <a:moveTo>
                    <a:pt x="18154" y="0"/>
                  </a:moveTo>
                  <a:cubicBezTo>
                    <a:pt x="17542" y="0"/>
                    <a:pt x="16930" y="2"/>
                    <a:pt x="16317" y="5"/>
                  </a:cubicBezTo>
                  <a:cubicBezTo>
                    <a:pt x="13757" y="16"/>
                    <a:pt x="11198" y="52"/>
                    <a:pt x="8626" y="112"/>
                  </a:cubicBezTo>
                  <a:cubicBezTo>
                    <a:pt x="7971" y="136"/>
                    <a:pt x="7316" y="147"/>
                    <a:pt x="6661" y="171"/>
                  </a:cubicBezTo>
                  <a:cubicBezTo>
                    <a:pt x="6364" y="183"/>
                    <a:pt x="6066" y="183"/>
                    <a:pt x="5768" y="195"/>
                  </a:cubicBezTo>
                  <a:cubicBezTo>
                    <a:pt x="5506" y="207"/>
                    <a:pt x="5221" y="195"/>
                    <a:pt x="4971" y="290"/>
                  </a:cubicBezTo>
                  <a:cubicBezTo>
                    <a:pt x="4530" y="457"/>
                    <a:pt x="4399" y="886"/>
                    <a:pt x="4340" y="1302"/>
                  </a:cubicBezTo>
                  <a:cubicBezTo>
                    <a:pt x="4244" y="1957"/>
                    <a:pt x="4149" y="2600"/>
                    <a:pt x="4054" y="3255"/>
                  </a:cubicBezTo>
                  <a:lnTo>
                    <a:pt x="2935" y="11018"/>
                  </a:lnTo>
                  <a:cubicBezTo>
                    <a:pt x="2363" y="9637"/>
                    <a:pt x="2065" y="8172"/>
                    <a:pt x="1792" y="6708"/>
                  </a:cubicBezTo>
                  <a:cubicBezTo>
                    <a:pt x="1763" y="6583"/>
                    <a:pt x="1664" y="6473"/>
                    <a:pt x="1539" y="6473"/>
                  </a:cubicBezTo>
                  <a:cubicBezTo>
                    <a:pt x="1510" y="6473"/>
                    <a:pt x="1478" y="6480"/>
                    <a:pt x="1446" y="6493"/>
                  </a:cubicBezTo>
                  <a:cubicBezTo>
                    <a:pt x="946" y="6684"/>
                    <a:pt x="518" y="6994"/>
                    <a:pt x="160" y="7398"/>
                  </a:cubicBezTo>
                  <a:cubicBezTo>
                    <a:pt x="1" y="7585"/>
                    <a:pt x="178" y="7810"/>
                    <a:pt x="367" y="7810"/>
                  </a:cubicBezTo>
                  <a:cubicBezTo>
                    <a:pt x="432" y="7810"/>
                    <a:pt x="499" y="7784"/>
                    <a:pt x="553" y="7720"/>
                  </a:cubicBezTo>
                  <a:cubicBezTo>
                    <a:pt x="780" y="7458"/>
                    <a:pt x="1041" y="7255"/>
                    <a:pt x="1339" y="7101"/>
                  </a:cubicBezTo>
                  <a:cubicBezTo>
                    <a:pt x="1673" y="8779"/>
                    <a:pt x="2030" y="10470"/>
                    <a:pt x="2827" y="11994"/>
                  </a:cubicBezTo>
                  <a:cubicBezTo>
                    <a:pt x="2881" y="12095"/>
                    <a:pt x="2994" y="12155"/>
                    <a:pt x="3098" y="12155"/>
                  </a:cubicBezTo>
                  <a:cubicBezTo>
                    <a:pt x="3202" y="12155"/>
                    <a:pt x="3298" y="12095"/>
                    <a:pt x="3316" y="11958"/>
                  </a:cubicBezTo>
                  <a:cubicBezTo>
                    <a:pt x="3661" y="9565"/>
                    <a:pt x="4006" y="7184"/>
                    <a:pt x="4351" y="4791"/>
                  </a:cubicBezTo>
                  <a:cubicBezTo>
                    <a:pt x="4518" y="3612"/>
                    <a:pt x="4649" y="2433"/>
                    <a:pt x="4863" y="1267"/>
                  </a:cubicBezTo>
                  <a:cubicBezTo>
                    <a:pt x="4911" y="1005"/>
                    <a:pt x="4994" y="802"/>
                    <a:pt x="5268" y="743"/>
                  </a:cubicBezTo>
                  <a:cubicBezTo>
                    <a:pt x="5542" y="683"/>
                    <a:pt x="5852" y="707"/>
                    <a:pt x="6125" y="695"/>
                  </a:cubicBezTo>
                  <a:cubicBezTo>
                    <a:pt x="6745" y="683"/>
                    <a:pt x="7364" y="659"/>
                    <a:pt x="7971" y="648"/>
                  </a:cubicBezTo>
                  <a:cubicBezTo>
                    <a:pt x="11294" y="557"/>
                    <a:pt x="14618" y="512"/>
                    <a:pt x="17941" y="512"/>
                  </a:cubicBezTo>
                  <a:cubicBezTo>
                    <a:pt x="19452" y="512"/>
                    <a:pt x="20962" y="522"/>
                    <a:pt x="22473" y="540"/>
                  </a:cubicBezTo>
                  <a:cubicBezTo>
                    <a:pt x="23806" y="552"/>
                    <a:pt x="25140" y="576"/>
                    <a:pt x="26473" y="612"/>
                  </a:cubicBezTo>
                  <a:cubicBezTo>
                    <a:pt x="26819" y="612"/>
                    <a:pt x="27152" y="624"/>
                    <a:pt x="27497" y="636"/>
                  </a:cubicBezTo>
                  <a:cubicBezTo>
                    <a:pt x="27664" y="636"/>
                    <a:pt x="27842" y="648"/>
                    <a:pt x="28009" y="648"/>
                  </a:cubicBezTo>
                  <a:cubicBezTo>
                    <a:pt x="28057" y="648"/>
                    <a:pt x="28086" y="645"/>
                    <a:pt x="28104" y="645"/>
                  </a:cubicBezTo>
                  <a:cubicBezTo>
                    <a:pt x="28144" y="645"/>
                    <a:pt x="28125" y="657"/>
                    <a:pt x="28116" y="731"/>
                  </a:cubicBezTo>
                  <a:cubicBezTo>
                    <a:pt x="28092" y="886"/>
                    <a:pt x="27962" y="1064"/>
                    <a:pt x="27914" y="1207"/>
                  </a:cubicBezTo>
                  <a:cubicBezTo>
                    <a:pt x="27866" y="1386"/>
                    <a:pt x="27854" y="1552"/>
                    <a:pt x="27926" y="1719"/>
                  </a:cubicBezTo>
                  <a:cubicBezTo>
                    <a:pt x="27974" y="1828"/>
                    <a:pt x="28070" y="1875"/>
                    <a:pt x="28166" y="1875"/>
                  </a:cubicBezTo>
                  <a:cubicBezTo>
                    <a:pt x="28332" y="1875"/>
                    <a:pt x="28497" y="1736"/>
                    <a:pt x="28414" y="1540"/>
                  </a:cubicBezTo>
                  <a:cubicBezTo>
                    <a:pt x="28295" y="1290"/>
                    <a:pt x="28640" y="933"/>
                    <a:pt x="28640" y="659"/>
                  </a:cubicBezTo>
                  <a:cubicBezTo>
                    <a:pt x="28652" y="255"/>
                    <a:pt x="28295" y="147"/>
                    <a:pt x="27962" y="136"/>
                  </a:cubicBezTo>
                  <a:cubicBezTo>
                    <a:pt x="26664" y="88"/>
                    <a:pt x="25378" y="76"/>
                    <a:pt x="24080" y="52"/>
                  </a:cubicBezTo>
                  <a:cubicBezTo>
                    <a:pt x="22106" y="16"/>
                    <a:pt x="20133" y="0"/>
                    <a:pt x="181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4" name="Google Shape;1184;p27"/>
            <p:cNvSpPr/>
            <p:nvPr/>
          </p:nvSpPr>
          <p:spPr>
            <a:xfrm>
              <a:off x="7943875" y="989350"/>
              <a:ext cx="91875" cy="161250"/>
            </a:xfrm>
            <a:custGeom>
              <a:rect b="b" l="l" r="r" t="t"/>
              <a:pathLst>
                <a:path extrusionOk="0" h="6450" w="3675">
                  <a:moveTo>
                    <a:pt x="1810" y="1"/>
                  </a:moveTo>
                  <a:cubicBezTo>
                    <a:pt x="1087" y="1"/>
                    <a:pt x="567" y="590"/>
                    <a:pt x="142" y="1127"/>
                  </a:cubicBezTo>
                  <a:cubicBezTo>
                    <a:pt x="0" y="1322"/>
                    <a:pt x="174" y="1556"/>
                    <a:pt x="356" y="1556"/>
                  </a:cubicBezTo>
                  <a:cubicBezTo>
                    <a:pt x="419" y="1556"/>
                    <a:pt x="483" y="1528"/>
                    <a:pt x="535" y="1461"/>
                  </a:cubicBezTo>
                  <a:cubicBezTo>
                    <a:pt x="848" y="1063"/>
                    <a:pt x="1263" y="510"/>
                    <a:pt x="1803" y="510"/>
                  </a:cubicBezTo>
                  <a:cubicBezTo>
                    <a:pt x="1878" y="510"/>
                    <a:pt x="1955" y="521"/>
                    <a:pt x="2035" y="544"/>
                  </a:cubicBezTo>
                  <a:cubicBezTo>
                    <a:pt x="2761" y="758"/>
                    <a:pt x="2297" y="1853"/>
                    <a:pt x="2118" y="2318"/>
                  </a:cubicBezTo>
                  <a:cubicBezTo>
                    <a:pt x="1606" y="3651"/>
                    <a:pt x="749" y="4806"/>
                    <a:pt x="142" y="6080"/>
                  </a:cubicBezTo>
                  <a:cubicBezTo>
                    <a:pt x="61" y="6265"/>
                    <a:pt x="204" y="6450"/>
                    <a:pt x="387" y="6450"/>
                  </a:cubicBezTo>
                  <a:cubicBezTo>
                    <a:pt x="392" y="6450"/>
                    <a:pt x="398" y="6450"/>
                    <a:pt x="404" y="6449"/>
                  </a:cubicBezTo>
                  <a:cubicBezTo>
                    <a:pt x="1380" y="6414"/>
                    <a:pt x="2368" y="6378"/>
                    <a:pt x="3345" y="6354"/>
                  </a:cubicBezTo>
                  <a:cubicBezTo>
                    <a:pt x="3674" y="6342"/>
                    <a:pt x="3631" y="5842"/>
                    <a:pt x="3308" y="5842"/>
                  </a:cubicBezTo>
                  <a:cubicBezTo>
                    <a:pt x="3305" y="5842"/>
                    <a:pt x="3301" y="5842"/>
                    <a:pt x="3297" y="5842"/>
                  </a:cubicBezTo>
                  <a:lnTo>
                    <a:pt x="797" y="5925"/>
                  </a:lnTo>
                  <a:cubicBezTo>
                    <a:pt x="1547" y="4485"/>
                    <a:pt x="2547" y="3151"/>
                    <a:pt x="2868" y="1544"/>
                  </a:cubicBezTo>
                  <a:cubicBezTo>
                    <a:pt x="2952" y="1187"/>
                    <a:pt x="2987" y="782"/>
                    <a:pt x="2773" y="460"/>
                  </a:cubicBezTo>
                  <a:cubicBezTo>
                    <a:pt x="2595" y="187"/>
                    <a:pt x="2273" y="44"/>
                    <a:pt x="1952" y="8"/>
                  </a:cubicBezTo>
                  <a:cubicBezTo>
                    <a:pt x="1904" y="3"/>
                    <a:pt x="1856" y="1"/>
                    <a:pt x="181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5" name="Google Shape;1185;p27"/>
            <p:cNvSpPr/>
            <p:nvPr/>
          </p:nvSpPr>
          <p:spPr>
            <a:xfrm>
              <a:off x="8078700" y="1035025"/>
              <a:ext cx="132875" cy="115600"/>
            </a:xfrm>
            <a:custGeom>
              <a:rect b="b" l="l" r="r" t="t"/>
              <a:pathLst>
                <a:path extrusionOk="0" h="4624" w="5315">
                  <a:moveTo>
                    <a:pt x="2825" y="0"/>
                  </a:moveTo>
                  <a:cubicBezTo>
                    <a:pt x="2690" y="0"/>
                    <a:pt x="2542" y="94"/>
                    <a:pt x="2536" y="265"/>
                  </a:cubicBezTo>
                  <a:cubicBezTo>
                    <a:pt x="2524" y="860"/>
                    <a:pt x="2500" y="1455"/>
                    <a:pt x="2488" y="2051"/>
                  </a:cubicBezTo>
                  <a:cubicBezTo>
                    <a:pt x="2306" y="2053"/>
                    <a:pt x="2126" y="2055"/>
                    <a:pt x="1945" y="2055"/>
                  </a:cubicBezTo>
                  <a:cubicBezTo>
                    <a:pt x="1404" y="2055"/>
                    <a:pt x="866" y="2042"/>
                    <a:pt x="321" y="2015"/>
                  </a:cubicBezTo>
                  <a:cubicBezTo>
                    <a:pt x="317" y="2015"/>
                    <a:pt x="314" y="2015"/>
                    <a:pt x="310" y="2015"/>
                  </a:cubicBezTo>
                  <a:cubicBezTo>
                    <a:pt x="1" y="2015"/>
                    <a:pt x="51" y="2503"/>
                    <a:pt x="369" y="2527"/>
                  </a:cubicBezTo>
                  <a:cubicBezTo>
                    <a:pt x="1071" y="2551"/>
                    <a:pt x="1774" y="2562"/>
                    <a:pt x="2464" y="2562"/>
                  </a:cubicBezTo>
                  <a:lnTo>
                    <a:pt x="2417" y="4396"/>
                  </a:lnTo>
                  <a:cubicBezTo>
                    <a:pt x="2411" y="4551"/>
                    <a:pt x="2516" y="4624"/>
                    <a:pt x="2631" y="4624"/>
                  </a:cubicBezTo>
                  <a:cubicBezTo>
                    <a:pt x="2764" y="4624"/>
                    <a:pt x="2910" y="4527"/>
                    <a:pt x="2917" y="4348"/>
                  </a:cubicBezTo>
                  <a:cubicBezTo>
                    <a:pt x="2940" y="3753"/>
                    <a:pt x="2964" y="3158"/>
                    <a:pt x="2976" y="2551"/>
                  </a:cubicBezTo>
                  <a:cubicBezTo>
                    <a:pt x="3643" y="2539"/>
                    <a:pt x="4322" y="2515"/>
                    <a:pt x="4988" y="2479"/>
                  </a:cubicBezTo>
                  <a:cubicBezTo>
                    <a:pt x="5314" y="2456"/>
                    <a:pt x="5276" y="1966"/>
                    <a:pt x="4963" y="1966"/>
                  </a:cubicBezTo>
                  <a:cubicBezTo>
                    <a:pt x="4956" y="1966"/>
                    <a:pt x="4948" y="1967"/>
                    <a:pt x="4941" y="1967"/>
                  </a:cubicBezTo>
                  <a:cubicBezTo>
                    <a:pt x="4298" y="2003"/>
                    <a:pt x="3643" y="2027"/>
                    <a:pt x="2988" y="2051"/>
                  </a:cubicBezTo>
                  <a:cubicBezTo>
                    <a:pt x="3012" y="1443"/>
                    <a:pt x="3036" y="836"/>
                    <a:pt x="3048" y="229"/>
                  </a:cubicBezTo>
                  <a:cubicBezTo>
                    <a:pt x="3053" y="73"/>
                    <a:pt x="2944" y="0"/>
                    <a:pt x="28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6" name="Google Shape;1186;p27"/>
            <p:cNvSpPr/>
            <p:nvPr/>
          </p:nvSpPr>
          <p:spPr>
            <a:xfrm>
              <a:off x="8253700" y="1045900"/>
              <a:ext cx="132325" cy="112000"/>
            </a:xfrm>
            <a:custGeom>
              <a:rect b="b" l="l" r="r" t="t"/>
              <a:pathLst>
                <a:path extrusionOk="0" h="4480" w="5293">
                  <a:moveTo>
                    <a:pt x="2853" y="626"/>
                  </a:moveTo>
                  <a:cubicBezTo>
                    <a:pt x="3173" y="626"/>
                    <a:pt x="3479" y="736"/>
                    <a:pt x="3691" y="1008"/>
                  </a:cubicBezTo>
                  <a:cubicBezTo>
                    <a:pt x="3715" y="1032"/>
                    <a:pt x="3727" y="1044"/>
                    <a:pt x="3751" y="1056"/>
                  </a:cubicBezTo>
                  <a:cubicBezTo>
                    <a:pt x="3310" y="2080"/>
                    <a:pt x="2727" y="3080"/>
                    <a:pt x="1739" y="3604"/>
                  </a:cubicBezTo>
                  <a:cubicBezTo>
                    <a:pt x="1565" y="3695"/>
                    <a:pt x="1341" y="3780"/>
                    <a:pt x="1128" y="3780"/>
                  </a:cubicBezTo>
                  <a:cubicBezTo>
                    <a:pt x="1033" y="3780"/>
                    <a:pt x="942" y="3763"/>
                    <a:pt x="858" y="3723"/>
                  </a:cubicBezTo>
                  <a:cubicBezTo>
                    <a:pt x="512" y="3580"/>
                    <a:pt x="572" y="3163"/>
                    <a:pt x="655" y="2878"/>
                  </a:cubicBezTo>
                  <a:cubicBezTo>
                    <a:pt x="858" y="2211"/>
                    <a:pt x="1251" y="1461"/>
                    <a:pt x="1798" y="1008"/>
                  </a:cubicBezTo>
                  <a:cubicBezTo>
                    <a:pt x="2076" y="782"/>
                    <a:pt x="2474" y="626"/>
                    <a:pt x="2853" y="626"/>
                  </a:cubicBezTo>
                  <a:close/>
                  <a:moveTo>
                    <a:pt x="4348" y="1"/>
                  </a:moveTo>
                  <a:cubicBezTo>
                    <a:pt x="4258" y="1"/>
                    <a:pt x="4172" y="42"/>
                    <a:pt x="4132" y="139"/>
                  </a:cubicBezTo>
                  <a:cubicBezTo>
                    <a:pt x="4072" y="282"/>
                    <a:pt x="4025" y="413"/>
                    <a:pt x="3965" y="556"/>
                  </a:cubicBezTo>
                  <a:cubicBezTo>
                    <a:pt x="3646" y="258"/>
                    <a:pt x="3224" y="116"/>
                    <a:pt x="2798" y="116"/>
                  </a:cubicBezTo>
                  <a:cubicBezTo>
                    <a:pt x="2509" y="116"/>
                    <a:pt x="2217" y="181"/>
                    <a:pt x="1953" y="306"/>
                  </a:cubicBezTo>
                  <a:cubicBezTo>
                    <a:pt x="1120" y="699"/>
                    <a:pt x="643" y="1568"/>
                    <a:pt x="298" y="2378"/>
                  </a:cubicBezTo>
                  <a:cubicBezTo>
                    <a:pt x="131" y="2770"/>
                    <a:pt x="0" y="3223"/>
                    <a:pt x="143" y="3651"/>
                  </a:cubicBezTo>
                  <a:cubicBezTo>
                    <a:pt x="274" y="4044"/>
                    <a:pt x="655" y="4271"/>
                    <a:pt x="1072" y="4283"/>
                  </a:cubicBezTo>
                  <a:cubicBezTo>
                    <a:pt x="1087" y="4283"/>
                    <a:pt x="1101" y="4283"/>
                    <a:pt x="1116" y="4283"/>
                  </a:cubicBezTo>
                  <a:cubicBezTo>
                    <a:pt x="1944" y="4283"/>
                    <a:pt x="2700" y="3629"/>
                    <a:pt x="3191" y="3020"/>
                  </a:cubicBezTo>
                  <a:cubicBezTo>
                    <a:pt x="3215" y="2997"/>
                    <a:pt x="3239" y="2961"/>
                    <a:pt x="3263" y="2925"/>
                  </a:cubicBezTo>
                  <a:lnTo>
                    <a:pt x="3263" y="2925"/>
                  </a:lnTo>
                  <a:cubicBezTo>
                    <a:pt x="3215" y="3140"/>
                    <a:pt x="3167" y="3354"/>
                    <a:pt x="3167" y="3568"/>
                  </a:cubicBezTo>
                  <a:cubicBezTo>
                    <a:pt x="3156" y="4021"/>
                    <a:pt x="3429" y="4425"/>
                    <a:pt x="3894" y="4473"/>
                  </a:cubicBezTo>
                  <a:cubicBezTo>
                    <a:pt x="3934" y="4478"/>
                    <a:pt x="3973" y="4480"/>
                    <a:pt x="4012" y="4480"/>
                  </a:cubicBezTo>
                  <a:cubicBezTo>
                    <a:pt x="4479" y="4480"/>
                    <a:pt x="4846" y="4159"/>
                    <a:pt x="5132" y="3818"/>
                  </a:cubicBezTo>
                  <a:cubicBezTo>
                    <a:pt x="5293" y="3631"/>
                    <a:pt x="5112" y="3396"/>
                    <a:pt x="4921" y="3396"/>
                  </a:cubicBezTo>
                  <a:cubicBezTo>
                    <a:pt x="4857" y="3396"/>
                    <a:pt x="4793" y="3422"/>
                    <a:pt x="4739" y="3485"/>
                  </a:cubicBezTo>
                  <a:cubicBezTo>
                    <a:pt x="4581" y="3682"/>
                    <a:pt x="4317" y="3978"/>
                    <a:pt x="4027" y="3978"/>
                  </a:cubicBezTo>
                  <a:cubicBezTo>
                    <a:pt x="3968" y="3978"/>
                    <a:pt x="3907" y="3966"/>
                    <a:pt x="3846" y="3937"/>
                  </a:cubicBezTo>
                  <a:cubicBezTo>
                    <a:pt x="3525" y="3782"/>
                    <a:pt x="3715" y="3259"/>
                    <a:pt x="3787" y="3009"/>
                  </a:cubicBezTo>
                  <a:cubicBezTo>
                    <a:pt x="4060" y="2104"/>
                    <a:pt x="4334" y="1199"/>
                    <a:pt x="4608" y="294"/>
                  </a:cubicBezTo>
                  <a:cubicBezTo>
                    <a:pt x="4661" y="121"/>
                    <a:pt x="4500" y="1"/>
                    <a:pt x="43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7" name="Google Shape;1187;p27"/>
            <p:cNvSpPr/>
            <p:nvPr/>
          </p:nvSpPr>
          <p:spPr>
            <a:xfrm>
              <a:off x="8385425" y="1130925"/>
              <a:ext cx="70400" cy="78300"/>
            </a:xfrm>
            <a:custGeom>
              <a:rect b="b" l="l" r="r" t="t"/>
              <a:pathLst>
                <a:path extrusionOk="0" h="3132" w="2816">
                  <a:moveTo>
                    <a:pt x="697" y="0"/>
                  </a:moveTo>
                  <a:cubicBezTo>
                    <a:pt x="587" y="0"/>
                    <a:pt x="479" y="64"/>
                    <a:pt x="458" y="203"/>
                  </a:cubicBezTo>
                  <a:cubicBezTo>
                    <a:pt x="315" y="1024"/>
                    <a:pt x="173" y="1846"/>
                    <a:pt x="30" y="2679"/>
                  </a:cubicBezTo>
                  <a:cubicBezTo>
                    <a:pt x="0" y="2857"/>
                    <a:pt x="146" y="2970"/>
                    <a:pt x="291" y="2970"/>
                  </a:cubicBezTo>
                  <a:cubicBezTo>
                    <a:pt x="380" y="2970"/>
                    <a:pt x="468" y="2929"/>
                    <a:pt x="518" y="2834"/>
                  </a:cubicBezTo>
                  <a:cubicBezTo>
                    <a:pt x="720" y="2429"/>
                    <a:pt x="911" y="2036"/>
                    <a:pt x="1149" y="1655"/>
                  </a:cubicBezTo>
                  <a:cubicBezTo>
                    <a:pt x="1268" y="1465"/>
                    <a:pt x="1399" y="1286"/>
                    <a:pt x="1530" y="1108"/>
                  </a:cubicBezTo>
                  <a:cubicBezTo>
                    <a:pt x="1649" y="953"/>
                    <a:pt x="1780" y="786"/>
                    <a:pt x="1947" y="703"/>
                  </a:cubicBezTo>
                  <a:cubicBezTo>
                    <a:pt x="1999" y="676"/>
                    <a:pt x="2052" y="650"/>
                    <a:pt x="2095" y="650"/>
                  </a:cubicBezTo>
                  <a:cubicBezTo>
                    <a:pt x="2129" y="650"/>
                    <a:pt x="2157" y="667"/>
                    <a:pt x="2173" y="715"/>
                  </a:cubicBezTo>
                  <a:cubicBezTo>
                    <a:pt x="2197" y="786"/>
                    <a:pt x="2173" y="882"/>
                    <a:pt x="2161" y="953"/>
                  </a:cubicBezTo>
                  <a:cubicBezTo>
                    <a:pt x="2149" y="1084"/>
                    <a:pt x="2125" y="1215"/>
                    <a:pt x="2113" y="1334"/>
                  </a:cubicBezTo>
                  <a:cubicBezTo>
                    <a:pt x="2042" y="1834"/>
                    <a:pt x="1970" y="2334"/>
                    <a:pt x="1899" y="2834"/>
                  </a:cubicBezTo>
                  <a:cubicBezTo>
                    <a:pt x="1872" y="3023"/>
                    <a:pt x="2021" y="3132"/>
                    <a:pt x="2164" y="3132"/>
                  </a:cubicBezTo>
                  <a:cubicBezTo>
                    <a:pt x="2273" y="3132"/>
                    <a:pt x="2378" y="3069"/>
                    <a:pt x="2399" y="2929"/>
                  </a:cubicBezTo>
                  <a:lnTo>
                    <a:pt x="2601" y="1560"/>
                  </a:lnTo>
                  <a:cubicBezTo>
                    <a:pt x="2649" y="1191"/>
                    <a:pt x="2816" y="667"/>
                    <a:pt x="2542" y="346"/>
                  </a:cubicBezTo>
                  <a:cubicBezTo>
                    <a:pt x="2424" y="202"/>
                    <a:pt x="2271" y="145"/>
                    <a:pt x="2111" y="145"/>
                  </a:cubicBezTo>
                  <a:cubicBezTo>
                    <a:pt x="1899" y="145"/>
                    <a:pt x="1676" y="246"/>
                    <a:pt x="1506" y="381"/>
                  </a:cubicBezTo>
                  <a:cubicBezTo>
                    <a:pt x="1220" y="620"/>
                    <a:pt x="994" y="953"/>
                    <a:pt x="792" y="1274"/>
                  </a:cubicBezTo>
                  <a:cubicBezTo>
                    <a:pt x="851" y="953"/>
                    <a:pt x="899" y="620"/>
                    <a:pt x="958" y="298"/>
                  </a:cubicBezTo>
                  <a:cubicBezTo>
                    <a:pt x="992" y="109"/>
                    <a:pt x="842" y="0"/>
                    <a:pt x="6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8" name="Google Shape;1188;p27"/>
            <p:cNvSpPr/>
            <p:nvPr/>
          </p:nvSpPr>
          <p:spPr>
            <a:xfrm>
              <a:off x="8538025" y="1055325"/>
              <a:ext cx="114250" cy="20050"/>
            </a:xfrm>
            <a:custGeom>
              <a:rect b="b" l="l" r="r" t="t"/>
              <a:pathLst>
                <a:path extrusionOk="0" h="802" w="4570">
                  <a:moveTo>
                    <a:pt x="3613" y="0"/>
                  </a:moveTo>
                  <a:cubicBezTo>
                    <a:pt x="2504" y="0"/>
                    <a:pt x="1397" y="98"/>
                    <a:pt x="307" y="286"/>
                  </a:cubicBezTo>
                  <a:cubicBezTo>
                    <a:pt x="1" y="343"/>
                    <a:pt x="30" y="801"/>
                    <a:pt x="313" y="801"/>
                  </a:cubicBezTo>
                  <a:cubicBezTo>
                    <a:pt x="326" y="801"/>
                    <a:pt x="341" y="800"/>
                    <a:pt x="355" y="798"/>
                  </a:cubicBezTo>
                  <a:cubicBezTo>
                    <a:pt x="1430" y="602"/>
                    <a:pt x="2522" y="511"/>
                    <a:pt x="3616" y="511"/>
                  </a:cubicBezTo>
                  <a:cubicBezTo>
                    <a:pt x="3855" y="511"/>
                    <a:pt x="4093" y="516"/>
                    <a:pt x="4332" y="524"/>
                  </a:cubicBezTo>
                  <a:cubicBezTo>
                    <a:pt x="4475" y="524"/>
                    <a:pt x="4570" y="369"/>
                    <a:pt x="4558" y="250"/>
                  </a:cubicBezTo>
                  <a:cubicBezTo>
                    <a:pt x="4546" y="96"/>
                    <a:pt x="4427" y="12"/>
                    <a:pt x="4284" y="12"/>
                  </a:cubicBezTo>
                  <a:cubicBezTo>
                    <a:pt x="4060" y="4"/>
                    <a:pt x="3837" y="0"/>
                    <a:pt x="361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9" name="Google Shape;1189;p27"/>
            <p:cNvSpPr/>
            <p:nvPr/>
          </p:nvSpPr>
          <p:spPr>
            <a:xfrm>
              <a:off x="8526650" y="1105925"/>
              <a:ext cx="122650" cy="12825"/>
            </a:xfrm>
            <a:custGeom>
              <a:rect b="b" l="l" r="r" t="t"/>
              <a:pathLst>
                <a:path extrusionOk="0" h="513" w="4906">
                  <a:moveTo>
                    <a:pt x="334" y="0"/>
                  </a:moveTo>
                  <a:cubicBezTo>
                    <a:pt x="0" y="0"/>
                    <a:pt x="48" y="512"/>
                    <a:pt x="370" y="512"/>
                  </a:cubicBezTo>
                  <a:lnTo>
                    <a:pt x="4572" y="512"/>
                  </a:lnTo>
                  <a:cubicBezTo>
                    <a:pt x="4906" y="512"/>
                    <a:pt x="4858" y="0"/>
                    <a:pt x="45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0" name="Google Shape;1190;p27"/>
            <p:cNvSpPr/>
            <p:nvPr/>
          </p:nvSpPr>
          <p:spPr>
            <a:xfrm>
              <a:off x="8696025" y="1049025"/>
              <a:ext cx="146900" cy="115850"/>
            </a:xfrm>
            <a:custGeom>
              <a:rect b="b" l="l" r="r" t="t"/>
              <a:pathLst>
                <a:path extrusionOk="0" h="4634" w="5876">
                  <a:moveTo>
                    <a:pt x="3166" y="0"/>
                  </a:moveTo>
                  <a:cubicBezTo>
                    <a:pt x="2715" y="0"/>
                    <a:pt x="2279" y="206"/>
                    <a:pt x="1917" y="455"/>
                  </a:cubicBezTo>
                  <a:cubicBezTo>
                    <a:pt x="1191" y="919"/>
                    <a:pt x="643" y="1657"/>
                    <a:pt x="381" y="2479"/>
                  </a:cubicBezTo>
                  <a:cubicBezTo>
                    <a:pt x="155" y="3169"/>
                    <a:pt x="0" y="4384"/>
                    <a:pt x="941" y="4598"/>
                  </a:cubicBezTo>
                  <a:cubicBezTo>
                    <a:pt x="1016" y="4615"/>
                    <a:pt x="1091" y="4622"/>
                    <a:pt x="1166" y="4622"/>
                  </a:cubicBezTo>
                  <a:cubicBezTo>
                    <a:pt x="1521" y="4622"/>
                    <a:pt x="1872" y="4453"/>
                    <a:pt x="2167" y="4277"/>
                  </a:cubicBezTo>
                  <a:cubicBezTo>
                    <a:pt x="2560" y="4038"/>
                    <a:pt x="2893" y="3741"/>
                    <a:pt x="3203" y="3407"/>
                  </a:cubicBezTo>
                  <a:cubicBezTo>
                    <a:pt x="3358" y="3241"/>
                    <a:pt x="3489" y="3074"/>
                    <a:pt x="3620" y="2895"/>
                  </a:cubicBezTo>
                  <a:lnTo>
                    <a:pt x="3620" y="2895"/>
                  </a:lnTo>
                  <a:cubicBezTo>
                    <a:pt x="3572" y="3229"/>
                    <a:pt x="3560" y="3562"/>
                    <a:pt x="3620" y="3896"/>
                  </a:cubicBezTo>
                  <a:cubicBezTo>
                    <a:pt x="3703" y="4348"/>
                    <a:pt x="4048" y="4634"/>
                    <a:pt x="4513" y="4634"/>
                  </a:cubicBezTo>
                  <a:cubicBezTo>
                    <a:pt x="5025" y="4634"/>
                    <a:pt x="5394" y="4253"/>
                    <a:pt x="5715" y="3907"/>
                  </a:cubicBezTo>
                  <a:cubicBezTo>
                    <a:pt x="5876" y="3720"/>
                    <a:pt x="5702" y="3486"/>
                    <a:pt x="5509" y="3486"/>
                  </a:cubicBezTo>
                  <a:cubicBezTo>
                    <a:pt x="5445" y="3486"/>
                    <a:pt x="5379" y="3512"/>
                    <a:pt x="5322" y="3574"/>
                  </a:cubicBezTo>
                  <a:cubicBezTo>
                    <a:pt x="5115" y="3804"/>
                    <a:pt x="4853" y="4123"/>
                    <a:pt x="4502" y="4123"/>
                  </a:cubicBezTo>
                  <a:cubicBezTo>
                    <a:pt x="4490" y="4123"/>
                    <a:pt x="4478" y="4123"/>
                    <a:pt x="4465" y="4122"/>
                  </a:cubicBezTo>
                  <a:cubicBezTo>
                    <a:pt x="4024" y="4098"/>
                    <a:pt x="4072" y="3515"/>
                    <a:pt x="4108" y="3193"/>
                  </a:cubicBezTo>
                  <a:cubicBezTo>
                    <a:pt x="4191" y="2372"/>
                    <a:pt x="4560" y="1574"/>
                    <a:pt x="4846" y="788"/>
                  </a:cubicBezTo>
                  <a:cubicBezTo>
                    <a:pt x="4925" y="591"/>
                    <a:pt x="4764" y="431"/>
                    <a:pt x="4601" y="431"/>
                  </a:cubicBezTo>
                  <a:cubicBezTo>
                    <a:pt x="4518" y="431"/>
                    <a:pt x="4434" y="473"/>
                    <a:pt x="4382" y="574"/>
                  </a:cubicBezTo>
                  <a:cubicBezTo>
                    <a:pt x="3762" y="1812"/>
                    <a:pt x="3072" y="3145"/>
                    <a:pt x="1846" y="3872"/>
                  </a:cubicBezTo>
                  <a:cubicBezTo>
                    <a:pt x="1668" y="3977"/>
                    <a:pt x="1408" y="4114"/>
                    <a:pt x="1178" y="4114"/>
                  </a:cubicBezTo>
                  <a:cubicBezTo>
                    <a:pt x="1068" y="4114"/>
                    <a:pt x="966" y="4083"/>
                    <a:pt x="881" y="4003"/>
                  </a:cubicBezTo>
                  <a:cubicBezTo>
                    <a:pt x="643" y="3788"/>
                    <a:pt x="714" y="3348"/>
                    <a:pt x="762" y="3074"/>
                  </a:cubicBezTo>
                  <a:cubicBezTo>
                    <a:pt x="869" y="2407"/>
                    <a:pt x="1191" y="1800"/>
                    <a:pt x="1667" y="1312"/>
                  </a:cubicBezTo>
                  <a:cubicBezTo>
                    <a:pt x="1917" y="1050"/>
                    <a:pt x="2238" y="812"/>
                    <a:pt x="2584" y="657"/>
                  </a:cubicBezTo>
                  <a:cubicBezTo>
                    <a:pt x="2752" y="578"/>
                    <a:pt x="2976" y="510"/>
                    <a:pt x="3185" y="510"/>
                  </a:cubicBezTo>
                  <a:cubicBezTo>
                    <a:pt x="3418" y="510"/>
                    <a:pt x="3632" y="596"/>
                    <a:pt x="3727" y="848"/>
                  </a:cubicBezTo>
                  <a:cubicBezTo>
                    <a:pt x="3770" y="961"/>
                    <a:pt x="3862" y="1009"/>
                    <a:pt x="3955" y="1009"/>
                  </a:cubicBezTo>
                  <a:cubicBezTo>
                    <a:pt x="4116" y="1009"/>
                    <a:pt x="4283" y="865"/>
                    <a:pt x="4215" y="669"/>
                  </a:cubicBezTo>
                  <a:cubicBezTo>
                    <a:pt x="4060" y="264"/>
                    <a:pt x="3667" y="14"/>
                    <a:pt x="3239" y="2"/>
                  </a:cubicBezTo>
                  <a:cubicBezTo>
                    <a:pt x="3214" y="1"/>
                    <a:pt x="3190" y="0"/>
                    <a:pt x="31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1" name="Google Shape;1191;p27"/>
            <p:cNvSpPr/>
            <p:nvPr/>
          </p:nvSpPr>
          <p:spPr>
            <a:xfrm>
              <a:off x="8842750" y="1135000"/>
              <a:ext cx="78325" cy="91700"/>
            </a:xfrm>
            <a:custGeom>
              <a:rect b="b" l="l" r="r" t="t"/>
              <a:pathLst>
                <a:path extrusionOk="0" h="3668" w="3133">
                  <a:moveTo>
                    <a:pt x="927" y="1"/>
                  </a:moveTo>
                  <a:cubicBezTo>
                    <a:pt x="817" y="1"/>
                    <a:pt x="704" y="61"/>
                    <a:pt x="668" y="195"/>
                  </a:cubicBezTo>
                  <a:cubicBezTo>
                    <a:pt x="453" y="1040"/>
                    <a:pt x="239" y="1897"/>
                    <a:pt x="37" y="2743"/>
                  </a:cubicBezTo>
                  <a:cubicBezTo>
                    <a:pt x="1" y="2862"/>
                    <a:pt x="96" y="2993"/>
                    <a:pt x="203" y="3028"/>
                  </a:cubicBezTo>
                  <a:cubicBezTo>
                    <a:pt x="229" y="3035"/>
                    <a:pt x="254" y="3039"/>
                    <a:pt x="278" y="3039"/>
                  </a:cubicBezTo>
                  <a:cubicBezTo>
                    <a:pt x="375" y="3039"/>
                    <a:pt x="456" y="2983"/>
                    <a:pt x="513" y="2897"/>
                  </a:cubicBezTo>
                  <a:cubicBezTo>
                    <a:pt x="751" y="2528"/>
                    <a:pt x="1025" y="2171"/>
                    <a:pt x="1334" y="1862"/>
                  </a:cubicBezTo>
                  <a:cubicBezTo>
                    <a:pt x="1489" y="1695"/>
                    <a:pt x="1656" y="1540"/>
                    <a:pt x="1834" y="1397"/>
                  </a:cubicBezTo>
                  <a:cubicBezTo>
                    <a:pt x="1989" y="1266"/>
                    <a:pt x="2156" y="1123"/>
                    <a:pt x="2335" y="1052"/>
                  </a:cubicBezTo>
                  <a:cubicBezTo>
                    <a:pt x="2387" y="1030"/>
                    <a:pt x="2434" y="1016"/>
                    <a:pt x="2474" y="1016"/>
                  </a:cubicBezTo>
                  <a:cubicBezTo>
                    <a:pt x="2541" y="1016"/>
                    <a:pt x="2585" y="1058"/>
                    <a:pt x="2585" y="1171"/>
                  </a:cubicBezTo>
                  <a:cubicBezTo>
                    <a:pt x="2573" y="1385"/>
                    <a:pt x="2489" y="1611"/>
                    <a:pt x="2442" y="1826"/>
                  </a:cubicBezTo>
                  <a:cubicBezTo>
                    <a:pt x="2335" y="2338"/>
                    <a:pt x="2215" y="2862"/>
                    <a:pt x="2096" y="3374"/>
                  </a:cubicBezTo>
                  <a:cubicBezTo>
                    <a:pt x="2055" y="3558"/>
                    <a:pt x="2206" y="3668"/>
                    <a:pt x="2355" y="3668"/>
                  </a:cubicBezTo>
                  <a:cubicBezTo>
                    <a:pt x="2467" y="3668"/>
                    <a:pt x="2578" y="3606"/>
                    <a:pt x="2608" y="3469"/>
                  </a:cubicBezTo>
                  <a:cubicBezTo>
                    <a:pt x="2739" y="2838"/>
                    <a:pt x="2882" y="2207"/>
                    <a:pt x="3025" y="1588"/>
                  </a:cubicBezTo>
                  <a:cubicBezTo>
                    <a:pt x="3073" y="1338"/>
                    <a:pt x="3132" y="1076"/>
                    <a:pt x="3025" y="838"/>
                  </a:cubicBezTo>
                  <a:cubicBezTo>
                    <a:pt x="2930" y="625"/>
                    <a:pt x="2711" y="498"/>
                    <a:pt x="2480" y="498"/>
                  </a:cubicBezTo>
                  <a:cubicBezTo>
                    <a:pt x="2451" y="498"/>
                    <a:pt x="2423" y="500"/>
                    <a:pt x="2394" y="504"/>
                  </a:cubicBezTo>
                  <a:cubicBezTo>
                    <a:pt x="2132" y="540"/>
                    <a:pt x="1918" y="683"/>
                    <a:pt x="1703" y="849"/>
                  </a:cubicBezTo>
                  <a:cubicBezTo>
                    <a:pt x="1489" y="1004"/>
                    <a:pt x="1287" y="1183"/>
                    <a:pt x="1096" y="1373"/>
                  </a:cubicBezTo>
                  <a:cubicBezTo>
                    <a:pt x="1001" y="1469"/>
                    <a:pt x="918" y="1552"/>
                    <a:pt x="834" y="1647"/>
                  </a:cubicBezTo>
                  <a:cubicBezTo>
                    <a:pt x="941" y="1195"/>
                    <a:pt x="1061" y="742"/>
                    <a:pt x="1168" y="290"/>
                  </a:cubicBezTo>
                  <a:cubicBezTo>
                    <a:pt x="1215" y="107"/>
                    <a:pt x="1073" y="1"/>
                    <a:pt x="92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192" name="Google Shape;1192;p27"/>
          <p:cNvGrpSpPr/>
          <p:nvPr/>
        </p:nvGrpSpPr>
        <p:grpSpPr>
          <a:xfrm>
            <a:off x="1522071" y="3814482"/>
            <a:ext cx="1985058" cy="390305"/>
            <a:chOff x="9207100" y="2288275"/>
            <a:chExt cx="1114450" cy="219125"/>
          </a:xfrm>
        </p:grpSpPr>
        <p:sp>
          <p:nvSpPr>
            <p:cNvPr id="1193" name="Google Shape;1193;p27"/>
            <p:cNvSpPr/>
            <p:nvPr/>
          </p:nvSpPr>
          <p:spPr>
            <a:xfrm>
              <a:off x="9207100" y="2338675"/>
              <a:ext cx="105775" cy="109125"/>
            </a:xfrm>
            <a:custGeom>
              <a:rect b="b" l="l" r="r" t="t"/>
              <a:pathLst>
                <a:path extrusionOk="0" h="4365" w="4231">
                  <a:moveTo>
                    <a:pt x="2454" y="512"/>
                  </a:moveTo>
                  <a:cubicBezTo>
                    <a:pt x="2474" y="512"/>
                    <a:pt x="2493" y="514"/>
                    <a:pt x="2512" y="518"/>
                  </a:cubicBezTo>
                  <a:cubicBezTo>
                    <a:pt x="2655" y="554"/>
                    <a:pt x="2750" y="732"/>
                    <a:pt x="2822" y="851"/>
                  </a:cubicBezTo>
                  <a:cubicBezTo>
                    <a:pt x="2870" y="935"/>
                    <a:pt x="2935" y="967"/>
                    <a:pt x="3002" y="967"/>
                  </a:cubicBezTo>
                  <a:cubicBezTo>
                    <a:pt x="3069" y="967"/>
                    <a:pt x="3137" y="935"/>
                    <a:pt x="3191" y="887"/>
                  </a:cubicBezTo>
                  <a:lnTo>
                    <a:pt x="3191" y="887"/>
                  </a:lnTo>
                  <a:cubicBezTo>
                    <a:pt x="3012" y="1327"/>
                    <a:pt x="2822" y="1756"/>
                    <a:pt x="2596" y="2185"/>
                  </a:cubicBezTo>
                  <a:cubicBezTo>
                    <a:pt x="2322" y="2721"/>
                    <a:pt x="1988" y="3268"/>
                    <a:pt x="1465" y="3602"/>
                  </a:cubicBezTo>
                  <a:cubicBezTo>
                    <a:pt x="1339" y="3683"/>
                    <a:pt x="1164" y="3768"/>
                    <a:pt x="1004" y="3768"/>
                  </a:cubicBezTo>
                  <a:cubicBezTo>
                    <a:pt x="905" y="3768"/>
                    <a:pt x="811" y="3736"/>
                    <a:pt x="738" y="3649"/>
                  </a:cubicBezTo>
                  <a:cubicBezTo>
                    <a:pt x="584" y="3459"/>
                    <a:pt x="607" y="3161"/>
                    <a:pt x="631" y="2935"/>
                  </a:cubicBezTo>
                  <a:cubicBezTo>
                    <a:pt x="715" y="2351"/>
                    <a:pt x="965" y="1804"/>
                    <a:pt x="1334" y="1339"/>
                  </a:cubicBezTo>
                  <a:cubicBezTo>
                    <a:pt x="1524" y="1101"/>
                    <a:pt x="1762" y="887"/>
                    <a:pt x="2024" y="708"/>
                  </a:cubicBezTo>
                  <a:cubicBezTo>
                    <a:pt x="2140" y="624"/>
                    <a:pt x="2303" y="512"/>
                    <a:pt x="2454" y="512"/>
                  </a:cubicBezTo>
                  <a:close/>
                  <a:moveTo>
                    <a:pt x="2439" y="1"/>
                  </a:moveTo>
                  <a:cubicBezTo>
                    <a:pt x="2409" y="1"/>
                    <a:pt x="2378" y="2"/>
                    <a:pt x="2346" y="6"/>
                  </a:cubicBezTo>
                  <a:cubicBezTo>
                    <a:pt x="1965" y="54"/>
                    <a:pt x="1619" y="339"/>
                    <a:pt x="1346" y="589"/>
                  </a:cubicBezTo>
                  <a:cubicBezTo>
                    <a:pt x="786" y="1089"/>
                    <a:pt x="393" y="1744"/>
                    <a:pt x="203" y="2470"/>
                  </a:cubicBezTo>
                  <a:cubicBezTo>
                    <a:pt x="48" y="3090"/>
                    <a:pt x="0" y="4090"/>
                    <a:pt x="810" y="4256"/>
                  </a:cubicBezTo>
                  <a:cubicBezTo>
                    <a:pt x="882" y="4272"/>
                    <a:pt x="954" y="4280"/>
                    <a:pt x="1026" y="4280"/>
                  </a:cubicBezTo>
                  <a:cubicBezTo>
                    <a:pt x="1705" y="4280"/>
                    <a:pt x="2322" y="3607"/>
                    <a:pt x="2667" y="3090"/>
                  </a:cubicBezTo>
                  <a:cubicBezTo>
                    <a:pt x="2727" y="3006"/>
                    <a:pt x="2786" y="2911"/>
                    <a:pt x="2834" y="2816"/>
                  </a:cubicBezTo>
                  <a:lnTo>
                    <a:pt x="2834" y="2816"/>
                  </a:lnTo>
                  <a:cubicBezTo>
                    <a:pt x="2810" y="2971"/>
                    <a:pt x="2786" y="3125"/>
                    <a:pt x="2774" y="3292"/>
                  </a:cubicBezTo>
                  <a:cubicBezTo>
                    <a:pt x="2727" y="3667"/>
                    <a:pt x="2727" y="4364"/>
                    <a:pt x="3271" y="4364"/>
                  </a:cubicBezTo>
                  <a:cubicBezTo>
                    <a:pt x="3280" y="4364"/>
                    <a:pt x="3289" y="4364"/>
                    <a:pt x="3298" y="4364"/>
                  </a:cubicBezTo>
                  <a:cubicBezTo>
                    <a:pt x="3739" y="4340"/>
                    <a:pt x="3989" y="3911"/>
                    <a:pt x="4144" y="3566"/>
                  </a:cubicBezTo>
                  <a:cubicBezTo>
                    <a:pt x="4230" y="3361"/>
                    <a:pt x="4055" y="3197"/>
                    <a:pt x="3890" y="3197"/>
                  </a:cubicBezTo>
                  <a:cubicBezTo>
                    <a:pt x="3805" y="3197"/>
                    <a:pt x="3723" y="3239"/>
                    <a:pt x="3679" y="3340"/>
                  </a:cubicBezTo>
                  <a:cubicBezTo>
                    <a:pt x="3620" y="3471"/>
                    <a:pt x="3560" y="3602"/>
                    <a:pt x="3477" y="3709"/>
                  </a:cubicBezTo>
                  <a:cubicBezTo>
                    <a:pt x="3441" y="3756"/>
                    <a:pt x="3393" y="3804"/>
                    <a:pt x="3334" y="3828"/>
                  </a:cubicBezTo>
                  <a:cubicBezTo>
                    <a:pt x="3311" y="3837"/>
                    <a:pt x="3298" y="3845"/>
                    <a:pt x="3290" y="3845"/>
                  </a:cubicBezTo>
                  <a:cubicBezTo>
                    <a:pt x="3278" y="3845"/>
                    <a:pt x="3277" y="3826"/>
                    <a:pt x="3262" y="3768"/>
                  </a:cubicBezTo>
                  <a:cubicBezTo>
                    <a:pt x="3215" y="3613"/>
                    <a:pt x="3274" y="3399"/>
                    <a:pt x="3286" y="3244"/>
                  </a:cubicBezTo>
                  <a:cubicBezTo>
                    <a:pt x="3310" y="3054"/>
                    <a:pt x="3346" y="2863"/>
                    <a:pt x="3370" y="2673"/>
                  </a:cubicBezTo>
                  <a:cubicBezTo>
                    <a:pt x="3501" y="1923"/>
                    <a:pt x="3679" y="1173"/>
                    <a:pt x="3917" y="446"/>
                  </a:cubicBezTo>
                  <a:cubicBezTo>
                    <a:pt x="3965" y="315"/>
                    <a:pt x="3929" y="173"/>
                    <a:pt x="3798" y="101"/>
                  </a:cubicBezTo>
                  <a:cubicBezTo>
                    <a:pt x="3766" y="85"/>
                    <a:pt x="3730" y="78"/>
                    <a:pt x="3693" y="78"/>
                  </a:cubicBezTo>
                  <a:cubicBezTo>
                    <a:pt x="3593" y="78"/>
                    <a:pt x="3488" y="133"/>
                    <a:pt x="3453" y="220"/>
                  </a:cubicBezTo>
                  <a:cubicBezTo>
                    <a:pt x="3393" y="375"/>
                    <a:pt x="3334" y="530"/>
                    <a:pt x="3274" y="685"/>
                  </a:cubicBezTo>
                  <a:cubicBezTo>
                    <a:pt x="3274" y="649"/>
                    <a:pt x="3262" y="601"/>
                    <a:pt x="3239" y="566"/>
                  </a:cubicBezTo>
                  <a:cubicBezTo>
                    <a:pt x="3052" y="258"/>
                    <a:pt x="2804" y="1"/>
                    <a:pt x="24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27"/>
            <p:cNvSpPr/>
            <p:nvPr/>
          </p:nvSpPr>
          <p:spPr>
            <a:xfrm>
              <a:off x="9317900" y="2435025"/>
              <a:ext cx="62750" cy="72375"/>
            </a:xfrm>
            <a:custGeom>
              <a:rect b="b" l="l" r="r" t="t"/>
              <a:pathLst>
                <a:path extrusionOk="0" h="2895" w="2510">
                  <a:moveTo>
                    <a:pt x="1814" y="1"/>
                  </a:moveTo>
                  <a:cubicBezTo>
                    <a:pt x="1780" y="1"/>
                    <a:pt x="1746" y="4"/>
                    <a:pt x="1712" y="10"/>
                  </a:cubicBezTo>
                  <a:cubicBezTo>
                    <a:pt x="1497" y="45"/>
                    <a:pt x="1331" y="176"/>
                    <a:pt x="1188" y="343"/>
                  </a:cubicBezTo>
                  <a:cubicBezTo>
                    <a:pt x="985" y="569"/>
                    <a:pt x="807" y="831"/>
                    <a:pt x="640" y="1105"/>
                  </a:cubicBezTo>
                  <a:cubicBezTo>
                    <a:pt x="664" y="879"/>
                    <a:pt x="676" y="664"/>
                    <a:pt x="700" y="438"/>
                  </a:cubicBezTo>
                  <a:cubicBezTo>
                    <a:pt x="700" y="295"/>
                    <a:pt x="640" y="164"/>
                    <a:pt x="485" y="140"/>
                  </a:cubicBezTo>
                  <a:cubicBezTo>
                    <a:pt x="473" y="138"/>
                    <a:pt x="460" y="137"/>
                    <a:pt x="447" y="137"/>
                  </a:cubicBezTo>
                  <a:cubicBezTo>
                    <a:pt x="333" y="137"/>
                    <a:pt x="198" y="226"/>
                    <a:pt x="188" y="343"/>
                  </a:cubicBezTo>
                  <a:cubicBezTo>
                    <a:pt x="128" y="1069"/>
                    <a:pt x="69" y="1807"/>
                    <a:pt x="21" y="2534"/>
                  </a:cubicBezTo>
                  <a:cubicBezTo>
                    <a:pt x="1" y="2723"/>
                    <a:pt x="134" y="2831"/>
                    <a:pt x="270" y="2831"/>
                  </a:cubicBezTo>
                  <a:cubicBezTo>
                    <a:pt x="374" y="2831"/>
                    <a:pt x="480" y="2768"/>
                    <a:pt x="521" y="2629"/>
                  </a:cubicBezTo>
                  <a:cubicBezTo>
                    <a:pt x="628" y="2236"/>
                    <a:pt x="783" y="1867"/>
                    <a:pt x="985" y="1510"/>
                  </a:cubicBezTo>
                  <a:cubicBezTo>
                    <a:pt x="1081" y="1331"/>
                    <a:pt x="1200" y="1164"/>
                    <a:pt x="1319" y="998"/>
                  </a:cubicBezTo>
                  <a:cubicBezTo>
                    <a:pt x="1426" y="843"/>
                    <a:pt x="1545" y="676"/>
                    <a:pt x="1688" y="569"/>
                  </a:cubicBezTo>
                  <a:cubicBezTo>
                    <a:pt x="1737" y="531"/>
                    <a:pt x="1776" y="510"/>
                    <a:pt x="1807" y="510"/>
                  </a:cubicBezTo>
                  <a:cubicBezTo>
                    <a:pt x="1844" y="510"/>
                    <a:pt x="1871" y="540"/>
                    <a:pt x="1890" y="605"/>
                  </a:cubicBezTo>
                  <a:cubicBezTo>
                    <a:pt x="1950" y="807"/>
                    <a:pt x="1926" y="1022"/>
                    <a:pt x="1890" y="1224"/>
                  </a:cubicBezTo>
                  <a:cubicBezTo>
                    <a:pt x="1807" y="1688"/>
                    <a:pt x="1688" y="2141"/>
                    <a:pt x="1569" y="2581"/>
                  </a:cubicBezTo>
                  <a:cubicBezTo>
                    <a:pt x="1533" y="2724"/>
                    <a:pt x="1640" y="2867"/>
                    <a:pt x="1771" y="2891"/>
                  </a:cubicBezTo>
                  <a:cubicBezTo>
                    <a:pt x="1786" y="2893"/>
                    <a:pt x="1801" y="2894"/>
                    <a:pt x="1815" y="2894"/>
                  </a:cubicBezTo>
                  <a:cubicBezTo>
                    <a:pt x="1938" y="2894"/>
                    <a:pt x="2037" y="2805"/>
                    <a:pt x="2069" y="2677"/>
                  </a:cubicBezTo>
                  <a:cubicBezTo>
                    <a:pt x="2176" y="2260"/>
                    <a:pt x="2295" y="1831"/>
                    <a:pt x="2379" y="1403"/>
                  </a:cubicBezTo>
                  <a:cubicBezTo>
                    <a:pt x="2450" y="1033"/>
                    <a:pt x="2509" y="521"/>
                    <a:pt x="2259" y="212"/>
                  </a:cubicBezTo>
                  <a:cubicBezTo>
                    <a:pt x="2151" y="73"/>
                    <a:pt x="1984" y="1"/>
                    <a:pt x="181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5" name="Google Shape;1195;p27"/>
            <p:cNvSpPr/>
            <p:nvPr/>
          </p:nvSpPr>
          <p:spPr>
            <a:xfrm>
              <a:off x="9391725" y="2425700"/>
              <a:ext cx="72275" cy="69800"/>
            </a:xfrm>
            <a:custGeom>
              <a:rect b="b" l="l" r="r" t="t"/>
              <a:pathLst>
                <a:path extrusionOk="0" h="2792" w="2891">
                  <a:moveTo>
                    <a:pt x="1791" y="1"/>
                  </a:moveTo>
                  <a:cubicBezTo>
                    <a:pt x="1784" y="1"/>
                    <a:pt x="1778" y="1"/>
                    <a:pt x="1771" y="2"/>
                  </a:cubicBezTo>
                  <a:cubicBezTo>
                    <a:pt x="1628" y="13"/>
                    <a:pt x="1533" y="144"/>
                    <a:pt x="1533" y="275"/>
                  </a:cubicBezTo>
                  <a:cubicBezTo>
                    <a:pt x="1545" y="609"/>
                    <a:pt x="1545" y="930"/>
                    <a:pt x="1533" y="1264"/>
                  </a:cubicBezTo>
                  <a:cubicBezTo>
                    <a:pt x="1128" y="1264"/>
                    <a:pt x="723" y="1275"/>
                    <a:pt x="330" y="1287"/>
                  </a:cubicBezTo>
                  <a:cubicBezTo>
                    <a:pt x="1" y="1299"/>
                    <a:pt x="44" y="1800"/>
                    <a:pt x="355" y="1800"/>
                  </a:cubicBezTo>
                  <a:cubicBezTo>
                    <a:pt x="359" y="1800"/>
                    <a:pt x="362" y="1800"/>
                    <a:pt x="366" y="1799"/>
                  </a:cubicBezTo>
                  <a:cubicBezTo>
                    <a:pt x="747" y="1776"/>
                    <a:pt x="1128" y="1776"/>
                    <a:pt x="1509" y="1776"/>
                  </a:cubicBezTo>
                  <a:cubicBezTo>
                    <a:pt x="1485" y="2014"/>
                    <a:pt x="1461" y="2252"/>
                    <a:pt x="1438" y="2490"/>
                  </a:cubicBezTo>
                  <a:cubicBezTo>
                    <a:pt x="1414" y="2621"/>
                    <a:pt x="1497" y="2764"/>
                    <a:pt x="1640" y="2788"/>
                  </a:cubicBezTo>
                  <a:cubicBezTo>
                    <a:pt x="1654" y="2790"/>
                    <a:pt x="1667" y="2791"/>
                    <a:pt x="1681" y="2791"/>
                  </a:cubicBezTo>
                  <a:cubicBezTo>
                    <a:pt x="1799" y="2791"/>
                    <a:pt x="1916" y="2703"/>
                    <a:pt x="1938" y="2585"/>
                  </a:cubicBezTo>
                  <a:cubicBezTo>
                    <a:pt x="1973" y="2311"/>
                    <a:pt x="1997" y="2049"/>
                    <a:pt x="2009" y="1787"/>
                  </a:cubicBezTo>
                  <a:cubicBezTo>
                    <a:pt x="2223" y="1787"/>
                    <a:pt x="2438" y="1787"/>
                    <a:pt x="2640" y="1799"/>
                  </a:cubicBezTo>
                  <a:cubicBezTo>
                    <a:pt x="2783" y="1799"/>
                    <a:pt x="2890" y="1645"/>
                    <a:pt x="2878" y="1514"/>
                  </a:cubicBezTo>
                  <a:cubicBezTo>
                    <a:pt x="2866" y="1371"/>
                    <a:pt x="2735" y="1287"/>
                    <a:pt x="2604" y="1287"/>
                  </a:cubicBezTo>
                  <a:cubicBezTo>
                    <a:pt x="2414" y="1275"/>
                    <a:pt x="2223" y="1275"/>
                    <a:pt x="2045" y="1275"/>
                  </a:cubicBezTo>
                  <a:cubicBezTo>
                    <a:pt x="2057" y="930"/>
                    <a:pt x="2057" y="585"/>
                    <a:pt x="2045" y="240"/>
                  </a:cubicBezTo>
                  <a:cubicBezTo>
                    <a:pt x="2045" y="104"/>
                    <a:pt x="1916" y="1"/>
                    <a:pt x="17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6" name="Google Shape;1196;p27"/>
            <p:cNvSpPr/>
            <p:nvPr/>
          </p:nvSpPr>
          <p:spPr>
            <a:xfrm>
              <a:off x="9475875" y="2399650"/>
              <a:ext cx="49425" cy="95750"/>
            </a:xfrm>
            <a:custGeom>
              <a:rect b="b" l="l" r="r" t="t"/>
              <a:pathLst>
                <a:path extrusionOk="0" h="3830" w="1977">
                  <a:moveTo>
                    <a:pt x="1062" y="0"/>
                  </a:moveTo>
                  <a:cubicBezTo>
                    <a:pt x="997" y="0"/>
                    <a:pt x="929" y="27"/>
                    <a:pt x="870" y="91"/>
                  </a:cubicBezTo>
                  <a:cubicBezTo>
                    <a:pt x="667" y="317"/>
                    <a:pt x="453" y="555"/>
                    <a:pt x="262" y="793"/>
                  </a:cubicBezTo>
                  <a:cubicBezTo>
                    <a:pt x="103" y="989"/>
                    <a:pt x="280" y="1217"/>
                    <a:pt x="470" y="1217"/>
                  </a:cubicBezTo>
                  <a:cubicBezTo>
                    <a:pt x="535" y="1217"/>
                    <a:pt x="601" y="1191"/>
                    <a:pt x="655" y="1127"/>
                  </a:cubicBezTo>
                  <a:cubicBezTo>
                    <a:pt x="691" y="1079"/>
                    <a:pt x="739" y="1032"/>
                    <a:pt x="774" y="972"/>
                  </a:cubicBezTo>
                  <a:lnTo>
                    <a:pt x="774" y="972"/>
                  </a:lnTo>
                  <a:cubicBezTo>
                    <a:pt x="751" y="1734"/>
                    <a:pt x="751" y="2496"/>
                    <a:pt x="762" y="3258"/>
                  </a:cubicBezTo>
                  <a:cubicBezTo>
                    <a:pt x="620" y="3246"/>
                    <a:pt x="465" y="3234"/>
                    <a:pt x="322" y="3222"/>
                  </a:cubicBezTo>
                  <a:cubicBezTo>
                    <a:pt x="313" y="3222"/>
                    <a:pt x="303" y="3221"/>
                    <a:pt x="294" y="3221"/>
                  </a:cubicBezTo>
                  <a:cubicBezTo>
                    <a:pt x="171" y="3221"/>
                    <a:pt x="46" y="3292"/>
                    <a:pt x="24" y="3425"/>
                  </a:cubicBezTo>
                  <a:cubicBezTo>
                    <a:pt x="0" y="3556"/>
                    <a:pt x="84" y="3711"/>
                    <a:pt x="227" y="3722"/>
                  </a:cubicBezTo>
                  <a:cubicBezTo>
                    <a:pt x="727" y="3782"/>
                    <a:pt x="1227" y="3806"/>
                    <a:pt x="1727" y="3830"/>
                  </a:cubicBezTo>
                  <a:cubicBezTo>
                    <a:pt x="1858" y="3830"/>
                    <a:pt x="1977" y="3675"/>
                    <a:pt x="1953" y="3556"/>
                  </a:cubicBezTo>
                  <a:cubicBezTo>
                    <a:pt x="1929" y="3401"/>
                    <a:pt x="1822" y="3318"/>
                    <a:pt x="1679" y="3318"/>
                  </a:cubicBezTo>
                  <a:cubicBezTo>
                    <a:pt x="1620" y="3318"/>
                    <a:pt x="1560" y="3318"/>
                    <a:pt x="1501" y="3306"/>
                  </a:cubicBezTo>
                  <a:lnTo>
                    <a:pt x="1370" y="3306"/>
                  </a:lnTo>
                  <a:cubicBezTo>
                    <a:pt x="1334" y="3306"/>
                    <a:pt x="1310" y="3306"/>
                    <a:pt x="1274" y="3294"/>
                  </a:cubicBezTo>
                  <a:cubicBezTo>
                    <a:pt x="1251" y="2294"/>
                    <a:pt x="1263" y="1294"/>
                    <a:pt x="1322" y="293"/>
                  </a:cubicBezTo>
                  <a:cubicBezTo>
                    <a:pt x="1330" y="130"/>
                    <a:pt x="1204" y="0"/>
                    <a:pt x="10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7" name="Google Shape;1197;p27"/>
            <p:cNvSpPr/>
            <p:nvPr/>
          </p:nvSpPr>
          <p:spPr>
            <a:xfrm>
              <a:off x="9579550" y="2375425"/>
              <a:ext cx="108575" cy="14000"/>
            </a:xfrm>
            <a:custGeom>
              <a:rect b="b" l="l" r="r" t="t"/>
              <a:pathLst>
                <a:path extrusionOk="0" h="560" w="4343">
                  <a:moveTo>
                    <a:pt x="1568" y="0"/>
                  </a:moveTo>
                  <a:cubicBezTo>
                    <a:pt x="1156" y="0"/>
                    <a:pt x="743" y="4"/>
                    <a:pt x="330" y="12"/>
                  </a:cubicBezTo>
                  <a:cubicBezTo>
                    <a:pt x="1" y="12"/>
                    <a:pt x="43" y="513"/>
                    <a:pt x="366" y="513"/>
                  </a:cubicBezTo>
                  <a:cubicBezTo>
                    <a:pt x="370" y="513"/>
                    <a:pt x="374" y="512"/>
                    <a:pt x="378" y="512"/>
                  </a:cubicBezTo>
                  <a:cubicBezTo>
                    <a:pt x="710" y="506"/>
                    <a:pt x="1041" y="503"/>
                    <a:pt x="1373" y="503"/>
                  </a:cubicBezTo>
                  <a:cubicBezTo>
                    <a:pt x="2280" y="503"/>
                    <a:pt x="3186" y="525"/>
                    <a:pt x="4093" y="560"/>
                  </a:cubicBezTo>
                  <a:cubicBezTo>
                    <a:pt x="4235" y="560"/>
                    <a:pt x="4343" y="405"/>
                    <a:pt x="4331" y="274"/>
                  </a:cubicBezTo>
                  <a:cubicBezTo>
                    <a:pt x="4319" y="131"/>
                    <a:pt x="4188" y="48"/>
                    <a:pt x="4045" y="48"/>
                  </a:cubicBezTo>
                  <a:cubicBezTo>
                    <a:pt x="3219" y="16"/>
                    <a:pt x="2394" y="0"/>
                    <a:pt x="1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8" name="Google Shape;1198;p27"/>
            <p:cNvSpPr/>
            <p:nvPr/>
          </p:nvSpPr>
          <p:spPr>
            <a:xfrm>
              <a:off x="9751200" y="2344350"/>
              <a:ext cx="124375" cy="106625"/>
            </a:xfrm>
            <a:custGeom>
              <a:rect b="b" l="l" r="r" t="t"/>
              <a:pathLst>
                <a:path extrusionOk="0" h="4265" w="4975">
                  <a:moveTo>
                    <a:pt x="2727" y="493"/>
                  </a:moveTo>
                  <a:cubicBezTo>
                    <a:pt x="2989" y="493"/>
                    <a:pt x="3311" y="648"/>
                    <a:pt x="3358" y="946"/>
                  </a:cubicBezTo>
                  <a:cubicBezTo>
                    <a:pt x="3370" y="1065"/>
                    <a:pt x="3454" y="1136"/>
                    <a:pt x="3549" y="1160"/>
                  </a:cubicBezTo>
                  <a:cubicBezTo>
                    <a:pt x="3227" y="2113"/>
                    <a:pt x="2727" y="3041"/>
                    <a:pt x="1858" y="3553"/>
                  </a:cubicBezTo>
                  <a:cubicBezTo>
                    <a:pt x="1698" y="3641"/>
                    <a:pt x="1423" y="3762"/>
                    <a:pt x="1185" y="3762"/>
                  </a:cubicBezTo>
                  <a:cubicBezTo>
                    <a:pt x="1070" y="3762"/>
                    <a:pt x="963" y="3734"/>
                    <a:pt x="882" y="3660"/>
                  </a:cubicBezTo>
                  <a:cubicBezTo>
                    <a:pt x="679" y="3458"/>
                    <a:pt x="787" y="2994"/>
                    <a:pt x="834" y="2744"/>
                  </a:cubicBezTo>
                  <a:cubicBezTo>
                    <a:pt x="989" y="2089"/>
                    <a:pt x="1358" y="1481"/>
                    <a:pt x="1811" y="993"/>
                  </a:cubicBezTo>
                  <a:cubicBezTo>
                    <a:pt x="2049" y="755"/>
                    <a:pt x="2370" y="493"/>
                    <a:pt x="2727" y="493"/>
                  </a:cubicBezTo>
                  <a:close/>
                  <a:moveTo>
                    <a:pt x="2724" y="0"/>
                  </a:moveTo>
                  <a:cubicBezTo>
                    <a:pt x="2499" y="0"/>
                    <a:pt x="2272" y="54"/>
                    <a:pt x="2072" y="160"/>
                  </a:cubicBezTo>
                  <a:cubicBezTo>
                    <a:pt x="1334" y="541"/>
                    <a:pt x="775" y="1386"/>
                    <a:pt x="489" y="2136"/>
                  </a:cubicBezTo>
                  <a:cubicBezTo>
                    <a:pt x="227" y="2827"/>
                    <a:pt x="1" y="4125"/>
                    <a:pt x="1049" y="4256"/>
                  </a:cubicBezTo>
                  <a:cubicBezTo>
                    <a:pt x="1102" y="4262"/>
                    <a:pt x="1156" y="4264"/>
                    <a:pt x="1209" y="4264"/>
                  </a:cubicBezTo>
                  <a:cubicBezTo>
                    <a:pt x="2004" y="4264"/>
                    <a:pt x="2733" y="3619"/>
                    <a:pt x="3180" y="3005"/>
                  </a:cubicBezTo>
                  <a:cubicBezTo>
                    <a:pt x="3215" y="2958"/>
                    <a:pt x="3263" y="2898"/>
                    <a:pt x="3299" y="2839"/>
                  </a:cubicBezTo>
                  <a:lnTo>
                    <a:pt x="3299" y="2839"/>
                  </a:lnTo>
                  <a:cubicBezTo>
                    <a:pt x="3287" y="2946"/>
                    <a:pt x="3287" y="3053"/>
                    <a:pt x="3275" y="3148"/>
                  </a:cubicBezTo>
                  <a:cubicBezTo>
                    <a:pt x="3263" y="3565"/>
                    <a:pt x="3394" y="4041"/>
                    <a:pt x="3835" y="4160"/>
                  </a:cubicBezTo>
                  <a:cubicBezTo>
                    <a:pt x="3899" y="4180"/>
                    <a:pt x="3961" y="4189"/>
                    <a:pt x="4021" y="4189"/>
                  </a:cubicBezTo>
                  <a:cubicBezTo>
                    <a:pt x="4364" y="4189"/>
                    <a:pt x="4642" y="3900"/>
                    <a:pt x="4835" y="3637"/>
                  </a:cubicBezTo>
                  <a:cubicBezTo>
                    <a:pt x="4975" y="3435"/>
                    <a:pt x="4799" y="3201"/>
                    <a:pt x="4620" y="3201"/>
                  </a:cubicBezTo>
                  <a:cubicBezTo>
                    <a:pt x="4556" y="3201"/>
                    <a:pt x="4492" y="3231"/>
                    <a:pt x="4442" y="3303"/>
                  </a:cubicBezTo>
                  <a:cubicBezTo>
                    <a:pt x="4360" y="3421"/>
                    <a:pt x="4182" y="3677"/>
                    <a:pt x="4018" y="3677"/>
                  </a:cubicBezTo>
                  <a:cubicBezTo>
                    <a:pt x="3966" y="3677"/>
                    <a:pt x="3916" y="3651"/>
                    <a:pt x="3870" y="3589"/>
                  </a:cubicBezTo>
                  <a:cubicBezTo>
                    <a:pt x="3692" y="3327"/>
                    <a:pt x="3799" y="2851"/>
                    <a:pt x="3835" y="2565"/>
                  </a:cubicBezTo>
                  <a:cubicBezTo>
                    <a:pt x="3882" y="2089"/>
                    <a:pt x="3966" y="1624"/>
                    <a:pt x="4085" y="1172"/>
                  </a:cubicBezTo>
                  <a:cubicBezTo>
                    <a:pt x="4168" y="910"/>
                    <a:pt x="4239" y="636"/>
                    <a:pt x="4311" y="362"/>
                  </a:cubicBezTo>
                  <a:cubicBezTo>
                    <a:pt x="4356" y="189"/>
                    <a:pt x="4187" y="64"/>
                    <a:pt x="4033" y="64"/>
                  </a:cubicBezTo>
                  <a:cubicBezTo>
                    <a:pt x="3943" y="64"/>
                    <a:pt x="3858" y="107"/>
                    <a:pt x="3823" y="208"/>
                  </a:cubicBezTo>
                  <a:cubicBezTo>
                    <a:pt x="3823" y="231"/>
                    <a:pt x="3811" y="255"/>
                    <a:pt x="3811" y="279"/>
                  </a:cubicBezTo>
                  <a:lnTo>
                    <a:pt x="3799" y="279"/>
                  </a:lnTo>
                  <a:cubicBezTo>
                    <a:pt x="3775" y="362"/>
                    <a:pt x="3751" y="446"/>
                    <a:pt x="3727" y="517"/>
                  </a:cubicBezTo>
                  <a:cubicBezTo>
                    <a:pt x="3521" y="173"/>
                    <a:pt x="3127" y="0"/>
                    <a:pt x="272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9" name="Google Shape;1199;p27"/>
            <p:cNvSpPr/>
            <p:nvPr/>
          </p:nvSpPr>
          <p:spPr>
            <a:xfrm>
              <a:off x="9879050" y="2426000"/>
              <a:ext cx="62375" cy="72275"/>
            </a:xfrm>
            <a:custGeom>
              <a:rect b="b" l="l" r="r" t="t"/>
              <a:pathLst>
                <a:path extrusionOk="0" h="2891" w="2495">
                  <a:moveTo>
                    <a:pt x="745" y="0"/>
                  </a:moveTo>
                  <a:cubicBezTo>
                    <a:pt x="633" y="0"/>
                    <a:pt x="521" y="64"/>
                    <a:pt x="495" y="204"/>
                  </a:cubicBezTo>
                  <a:cubicBezTo>
                    <a:pt x="316" y="978"/>
                    <a:pt x="161" y="1764"/>
                    <a:pt x="30" y="2561"/>
                  </a:cubicBezTo>
                  <a:cubicBezTo>
                    <a:pt x="1" y="2740"/>
                    <a:pt x="147" y="2858"/>
                    <a:pt x="293" y="2858"/>
                  </a:cubicBezTo>
                  <a:cubicBezTo>
                    <a:pt x="381" y="2858"/>
                    <a:pt x="469" y="2815"/>
                    <a:pt x="518" y="2716"/>
                  </a:cubicBezTo>
                  <a:cubicBezTo>
                    <a:pt x="816" y="2085"/>
                    <a:pt x="1149" y="1406"/>
                    <a:pt x="1709" y="966"/>
                  </a:cubicBezTo>
                  <a:cubicBezTo>
                    <a:pt x="1780" y="918"/>
                    <a:pt x="1852" y="871"/>
                    <a:pt x="1923" y="823"/>
                  </a:cubicBezTo>
                  <a:cubicBezTo>
                    <a:pt x="1935" y="811"/>
                    <a:pt x="1959" y="799"/>
                    <a:pt x="1971" y="787"/>
                  </a:cubicBezTo>
                  <a:cubicBezTo>
                    <a:pt x="1971" y="847"/>
                    <a:pt x="1983" y="918"/>
                    <a:pt x="1983" y="942"/>
                  </a:cubicBezTo>
                  <a:cubicBezTo>
                    <a:pt x="1983" y="1037"/>
                    <a:pt x="1971" y="1133"/>
                    <a:pt x="1971" y="1240"/>
                  </a:cubicBezTo>
                  <a:cubicBezTo>
                    <a:pt x="1935" y="1692"/>
                    <a:pt x="1876" y="2145"/>
                    <a:pt x="1769" y="2597"/>
                  </a:cubicBezTo>
                  <a:cubicBezTo>
                    <a:pt x="1734" y="2781"/>
                    <a:pt x="1884" y="2891"/>
                    <a:pt x="2031" y="2891"/>
                  </a:cubicBezTo>
                  <a:cubicBezTo>
                    <a:pt x="2141" y="2891"/>
                    <a:pt x="2250" y="2830"/>
                    <a:pt x="2281" y="2692"/>
                  </a:cubicBezTo>
                  <a:cubicBezTo>
                    <a:pt x="2364" y="2276"/>
                    <a:pt x="2435" y="1859"/>
                    <a:pt x="2459" y="1442"/>
                  </a:cubicBezTo>
                  <a:cubicBezTo>
                    <a:pt x="2483" y="1228"/>
                    <a:pt x="2495" y="1013"/>
                    <a:pt x="2495" y="799"/>
                  </a:cubicBezTo>
                  <a:cubicBezTo>
                    <a:pt x="2495" y="597"/>
                    <a:pt x="2471" y="371"/>
                    <a:pt x="2269" y="275"/>
                  </a:cubicBezTo>
                  <a:cubicBezTo>
                    <a:pt x="2206" y="241"/>
                    <a:pt x="2139" y="227"/>
                    <a:pt x="2071" y="227"/>
                  </a:cubicBezTo>
                  <a:cubicBezTo>
                    <a:pt x="1780" y="227"/>
                    <a:pt x="1462" y="494"/>
                    <a:pt x="1269" y="668"/>
                  </a:cubicBezTo>
                  <a:cubicBezTo>
                    <a:pt x="1102" y="823"/>
                    <a:pt x="947" y="990"/>
                    <a:pt x="804" y="1180"/>
                  </a:cubicBezTo>
                  <a:cubicBezTo>
                    <a:pt x="864" y="882"/>
                    <a:pt x="923" y="585"/>
                    <a:pt x="995" y="287"/>
                  </a:cubicBezTo>
                  <a:cubicBezTo>
                    <a:pt x="1035" y="106"/>
                    <a:pt x="890" y="0"/>
                    <a:pt x="74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0" name="Google Shape;1200;p27"/>
            <p:cNvSpPr/>
            <p:nvPr/>
          </p:nvSpPr>
          <p:spPr>
            <a:xfrm>
              <a:off x="9997475" y="2353400"/>
              <a:ext cx="96650" cy="14325"/>
            </a:xfrm>
            <a:custGeom>
              <a:rect b="b" l="l" r="r" t="t"/>
              <a:pathLst>
                <a:path extrusionOk="0" h="573" w="3866">
                  <a:moveTo>
                    <a:pt x="3497" y="0"/>
                  </a:moveTo>
                  <a:cubicBezTo>
                    <a:pt x="2437" y="0"/>
                    <a:pt x="1377" y="24"/>
                    <a:pt x="330" y="60"/>
                  </a:cubicBezTo>
                  <a:cubicBezTo>
                    <a:pt x="0" y="72"/>
                    <a:pt x="43" y="572"/>
                    <a:pt x="366" y="572"/>
                  </a:cubicBezTo>
                  <a:cubicBezTo>
                    <a:pt x="370" y="572"/>
                    <a:pt x="373" y="572"/>
                    <a:pt x="377" y="572"/>
                  </a:cubicBezTo>
                  <a:cubicBezTo>
                    <a:pt x="1425" y="536"/>
                    <a:pt x="2485" y="512"/>
                    <a:pt x="3532" y="512"/>
                  </a:cubicBezTo>
                  <a:cubicBezTo>
                    <a:pt x="3866" y="512"/>
                    <a:pt x="3818" y="0"/>
                    <a:pt x="34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1" name="Google Shape;1201;p27"/>
            <p:cNvSpPr/>
            <p:nvPr/>
          </p:nvSpPr>
          <p:spPr>
            <a:xfrm>
              <a:off x="9985950" y="2399825"/>
              <a:ext cx="99150" cy="17600"/>
            </a:xfrm>
            <a:custGeom>
              <a:rect b="b" l="l" r="r" t="t"/>
              <a:pathLst>
                <a:path extrusionOk="0" h="704" w="3966">
                  <a:moveTo>
                    <a:pt x="3611" y="0"/>
                  </a:moveTo>
                  <a:cubicBezTo>
                    <a:pt x="3608" y="0"/>
                    <a:pt x="3604" y="1"/>
                    <a:pt x="3600" y="1"/>
                  </a:cubicBezTo>
                  <a:cubicBezTo>
                    <a:pt x="2505" y="24"/>
                    <a:pt x="1410" y="84"/>
                    <a:pt x="326" y="191"/>
                  </a:cubicBezTo>
                  <a:cubicBezTo>
                    <a:pt x="0" y="214"/>
                    <a:pt x="39" y="704"/>
                    <a:pt x="352" y="704"/>
                  </a:cubicBezTo>
                  <a:cubicBezTo>
                    <a:pt x="359" y="704"/>
                    <a:pt x="366" y="704"/>
                    <a:pt x="374" y="703"/>
                  </a:cubicBezTo>
                  <a:cubicBezTo>
                    <a:pt x="1457" y="596"/>
                    <a:pt x="2553" y="536"/>
                    <a:pt x="3648" y="513"/>
                  </a:cubicBezTo>
                  <a:cubicBezTo>
                    <a:pt x="3966" y="501"/>
                    <a:pt x="3923" y="0"/>
                    <a:pt x="36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2" name="Google Shape;1202;p27"/>
            <p:cNvSpPr/>
            <p:nvPr/>
          </p:nvSpPr>
          <p:spPr>
            <a:xfrm>
              <a:off x="10134300" y="2288275"/>
              <a:ext cx="115200" cy="172775"/>
            </a:xfrm>
            <a:custGeom>
              <a:rect b="b" l="l" r="r" t="t"/>
              <a:pathLst>
                <a:path extrusionOk="0" h="6911" w="4608">
                  <a:moveTo>
                    <a:pt x="2638" y="514"/>
                  </a:moveTo>
                  <a:cubicBezTo>
                    <a:pt x="3041" y="514"/>
                    <a:pt x="3354" y="772"/>
                    <a:pt x="3548" y="1129"/>
                  </a:cubicBezTo>
                  <a:cubicBezTo>
                    <a:pt x="4048" y="1998"/>
                    <a:pt x="4060" y="3165"/>
                    <a:pt x="3834" y="4105"/>
                  </a:cubicBezTo>
                  <a:cubicBezTo>
                    <a:pt x="3643" y="4939"/>
                    <a:pt x="3096" y="6249"/>
                    <a:pt x="2119" y="6391"/>
                  </a:cubicBezTo>
                  <a:cubicBezTo>
                    <a:pt x="2068" y="6399"/>
                    <a:pt x="2017" y="6402"/>
                    <a:pt x="1968" y="6402"/>
                  </a:cubicBezTo>
                  <a:cubicBezTo>
                    <a:pt x="980" y="6402"/>
                    <a:pt x="547" y="4971"/>
                    <a:pt x="524" y="4189"/>
                  </a:cubicBezTo>
                  <a:cubicBezTo>
                    <a:pt x="500" y="3558"/>
                    <a:pt x="691" y="2951"/>
                    <a:pt x="917" y="2367"/>
                  </a:cubicBezTo>
                  <a:cubicBezTo>
                    <a:pt x="1048" y="2022"/>
                    <a:pt x="1179" y="1665"/>
                    <a:pt x="1369" y="1343"/>
                  </a:cubicBezTo>
                  <a:cubicBezTo>
                    <a:pt x="1399" y="1356"/>
                    <a:pt x="1430" y="1363"/>
                    <a:pt x="1461" y="1363"/>
                  </a:cubicBezTo>
                  <a:cubicBezTo>
                    <a:pt x="1542" y="1363"/>
                    <a:pt x="1621" y="1316"/>
                    <a:pt x="1655" y="1212"/>
                  </a:cubicBezTo>
                  <a:cubicBezTo>
                    <a:pt x="1786" y="831"/>
                    <a:pt x="2108" y="569"/>
                    <a:pt x="2512" y="522"/>
                  </a:cubicBezTo>
                  <a:cubicBezTo>
                    <a:pt x="2555" y="516"/>
                    <a:pt x="2597" y="514"/>
                    <a:pt x="2638" y="514"/>
                  </a:cubicBezTo>
                  <a:close/>
                  <a:moveTo>
                    <a:pt x="2633" y="0"/>
                  </a:moveTo>
                  <a:cubicBezTo>
                    <a:pt x="2578" y="0"/>
                    <a:pt x="2522" y="3"/>
                    <a:pt x="2465" y="10"/>
                  </a:cubicBezTo>
                  <a:cubicBezTo>
                    <a:pt x="2167" y="45"/>
                    <a:pt x="1869" y="176"/>
                    <a:pt x="1631" y="379"/>
                  </a:cubicBezTo>
                  <a:cubicBezTo>
                    <a:pt x="1596" y="379"/>
                    <a:pt x="1560" y="391"/>
                    <a:pt x="1524" y="426"/>
                  </a:cubicBezTo>
                  <a:cubicBezTo>
                    <a:pt x="988" y="831"/>
                    <a:pt x="738" y="1439"/>
                    <a:pt x="500" y="2034"/>
                  </a:cubicBezTo>
                  <a:cubicBezTo>
                    <a:pt x="238" y="2689"/>
                    <a:pt x="24" y="3355"/>
                    <a:pt x="12" y="4070"/>
                  </a:cubicBezTo>
                  <a:cubicBezTo>
                    <a:pt x="0" y="5177"/>
                    <a:pt x="572" y="6784"/>
                    <a:pt x="1857" y="6903"/>
                  </a:cubicBezTo>
                  <a:cubicBezTo>
                    <a:pt x="1907" y="6908"/>
                    <a:pt x="1956" y="6910"/>
                    <a:pt x="2004" y="6910"/>
                  </a:cubicBezTo>
                  <a:cubicBezTo>
                    <a:pt x="3193" y="6910"/>
                    <a:pt x="3942" y="5530"/>
                    <a:pt x="4251" y="4546"/>
                  </a:cubicBezTo>
                  <a:cubicBezTo>
                    <a:pt x="4608" y="3367"/>
                    <a:pt x="4596" y="1879"/>
                    <a:pt x="3941" y="796"/>
                  </a:cubicBezTo>
                  <a:cubicBezTo>
                    <a:pt x="3659" y="319"/>
                    <a:pt x="3191" y="0"/>
                    <a:pt x="26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3" name="Google Shape;1203;p27"/>
            <p:cNvSpPr/>
            <p:nvPr/>
          </p:nvSpPr>
          <p:spPr>
            <a:xfrm>
              <a:off x="10248425" y="2378300"/>
              <a:ext cx="73125" cy="75225"/>
            </a:xfrm>
            <a:custGeom>
              <a:rect b="b" l="l" r="r" t="t"/>
              <a:pathLst>
                <a:path extrusionOk="0" h="3009" w="2925">
                  <a:moveTo>
                    <a:pt x="2148" y="1"/>
                  </a:moveTo>
                  <a:cubicBezTo>
                    <a:pt x="1868" y="1"/>
                    <a:pt x="1585" y="193"/>
                    <a:pt x="1376" y="385"/>
                  </a:cubicBezTo>
                  <a:cubicBezTo>
                    <a:pt x="1138" y="600"/>
                    <a:pt x="948" y="838"/>
                    <a:pt x="769" y="1100"/>
                  </a:cubicBezTo>
                  <a:cubicBezTo>
                    <a:pt x="805" y="850"/>
                    <a:pt x="852" y="600"/>
                    <a:pt x="888" y="350"/>
                  </a:cubicBezTo>
                  <a:cubicBezTo>
                    <a:pt x="915" y="161"/>
                    <a:pt x="766" y="52"/>
                    <a:pt x="621" y="52"/>
                  </a:cubicBezTo>
                  <a:cubicBezTo>
                    <a:pt x="510" y="52"/>
                    <a:pt x="402" y="115"/>
                    <a:pt x="376" y="254"/>
                  </a:cubicBezTo>
                  <a:cubicBezTo>
                    <a:pt x="269" y="1052"/>
                    <a:pt x="150" y="1850"/>
                    <a:pt x="31" y="2648"/>
                  </a:cubicBezTo>
                  <a:cubicBezTo>
                    <a:pt x="1" y="2821"/>
                    <a:pt x="156" y="2946"/>
                    <a:pt x="301" y="2946"/>
                  </a:cubicBezTo>
                  <a:cubicBezTo>
                    <a:pt x="386" y="2946"/>
                    <a:pt x="468" y="2903"/>
                    <a:pt x="507" y="2802"/>
                  </a:cubicBezTo>
                  <a:cubicBezTo>
                    <a:pt x="769" y="2183"/>
                    <a:pt x="1031" y="1540"/>
                    <a:pt x="1460" y="1028"/>
                  </a:cubicBezTo>
                  <a:cubicBezTo>
                    <a:pt x="1567" y="909"/>
                    <a:pt x="1674" y="802"/>
                    <a:pt x="1793" y="707"/>
                  </a:cubicBezTo>
                  <a:cubicBezTo>
                    <a:pt x="1868" y="643"/>
                    <a:pt x="2001" y="511"/>
                    <a:pt x="2113" y="511"/>
                  </a:cubicBezTo>
                  <a:cubicBezTo>
                    <a:pt x="2126" y="511"/>
                    <a:pt x="2138" y="513"/>
                    <a:pt x="2150" y="516"/>
                  </a:cubicBezTo>
                  <a:cubicBezTo>
                    <a:pt x="2269" y="552"/>
                    <a:pt x="2317" y="731"/>
                    <a:pt x="2341" y="826"/>
                  </a:cubicBezTo>
                  <a:cubicBezTo>
                    <a:pt x="2388" y="1005"/>
                    <a:pt x="2400" y="1207"/>
                    <a:pt x="2400" y="1386"/>
                  </a:cubicBezTo>
                  <a:cubicBezTo>
                    <a:pt x="2376" y="1838"/>
                    <a:pt x="2245" y="2279"/>
                    <a:pt x="2115" y="2707"/>
                  </a:cubicBezTo>
                  <a:cubicBezTo>
                    <a:pt x="2079" y="2838"/>
                    <a:pt x="2198" y="2981"/>
                    <a:pt x="2317" y="3005"/>
                  </a:cubicBezTo>
                  <a:cubicBezTo>
                    <a:pt x="2333" y="3007"/>
                    <a:pt x="2349" y="3008"/>
                    <a:pt x="2364" y="3008"/>
                  </a:cubicBezTo>
                  <a:cubicBezTo>
                    <a:pt x="2493" y="3008"/>
                    <a:pt x="2583" y="2920"/>
                    <a:pt x="2615" y="2802"/>
                  </a:cubicBezTo>
                  <a:cubicBezTo>
                    <a:pt x="2757" y="2350"/>
                    <a:pt x="2888" y="1886"/>
                    <a:pt x="2900" y="1409"/>
                  </a:cubicBezTo>
                  <a:cubicBezTo>
                    <a:pt x="2924" y="993"/>
                    <a:pt x="2865" y="469"/>
                    <a:pt x="2543" y="159"/>
                  </a:cubicBezTo>
                  <a:cubicBezTo>
                    <a:pt x="2419" y="46"/>
                    <a:pt x="2284" y="1"/>
                    <a:pt x="21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04" name="Google Shape;1204;p27"/>
          <p:cNvSpPr/>
          <p:nvPr/>
        </p:nvSpPr>
        <p:spPr>
          <a:xfrm>
            <a:off x="6295950" y="1327738"/>
            <a:ext cx="666900" cy="6669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05" name="Google Shape;1205;p27"/>
          <p:cNvGrpSpPr/>
          <p:nvPr/>
        </p:nvGrpSpPr>
        <p:grpSpPr>
          <a:xfrm>
            <a:off x="4981500" y="1479713"/>
            <a:ext cx="3295800" cy="2028804"/>
            <a:chOff x="4981500" y="1479713"/>
            <a:chExt cx="3295800" cy="2028804"/>
          </a:xfrm>
        </p:grpSpPr>
        <p:sp>
          <p:nvSpPr>
            <p:cNvPr id="1206" name="Google Shape;1206;p27"/>
            <p:cNvSpPr txBox="1"/>
            <p:nvPr/>
          </p:nvSpPr>
          <p:spPr>
            <a:xfrm>
              <a:off x="4981500" y="2555416"/>
              <a:ext cx="3295800" cy="95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Catamaran"/>
                  <a:ea typeface="Catamaran"/>
                  <a:cs typeface="Catamaran"/>
                  <a:sym typeface="Catamaran"/>
                </a:rPr>
                <a:t>Jupiter is a big gas giant and the biggest planet in the Solar System. It is the fourth-brightest object in the entire night sky</a:t>
              </a:r>
              <a:endParaRPr sz="1600">
                <a:solidFill>
                  <a:schemeClr val="lt1"/>
                </a:solidFill>
                <a:latin typeface="Catamaran"/>
                <a:ea typeface="Catamaran"/>
                <a:cs typeface="Catamaran"/>
                <a:sym typeface="Catamaran"/>
              </a:endParaRPr>
            </a:p>
          </p:txBody>
        </p:sp>
        <p:sp>
          <p:nvSpPr>
            <p:cNvPr id="1207" name="Google Shape;1207;p27"/>
            <p:cNvSpPr txBox="1"/>
            <p:nvPr/>
          </p:nvSpPr>
          <p:spPr>
            <a:xfrm>
              <a:off x="5673000" y="2143941"/>
              <a:ext cx="19128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Jupiter</a:t>
              </a:r>
              <a:endParaRPr sz="2200">
                <a:solidFill>
                  <a:schemeClr val="lt1"/>
                </a:solidFill>
                <a:latin typeface="Love Ya Like A Sister"/>
                <a:ea typeface="Love Ya Like A Sister"/>
                <a:cs typeface="Love Ya Like A Sister"/>
                <a:sym typeface="Love Ya Like A Sister"/>
              </a:endParaRPr>
            </a:p>
          </p:txBody>
        </p:sp>
        <p:sp>
          <p:nvSpPr>
            <p:cNvPr id="1208" name="Google Shape;1208;p27"/>
            <p:cNvSpPr txBox="1"/>
            <p:nvPr/>
          </p:nvSpPr>
          <p:spPr>
            <a:xfrm>
              <a:off x="6290400" y="1479713"/>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B</a:t>
              </a:r>
              <a:endParaRPr sz="3000">
                <a:solidFill>
                  <a:schemeClr val="lt1"/>
                </a:solidFill>
                <a:latin typeface="Love Ya Like A Sister"/>
                <a:ea typeface="Love Ya Like A Sister"/>
                <a:cs typeface="Love Ya Like A Sister"/>
                <a:sym typeface="Love Ya Like A Siste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grpSp>
        <p:nvGrpSpPr>
          <p:cNvPr id="1213" name="Google Shape;1213;p28"/>
          <p:cNvGrpSpPr/>
          <p:nvPr/>
        </p:nvGrpSpPr>
        <p:grpSpPr>
          <a:xfrm>
            <a:off x="2396825" y="1158825"/>
            <a:ext cx="2451300" cy="3489900"/>
            <a:chOff x="2396825" y="1158825"/>
            <a:chExt cx="2451300" cy="3489900"/>
          </a:xfrm>
        </p:grpSpPr>
        <p:sp>
          <p:nvSpPr>
            <p:cNvPr id="1214" name="Google Shape;1214;p28"/>
            <p:cNvSpPr/>
            <p:nvPr/>
          </p:nvSpPr>
          <p:spPr>
            <a:xfrm>
              <a:off x="2396825" y="1158825"/>
              <a:ext cx="666900" cy="6669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5" name="Google Shape;1215;p28"/>
            <p:cNvSpPr/>
            <p:nvPr/>
          </p:nvSpPr>
          <p:spPr>
            <a:xfrm>
              <a:off x="2396825" y="2099825"/>
              <a:ext cx="666900" cy="6669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6" name="Google Shape;1216;p28"/>
            <p:cNvSpPr/>
            <p:nvPr/>
          </p:nvSpPr>
          <p:spPr>
            <a:xfrm>
              <a:off x="2396825" y="3040825"/>
              <a:ext cx="666900" cy="6669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7" name="Google Shape;1217;p28"/>
            <p:cNvSpPr/>
            <p:nvPr/>
          </p:nvSpPr>
          <p:spPr>
            <a:xfrm>
              <a:off x="2396825" y="3981825"/>
              <a:ext cx="666900" cy="6669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18" name="Google Shape;1218;p28"/>
            <p:cNvCxnSpPr/>
            <p:nvPr/>
          </p:nvCxnSpPr>
          <p:spPr>
            <a:xfrm>
              <a:off x="3063725" y="1492275"/>
              <a:ext cx="1784400" cy="793800"/>
            </a:xfrm>
            <a:prstGeom prst="curvedConnector3">
              <a:avLst>
                <a:gd fmla="val 50000" name="adj1"/>
              </a:avLst>
            </a:prstGeom>
            <a:noFill/>
            <a:ln cap="flat" cmpd="sng" w="9525">
              <a:solidFill>
                <a:schemeClr val="lt1"/>
              </a:solidFill>
              <a:prstDash val="solid"/>
              <a:round/>
              <a:headEnd len="med" w="med" type="none"/>
              <a:tailEnd len="med" w="med" type="none"/>
            </a:ln>
          </p:spPr>
        </p:cxnSp>
        <p:cxnSp>
          <p:nvCxnSpPr>
            <p:cNvPr id="1219" name="Google Shape;1219;p28"/>
            <p:cNvCxnSpPr/>
            <p:nvPr/>
          </p:nvCxnSpPr>
          <p:spPr>
            <a:xfrm>
              <a:off x="3063725" y="2433275"/>
              <a:ext cx="1755900" cy="248100"/>
            </a:xfrm>
            <a:prstGeom prst="curvedConnector3">
              <a:avLst>
                <a:gd fmla="val 50000" name="adj1"/>
              </a:avLst>
            </a:prstGeom>
            <a:noFill/>
            <a:ln cap="flat" cmpd="sng" w="9525">
              <a:solidFill>
                <a:schemeClr val="lt1"/>
              </a:solidFill>
              <a:prstDash val="solid"/>
              <a:round/>
              <a:headEnd len="med" w="med" type="none"/>
              <a:tailEnd len="med" w="med" type="none"/>
            </a:ln>
          </p:spPr>
        </p:cxnSp>
        <p:cxnSp>
          <p:nvCxnSpPr>
            <p:cNvPr id="1220" name="Google Shape;1220;p28"/>
            <p:cNvCxnSpPr/>
            <p:nvPr/>
          </p:nvCxnSpPr>
          <p:spPr>
            <a:xfrm>
              <a:off x="3063725" y="3374275"/>
              <a:ext cx="651000" cy="150000"/>
            </a:xfrm>
            <a:prstGeom prst="curvedConnector3">
              <a:avLst>
                <a:gd fmla="val 50000" name="adj1"/>
              </a:avLst>
            </a:prstGeom>
            <a:noFill/>
            <a:ln cap="flat" cmpd="sng" w="9525">
              <a:solidFill>
                <a:schemeClr val="lt1"/>
              </a:solidFill>
              <a:prstDash val="solid"/>
              <a:round/>
              <a:headEnd len="med" w="med" type="none"/>
              <a:tailEnd len="med" w="med" type="none"/>
            </a:ln>
          </p:spPr>
        </p:cxnSp>
        <p:cxnSp>
          <p:nvCxnSpPr>
            <p:cNvPr id="1221" name="Google Shape;1221;p28"/>
            <p:cNvCxnSpPr/>
            <p:nvPr/>
          </p:nvCxnSpPr>
          <p:spPr>
            <a:xfrm flipH="1" rot="10800000">
              <a:off x="3063725" y="4267275"/>
              <a:ext cx="751200" cy="48000"/>
            </a:xfrm>
            <a:prstGeom prst="curvedConnector3">
              <a:avLst>
                <a:gd fmla="val 50000" name="adj1"/>
              </a:avLst>
            </a:prstGeom>
            <a:noFill/>
            <a:ln cap="flat" cmpd="sng" w="9525">
              <a:solidFill>
                <a:schemeClr val="lt1"/>
              </a:solidFill>
              <a:prstDash val="solid"/>
              <a:round/>
              <a:headEnd len="med" w="med" type="none"/>
              <a:tailEnd len="med" w="med" type="none"/>
            </a:ln>
          </p:spPr>
        </p:cxnSp>
      </p:grpSp>
      <p:grpSp>
        <p:nvGrpSpPr>
          <p:cNvPr id="1222" name="Google Shape;1222;p28"/>
          <p:cNvGrpSpPr/>
          <p:nvPr/>
        </p:nvGrpSpPr>
        <p:grpSpPr>
          <a:xfrm>
            <a:off x="6080400" y="1158825"/>
            <a:ext cx="666900" cy="3489900"/>
            <a:chOff x="6080400" y="1158825"/>
            <a:chExt cx="666900" cy="3489900"/>
          </a:xfrm>
        </p:grpSpPr>
        <p:sp>
          <p:nvSpPr>
            <p:cNvPr id="1223" name="Google Shape;1223;p28"/>
            <p:cNvSpPr/>
            <p:nvPr/>
          </p:nvSpPr>
          <p:spPr>
            <a:xfrm>
              <a:off x="6080400" y="1158825"/>
              <a:ext cx="666900" cy="6669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4" name="Google Shape;1224;p28"/>
            <p:cNvSpPr/>
            <p:nvPr/>
          </p:nvSpPr>
          <p:spPr>
            <a:xfrm>
              <a:off x="6080400" y="2099825"/>
              <a:ext cx="666900" cy="6669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5" name="Google Shape;1225;p28"/>
            <p:cNvSpPr/>
            <p:nvPr/>
          </p:nvSpPr>
          <p:spPr>
            <a:xfrm>
              <a:off x="6080400" y="3040825"/>
              <a:ext cx="666900" cy="6669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6" name="Google Shape;1226;p28"/>
            <p:cNvSpPr/>
            <p:nvPr/>
          </p:nvSpPr>
          <p:spPr>
            <a:xfrm>
              <a:off x="6080400" y="3981825"/>
              <a:ext cx="666900" cy="6669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27" name="Google Shape;1227;p28"/>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228" name="Google Shape;1228;p28"/>
          <p:cNvGrpSpPr/>
          <p:nvPr/>
        </p:nvGrpSpPr>
        <p:grpSpPr>
          <a:xfrm>
            <a:off x="457325" y="1129488"/>
            <a:ext cx="2581650" cy="725560"/>
            <a:chOff x="457325" y="1129488"/>
            <a:chExt cx="2581650" cy="725560"/>
          </a:xfrm>
        </p:grpSpPr>
        <p:grpSp>
          <p:nvGrpSpPr>
            <p:cNvPr id="1229" name="Google Shape;1229;p28"/>
            <p:cNvGrpSpPr/>
            <p:nvPr/>
          </p:nvGrpSpPr>
          <p:grpSpPr>
            <a:xfrm>
              <a:off x="457325" y="1129488"/>
              <a:ext cx="1912800" cy="725560"/>
              <a:chOff x="457325" y="1129488"/>
              <a:chExt cx="1912800" cy="725560"/>
            </a:xfrm>
          </p:grpSpPr>
          <p:sp>
            <p:nvSpPr>
              <p:cNvPr id="1230" name="Google Shape;1230;p28"/>
              <p:cNvSpPr txBox="1"/>
              <p:nvPr/>
            </p:nvSpPr>
            <p:spPr>
              <a:xfrm>
                <a:off x="457325" y="1464747"/>
                <a:ext cx="19128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231" name="Google Shape;1231;p28"/>
              <p:cNvSpPr txBox="1"/>
              <p:nvPr/>
            </p:nvSpPr>
            <p:spPr>
              <a:xfrm>
                <a:off x="457325" y="112948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232" name="Google Shape;1232;p28"/>
            <p:cNvSpPr txBox="1"/>
            <p:nvPr/>
          </p:nvSpPr>
          <p:spPr>
            <a:xfrm>
              <a:off x="2421575" y="1324575"/>
              <a:ext cx="617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1233" name="Google Shape;1233;p28"/>
          <p:cNvGrpSpPr/>
          <p:nvPr/>
        </p:nvGrpSpPr>
        <p:grpSpPr>
          <a:xfrm>
            <a:off x="457325" y="2070488"/>
            <a:ext cx="2581650" cy="725560"/>
            <a:chOff x="457325" y="2070488"/>
            <a:chExt cx="2581650" cy="725560"/>
          </a:xfrm>
        </p:grpSpPr>
        <p:grpSp>
          <p:nvGrpSpPr>
            <p:cNvPr id="1234" name="Google Shape;1234;p28"/>
            <p:cNvGrpSpPr/>
            <p:nvPr/>
          </p:nvGrpSpPr>
          <p:grpSpPr>
            <a:xfrm>
              <a:off x="457325" y="2070488"/>
              <a:ext cx="1912800" cy="725560"/>
              <a:chOff x="457325" y="2070488"/>
              <a:chExt cx="1912800" cy="725560"/>
            </a:xfrm>
          </p:grpSpPr>
          <p:sp>
            <p:nvSpPr>
              <p:cNvPr id="1235" name="Google Shape;1235;p28"/>
              <p:cNvSpPr txBox="1"/>
              <p:nvPr/>
            </p:nvSpPr>
            <p:spPr>
              <a:xfrm>
                <a:off x="457325" y="2405747"/>
                <a:ext cx="19128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Saturn is a gas giant with several rings</a:t>
                </a:r>
                <a:endParaRPr>
                  <a:solidFill>
                    <a:schemeClr val="lt1"/>
                  </a:solidFill>
                  <a:latin typeface="Catamaran"/>
                  <a:ea typeface="Catamaran"/>
                  <a:cs typeface="Catamaran"/>
                  <a:sym typeface="Catamaran"/>
                </a:endParaRPr>
              </a:p>
            </p:txBody>
          </p:sp>
          <p:sp>
            <p:nvSpPr>
              <p:cNvPr id="1236" name="Google Shape;1236;p28"/>
              <p:cNvSpPr txBox="1"/>
              <p:nvPr/>
            </p:nvSpPr>
            <p:spPr>
              <a:xfrm>
                <a:off x="457325" y="207048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sp>
          <p:nvSpPr>
            <p:cNvPr id="1237" name="Google Shape;1237;p28"/>
            <p:cNvSpPr txBox="1"/>
            <p:nvPr/>
          </p:nvSpPr>
          <p:spPr>
            <a:xfrm>
              <a:off x="2421575" y="2265575"/>
              <a:ext cx="617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1238" name="Google Shape;1238;p28"/>
          <p:cNvGrpSpPr/>
          <p:nvPr/>
        </p:nvGrpSpPr>
        <p:grpSpPr>
          <a:xfrm>
            <a:off x="457325" y="3011488"/>
            <a:ext cx="2581650" cy="725560"/>
            <a:chOff x="457325" y="3011488"/>
            <a:chExt cx="2581650" cy="725560"/>
          </a:xfrm>
        </p:grpSpPr>
        <p:grpSp>
          <p:nvGrpSpPr>
            <p:cNvPr id="1239" name="Google Shape;1239;p28"/>
            <p:cNvGrpSpPr/>
            <p:nvPr/>
          </p:nvGrpSpPr>
          <p:grpSpPr>
            <a:xfrm>
              <a:off x="457325" y="3011488"/>
              <a:ext cx="1912800" cy="725560"/>
              <a:chOff x="457325" y="3011488"/>
              <a:chExt cx="1912800" cy="725560"/>
            </a:xfrm>
          </p:grpSpPr>
          <p:sp>
            <p:nvSpPr>
              <p:cNvPr id="1240" name="Google Shape;1240;p28"/>
              <p:cNvSpPr txBox="1"/>
              <p:nvPr/>
            </p:nvSpPr>
            <p:spPr>
              <a:xfrm>
                <a:off x="457325" y="3346747"/>
                <a:ext cx="19128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241" name="Google Shape;1241;p28"/>
              <p:cNvSpPr txBox="1"/>
              <p:nvPr/>
            </p:nvSpPr>
            <p:spPr>
              <a:xfrm>
                <a:off x="457325" y="301148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sp>
          <p:nvSpPr>
            <p:cNvPr id="1242" name="Google Shape;1242;p28"/>
            <p:cNvSpPr txBox="1"/>
            <p:nvPr/>
          </p:nvSpPr>
          <p:spPr>
            <a:xfrm>
              <a:off x="2421575" y="3206575"/>
              <a:ext cx="617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05</a:t>
              </a:r>
              <a:endParaRPr sz="3000">
                <a:solidFill>
                  <a:schemeClr val="lt1"/>
                </a:solidFill>
                <a:latin typeface="Love Ya Like A Sister"/>
                <a:ea typeface="Love Ya Like A Sister"/>
                <a:cs typeface="Love Ya Like A Sister"/>
                <a:sym typeface="Love Ya Like A Sister"/>
              </a:endParaRPr>
            </a:p>
          </p:txBody>
        </p:sp>
      </p:grpSp>
      <p:grpSp>
        <p:nvGrpSpPr>
          <p:cNvPr id="1243" name="Google Shape;1243;p28"/>
          <p:cNvGrpSpPr/>
          <p:nvPr/>
        </p:nvGrpSpPr>
        <p:grpSpPr>
          <a:xfrm>
            <a:off x="457325" y="3952488"/>
            <a:ext cx="2581650" cy="725560"/>
            <a:chOff x="457325" y="3952488"/>
            <a:chExt cx="2581650" cy="725560"/>
          </a:xfrm>
        </p:grpSpPr>
        <p:grpSp>
          <p:nvGrpSpPr>
            <p:cNvPr id="1244" name="Google Shape;1244;p28"/>
            <p:cNvGrpSpPr/>
            <p:nvPr/>
          </p:nvGrpSpPr>
          <p:grpSpPr>
            <a:xfrm>
              <a:off x="457325" y="3952488"/>
              <a:ext cx="1912800" cy="725560"/>
              <a:chOff x="457325" y="3952488"/>
              <a:chExt cx="1912800" cy="725560"/>
            </a:xfrm>
          </p:grpSpPr>
          <p:sp>
            <p:nvSpPr>
              <p:cNvPr id="1245" name="Google Shape;1245;p28"/>
              <p:cNvSpPr txBox="1"/>
              <p:nvPr/>
            </p:nvSpPr>
            <p:spPr>
              <a:xfrm>
                <a:off x="457325" y="4287747"/>
                <a:ext cx="19128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Venus has a very nice name, but is hot</a:t>
                </a:r>
                <a:endParaRPr>
                  <a:solidFill>
                    <a:schemeClr val="lt1"/>
                  </a:solidFill>
                  <a:latin typeface="Catamaran"/>
                  <a:ea typeface="Catamaran"/>
                  <a:cs typeface="Catamaran"/>
                  <a:sym typeface="Catamaran"/>
                </a:endParaRPr>
              </a:p>
            </p:txBody>
          </p:sp>
          <p:sp>
            <p:nvSpPr>
              <p:cNvPr id="1246" name="Google Shape;1246;p28"/>
              <p:cNvSpPr txBox="1"/>
              <p:nvPr/>
            </p:nvSpPr>
            <p:spPr>
              <a:xfrm>
                <a:off x="457325" y="395248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
          <p:nvSpPr>
            <p:cNvPr id="1247" name="Google Shape;1247;p28"/>
            <p:cNvSpPr txBox="1"/>
            <p:nvPr/>
          </p:nvSpPr>
          <p:spPr>
            <a:xfrm>
              <a:off x="2421575" y="4147575"/>
              <a:ext cx="617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07</a:t>
              </a:r>
              <a:endParaRPr sz="3000">
                <a:solidFill>
                  <a:schemeClr val="lt1"/>
                </a:solidFill>
                <a:latin typeface="Love Ya Like A Sister"/>
                <a:ea typeface="Love Ya Like A Sister"/>
                <a:cs typeface="Love Ya Like A Sister"/>
                <a:sym typeface="Love Ya Like A Sister"/>
              </a:endParaRPr>
            </a:p>
          </p:txBody>
        </p:sp>
      </p:grpSp>
      <p:grpSp>
        <p:nvGrpSpPr>
          <p:cNvPr id="1248" name="Google Shape;1248;p28"/>
          <p:cNvGrpSpPr/>
          <p:nvPr/>
        </p:nvGrpSpPr>
        <p:grpSpPr>
          <a:xfrm>
            <a:off x="3664061" y="1129500"/>
            <a:ext cx="1840761" cy="3548487"/>
            <a:chOff x="4280575" y="1048025"/>
            <a:chExt cx="1991950" cy="3635000"/>
          </a:xfrm>
        </p:grpSpPr>
        <p:sp>
          <p:nvSpPr>
            <p:cNvPr id="1249" name="Google Shape;1249;p28"/>
            <p:cNvSpPr/>
            <p:nvPr/>
          </p:nvSpPr>
          <p:spPr>
            <a:xfrm>
              <a:off x="5648025" y="1660725"/>
              <a:ext cx="139625" cy="148275"/>
            </a:xfrm>
            <a:custGeom>
              <a:rect b="b" l="l" r="r" t="t"/>
              <a:pathLst>
                <a:path extrusionOk="0" h="5931" w="5585">
                  <a:moveTo>
                    <a:pt x="2884" y="461"/>
                  </a:moveTo>
                  <a:cubicBezTo>
                    <a:pt x="3200" y="461"/>
                    <a:pt x="3521" y="524"/>
                    <a:pt x="3822" y="633"/>
                  </a:cubicBezTo>
                  <a:cubicBezTo>
                    <a:pt x="4882" y="1002"/>
                    <a:pt x="5096" y="2085"/>
                    <a:pt x="4667" y="3038"/>
                  </a:cubicBezTo>
                  <a:cubicBezTo>
                    <a:pt x="4453" y="3526"/>
                    <a:pt x="4072" y="3847"/>
                    <a:pt x="3643" y="4002"/>
                  </a:cubicBezTo>
                  <a:cubicBezTo>
                    <a:pt x="3620" y="3871"/>
                    <a:pt x="3584" y="3740"/>
                    <a:pt x="3524" y="3621"/>
                  </a:cubicBezTo>
                  <a:cubicBezTo>
                    <a:pt x="3208" y="2978"/>
                    <a:pt x="2497" y="2554"/>
                    <a:pt x="1798" y="2554"/>
                  </a:cubicBezTo>
                  <a:cubicBezTo>
                    <a:pt x="1604" y="2554"/>
                    <a:pt x="1410" y="2587"/>
                    <a:pt x="1226" y="2657"/>
                  </a:cubicBezTo>
                  <a:cubicBezTo>
                    <a:pt x="1060" y="2061"/>
                    <a:pt x="1167" y="1395"/>
                    <a:pt x="1643" y="894"/>
                  </a:cubicBezTo>
                  <a:cubicBezTo>
                    <a:pt x="1999" y="588"/>
                    <a:pt x="2436" y="461"/>
                    <a:pt x="2884" y="461"/>
                  </a:cubicBezTo>
                  <a:close/>
                  <a:moveTo>
                    <a:pt x="1823" y="3017"/>
                  </a:moveTo>
                  <a:cubicBezTo>
                    <a:pt x="2379" y="3017"/>
                    <a:pt x="2937" y="3354"/>
                    <a:pt x="3155" y="3895"/>
                  </a:cubicBezTo>
                  <a:cubicBezTo>
                    <a:pt x="3179" y="3954"/>
                    <a:pt x="3191" y="4026"/>
                    <a:pt x="3203" y="4097"/>
                  </a:cubicBezTo>
                  <a:cubicBezTo>
                    <a:pt x="3169" y="4099"/>
                    <a:pt x="3136" y="4100"/>
                    <a:pt x="3102" y="4100"/>
                  </a:cubicBezTo>
                  <a:cubicBezTo>
                    <a:pt x="2692" y="4100"/>
                    <a:pt x="2267" y="3966"/>
                    <a:pt x="1893" y="3669"/>
                  </a:cubicBezTo>
                  <a:cubicBezTo>
                    <a:pt x="1691" y="3502"/>
                    <a:pt x="1536" y="3300"/>
                    <a:pt x="1405" y="3085"/>
                  </a:cubicBezTo>
                  <a:cubicBezTo>
                    <a:pt x="1540" y="3039"/>
                    <a:pt x="1682" y="3017"/>
                    <a:pt x="1823" y="3017"/>
                  </a:cubicBezTo>
                  <a:close/>
                  <a:moveTo>
                    <a:pt x="1072" y="3276"/>
                  </a:moveTo>
                  <a:cubicBezTo>
                    <a:pt x="1524" y="4038"/>
                    <a:pt x="2334" y="4585"/>
                    <a:pt x="3167" y="4585"/>
                  </a:cubicBezTo>
                  <a:cubicBezTo>
                    <a:pt x="3036" y="4955"/>
                    <a:pt x="2691" y="5252"/>
                    <a:pt x="2322" y="5395"/>
                  </a:cubicBezTo>
                  <a:cubicBezTo>
                    <a:pt x="2139" y="5464"/>
                    <a:pt x="1945" y="5500"/>
                    <a:pt x="1755" y="5500"/>
                  </a:cubicBezTo>
                  <a:cubicBezTo>
                    <a:pt x="1288" y="5500"/>
                    <a:pt x="848" y="5282"/>
                    <a:pt x="679" y="4800"/>
                  </a:cubicBezTo>
                  <a:cubicBezTo>
                    <a:pt x="488" y="4276"/>
                    <a:pt x="691" y="3669"/>
                    <a:pt x="1072" y="3276"/>
                  </a:cubicBezTo>
                  <a:close/>
                  <a:moveTo>
                    <a:pt x="2982" y="0"/>
                  </a:moveTo>
                  <a:cubicBezTo>
                    <a:pt x="2373" y="0"/>
                    <a:pt x="1765" y="197"/>
                    <a:pt x="1322" y="585"/>
                  </a:cubicBezTo>
                  <a:cubicBezTo>
                    <a:pt x="655" y="1287"/>
                    <a:pt x="584" y="2133"/>
                    <a:pt x="857" y="2859"/>
                  </a:cubicBezTo>
                  <a:cubicBezTo>
                    <a:pt x="857" y="2859"/>
                    <a:pt x="857" y="2871"/>
                    <a:pt x="845" y="2871"/>
                  </a:cubicBezTo>
                  <a:cubicBezTo>
                    <a:pt x="834" y="2883"/>
                    <a:pt x="822" y="2883"/>
                    <a:pt x="822" y="2895"/>
                  </a:cubicBezTo>
                  <a:cubicBezTo>
                    <a:pt x="179" y="3454"/>
                    <a:pt x="0" y="4383"/>
                    <a:pt x="333" y="5157"/>
                  </a:cubicBezTo>
                  <a:cubicBezTo>
                    <a:pt x="581" y="5717"/>
                    <a:pt x="1130" y="5930"/>
                    <a:pt x="1696" y="5930"/>
                  </a:cubicBezTo>
                  <a:cubicBezTo>
                    <a:pt x="2057" y="5930"/>
                    <a:pt x="2425" y="5844"/>
                    <a:pt x="2727" y="5705"/>
                  </a:cubicBezTo>
                  <a:cubicBezTo>
                    <a:pt x="3203" y="5490"/>
                    <a:pt x="3536" y="5026"/>
                    <a:pt x="3643" y="4526"/>
                  </a:cubicBezTo>
                  <a:cubicBezTo>
                    <a:pt x="4048" y="4419"/>
                    <a:pt x="4441" y="4169"/>
                    <a:pt x="4763" y="3728"/>
                  </a:cubicBezTo>
                  <a:cubicBezTo>
                    <a:pt x="5537" y="2692"/>
                    <a:pt x="5584" y="1311"/>
                    <a:pt x="4513" y="490"/>
                  </a:cubicBezTo>
                  <a:cubicBezTo>
                    <a:pt x="4083" y="162"/>
                    <a:pt x="3532" y="0"/>
                    <a:pt x="29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8"/>
            <p:cNvSpPr/>
            <p:nvPr/>
          </p:nvSpPr>
          <p:spPr>
            <a:xfrm>
              <a:off x="5760525" y="1289650"/>
              <a:ext cx="215825" cy="190800"/>
            </a:xfrm>
            <a:custGeom>
              <a:rect b="b" l="l" r="r" t="t"/>
              <a:pathLst>
                <a:path extrusionOk="0" h="7632" w="8633">
                  <a:moveTo>
                    <a:pt x="4453" y="448"/>
                  </a:moveTo>
                  <a:cubicBezTo>
                    <a:pt x="5232" y="448"/>
                    <a:pt x="6007" y="702"/>
                    <a:pt x="6680" y="1236"/>
                  </a:cubicBezTo>
                  <a:cubicBezTo>
                    <a:pt x="8240" y="2474"/>
                    <a:pt x="8133" y="4724"/>
                    <a:pt x="6930" y="6129"/>
                  </a:cubicBezTo>
                  <a:cubicBezTo>
                    <a:pt x="6308" y="6855"/>
                    <a:pt x="5409" y="7177"/>
                    <a:pt x="4493" y="7177"/>
                  </a:cubicBezTo>
                  <a:cubicBezTo>
                    <a:pt x="3621" y="7177"/>
                    <a:pt x="2734" y="6884"/>
                    <a:pt x="2060" y="6367"/>
                  </a:cubicBezTo>
                  <a:cubicBezTo>
                    <a:pt x="372" y="5060"/>
                    <a:pt x="583" y="2529"/>
                    <a:pt x="2137" y="1230"/>
                  </a:cubicBezTo>
                  <a:lnTo>
                    <a:pt x="2137" y="1230"/>
                  </a:lnTo>
                  <a:cubicBezTo>
                    <a:pt x="2841" y="718"/>
                    <a:pt x="3649" y="448"/>
                    <a:pt x="4453" y="448"/>
                  </a:cubicBezTo>
                  <a:close/>
                  <a:moveTo>
                    <a:pt x="4529" y="1"/>
                  </a:moveTo>
                  <a:cubicBezTo>
                    <a:pt x="3587" y="1"/>
                    <a:pt x="2632" y="308"/>
                    <a:pt x="1870" y="867"/>
                  </a:cubicBezTo>
                  <a:cubicBezTo>
                    <a:pt x="1863" y="872"/>
                    <a:pt x="1856" y="878"/>
                    <a:pt x="1849" y="884"/>
                  </a:cubicBezTo>
                  <a:lnTo>
                    <a:pt x="1849" y="884"/>
                  </a:lnTo>
                  <a:cubicBezTo>
                    <a:pt x="1840" y="889"/>
                    <a:pt x="1831" y="895"/>
                    <a:pt x="1822" y="902"/>
                  </a:cubicBezTo>
                  <a:cubicBezTo>
                    <a:pt x="72" y="2355"/>
                    <a:pt x="1" y="4855"/>
                    <a:pt x="1537" y="6486"/>
                  </a:cubicBezTo>
                  <a:cubicBezTo>
                    <a:pt x="2261" y="7266"/>
                    <a:pt x="3280" y="7631"/>
                    <a:pt x="4308" y="7631"/>
                  </a:cubicBezTo>
                  <a:cubicBezTo>
                    <a:pt x="5305" y="7631"/>
                    <a:pt x="6310" y="7286"/>
                    <a:pt x="7061" y="6641"/>
                  </a:cubicBezTo>
                  <a:cubicBezTo>
                    <a:pt x="8621" y="5296"/>
                    <a:pt x="8633" y="2903"/>
                    <a:pt x="7442" y="1355"/>
                  </a:cubicBezTo>
                  <a:cubicBezTo>
                    <a:pt x="6716" y="423"/>
                    <a:pt x="5632" y="1"/>
                    <a:pt x="45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8"/>
            <p:cNvSpPr/>
            <p:nvPr/>
          </p:nvSpPr>
          <p:spPr>
            <a:xfrm>
              <a:off x="5681200" y="1048025"/>
              <a:ext cx="154375" cy="128925"/>
            </a:xfrm>
            <a:custGeom>
              <a:rect b="b" l="l" r="r" t="t"/>
              <a:pathLst>
                <a:path extrusionOk="0" h="5157" w="6175">
                  <a:moveTo>
                    <a:pt x="2995" y="467"/>
                  </a:moveTo>
                  <a:cubicBezTo>
                    <a:pt x="3545" y="467"/>
                    <a:pt x="4102" y="612"/>
                    <a:pt x="4555" y="876"/>
                  </a:cubicBezTo>
                  <a:cubicBezTo>
                    <a:pt x="5722" y="1566"/>
                    <a:pt x="5472" y="2971"/>
                    <a:pt x="4650" y="3793"/>
                  </a:cubicBezTo>
                  <a:cubicBezTo>
                    <a:pt x="4128" y="4322"/>
                    <a:pt x="3396" y="4679"/>
                    <a:pt x="2688" y="4679"/>
                  </a:cubicBezTo>
                  <a:cubicBezTo>
                    <a:pt x="2217" y="4679"/>
                    <a:pt x="1756" y="4521"/>
                    <a:pt x="1376" y="4150"/>
                  </a:cubicBezTo>
                  <a:cubicBezTo>
                    <a:pt x="673" y="3483"/>
                    <a:pt x="554" y="2304"/>
                    <a:pt x="995" y="1459"/>
                  </a:cubicBezTo>
                  <a:cubicBezTo>
                    <a:pt x="1424" y="770"/>
                    <a:pt x="2202" y="467"/>
                    <a:pt x="2995" y="467"/>
                  </a:cubicBezTo>
                  <a:close/>
                  <a:moveTo>
                    <a:pt x="3087" y="1"/>
                  </a:moveTo>
                  <a:cubicBezTo>
                    <a:pt x="2118" y="1"/>
                    <a:pt x="1139" y="411"/>
                    <a:pt x="625" y="1197"/>
                  </a:cubicBezTo>
                  <a:lnTo>
                    <a:pt x="625" y="1197"/>
                  </a:lnTo>
                  <a:cubicBezTo>
                    <a:pt x="617" y="1208"/>
                    <a:pt x="609" y="1220"/>
                    <a:pt x="602" y="1233"/>
                  </a:cubicBezTo>
                  <a:cubicBezTo>
                    <a:pt x="602" y="1233"/>
                    <a:pt x="602" y="1233"/>
                    <a:pt x="602" y="1233"/>
                  </a:cubicBezTo>
                  <a:lnTo>
                    <a:pt x="602" y="1233"/>
                  </a:lnTo>
                  <a:cubicBezTo>
                    <a:pt x="594" y="1245"/>
                    <a:pt x="588" y="1258"/>
                    <a:pt x="583" y="1270"/>
                  </a:cubicBezTo>
                  <a:lnTo>
                    <a:pt x="583" y="1270"/>
                  </a:lnTo>
                  <a:cubicBezTo>
                    <a:pt x="1" y="2419"/>
                    <a:pt x="291" y="3849"/>
                    <a:pt x="1269" y="4674"/>
                  </a:cubicBezTo>
                  <a:cubicBezTo>
                    <a:pt x="1675" y="5014"/>
                    <a:pt x="2139" y="5156"/>
                    <a:pt x="2612" y="5156"/>
                  </a:cubicBezTo>
                  <a:cubicBezTo>
                    <a:pt x="3595" y="5156"/>
                    <a:pt x="4618" y="4544"/>
                    <a:pt x="5245" y="3828"/>
                  </a:cubicBezTo>
                  <a:cubicBezTo>
                    <a:pt x="6174" y="2757"/>
                    <a:pt x="5912" y="1269"/>
                    <a:pt x="4781" y="495"/>
                  </a:cubicBezTo>
                  <a:cubicBezTo>
                    <a:pt x="4299" y="163"/>
                    <a:pt x="3695" y="1"/>
                    <a:pt x="308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8"/>
            <p:cNvSpPr/>
            <p:nvPr/>
          </p:nvSpPr>
          <p:spPr>
            <a:xfrm>
              <a:off x="5272975" y="2659675"/>
              <a:ext cx="786125" cy="624350"/>
            </a:xfrm>
            <a:custGeom>
              <a:rect b="b" l="l" r="r" t="t"/>
              <a:pathLst>
                <a:path extrusionOk="0" h="24974" w="31445">
                  <a:moveTo>
                    <a:pt x="26003" y="453"/>
                  </a:moveTo>
                  <a:cubicBezTo>
                    <a:pt x="30659" y="453"/>
                    <a:pt x="30980" y="8014"/>
                    <a:pt x="30611" y="11288"/>
                  </a:cubicBezTo>
                  <a:cubicBezTo>
                    <a:pt x="30004" y="16717"/>
                    <a:pt x="26230" y="21408"/>
                    <a:pt x="21229" y="23468"/>
                  </a:cubicBezTo>
                  <a:cubicBezTo>
                    <a:pt x="19467" y="24193"/>
                    <a:pt x="17631" y="24536"/>
                    <a:pt x="15806" y="24536"/>
                  </a:cubicBezTo>
                  <a:cubicBezTo>
                    <a:pt x="12057" y="24536"/>
                    <a:pt x="8360" y="23086"/>
                    <a:pt x="5477" y="20515"/>
                  </a:cubicBezTo>
                  <a:cubicBezTo>
                    <a:pt x="3286" y="18563"/>
                    <a:pt x="1608" y="15919"/>
                    <a:pt x="893" y="13062"/>
                  </a:cubicBezTo>
                  <a:cubicBezTo>
                    <a:pt x="191" y="10252"/>
                    <a:pt x="512" y="7061"/>
                    <a:pt x="1274" y="4299"/>
                  </a:cubicBezTo>
                  <a:cubicBezTo>
                    <a:pt x="1762" y="2501"/>
                    <a:pt x="2751" y="834"/>
                    <a:pt x="4751" y="656"/>
                  </a:cubicBezTo>
                  <a:cubicBezTo>
                    <a:pt x="4853" y="647"/>
                    <a:pt x="4956" y="642"/>
                    <a:pt x="5059" y="642"/>
                  </a:cubicBezTo>
                  <a:cubicBezTo>
                    <a:pt x="6187" y="642"/>
                    <a:pt x="7335" y="1150"/>
                    <a:pt x="8382" y="1477"/>
                  </a:cubicBezTo>
                  <a:cubicBezTo>
                    <a:pt x="9394" y="1775"/>
                    <a:pt x="10442" y="1870"/>
                    <a:pt x="11502" y="1870"/>
                  </a:cubicBezTo>
                  <a:cubicBezTo>
                    <a:pt x="11526" y="1870"/>
                    <a:pt x="11550" y="1870"/>
                    <a:pt x="11574" y="1870"/>
                  </a:cubicBezTo>
                  <a:cubicBezTo>
                    <a:pt x="13931" y="1870"/>
                    <a:pt x="16276" y="1297"/>
                    <a:pt x="18622" y="1108"/>
                  </a:cubicBezTo>
                  <a:cubicBezTo>
                    <a:pt x="21074" y="906"/>
                    <a:pt x="23539" y="560"/>
                    <a:pt x="26003" y="453"/>
                  </a:cubicBezTo>
                  <a:close/>
                  <a:moveTo>
                    <a:pt x="26003" y="1"/>
                  </a:moveTo>
                  <a:cubicBezTo>
                    <a:pt x="22765" y="144"/>
                    <a:pt x="19431" y="489"/>
                    <a:pt x="16217" y="930"/>
                  </a:cubicBezTo>
                  <a:cubicBezTo>
                    <a:pt x="14551" y="1162"/>
                    <a:pt x="12898" y="1418"/>
                    <a:pt x="11222" y="1418"/>
                  </a:cubicBezTo>
                  <a:cubicBezTo>
                    <a:pt x="11184" y="1418"/>
                    <a:pt x="11146" y="1418"/>
                    <a:pt x="11109" y="1418"/>
                  </a:cubicBezTo>
                  <a:cubicBezTo>
                    <a:pt x="9275" y="1406"/>
                    <a:pt x="7692" y="668"/>
                    <a:pt x="5941" y="298"/>
                  </a:cubicBezTo>
                  <a:cubicBezTo>
                    <a:pt x="5587" y="224"/>
                    <a:pt x="5253" y="189"/>
                    <a:pt x="4940" y="189"/>
                  </a:cubicBezTo>
                  <a:cubicBezTo>
                    <a:pt x="773" y="189"/>
                    <a:pt x="151" y="6399"/>
                    <a:pt x="95" y="9621"/>
                  </a:cubicBezTo>
                  <a:cubicBezTo>
                    <a:pt x="0" y="15098"/>
                    <a:pt x="3203" y="19979"/>
                    <a:pt x="7787" y="22789"/>
                  </a:cubicBezTo>
                  <a:cubicBezTo>
                    <a:pt x="10179" y="24258"/>
                    <a:pt x="12891" y="24974"/>
                    <a:pt x="15615" y="24974"/>
                  </a:cubicBezTo>
                  <a:cubicBezTo>
                    <a:pt x="17771" y="24974"/>
                    <a:pt x="19935" y="24525"/>
                    <a:pt x="21955" y="23647"/>
                  </a:cubicBezTo>
                  <a:cubicBezTo>
                    <a:pt x="27146" y="21384"/>
                    <a:pt x="30623" y="16253"/>
                    <a:pt x="31135" y="10669"/>
                  </a:cubicBezTo>
                  <a:cubicBezTo>
                    <a:pt x="31445" y="7204"/>
                    <a:pt x="30742" y="1"/>
                    <a:pt x="260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8"/>
            <p:cNvSpPr/>
            <p:nvPr/>
          </p:nvSpPr>
          <p:spPr>
            <a:xfrm>
              <a:off x="5386975" y="2852400"/>
              <a:ext cx="66700" cy="64950"/>
            </a:xfrm>
            <a:custGeom>
              <a:rect b="b" l="l" r="r" t="t"/>
              <a:pathLst>
                <a:path extrusionOk="0" h="2598" w="2668">
                  <a:moveTo>
                    <a:pt x="1472" y="456"/>
                  </a:moveTo>
                  <a:cubicBezTo>
                    <a:pt x="1795" y="456"/>
                    <a:pt x="2094" y="630"/>
                    <a:pt x="2167" y="1043"/>
                  </a:cubicBezTo>
                  <a:cubicBezTo>
                    <a:pt x="2203" y="1448"/>
                    <a:pt x="2060" y="1864"/>
                    <a:pt x="1703" y="2091"/>
                  </a:cubicBezTo>
                  <a:cubicBezTo>
                    <a:pt x="1609" y="2148"/>
                    <a:pt x="1507" y="2174"/>
                    <a:pt x="1405" y="2174"/>
                  </a:cubicBezTo>
                  <a:cubicBezTo>
                    <a:pt x="1044" y="2174"/>
                    <a:pt x="674" y="1856"/>
                    <a:pt x="572" y="1531"/>
                  </a:cubicBezTo>
                  <a:cubicBezTo>
                    <a:pt x="381" y="901"/>
                    <a:pt x="957" y="456"/>
                    <a:pt x="1472" y="456"/>
                  </a:cubicBezTo>
                  <a:close/>
                  <a:moveTo>
                    <a:pt x="1512" y="0"/>
                  </a:moveTo>
                  <a:cubicBezTo>
                    <a:pt x="1419" y="0"/>
                    <a:pt x="1324" y="10"/>
                    <a:pt x="1227" y="31"/>
                  </a:cubicBezTo>
                  <a:cubicBezTo>
                    <a:pt x="524" y="162"/>
                    <a:pt x="0" y="733"/>
                    <a:pt x="107" y="1495"/>
                  </a:cubicBezTo>
                  <a:cubicBezTo>
                    <a:pt x="204" y="2147"/>
                    <a:pt x="798" y="2597"/>
                    <a:pt x="1435" y="2597"/>
                  </a:cubicBezTo>
                  <a:cubicBezTo>
                    <a:pt x="1508" y="2597"/>
                    <a:pt x="1582" y="2591"/>
                    <a:pt x="1655" y="2579"/>
                  </a:cubicBezTo>
                  <a:cubicBezTo>
                    <a:pt x="2346" y="2460"/>
                    <a:pt x="2667" y="1626"/>
                    <a:pt x="2620" y="1019"/>
                  </a:cubicBezTo>
                  <a:cubicBezTo>
                    <a:pt x="2620" y="1007"/>
                    <a:pt x="2620" y="995"/>
                    <a:pt x="2620" y="983"/>
                  </a:cubicBezTo>
                  <a:cubicBezTo>
                    <a:pt x="2620" y="983"/>
                    <a:pt x="2620" y="971"/>
                    <a:pt x="2620" y="960"/>
                  </a:cubicBezTo>
                  <a:cubicBezTo>
                    <a:pt x="2528" y="358"/>
                    <a:pt x="2069" y="0"/>
                    <a:pt x="151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8"/>
            <p:cNvSpPr/>
            <p:nvPr/>
          </p:nvSpPr>
          <p:spPr>
            <a:xfrm>
              <a:off x="5380425" y="2950700"/>
              <a:ext cx="49600" cy="41925"/>
            </a:xfrm>
            <a:custGeom>
              <a:rect b="b" l="l" r="r" t="t"/>
              <a:pathLst>
                <a:path extrusionOk="0" h="1677" w="1984">
                  <a:moveTo>
                    <a:pt x="925" y="451"/>
                  </a:moveTo>
                  <a:cubicBezTo>
                    <a:pt x="1015" y="451"/>
                    <a:pt x="1115" y="490"/>
                    <a:pt x="1215" y="588"/>
                  </a:cubicBezTo>
                  <a:cubicBezTo>
                    <a:pt x="1397" y="800"/>
                    <a:pt x="1191" y="1212"/>
                    <a:pt x="928" y="1212"/>
                  </a:cubicBezTo>
                  <a:cubicBezTo>
                    <a:pt x="882" y="1212"/>
                    <a:pt x="834" y="1199"/>
                    <a:pt x="786" y="1171"/>
                  </a:cubicBezTo>
                  <a:cubicBezTo>
                    <a:pt x="415" y="948"/>
                    <a:pt x="608" y="451"/>
                    <a:pt x="925" y="451"/>
                  </a:cubicBezTo>
                  <a:close/>
                  <a:moveTo>
                    <a:pt x="897" y="0"/>
                  </a:moveTo>
                  <a:cubicBezTo>
                    <a:pt x="690" y="0"/>
                    <a:pt x="486" y="79"/>
                    <a:pt x="334" y="254"/>
                  </a:cubicBezTo>
                  <a:cubicBezTo>
                    <a:pt x="0" y="635"/>
                    <a:pt x="108" y="1195"/>
                    <a:pt x="477" y="1492"/>
                  </a:cubicBezTo>
                  <a:cubicBezTo>
                    <a:pt x="625" y="1622"/>
                    <a:pt x="779" y="1677"/>
                    <a:pt x="927" y="1677"/>
                  </a:cubicBezTo>
                  <a:cubicBezTo>
                    <a:pt x="1511" y="1677"/>
                    <a:pt x="1983" y="808"/>
                    <a:pt x="1536" y="266"/>
                  </a:cubicBezTo>
                  <a:cubicBezTo>
                    <a:pt x="1361" y="97"/>
                    <a:pt x="1127" y="0"/>
                    <a:pt x="8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8"/>
            <p:cNvSpPr/>
            <p:nvPr/>
          </p:nvSpPr>
          <p:spPr>
            <a:xfrm>
              <a:off x="5453650" y="2758025"/>
              <a:ext cx="41700" cy="40400"/>
            </a:xfrm>
            <a:custGeom>
              <a:rect b="b" l="l" r="r" t="t"/>
              <a:pathLst>
                <a:path extrusionOk="0" h="1616" w="1668">
                  <a:moveTo>
                    <a:pt x="956" y="450"/>
                  </a:moveTo>
                  <a:cubicBezTo>
                    <a:pt x="1081" y="450"/>
                    <a:pt x="1186" y="518"/>
                    <a:pt x="1203" y="686"/>
                  </a:cubicBezTo>
                  <a:cubicBezTo>
                    <a:pt x="1215" y="877"/>
                    <a:pt x="1143" y="1127"/>
                    <a:pt x="917" y="1163"/>
                  </a:cubicBezTo>
                  <a:cubicBezTo>
                    <a:pt x="907" y="1164"/>
                    <a:pt x="896" y="1164"/>
                    <a:pt x="886" y="1164"/>
                  </a:cubicBezTo>
                  <a:cubicBezTo>
                    <a:pt x="748" y="1164"/>
                    <a:pt x="579" y="1093"/>
                    <a:pt x="524" y="960"/>
                  </a:cubicBezTo>
                  <a:cubicBezTo>
                    <a:pt x="415" y="695"/>
                    <a:pt x="720" y="450"/>
                    <a:pt x="956" y="450"/>
                  </a:cubicBezTo>
                  <a:close/>
                  <a:moveTo>
                    <a:pt x="924" y="0"/>
                  </a:moveTo>
                  <a:cubicBezTo>
                    <a:pt x="887" y="0"/>
                    <a:pt x="849" y="3"/>
                    <a:pt x="810" y="8"/>
                  </a:cubicBezTo>
                  <a:cubicBezTo>
                    <a:pt x="369" y="67"/>
                    <a:pt x="0" y="520"/>
                    <a:pt x="60" y="972"/>
                  </a:cubicBezTo>
                  <a:cubicBezTo>
                    <a:pt x="119" y="1365"/>
                    <a:pt x="500" y="1603"/>
                    <a:pt x="881" y="1615"/>
                  </a:cubicBezTo>
                  <a:cubicBezTo>
                    <a:pt x="1381" y="1615"/>
                    <a:pt x="1667" y="1139"/>
                    <a:pt x="1655" y="686"/>
                  </a:cubicBezTo>
                  <a:cubicBezTo>
                    <a:pt x="1612" y="284"/>
                    <a:pt x="1319" y="0"/>
                    <a:pt x="92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8"/>
            <p:cNvSpPr/>
            <p:nvPr/>
          </p:nvSpPr>
          <p:spPr>
            <a:xfrm>
              <a:off x="5873350" y="2970425"/>
              <a:ext cx="79200" cy="71750"/>
            </a:xfrm>
            <a:custGeom>
              <a:rect b="b" l="l" r="r" t="t"/>
              <a:pathLst>
                <a:path extrusionOk="0" h="2870" w="3168">
                  <a:moveTo>
                    <a:pt x="1662" y="490"/>
                  </a:moveTo>
                  <a:cubicBezTo>
                    <a:pt x="2188" y="490"/>
                    <a:pt x="2698" y="815"/>
                    <a:pt x="2608" y="1453"/>
                  </a:cubicBezTo>
                  <a:cubicBezTo>
                    <a:pt x="2500" y="1906"/>
                    <a:pt x="2203" y="2287"/>
                    <a:pt x="1738" y="2418"/>
                  </a:cubicBezTo>
                  <a:cubicBezTo>
                    <a:pt x="1682" y="2432"/>
                    <a:pt x="1626" y="2439"/>
                    <a:pt x="1570" y="2439"/>
                  </a:cubicBezTo>
                  <a:cubicBezTo>
                    <a:pt x="1072" y="2439"/>
                    <a:pt x="619" y="1901"/>
                    <a:pt x="619" y="1430"/>
                  </a:cubicBezTo>
                  <a:cubicBezTo>
                    <a:pt x="619" y="800"/>
                    <a:pt x="1148" y="490"/>
                    <a:pt x="1662" y="490"/>
                  </a:cubicBezTo>
                  <a:close/>
                  <a:moveTo>
                    <a:pt x="1590" y="0"/>
                  </a:moveTo>
                  <a:cubicBezTo>
                    <a:pt x="921" y="0"/>
                    <a:pt x="362" y="552"/>
                    <a:pt x="203" y="1180"/>
                  </a:cubicBezTo>
                  <a:cubicBezTo>
                    <a:pt x="0" y="1942"/>
                    <a:pt x="643" y="2763"/>
                    <a:pt x="1405" y="2858"/>
                  </a:cubicBezTo>
                  <a:cubicBezTo>
                    <a:pt x="1463" y="2866"/>
                    <a:pt x="1520" y="2870"/>
                    <a:pt x="1577" y="2870"/>
                  </a:cubicBezTo>
                  <a:cubicBezTo>
                    <a:pt x="2297" y="2870"/>
                    <a:pt x="2882" y="2257"/>
                    <a:pt x="3036" y="1573"/>
                  </a:cubicBezTo>
                  <a:cubicBezTo>
                    <a:pt x="3167" y="727"/>
                    <a:pt x="2620" y="191"/>
                    <a:pt x="1834" y="25"/>
                  </a:cubicBezTo>
                  <a:cubicBezTo>
                    <a:pt x="1751" y="8"/>
                    <a:pt x="1670" y="0"/>
                    <a:pt x="15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8"/>
            <p:cNvSpPr/>
            <p:nvPr/>
          </p:nvSpPr>
          <p:spPr>
            <a:xfrm>
              <a:off x="5884050" y="2906000"/>
              <a:ext cx="42600" cy="34700"/>
            </a:xfrm>
            <a:custGeom>
              <a:rect b="b" l="l" r="r" t="t"/>
              <a:pathLst>
                <a:path extrusionOk="0" h="1388" w="1704">
                  <a:moveTo>
                    <a:pt x="877" y="450"/>
                  </a:moveTo>
                  <a:cubicBezTo>
                    <a:pt x="899" y="450"/>
                    <a:pt x="921" y="453"/>
                    <a:pt x="941" y="459"/>
                  </a:cubicBezTo>
                  <a:cubicBezTo>
                    <a:pt x="1108" y="482"/>
                    <a:pt x="1215" y="697"/>
                    <a:pt x="1096" y="828"/>
                  </a:cubicBezTo>
                  <a:cubicBezTo>
                    <a:pt x="1031" y="884"/>
                    <a:pt x="911" y="918"/>
                    <a:pt x="800" y="918"/>
                  </a:cubicBezTo>
                  <a:cubicBezTo>
                    <a:pt x="627" y="918"/>
                    <a:pt x="475" y="835"/>
                    <a:pt x="584" y="625"/>
                  </a:cubicBezTo>
                  <a:cubicBezTo>
                    <a:pt x="634" y="525"/>
                    <a:pt x="760" y="450"/>
                    <a:pt x="877" y="450"/>
                  </a:cubicBezTo>
                  <a:close/>
                  <a:moveTo>
                    <a:pt x="888" y="1"/>
                  </a:moveTo>
                  <a:cubicBezTo>
                    <a:pt x="648" y="1"/>
                    <a:pt x="408" y="119"/>
                    <a:pt x="251" y="316"/>
                  </a:cubicBezTo>
                  <a:cubicBezTo>
                    <a:pt x="1" y="637"/>
                    <a:pt x="84" y="1066"/>
                    <a:pt x="417" y="1292"/>
                  </a:cubicBezTo>
                  <a:cubicBezTo>
                    <a:pt x="526" y="1359"/>
                    <a:pt x="649" y="1387"/>
                    <a:pt x="774" y="1387"/>
                  </a:cubicBezTo>
                  <a:cubicBezTo>
                    <a:pt x="1007" y="1387"/>
                    <a:pt x="1247" y="1288"/>
                    <a:pt x="1418" y="1149"/>
                  </a:cubicBezTo>
                  <a:cubicBezTo>
                    <a:pt x="1441" y="1125"/>
                    <a:pt x="1465" y="1090"/>
                    <a:pt x="1477" y="1066"/>
                  </a:cubicBezTo>
                  <a:cubicBezTo>
                    <a:pt x="1703" y="744"/>
                    <a:pt x="1596" y="316"/>
                    <a:pt x="1251" y="101"/>
                  </a:cubicBezTo>
                  <a:cubicBezTo>
                    <a:pt x="1137" y="32"/>
                    <a:pt x="1013" y="1"/>
                    <a:pt x="8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8"/>
            <p:cNvSpPr/>
            <p:nvPr/>
          </p:nvSpPr>
          <p:spPr>
            <a:xfrm>
              <a:off x="5869625" y="3095075"/>
              <a:ext cx="61500" cy="56925"/>
            </a:xfrm>
            <a:custGeom>
              <a:rect b="b" l="l" r="r" t="t"/>
              <a:pathLst>
                <a:path extrusionOk="0" h="2277" w="2460">
                  <a:moveTo>
                    <a:pt x="1194" y="460"/>
                  </a:moveTo>
                  <a:cubicBezTo>
                    <a:pt x="1246" y="460"/>
                    <a:pt x="1298" y="466"/>
                    <a:pt x="1352" y="480"/>
                  </a:cubicBezTo>
                  <a:cubicBezTo>
                    <a:pt x="1673" y="563"/>
                    <a:pt x="1899" y="861"/>
                    <a:pt x="1959" y="1170"/>
                  </a:cubicBezTo>
                  <a:cubicBezTo>
                    <a:pt x="1970" y="1617"/>
                    <a:pt x="1592" y="1835"/>
                    <a:pt x="1217" y="1835"/>
                  </a:cubicBezTo>
                  <a:cubicBezTo>
                    <a:pt x="821" y="1835"/>
                    <a:pt x="427" y="1593"/>
                    <a:pt x="494" y="1123"/>
                  </a:cubicBezTo>
                  <a:cubicBezTo>
                    <a:pt x="557" y="760"/>
                    <a:pt x="845" y="460"/>
                    <a:pt x="1194" y="460"/>
                  </a:cubicBezTo>
                  <a:close/>
                  <a:moveTo>
                    <a:pt x="1205" y="1"/>
                  </a:moveTo>
                  <a:cubicBezTo>
                    <a:pt x="594" y="1"/>
                    <a:pt x="76" y="552"/>
                    <a:pt x="42" y="1147"/>
                  </a:cubicBezTo>
                  <a:cubicBezTo>
                    <a:pt x="0" y="1901"/>
                    <a:pt x="614" y="2276"/>
                    <a:pt x="1227" y="2276"/>
                  </a:cubicBezTo>
                  <a:cubicBezTo>
                    <a:pt x="1843" y="2276"/>
                    <a:pt x="2459" y="1898"/>
                    <a:pt x="2411" y="1147"/>
                  </a:cubicBezTo>
                  <a:cubicBezTo>
                    <a:pt x="2411" y="1135"/>
                    <a:pt x="2411" y="1123"/>
                    <a:pt x="2411" y="1111"/>
                  </a:cubicBezTo>
                  <a:cubicBezTo>
                    <a:pt x="2411" y="1099"/>
                    <a:pt x="2411" y="1099"/>
                    <a:pt x="2411" y="1087"/>
                  </a:cubicBezTo>
                  <a:cubicBezTo>
                    <a:pt x="2316" y="551"/>
                    <a:pt x="1828" y="51"/>
                    <a:pt x="1280" y="4"/>
                  </a:cubicBezTo>
                  <a:cubicBezTo>
                    <a:pt x="1255" y="2"/>
                    <a:pt x="1230" y="1"/>
                    <a:pt x="12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8"/>
            <p:cNvSpPr/>
            <p:nvPr/>
          </p:nvSpPr>
          <p:spPr>
            <a:xfrm>
              <a:off x="5838225" y="3031825"/>
              <a:ext cx="46150" cy="42700"/>
            </a:xfrm>
            <a:custGeom>
              <a:rect b="b" l="l" r="r" t="t"/>
              <a:pathLst>
                <a:path extrusionOk="0" h="1708" w="1846">
                  <a:moveTo>
                    <a:pt x="766" y="448"/>
                  </a:moveTo>
                  <a:cubicBezTo>
                    <a:pt x="780" y="448"/>
                    <a:pt x="795" y="449"/>
                    <a:pt x="810" y="450"/>
                  </a:cubicBezTo>
                  <a:cubicBezTo>
                    <a:pt x="988" y="462"/>
                    <a:pt x="1143" y="617"/>
                    <a:pt x="1227" y="760"/>
                  </a:cubicBezTo>
                  <a:cubicBezTo>
                    <a:pt x="1343" y="1003"/>
                    <a:pt x="1120" y="1247"/>
                    <a:pt x="876" y="1247"/>
                  </a:cubicBezTo>
                  <a:cubicBezTo>
                    <a:pt x="846" y="1247"/>
                    <a:pt x="816" y="1244"/>
                    <a:pt x="786" y="1236"/>
                  </a:cubicBezTo>
                  <a:cubicBezTo>
                    <a:pt x="560" y="1176"/>
                    <a:pt x="453" y="867"/>
                    <a:pt x="488" y="652"/>
                  </a:cubicBezTo>
                  <a:cubicBezTo>
                    <a:pt x="521" y="502"/>
                    <a:pt x="631" y="448"/>
                    <a:pt x="766" y="448"/>
                  </a:cubicBezTo>
                  <a:close/>
                  <a:moveTo>
                    <a:pt x="747" y="0"/>
                  </a:moveTo>
                  <a:cubicBezTo>
                    <a:pt x="705" y="0"/>
                    <a:pt x="662" y="3"/>
                    <a:pt x="619" y="10"/>
                  </a:cubicBezTo>
                  <a:cubicBezTo>
                    <a:pt x="203" y="69"/>
                    <a:pt x="0" y="462"/>
                    <a:pt x="48" y="855"/>
                  </a:cubicBezTo>
                  <a:cubicBezTo>
                    <a:pt x="92" y="1297"/>
                    <a:pt x="444" y="1708"/>
                    <a:pt x="894" y="1708"/>
                  </a:cubicBezTo>
                  <a:cubicBezTo>
                    <a:pt x="929" y="1708"/>
                    <a:pt x="964" y="1705"/>
                    <a:pt x="1000" y="1700"/>
                  </a:cubicBezTo>
                  <a:cubicBezTo>
                    <a:pt x="1548" y="1629"/>
                    <a:pt x="1846" y="1022"/>
                    <a:pt x="1619" y="533"/>
                  </a:cubicBezTo>
                  <a:cubicBezTo>
                    <a:pt x="1438" y="224"/>
                    <a:pt x="1113" y="0"/>
                    <a:pt x="7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8"/>
            <p:cNvSpPr/>
            <p:nvPr/>
          </p:nvSpPr>
          <p:spPr>
            <a:xfrm>
              <a:off x="5220275" y="1898200"/>
              <a:ext cx="887050" cy="1422250"/>
            </a:xfrm>
            <a:custGeom>
              <a:rect b="b" l="l" r="r" t="t"/>
              <a:pathLst>
                <a:path extrusionOk="0" h="56890" w="35482">
                  <a:moveTo>
                    <a:pt x="14177" y="447"/>
                  </a:moveTo>
                  <a:cubicBezTo>
                    <a:pt x="14372" y="447"/>
                    <a:pt x="14568" y="462"/>
                    <a:pt x="14753" y="468"/>
                  </a:cubicBezTo>
                  <a:cubicBezTo>
                    <a:pt x="16205" y="539"/>
                    <a:pt x="17658" y="575"/>
                    <a:pt x="19110" y="611"/>
                  </a:cubicBezTo>
                  <a:cubicBezTo>
                    <a:pt x="20003" y="647"/>
                    <a:pt x="22623" y="480"/>
                    <a:pt x="23039" y="1516"/>
                  </a:cubicBezTo>
                  <a:cubicBezTo>
                    <a:pt x="23063" y="2373"/>
                    <a:pt x="22349" y="2671"/>
                    <a:pt x="21539" y="2754"/>
                  </a:cubicBezTo>
                  <a:lnTo>
                    <a:pt x="13836" y="2754"/>
                  </a:lnTo>
                  <a:cubicBezTo>
                    <a:pt x="13514" y="2754"/>
                    <a:pt x="13348" y="2754"/>
                    <a:pt x="12955" y="2575"/>
                  </a:cubicBezTo>
                  <a:cubicBezTo>
                    <a:pt x="11586" y="1992"/>
                    <a:pt x="12967" y="718"/>
                    <a:pt x="13610" y="516"/>
                  </a:cubicBezTo>
                  <a:cubicBezTo>
                    <a:pt x="13788" y="462"/>
                    <a:pt x="13982" y="447"/>
                    <a:pt x="14177" y="447"/>
                  </a:cubicBezTo>
                  <a:close/>
                  <a:moveTo>
                    <a:pt x="21373" y="3206"/>
                  </a:moveTo>
                  <a:cubicBezTo>
                    <a:pt x="21420" y="4147"/>
                    <a:pt x="21456" y="5088"/>
                    <a:pt x="21480" y="6028"/>
                  </a:cubicBezTo>
                  <a:cubicBezTo>
                    <a:pt x="21170" y="5612"/>
                    <a:pt x="20813" y="5231"/>
                    <a:pt x="20456" y="4861"/>
                  </a:cubicBezTo>
                  <a:cubicBezTo>
                    <a:pt x="20406" y="4812"/>
                    <a:pt x="20351" y="4791"/>
                    <a:pt x="20299" y="4791"/>
                  </a:cubicBezTo>
                  <a:cubicBezTo>
                    <a:pt x="20125" y="4791"/>
                    <a:pt x="19979" y="5018"/>
                    <a:pt x="20134" y="5183"/>
                  </a:cubicBezTo>
                  <a:cubicBezTo>
                    <a:pt x="20622" y="5671"/>
                    <a:pt x="21087" y="6195"/>
                    <a:pt x="21456" y="6778"/>
                  </a:cubicBezTo>
                  <a:cubicBezTo>
                    <a:pt x="21468" y="6802"/>
                    <a:pt x="21480" y="6814"/>
                    <a:pt x="21492" y="6826"/>
                  </a:cubicBezTo>
                  <a:cubicBezTo>
                    <a:pt x="21504" y="7136"/>
                    <a:pt x="21504" y="7433"/>
                    <a:pt x="21515" y="7731"/>
                  </a:cubicBezTo>
                  <a:cubicBezTo>
                    <a:pt x="21039" y="7326"/>
                    <a:pt x="20563" y="6838"/>
                    <a:pt x="20361" y="6266"/>
                  </a:cubicBezTo>
                  <a:cubicBezTo>
                    <a:pt x="20319" y="6165"/>
                    <a:pt x="20229" y="6120"/>
                    <a:pt x="20140" y="6120"/>
                  </a:cubicBezTo>
                  <a:cubicBezTo>
                    <a:pt x="19999" y="6120"/>
                    <a:pt x="19862" y="6230"/>
                    <a:pt x="19920" y="6397"/>
                  </a:cubicBezTo>
                  <a:cubicBezTo>
                    <a:pt x="20206" y="7159"/>
                    <a:pt x="20861" y="7790"/>
                    <a:pt x="21492" y="8302"/>
                  </a:cubicBezTo>
                  <a:cubicBezTo>
                    <a:pt x="21504" y="8314"/>
                    <a:pt x="21515" y="8314"/>
                    <a:pt x="21527" y="8314"/>
                  </a:cubicBezTo>
                  <a:cubicBezTo>
                    <a:pt x="21527" y="8636"/>
                    <a:pt x="21539" y="8957"/>
                    <a:pt x="21539" y="9267"/>
                  </a:cubicBezTo>
                  <a:cubicBezTo>
                    <a:pt x="21468" y="9195"/>
                    <a:pt x="21408" y="9124"/>
                    <a:pt x="21349" y="9064"/>
                  </a:cubicBezTo>
                  <a:cubicBezTo>
                    <a:pt x="20884" y="8552"/>
                    <a:pt x="20468" y="8005"/>
                    <a:pt x="20075" y="7445"/>
                  </a:cubicBezTo>
                  <a:cubicBezTo>
                    <a:pt x="20025" y="7377"/>
                    <a:pt x="19955" y="7349"/>
                    <a:pt x="19886" y="7349"/>
                  </a:cubicBezTo>
                  <a:cubicBezTo>
                    <a:pt x="19723" y="7349"/>
                    <a:pt x="19565" y="7504"/>
                    <a:pt x="19682" y="7671"/>
                  </a:cubicBezTo>
                  <a:cubicBezTo>
                    <a:pt x="20110" y="8267"/>
                    <a:pt x="20539" y="8838"/>
                    <a:pt x="21027" y="9374"/>
                  </a:cubicBezTo>
                  <a:cubicBezTo>
                    <a:pt x="21182" y="9552"/>
                    <a:pt x="21349" y="9731"/>
                    <a:pt x="21551" y="9874"/>
                  </a:cubicBezTo>
                  <a:cubicBezTo>
                    <a:pt x="21563" y="11636"/>
                    <a:pt x="21575" y="13398"/>
                    <a:pt x="21599" y="15160"/>
                  </a:cubicBezTo>
                  <a:cubicBezTo>
                    <a:pt x="21623" y="16958"/>
                    <a:pt x="21670" y="18756"/>
                    <a:pt x="21777" y="20566"/>
                  </a:cubicBezTo>
                  <a:cubicBezTo>
                    <a:pt x="21873" y="22030"/>
                    <a:pt x="22647" y="22887"/>
                    <a:pt x="23801" y="23709"/>
                  </a:cubicBezTo>
                  <a:cubicBezTo>
                    <a:pt x="26623" y="25662"/>
                    <a:pt x="29409" y="27840"/>
                    <a:pt x="31421" y="30650"/>
                  </a:cubicBezTo>
                  <a:cubicBezTo>
                    <a:pt x="33148" y="33055"/>
                    <a:pt x="34124" y="35925"/>
                    <a:pt x="34315" y="38878"/>
                  </a:cubicBezTo>
                  <a:cubicBezTo>
                    <a:pt x="34719" y="45140"/>
                    <a:pt x="31279" y="51915"/>
                    <a:pt x="25659" y="54844"/>
                  </a:cubicBezTo>
                  <a:cubicBezTo>
                    <a:pt x="22932" y="56273"/>
                    <a:pt x="19468" y="56487"/>
                    <a:pt x="16455" y="56487"/>
                  </a:cubicBezTo>
                  <a:cubicBezTo>
                    <a:pt x="13098" y="56475"/>
                    <a:pt x="9883" y="55534"/>
                    <a:pt x="7228" y="53451"/>
                  </a:cubicBezTo>
                  <a:cubicBezTo>
                    <a:pt x="2918" y="50069"/>
                    <a:pt x="358" y="43997"/>
                    <a:pt x="882" y="38568"/>
                  </a:cubicBezTo>
                  <a:cubicBezTo>
                    <a:pt x="1311" y="34103"/>
                    <a:pt x="3597" y="29722"/>
                    <a:pt x="7061" y="26888"/>
                  </a:cubicBezTo>
                  <a:cubicBezTo>
                    <a:pt x="8026" y="26102"/>
                    <a:pt x="9085" y="25400"/>
                    <a:pt x="10133" y="24733"/>
                  </a:cubicBezTo>
                  <a:cubicBezTo>
                    <a:pt x="10693" y="24364"/>
                    <a:pt x="11371" y="24066"/>
                    <a:pt x="11871" y="23602"/>
                  </a:cubicBezTo>
                  <a:cubicBezTo>
                    <a:pt x="12467" y="23030"/>
                    <a:pt x="12681" y="22042"/>
                    <a:pt x="12871" y="21280"/>
                  </a:cubicBezTo>
                  <a:cubicBezTo>
                    <a:pt x="13598" y="18339"/>
                    <a:pt x="13681" y="15220"/>
                    <a:pt x="13800" y="12208"/>
                  </a:cubicBezTo>
                  <a:cubicBezTo>
                    <a:pt x="13919" y="9207"/>
                    <a:pt x="13931" y="6207"/>
                    <a:pt x="13931" y="3206"/>
                  </a:cubicBezTo>
                  <a:lnTo>
                    <a:pt x="19634" y="3206"/>
                  </a:lnTo>
                  <a:cubicBezTo>
                    <a:pt x="19928" y="3206"/>
                    <a:pt x="20296" y="3222"/>
                    <a:pt x="20685" y="3222"/>
                  </a:cubicBezTo>
                  <a:cubicBezTo>
                    <a:pt x="20879" y="3222"/>
                    <a:pt x="21079" y="3218"/>
                    <a:pt x="21277" y="3206"/>
                  </a:cubicBezTo>
                  <a:close/>
                  <a:moveTo>
                    <a:pt x="14323" y="1"/>
                  </a:moveTo>
                  <a:cubicBezTo>
                    <a:pt x="13352" y="1"/>
                    <a:pt x="11887" y="543"/>
                    <a:pt x="11979" y="1754"/>
                  </a:cubicBezTo>
                  <a:cubicBezTo>
                    <a:pt x="12050" y="2611"/>
                    <a:pt x="12681" y="3087"/>
                    <a:pt x="13479" y="3183"/>
                  </a:cubicBezTo>
                  <a:cubicBezTo>
                    <a:pt x="13479" y="7397"/>
                    <a:pt x="13455" y="11624"/>
                    <a:pt x="13145" y="15839"/>
                  </a:cubicBezTo>
                  <a:cubicBezTo>
                    <a:pt x="13002" y="17792"/>
                    <a:pt x="12824" y="19792"/>
                    <a:pt x="12300" y="21685"/>
                  </a:cubicBezTo>
                  <a:cubicBezTo>
                    <a:pt x="12145" y="22245"/>
                    <a:pt x="11943" y="22852"/>
                    <a:pt x="11550" y="23280"/>
                  </a:cubicBezTo>
                  <a:cubicBezTo>
                    <a:pt x="11217" y="23649"/>
                    <a:pt x="10633" y="23876"/>
                    <a:pt x="10204" y="24150"/>
                  </a:cubicBezTo>
                  <a:cubicBezTo>
                    <a:pt x="9466" y="24614"/>
                    <a:pt x="8728" y="25102"/>
                    <a:pt x="8014" y="25614"/>
                  </a:cubicBezTo>
                  <a:cubicBezTo>
                    <a:pt x="3537" y="28769"/>
                    <a:pt x="787" y="33746"/>
                    <a:pt x="370" y="39223"/>
                  </a:cubicBezTo>
                  <a:cubicBezTo>
                    <a:pt x="1" y="44188"/>
                    <a:pt x="2442" y="49510"/>
                    <a:pt x="5954" y="52939"/>
                  </a:cubicBezTo>
                  <a:cubicBezTo>
                    <a:pt x="9016" y="55917"/>
                    <a:pt x="12927" y="56889"/>
                    <a:pt x="16975" y="56889"/>
                  </a:cubicBezTo>
                  <a:cubicBezTo>
                    <a:pt x="18090" y="56889"/>
                    <a:pt x="19216" y="56815"/>
                    <a:pt x="20337" y="56689"/>
                  </a:cubicBezTo>
                  <a:cubicBezTo>
                    <a:pt x="22611" y="56439"/>
                    <a:pt x="24802" y="55927"/>
                    <a:pt x="26778" y="54737"/>
                  </a:cubicBezTo>
                  <a:cubicBezTo>
                    <a:pt x="29052" y="53379"/>
                    <a:pt x="31029" y="51200"/>
                    <a:pt x="32314" y="48903"/>
                  </a:cubicBezTo>
                  <a:cubicBezTo>
                    <a:pt x="34672" y="44664"/>
                    <a:pt x="35481" y="39651"/>
                    <a:pt x="34065" y="34972"/>
                  </a:cubicBezTo>
                  <a:cubicBezTo>
                    <a:pt x="32517" y="29829"/>
                    <a:pt x="28290" y="26269"/>
                    <a:pt x="24040" y="23316"/>
                  </a:cubicBezTo>
                  <a:cubicBezTo>
                    <a:pt x="23325" y="22816"/>
                    <a:pt x="22694" y="22292"/>
                    <a:pt x="22361" y="21459"/>
                  </a:cubicBezTo>
                  <a:cubicBezTo>
                    <a:pt x="22063" y="20697"/>
                    <a:pt x="22182" y="19601"/>
                    <a:pt x="22146" y="18792"/>
                  </a:cubicBezTo>
                  <a:cubicBezTo>
                    <a:pt x="22075" y="17208"/>
                    <a:pt x="22051" y="15613"/>
                    <a:pt x="22039" y="14029"/>
                  </a:cubicBezTo>
                  <a:cubicBezTo>
                    <a:pt x="22027" y="12612"/>
                    <a:pt x="22015" y="11207"/>
                    <a:pt x="21992" y="9791"/>
                  </a:cubicBezTo>
                  <a:cubicBezTo>
                    <a:pt x="22004" y="9767"/>
                    <a:pt x="22004" y="9743"/>
                    <a:pt x="21992" y="9707"/>
                  </a:cubicBezTo>
                  <a:cubicBezTo>
                    <a:pt x="21968" y="7517"/>
                    <a:pt x="21932" y="5338"/>
                    <a:pt x="21825" y="3147"/>
                  </a:cubicBezTo>
                  <a:cubicBezTo>
                    <a:pt x="22742" y="3004"/>
                    <a:pt x="23516" y="2611"/>
                    <a:pt x="23480" y="1528"/>
                  </a:cubicBezTo>
                  <a:cubicBezTo>
                    <a:pt x="23492" y="1492"/>
                    <a:pt x="23492" y="1456"/>
                    <a:pt x="23480" y="1409"/>
                  </a:cubicBezTo>
                  <a:cubicBezTo>
                    <a:pt x="23480" y="1397"/>
                    <a:pt x="23468" y="1397"/>
                    <a:pt x="23468" y="1385"/>
                  </a:cubicBezTo>
                  <a:cubicBezTo>
                    <a:pt x="23456" y="1373"/>
                    <a:pt x="23456" y="1373"/>
                    <a:pt x="23456" y="1373"/>
                  </a:cubicBezTo>
                  <a:cubicBezTo>
                    <a:pt x="23039" y="337"/>
                    <a:pt x="21825" y="325"/>
                    <a:pt x="20849" y="289"/>
                  </a:cubicBezTo>
                  <a:cubicBezTo>
                    <a:pt x="18717" y="194"/>
                    <a:pt x="16574" y="111"/>
                    <a:pt x="14443" y="4"/>
                  </a:cubicBezTo>
                  <a:cubicBezTo>
                    <a:pt x="14404" y="2"/>
                    <a:pt x="14364" y="1"/>
                    <a:pt x="143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8"/>
            <p:cNvSpPr/>
            <p:nvPr/>
          </p:nvSpPr>
          <p:spPr>
            <a:xfrm>
              <a:off x="5353050" y="2763675"/>
              <a:ext cx="45250" cy="38350"/>
            </a:xfrm>
            <a:custGeom>
              <a:rect b="b" l="l" r="r" t="t"/>
              <a:pathLst>
                <a:path extrusionOk="0" h="1534" w="1810">
                  <a:moveTo>
                    <a:pt x="1001" y="430"/>
                  </a:moveTo>
                  <a:cubicBezTo>
                    <a:pt x="1115" y="430"/>
                    <a:pt x="1220" y="488"/>
                    <a:pt x="1274" y="639"/>
                  </a:cubicBezTo>
                  <a:cubicBezTo>
                    <a:pt x="1343" y="915"/>
                    <a:pt x="1174" y="1085"/>
                    <a:pt x="954" y="1085"/>
                  </a:cubicBezTo>
                  <a:cubicBezTo>
                    <a:pt x="870" y="1085"/>
                    <a:pt x="779" y="1061"/>
                    <a:pt x="691" y="1008"/>
                  </a:cubicBezTo>
                  <a:cubicBezTo>
                    <a:pt x="365" y="811"/>
                    <a:pt x="711" y="430"/>
                    <a:pt x="1001" y="430"/>
                  </a:cubicBezTo>
                  <a:close/>
                  <a:moveTo>
                    <a:pt x="971" y="0"/>
                  </a:moveTo>
                  <a:cubicBezTo>
                    <a:pt x="835" y="0"/>
                    <a:pt x="695" y="31"/>
                    <a:pt x="560" y="91"/>
                  </a:cubicBezTo>
                  <a:cubicBezTo>
                    <a:pt x="143" y="270"/>
                    <a:pt x="0" y="830"/>
                    <a:pt x="262" y="1199"/>
                  </a:cubicBezTo>
                  <a:cubicBezTo>
                    <a:pt x="417" y="1422"/>
                    <a:pt x="683" y="1534"/>
                    <a:pt x="950" y="1534"/>
                  </a:cubicBezTo>
                  <a:cubicBezTo>
                    <a:pt x="1052" y="1534"/>
                    <a:pt x="1154" y="1517"/>
                    <a:pt x="1250" y="1484"/>
                  </a:cubicBezTo>
                  <a:cubicBezTo>
                    <a:pt x="1667" y="1341"/>
                    <a:pt x="1810" y="925"/>
                    <a:pt x="1703" y="520"/>
                  </a:cubicBezTo>
                  <a:cubicBezTo>
                    <a:pt x="1577" y="169"/>
                    <a:pt x="1288" y="0"/>
                    <a:pt x="97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8"/>
            <p:cNvSpPr/>
            <p:nvPr/>
          </p:nvSpPr>
          <p:spPr>
            <a:xfrm>
              <a:off x="5881675" y="2695550"/>
              <a:ext cx="71175" cy="58600"/>
            </a:xfrm>
            <a:custGeom>
              <a:rect b="b" l="l" r="r" t="t"/>
              <a:pathLst>
                <a:path extrusionOk="0" h="2344" w="2847">
                  <a:moveTo>
                    <a:pt x="1565" y="458"/>
                  </a:moveTo>
                  <a:cubicBezTo>
                    <a:pt x="1866" y="458"/>
                    <a:pt x="2152" y="592"/>
                    <a:pt x="2275" y="923"/>
                  </a:cubicBezTo>
                  <a:cubicBezTo>
                    <a:pt x="2425" y="1539"/>
                    <a:pt x="1969" y="1899"/>
                    <a:pt x="1490" y="1899"/>
                  </a:cubicBezTo>
                  <a:cubicBezTo>
                    <a:pt x="1208" y="1899"/>
                    <a:pt x="919" y="1775"/>
                    <a:pt x="739" y="1507"/>
                  </a:cubicBezTo>
                  <a:cubicBezTo>
                    <a:pt x="363" y="951"/>
                    <a:pt x="990" y="458"/>
                    <a:pt x="1565" y="458"/>
                  </a:cubicBezTo>
                  <a:close/>
                  <a:moveTo>
                    <a:pt x="1491" y="0"/>
                  </a:moveTo>
                  <a:cubicBezTo>
                    <a:pt x="1343" y="0"/>
                    <a:pt x="1194" y="22"/>
                    <a:pt x="1048" y="66"/>
                  </a:cubicBezTo>
                  <a:cubicBezTo>
                    <a:pt x="429" y="257"/>
                    <a:pt x="1" y="1007"/>
                    <a:pt x="286" y="1626"/>
                  </a:cubicBezTo>
                  <a:cubicBezTo>
                    <a:pt x="506" y="2085"/>
                    <a:pt x="1037" y="2343"/>
                    <a:pt x="1542" y="2343"/>
                  </a:cubicBezTo>
                  <a:cubicBezTo>
                    <a:pt x="1612" y="2343"/>
                    <a:pt x="1682" y="2338"/>
                    <a:pt x="1751" y="2328"/>
                  </a:cubicBezTo>
                  <a:cubicBezTo>
                    <a:pt x="2453" y="2221"/>
                    <a:pt x="2846" y="1578"/>
                    <a:pt x="2727" y="899"/>
                  </a:cubicBezTo>
                  <a:cubicBezTo>
                    <a:pt x="2727" y="864"/>
                    <a:pt x="2727" y="840"/>
                    <a:pt x="2715" y="804"/>
                  </a:cubicBezTo>
                  <a:cubicBezTo>
                    <a:pt x="2703" y="768"/>
                    <a:pt x="2691" y="733"/>
                    <a:pt x="2668" y="709"/>
                  </a:cubicBezTo>
                  <a:cubicBezTo>
                    <a:pt x="2448" y="242"/>
                    <a:pt x="1981" y="0"/>
                    <a:pt x="149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8"/>
            <p:cNvSpPr/>
            <p:nvPr/>
          </p:nvSpPr>
          <p:spPr>
            <a:xfrm>
              <a:off x="5878700" y="2755725"/>
              <a:ext cx="44075" cy="41225"/>
            </a:xfrm>
            <a:custGeom>
              <a:rect b="b" l="l" r="r" t="t"/>
              <a:pathLst>
                <a:path extrusionOk="0" h="1649" w="1763">
                  <a:moveTo>
                    <a:pt x="864" y="439"/>
                  </a:moveTo>
                  <a:cubicBezTo>
                    <a:pt x="1012" y="439"/>
                    <a:pt x="1147" y="564"/>
                    <a:pt x="1203" y="731"/>
                  </a:cubicBezTo>
                  <a:cubicBezTo>
                    <a:pt x="1263" y="957"/>
                    <a:pt x="1179" y="1171"/>
                    <a:pt x="905" y="1195"/>
                  </a:cubicBezTo>
                  <a:cubicBezTo>
                    <a:pt x="889" y="1198"/>
                    <a:pt x="874" y="1199"/>
                    <a:pt x="858" y="1199"/>
                  </a:cubicBezTo>
                  <a:cubicBezTo>
                    <a:pt x="720" y="1199"/>
                    <a:pt x="591" y="1108"/>
                    <a:pt x="548" y="969"/>
                  </a:cubicBezTo>
                  <a:cubicBezTo>
                    <a:pt x="489" y="814"/>
                    <a:pt x="524" y="659"/>
                    <a:pt x="643" y="540"/>
                  </a:cubicBezTo>
                  <a:cubicBezTo>
                    <a:pt x="714" y="469"/>
                    <a:pt x="790" y="439"/>
                    <a:pt x="864" y="439"/>
                  </a:cubicBezTo>
                  <a:close/>
                  <a:moveTo>
                    <a:pt x="878" y="0"/>
                  </a:moveTo>
                  <a:cubicBezTo>
                    <a:pt x="753" y="0"/>
                    <a:pt x="621" y="32"/>
                    <a:pt x="489" y="100"/>
                  </a:cubicBezTo>
                  <a:cubicBezTo>
                    <a:pt x="131" y="278"/>
                    <a:pt x="0" y="731"/>
                    <a:pt x="108" y="1088"/>
                  </a:cubicBezTo>
                  <a:cubicBezTo>
                    <a:pt x="212" y="1432"/>
                    <a:pt x="527" y="1649"/>
                    <a:pt x="876" y="1649"/>
                  </a:cubicBezTo>
                  <a:cubicBezTo>
                    <a:pt x="925" y="1649"/>
                    <a:pt x="974" y="1644"/>
                    <a:pt x="1024" y="1636"/>
                  </a:cubicBezTo>
                  <a:cubicBezTo>
                    <a:pt x="1524" y="1552"/>
                    <a:pt x="1763" y="1088"/>
                    <a:pt x="1632" y="612"/>
                  </a:cubicBezTo>
                  <a:cubicBezTo>
                    <a:pt x="1501" y="230"/>
                    <a:pt x="1213" y="0"/>
                    <a:pt x="8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8"/>
            <p:cNvSpPr/>
            <p:nvPr/>
          </p:nvSpPr>
          <p:spPr>
            <a:xfrm>
              <a:off x="5628375" y="2449825"/>
              <a:ext cx="73850" cy="64025"/>
            </a:xfrm>
            <a:custGeom>
              <a:rect b="b" l="l" r="r" t="t"/>
              <a:pathLst>
                <a:path extrusionOk="0" h="2561" w="2954">
                  <a:moveTo>
                    <a:pt x="1615" y="429"/>
                  </a:moveTo>
                  <a:cubicBezTo>
                    <a:pt x="1795" y="429"/>
                    <a:pt x="1984" y="489"/>
                    <a:pt x="2167" y="632"/>
                  </a:cubicBezTo>
                  <a:cubicBezTo>
                    <a:pt x="2777" y="1105"/>
                    <a:pt x="2172" y="2106"/>
                    <a:pt x="1497" y="2106"/>
                  </a:cubicBezTo>
                  <a:cubicBezTo>
                    <a:pt x="1407" y="2106"/>
                    <a:pt x="1316" y="2088"/>
                    <a:pt x="1227" y="2049"/>
                  </a:cubicBezTo>
                  <a:cubicBezTo>
                    <a:pt x="249" y="1565"/>
                    <a:pt x="837" y="429"/>
                    <a:pt x="1615" y="429"/>
                  </a:cubicBezTo>
                  <a:close/>
                  <a:moveTo>
                    <a:pt x="1604" y="0"/>
                  </a:moveTo>
                  <a:cubicBezTo>
                    <a:pt x="1146" y="0"/>
                    <a:pt x="700" y="226"/>
                    <a:pt x="429" y="632"/>
                  </a:cubicBezTo>
                  <a:cubicBezTo>
                    <a:pt x="0" y="1287"/>
                    <a:pt x="334" y="2108"/>
                    <a:pt x="1000" y="2442"/>
                  </a:cubicBezTo>
                  <a:cubicBezTo>
                    <a:pt x="1181" y="2522"/>
                    <a:pt x="1362" y="2560"/>
                    <a:pt x="1535" y="2560"/>
                  </a:cubicBezTo>
                  <a:cubicBezTo>
                    <a:pt x="1977" y="2560"/>
                    <a:pt x="2375" y="2313"/>
                    <a:pt x="2632" y="1894"/>
                  </a:cubicBezTo>
                  <a:cubicBezTo>
                    <a:pt x="2953" y="1370"/>
                    <a:pt x="2929" y="596"/>
                    <a:pt x="2382" y="239"/>
                  </a:cubicBezTo>
                  <a:cubicBezTo>
                    <a:pt x="2140" y="77"/>
                    <a:pt x="1870" y="0"/>
                    <a:pt x="16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8"/>
            <p:cNvSpPr/>
            <p:nvPr/>
          </p:nvSpPr>
          <p:spPr>
            <a:xfrm>
              <a:off x="5314650" y="2862300"/>
              <a:ext cx="50925" cy="48700"/>
            </a:xfrm>
            <a:custGeom>
              <a:rect b="b" l="l" r="r" t="t"/>
              <a:pathLst>
                <a:path extrusionOk="0" h="1948" w="2037">
                  <a:moveTo>
                    <a:pt x="1005" y="436"/>
                  </a:moveTo>
                  <a:cubicBezTo>
                    <a:pt x="1578" y="436"/>
                    <a:pt x="1754" y="1407"/>
                    <a:pt x="1084" y="1492"/>
                  </a:cubicBezTo>
                  <a:cubicBezTo>
                    <a:pt x="1068" y="1493"/>
                    <a:pt x="1053" y="1493"/>
                    <a:pt x="1038" y="1493"/>
                  </a:cubicBezTo>
                  <a:cubicBezTo>
                    <a:pt x="751" y="1493"/>
                    <a:pt x="533" y="1382"/>
                    <a:pt x="476" y="1087"/>
                  </a:cubicBezTo>
                  <a:cubicBezTo>
                    <a:pt x="417" y="849"/>
                    <a:pt x="560" y="575"/>
                    <a:pt x="786" y="480"/>
                  </a:cubicBezTo>
                  <a:cubicBezTo>
                    <a:pt x="864" y="450"/>
                    <a:pt x="937" y="436"/>
                    <a:pt x="1005" y="436"/>
                  </a:cubicBezTo>
                  <a:close/>
                  <a:moveTo>
                    <a:pt x="1000" y="1"/>
                  </a:moveTo>
                  <a:cubicBezTo>
                    <a:pt x="942" y="1"/>
                    <a:pt x="882" y="6"/>
                    <a:pt x="822" y="16"/>
                  </a:cubicBezTo>
                  <a:cubicBezTo>
                    <a:pt x="322" y="99"/>
                    <a:pt x="0" y="552"/>
                    <a:pt x="12" y="1052"/>
                  </a:cubicBezTo>
                  <a:cubicBezTo>
                    <a:pt x="35" y="1597"/>
                    <a:pt x="491" y="1947"/>
                    <a:pt x="1008" y="1947"/>
                  </a:cubicBezTo>
                  <a:cubicBezTo>
                    <a:pt x="1033" y="1947"/>
                    <a:pt x="1058" y="1946"/>
                    <a:pt x="1084" y="1945"/>
                  </a:cubicBezTo>
                  <a:cubicBezTo>
                    <a:pt x="1643" y="1873"/>
                    <a:pt x="2036" y="1433"/>
                    <a:pt x="1965" y="861"/>
                  </a:cubicBezTo>
                  <a:cubicBezTo>
                    <a:pt x="1901" y="350"/>
                    <a:pt x="1494" y="1"/>
                    <a:pt x="10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8"/>
            <p:cNvSpPr/>
            <p:nvPr/>
          </p:nvSpPr>
          <p:spPr>
            <a:xfrm>
              <a:off x="5710525" y="2547375"/>
              <a:ext cx="64325" cy="52800"/>
            </a:xfrm>
            <a:custGeom>
              <a:rect b="b" l="l" r="r" t="t"/>
              <a:pathLst>
                <a:path extrusionOk="0" h="2112" w="2573">
                  <a:moveTo>
                    <a:pt x="1416" y="443"/>
                  </a:moveTo>
                  <a:cubicBezTo>
                    <a:pt x="1553" y="443"/>
                    <a:pt x="1686" y="478"/>
                    <a:pt x="1798" y="564"/>
                  </a:cubicBezTo>
                  <a:cubicBezTo>
                    <a:pt x="2084" y="802"/>
                    <a:pt x="1989" y="1231"/>
                    <a:pt x="1763" y="1457"/>
                  </a:cubicBezTo>
                  <a:cubicBezTo>
                    <a:pt x="1622" y="1589"/>
                    <a:pt x="1420" y="1666"/>
                    <a:pt x="1224" y="1666"/>
                  </a:cubicBezTo>
                  <a:cubicBezTo>
                    <a:pt x="1121" y="1666"/>
                    <a:pt x="1019" y="1645"/>
                    <a:pt x="929" y="1600"/>
                  </a:cubicBezTo>
                  <a:cubicBezTo>
                    <a:pt x="477" y="1385"/>
                    <a:pt x="560" y="802"/>
                    <a:pt x="929" y="576"/>
                  </a:cubicBezTo>
                  <a:cubicBezTo>
                    <a:pt x="1074" y="497"/>
                    <a:pt x="1247" y="443"/>
                    <a:pt x="1416" y="443"/>
                  </a:cubicBezTo>
                  <a:close/>
                  <a:moveTo>
                    <a:pt x="1429" y="1"/>
                  </a:moveTo>
                  <a:cubicBezTo>
                    <a:pt x="1175" y="1"/>
                    <a:pt x="914" y="72"/>
                    <a:pt x="703" y="183"/>
                  </a:cubicBezTo>
                  <a:cubicBezTo>
                    <a:pt x="108" y="552"/>
                    <a:pt x="0" y="1254"/>
                    <a:pt x="453" y="1790"/>
                  </a:cubicBezTo>
                  <a:cubicBezTo>
                    <a:pt x="637" y="2018"/>
                    <a:pt x="911" y="2112"/>
                    <a:pt x="1192" y="2112"/>
                  </a:cubicBezTo>
                  <a:cubicBezTo>
                    <a:pt x="1454" y="2112"/>
                    <a:pt x="1722" y="2030"/>
                    <a:pt x="1929" y="1897"/>
                  </a:cubicBezTo>
                  <a:cubicBezTo>
                    <a:pt x="2429" y="1576"/>
                    <a:pt x="2572" y="897"/>
                    <a:pt x="2239" y="397"/>
                  </a:cubicBezTo>
                  <a:cubicBezTo>
                    <a:pt x="2053" y="112"/>
                    <a:pt x="1746" y="1"/>
                    <a:pt x="14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8"/>
            <p:cNvSpPr/>
            <p:nvPr/>
          </p:nvSpPr>
          <p:spPr>
            <a:xfrm>
              <a:off x="5584900" y="2213200"/>
              <a:ext cx="76825" cy="65825"/>
            </a:xfrm>
            <a:custGeom>
              <a:rect b="b" l="l" r="r" t="t"/>
              <a:pathLst>
                <a:path extrusionOk="0" h="2633" w="3073">
                  <a:moveTo>
                    <a:pt x="1636" y="452"/>
                  </a:moveTo>
                  <a:cubicBezTo>
                    <a:pt x="2439" y="452"/>
                    <a:pt x="2919" y="1827"/>
                    <a:pt x="2073" y="2132"/>
                  </a:cubicBezTo>
                  <a:cubicBezTo>
                    <a:pt x="1967" y="2173"/>
                    <a:pt x="1851" y="2193"/>
                    <a:pt x="1734" y="2193"/>
                  </a:cubicBezTo>
                  <a:cubicBezTo>
                    <a:pt x="1415" y="2193"/>
                    <a:pt x="1079" y="2051"/>
                    <a:pt x="870" y="1834"/>
                  </a:cubicBezTo>
                  <a:cubicBezTo>
                    <a:pt x="418" y="1382"/>
                    <a:pt x="1049" y="596"/>
                    <a:pt x="1501" y="465"/>
                  </a:cubicBezTo>
                  <a:cubicBezTo>
                    <a:pt x="1547" y="456"/>
                    <a:pt x="1592" y="452"/>
                    <a:pt x="1636" y="452"/>
                  </a:cubicBezTo>
                  <a:close/>
                  <a:moveTo>
                    <a:pt x="1626" y="1"/>
                  </a:moveTo>
                  <a:cubicBezTo>
                    <a:pt x="1546" y="1"/>
                    <a:pt x="1464" y="8"/>
                    <a:pt x="1382" y="24"/>
                  </a:cubicBezTo>
                  <a:cubicBezTo>
                    <a:pt x="1346" y="36"/>
                    <a:pt x="1323" y="48"/>
                    <a:pt x="1299" y="60"/>
                  </a:cubicBezTo>
                  <a:cubicBezTo>
                    <a:pt x="620" y="322"/>
                    <a:pt x="1" y="1203"/>
                    <a:pt x="382" y="1917"/>
                  </a:cubicBezTo>
                  <a:cubicBezTo>
                    <a:pt x="640" y="2396"/>
                    <a:pt x="1197" y="2633"/>
                    <a:pt x="1734" y="2633"/>
                  </a:cubicBezTo>
                  <a:cubicBezTo>
                    <a:pt x="1891" y="2633"/>
                    <a:pt x="2046" y="2613"/>
                    <a:pt x="2192" y="2572"/>
                  </a:cubicBezTo>
                  <a:cubicBezTo>
                    <a:pt x="2882" y="2382"/>
                    <a:pt x="3073" y="1596"/>
                    <a:pt x="2882" y="977"/>
                  </a:cubicBezTo>
                  <a:cubicBezTo>
                    <a:pt x="2715" y="401"/>
                    <a:pt x="2207" y="1"/>
                    <a:pt x="162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8"/>
            <p:cNvSpPr/>
            <p:nvPr/>
          </p:nvSpPr>
          <p:spPr>
            <a:xfrm>
              <a:off x="5645050" y="2167050"/>
              <a:ext cx="51200" cy="46275"/>
            </a:xfrm>
            <a:custGeom>
              <a:rect b="b" l="l" r="r" t="t"/>
              <a:pathLst>
                <a:path extrusionOk="0" h="1851" w="2048">
                  <a:moveTo>
                    <a:pt x="1097" y="446"/>
                  </a:moveTo>
                  <a:cubicBezTo>
                    <a:pt x="1233" y="446"/>
                    <a:pt x="1364" y="484"/>
                    <a:pt x="1441" y="596"/>
                  </a:cubicBezTo>
                  <a:cubicBezTo>
                    <a:pt x="1607" y="846"/>
                    <a:pt x="1369" y="1215"/>
                    <a:pt x="1155" y="1346"/>
                  </a:cubicBezTo>
                  <a:cubicBezTo>
                    <a:pt x="1090" y="1389"/>
                    <a:pt x="1018" y="1408"/>
                    <a:pt x="947" y="1408"/>
                  </a:cubicBezTo>
                  <a:cubicBezTo>
                    <a:pt x="759" y="1408"/>
                    <a:pt x="576" y="1274"/>
                    <a:pt x="524" y="1084"/>
                  </a:cubicBezTo>
                  <a:cubicBezTo>
                    <a:pt x="464" y="858"/>
                    <a:pt x="619" y="573"/>
                    <a:pt x="822" y="489"/>
                  </a:cubicBezTo>
                  <a:cubicBezTo>
                    <a:pt x="905" y="465"/>
                    <a:pt x="1002" y="446"/>
                    <a:pt x="1097" y="446"/>
                  </a:cubicBezTo>
                  <a:close/>
                  <a:moveTo>
                    <a:pt x="1067" y="1"/>
                  </a:moveTo>
                  <a:cubicBezTo>
                    <a:pt x="942" y="1"/>
                    <a:pt x="816" y="18"/>
                    <a:pt x="703" y="49"/>
                  </a:cubicBezTo>
                  <a:cubicBezTo>
                    <a:pt x="274" y="215"/>
                    <a:pt x="0" y="692"/>
                    <a:pt x="83" y="1156"/>
                  </a:cubicBezTo>
                  <a:cubicBezTo>
                    <a:pt x="158" y="1577"/>
                    <a:pt x="549" y="1851"/>
                    <a:pt x="950" y="1851"/>
                  </a:cubicBezTo>
                  <a:cubicBezTo>
                    <a:pt x="1059" y="1851"/>
                    <a:pt x="1169" y="1830"/>
                    <a:pt x="1274" y="1787"/>
                  </a:cubicBezTo>
                  <a:cubicBezTo>
                    <a:pt x="1750" y="1585"/>
                    <a:pt x="2048" y="1013"/>
                    <a:pt x="1893" y="513"/>
                  </a:cubicBezTo>
                  <a:cubicBezTo>
                    <a:pt x="1787" y="142"/>
                    <a:pt x="1426" y="1"/>
                    <a:pt x="10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8"/>
            <p:cNvSpPr/>
            <p:nvPr/>
          </p:nvSpPr>
          <p:spPr>
            <a:xfrm>
              <a:off x="5511975" y="2622025"/>
              <a:ext cx="68200" cy="61350"/>
            </a:xfrm>
            <a:custGeom>
              <a:rect b="b" l="l" r="r" t="t"/>
              <a:pathLst>
                <a:path extrusionOk="0" h="2454" w="2728">
                  <a:moveTo>
                    <a:pt x="1430" y="451"/>
                  </a:moveTo>
                  <a:cubicBezTo>
                    <a:pt x="1488" y="451"/>
                    <a:pt x="1548" y="457"/>
                    <a:pt x="1608" y="471"/>
                  </a:cubicBezTo>
                  <a:cubicBezTo>
                    <a:pt x="2430" y="697"/>
                    <a:pt x="2275" y="1912"/>
                    <a:pt x="1454" y="1995"/>
                  </a:cubicBezTo>
                  <a:cubicBezTo>
                    <a:pt x="1425" y="1998"/>
                    <a:pt x="1397" y="1999"/>
                    <a:pt x="1369" y="1999"/>
                  </a:cubicBezTo>
                  <a:cubicBezTo>
                    <a:pt x="908" y="1999"/>
                    <a:pt x="541" y="1634"/>
                    <a:pt x="620" y="1173"/>
                  </a:cubicBezTo>
                  <a:cubicBezTo>
                    <a:pt x="693" y="758"/>
                    <a:pt x="1029" y="451"/>
                    <a:pt x="1430" y="451"/>
                  </a:cubicBezTo>
                  <a:close/>
                  <a:moveTo>
                    <a:pt x="1441" y="0"/>
                  </a:moveTo>
                  <a:cubicBezTo>
                    <a:pt x="833" y="0"/>
                    <a:pt x="346" y="423"/>
                    <a:pt x="191" y="1042"/>
                  </a:cubicBezTo>
                  <a:cubicBezTo>
                    <a:pt x="1" y="1816"/>
                    <a:pt x="596" y="2364"/>
                    <a:pt x="1311" y="2447"/>
                  </a:cubicBezTo>
                  <a:cubicBezTo>
                    <a:pt x="1349" y="2452"/>
                    <a:pt x="1387" y="2454"/>
                    <a:pt x="1424" y="2454"/>
                  </a:cubicBezTo>
                  <a:cubicBezTo>
                    <a:pt x="2002" y="2454"/>
                    <a:pt x="2462" y="1948"/>
                    <a:pt x="2585" y="1412"/>
                  </a:cubicBezTo>
                  <a:cubicBezTo>
                    <a:pt x="2727" y="769"/>
                    <a:pt x="2346" y="209"/>
                    <a:pt x="1727" y="30"/>
                  </a:cubicBezTo>
                  <a:cubicBezTo>
                    <a:pt x="1630" y="10"/>
                    <a:pt x="1534" y="0"/>
                    <a:pt x="14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8"/>
            <p:cNvSpPr/>
            <p:nvPr/>
          </p:nvSpPr>
          <p:spPr>
            <a:xfrm>
              <a:off x="5634925" y="4254950"/>
              <a:ext cx="52100" cy="123750"/>
            </a:xfrm>
            <a:custGeom>
              <a:rect b="b" l="l" r="r" t="t"/>
              <a:pathLst>
                <a:path extrusionOk="0" h="4950" w="2084">
                  <a:moveTo>
                    <a:pt x="703" y="662"/>
                  </a:moveTo>
                  <a:cubicBezTo>
                    <a:pt x="703" y="662"/>
                    <a:pt x="703" y="662"/>
                    <a:pt x="715" y="674"/>
                  </a:cubicBezTo>
                  <a:cubicBezTo>
                    <a:pt x="1048" y="912"/>
                    <a:pt x="1334" y="1234"/>
                    <a:pt x="1631" y="1531"/>
                  </a:cubicBezTo>
                  <a:lnTo>
                    <a:pt x="1631" y="2055"/>
                  </a:lnTo>
                  <a:cubicBezTo>
                    <a:pt x="1381" y="1781"/>
                    <a:pt x="1108" y="1531"/>
                    <a:pt x="834" y="1293"/>
                  </a:cubicBezTo>
                  <a:cubicBezTo>
                    <a:pt x="788" y="1248"/>
                    <a:pt x="734" y="1231"/>
                    <a:pt x="681" y="1231"/>
                  </a:cubicBezTo>
                  <a:cubicBezTo>
                    <a:pt x="651" y="1231"/>
                    <a:pt x="622" y="1237"/>
                    <a:pt x="596" y="1245"/>
                  </a:cubicBezTo>
                  <a:lnTo>
                    <a:pt x="596" y="948"/>
                  </a:lnTo>
                  <a:cubicBezTo>
                    <a:pt x="596" y="805"/>
                    <a:pt x="631" y="722"/>
                    <a:pt x="703" y="662"/>
                  </a:cubicBezTo>
                  <a:close/>
                  <a:moveTo>
                    <a:pt x="596" y="1686"/>
                  </a:moveTo>
                  <a:cubicBezTo>
                    <a:pt x="869" y="1924"/>
                    <a:pt x="1131" y="2162"/>
                    <a:pt x="1381" y="2436"/>
                  </a:cubicBezTo>
                  <a:cubicBezTo>
                    <a:pt x="1420" y="2488"/>
                    <a:pt x="1469" y="2508"/>
                    <a:pt x="1518" y="2508"/>
                  </a:cubicBezTo>
                  <a:cubicBezTo>
                    <a:pt x="1559" y="2508"/>
                    <a:pt x="1599" y="2494"/>
                    <a:pt x="1631" y="2472"/>
                  </a:cubicBezTo>
                  <a:lnTo>
                    <a:pt x="1631" y="3115"/>
                  </a:lnTo>
                  <a:cubicBezTo>
                    <a:pt x="1298" y="2805"/>
                    <a:pt x="965" y="2484"/>
                    <a:pt x="643" y="2150"/>
                  </a:cubicBezTo>
                  <a:cubicBezTo>
                    <a:pt x="631" y="2138"/>
                    <a:pt x="619" y="2138"/>
                    <a:pt x="596" y="2126"/>
                  </a:cubicBezTo>
                  <a:lnTo>
                    <a:pt x="596" y="1686"/>
                  </a:lnTo>
                  <a:close/>
                  <a:moveTo>
                    <a:pt x="596" y="2746"/>
                  </a:moveTo>
                  <a:cubicBezTo>
                    <a:pt x="905" y="3043"/>
                    <a:pt x="1215" y="3353"/>
                    <a:pt x="1524" y="3639"/>
                  </a:cubicBezTo>
                  <a:cubicBezTo>
                    <a:pt x="1560" y="3674"/>
                    <a:pt x="1596" y="3686"/>
                    <a:pt x="1631" y="3686"/>
                  </a:cubicBezTo>
                  <a:lnTo>
                    <a:pt x="1631" y="3960"/>
                  </a:lnTo>
                  <a:lnTo>
                    <a:pt x="1619" y="3960"/>
                  </a:lnTo>
                  <a:cubicBezTo>
                    <a:pt x="1322" y="3710"/>
                    <a:pt x="1036" y="3460"/>
                    <a:pt x="762" y="3210"/>
                  </a:cubicBezTo>
                  <a:cubicBezTo>
                    <a:pt x="703" y="3162"/>
                    <a:pt x="655" y="3150"/>
                    <a:pt x="596" y="3150"/>
                  </a:cubicBezTo>
                  <a:lnTo>
                    <a:pt x="596" y="2746"/>
                  </a:lnTo>
                  <a:close/>
                  <a:moveTo>
                    <a:pt x="596" y="3662"/>
                  </a:moveTo>
                  <a:cubicBezTo>
                    <a:pt x="727" y="3781"/>
                    <a:pt x="846" y="3877"/>
                    <a:pt x="965" y="3984"/>
                  </a:cubicBezTo>
                  <a:cubicBezTo>
                    <a:pt x="846" y="3996"/>
                    <a:pt x="727" y="3996"/>
                    <a:pt x="596" y="4008"/>
                  </a:cubicBezTo>
                  <a:lnTo>
                    <a:pt x="596" y="3901"/>
                  </a:lnTo>
                  <a:lnTo>
                    <a:pt x="596" y="3662"/>
                  </a:lnTo>
                  <a:close/>
                  <a:moveTo>
                    <a:pt x="1106" y="0"/>
                  </a:moveTo>
                  <a:cubicBezTo>
                    <a:pt x="677" y="0"/>
                    <a:pt x="250" y="281"/>
                    <a:pt x="155" y="876"/>
                  </a:cubicBezTo>
                  <a:cubicBezTo>
                    <a:pt x="0" y="1841"/>
                    <a:pt x="143" y="2924"/>
                    <a:pt x="143" y="3901"/>
                  </a:cubicBezTo>
                  <a:cubicBezTo>
                    <a:pt x="143" y="4582"/>
                    <a:pt x="637" y="4950"/>
                    <a:pt x="1127" y="4950"/>
                  </a:cubicBezTo>
                  <a:cubicBezTo>
                    <a:pt x="1554" y="4950"/>
                    <a:pt x="1978" y="4672"/>
                    <a:pt x="2072" y="4079"/>
                  </a:cubicBezTo>
                  <a:cubicBezTo>
                    <a:pt x="2072" y="4067"/>
                    <a:pt x="2072" y="4067"/>
                    <a:pt x="2072" y="4055"/>
                  </a:cubicBezTo>
                  <a:cubicBezTo>
                    <a:pt x="2072" y="4043"/>
                    <a:pt x="2084" y="4031"/>
                    <a:pt x="2084" y="4020"/>
                  </a:cubicBezTo>
                  <a:lnTo>
                    <a:pt x="2084" y="1043"/>
                  </a:lnTo>
                  <a:cubicBezTo>
                    <a:pt x="2084" y="365"/>
                    <a:pt x="1594" y="0"/>
                    <a:pt x="11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8"/>
            <p:cNvSpPr/>
            <p:nvPr/>
          </p:nvSpPr>
          <p:spPr>
            <a:xfrm>
              <a:off x="5316425" y="3379050"/>
              <a:ext cx="702500" cy="1302375"/>
            </a:xfrm>
            <a:custGeom>
              <a:rect b="b" l="l" r="r" t="t"/>
              <a:pathLst>
                <a:path extrusionOk="0" h="52095" w="28100">
                  <a:moveTo>
                    <a:pt x="13086" y="682"/>
                  </a:moveTo>
                  <a:lnTo>
                    <a:pt x="13086" y="682"/>
                  </a:lnTo>
                  <a:cubicBezTo>
                    <a:pt x="13812" y="1444"/>
                    <a:pt x="14574" y="2051"/>
                    <a:pt x="15133" y="3015"/>
                  </a:cubicBezTo>
                  <a:cubicBezTo>
                    <a:pt x="15741" y="4063"/>
                    <a:pt x="15967" y="5551"/>
                    <a:pt x="15110" y="6194"/>
                  </a:cubicBezTo>
                  <a:cubicBezTo>
                    <a:pt x="15300" y="5956"/>
                    <a:pt x="15407" y="5635"/>
                    <a:pt x="15324" y="5290"/>
                  </a:cubicBezTo>
                  <a:cubicBezTo>
                    <a:pt x="15110" y="4230"/>
                    <a:pt x="14217" y="3504"/>
                    <a:pt x="13633" y="2646"/>
                  </a:cubicBezTo>
                  <a:cubicBezTo>
                    <a:pt x="13586" y="2575"/>
                    <a:pt x="13510" y="2542"/>
                    <a:pt x="13436" y="2542"/>
                  </a:cubicBezTo>
                  <a:cubicBezTo>
                    <a:pt x="13324" y="2542"/>
                    <a:pt x="13216" y="2618"/>
                    <a:pt x="13216" y="2754"/>
                  </a:cubicBezTo>
                  <a:cubicBezTo>
                    <a:pt x="13205" y="3265"/>
                    <a:pt x="12847" y="5254"/>
                    <a:pt x="13193" y="6218"/>
                  </a:cubicBezTo>
                  <a:cubicBezTo>
                    <a:pt x="11681" y="5206"/>
                    <a:pt x="12645" y="2325"/>
                    <a:pt x="13086" y="682"/>
                  </a:cubicBezTo>
                  <a:close/>
                  <a:moveTo>
                    <a:pt x="13621" y="3373"/>
                  </a:moveTo>
                  <a:lnTo>
                    <a:pt x="13621" y="3373"/>
                  </a:lnTo>
                  <a:cubicBezTo>
                    <a:pt x="13919" y="3754"/>
                    <a:pt x="14240" y="4111"/>
                    <a:pt x="14502" y="4528"/>
                  </a:cubicBezTo>
                  <a:cubicBezTo>
                    <a:pt x="14943" y="5182"/>
                    <a:pt x="15121" y="6290"/>
                    <a:pt x="13990" y="6290"/>
                  </a:cubicBezTo>
                  <a:lnTo>
                    <a:pt x="13967" y="6290"/>
                  </a:lnTo>
                  <a:cubicBezTo>
                    <a:pt x="13961" y="6296"/>
                    <a:pt x="13955" y="6296"/>
                    <a:pt x="13949" y="6296"/>
                  </a:cubicBezTo>
                  <a:cubicBezTo>
                    <a:pt x="13943" y="6296"/>
                    <a:pt x="13937" y="6296"/>
                    <a:pt x="13931" y="6302"/>
                  </a:cubicBezTo>
                  <a:cubicBezTo>
                    <a:pt x="13912" y="6306"/>
                    <a:pt x="13893" y="6309"/>
                    <a:pt x="13876" y="6309"/>
                  </a:cubicBezTo>
                  <a:cubicBezTo>
                    <a:pt x="13382" y="6309"/>
                    <a:pt x="13529" y="4408"/>
                    <a:pt x="13621" y="3373"/>
                  </a:cubicBezTo>
                  <a:close/>
                  <a:moveTo>
                    <a:pt x="15967" y="7064"/>
                  </a:moveTo>
                  <a:cubicBezTo>
                    <a:pt x="17098" y="7218"/>
                    <a:pt x="17074" y="10969"/>
                    <a:pt x="16348" y="11612"/>
                  </a:cubicBezTo>
                  <a:lnTo>
                    <a:pt x="11692" y="11612"/>
                  </a:lnTo>
                  <a:cubicBezTo>
                    <a:pt x="11073" y="11088"/>
                    <a:pt x="11264" y="9052"/>
                    <a:pt x="11288" y="8266"/>
                  </a:cubicBezTo>
                  <a:cubicBezTo>
                    <a:pt x="11323" y="7254"/>
                    <a:pt x="11978" y="7064"/>
                    <a:pt x="12764" y="7064"/>
                  </a:cubicBezTo>
                  <a:close/>
                  <a:moveTo>
                    <a:pt x="16229" y="12064"/>
                  </a:moveTo>
                  <a:cubicBezTo>
                    <a:pt x="16241" y="12231"/>
                    <a:pt x="16264" y="12386"/>
                    <a:pt x="16264" y="12552"/>
                  </a:cubicBezTo>
                  <a:cubicBezTo>
                    <a:pt x="16074" y="12398"/>
                    <a:pt x="15860" y="12243"/>
                    <a:pt x="15705" y="12064"/>
                  </a:cubicBezTo>
                  <a:close/>
                  <a:moveTo>
                    <a:pt x="15157" y="12064"/>
                  </a:moveTo>
                  <a:cubicBezTo>
                    <a:pt x="15169" y="12076"/>
                    <a:pt x="15169" y="12088"/>
                    <a:pt x="15169" y="12100"/>
                  </a:cubicBezTo>
                  <a:cubicBezTo>
                    <a:pt x="15383" y="12505"/>
                    <a:pt x="15860" y="12731"/>
                    <a:pt x="16157" y="13076"/>
                  </a:cubicBezTo>
                  <a:cubicBezTo>
                    <a:pt x="16193" y="13112"/>
                    <a:pt x="16229" y="13124"/>
                    <a:pt x="16264" y="13136"/>
                  </a:cubicBezTo>
                  <a:cubicBezTo>
                    <a:pt x="16264" y="13612"/>
                    <a:pt x="16241" y="14088"/>
                    <a:pt x="16241" y="14553"/>
                  </a:cubicBezTo>
                  <a:cubicBezTo>
                    <a:pt x="16241" y="15136"/>
                    <a:pt x="16229" y="15910"/>
                    <a:pt x="15407" y="15910"/>
                  </a:cubicBezTo>
                  <a:lnTo>
                    <a:pt x="12633" y="15910"/>
                  </a:lnTo>
                  <a:cubicBezTo>
                    <a:pt x="11692" y="15910"/>
                    <a:pt x="11800" y="15076"/>
                    <a:pt x="11800" y="14553"/>
                  </a:cubicBezTo>
                  <a:cubicBezTo>
                    <a:pt x="11800" y="13731"/>
                    <a:pt x="11740" y="12886"/>
                    <a:pt x="11812" y="12064"/>
                  </a:cubicBezTo>
                  <a:lnTo>
                    <a:pt x="12943" y="12064"/>
                  </a:lnTo>
                  <a:cubicBezTo>
                    <a:pt x="12955" y="12100"/>
                    <a:pt x="12966" y="12136"/>
                    <a:pt x="13002" y="12171"/>
                  </a:cubicBezTo>
                  <a:cubicBezTo>
                    <a:pt x="13574" y="12695"/>
                    <a:pt x="14074" y="13291"/>
                    <a:pt x="14610" y="13850"/>
                  </a:cubicBezTo>
                  <a:cubicBezTo>
                    <a:pt x="14654" y="13900"/>
                    <a:pt x="14705" y="13921"/>
                    <a:pt x="14755" y="13921"/>
                  </a:cubicBezTo>
                  <a:cubicBezTo>
                    <a:pt x="14921" y="13921"/>
                    <a:pt x="15074" y="13693"/>
                    <a:pt x="14919" y="13529"/>
                  </a:cubicBezTo>
                  <a:cubicBezTo>
                    <a:pt x="14455" y="13040"/>
                    <a:pt x="14014" y="12540"/>
                    <a:pt x="13526" y="12064"/>
                  </a:cubicBezTo>
                  <a:lnTo>
                    <a:pt x="13895" y="12064"/>
                  </a:lnTo>
                  <a:cubicBezTo>
                    <a:pt x="13907" y="12088"/>
                    <a:pt x="13931" y="12124"/>
                    <a:pt x="13955" y="12148"/>
                  </a:cubicBezTo>
                  <a:cubicBezTo>
                    <a:pt x="14419" y="12552"/>
                    <a:pt x="14848" y="12993"/>
                    <a:pt x="15348" y="13362"/>
                  </a:cubicBezTo>
                  <a:cubicBezTo>
                    <a:pt x="15388" y="13390"/>
                    <a:pt x="15428" y="13402"/>
                    <a:pt x="15465" y="13402"/>
                  </a:cubicBezTo>
                  <a:cubicBezTo>
                    <a:pt x="15649" y="13402"/>
                    <a:pt x="15772" y="13108"/>
                    <a:pt x="15574" y="12969"/>
                  </a:cubicBezTo>
                  <a:cubicBezTo>
                    <a:pt x="15205" y="12695"/>
                    <a:pt x="14871" y="12374"/>
                    <a:pt x="14538" y="12064"/>
                  </a:cubicBezTo>
                  <a:close/>
                  <a:moveTo>
                    <a:pt x="15800" y="16327"/>
                  </a:moveTo>
                  <a:lnTo>
                    <a:pt x="15800" y="17315"/>
                  </a:lnTo>
                  <a:cubicBezTo>
                    <a:pt x="15550" y="17017"/>
                    <a:pt x="15348" y="16684"/>
                    <a:pt x="15145" y="16362"/>
                  </a:cubicBezTo>
                  <a:lnTo>
                    <a:pt x="15467" y="16362"/>
                  </a:lnTo>
                  <a:cubicBezTo>
                    <a:pt x="15598" y="16362"/>
                    <a:pt x="15705" y="16350"/>
                    <a:pt x="15800" y="16327"/>
                  </a:cubicBezTo>
                  <a:close/>
                  <a:moveTo>
                    <a:pt x="12240" y="16315"/>
                  </a:moveTo>
                  <a:cubicBezTo>
                    <a:pt x="12413" y="16372"/>
                    <a:pt x="12618" y="16388"/>
                    <a:pt x="12827" y="16388"/>
                  </a:cubicBezTo>
                  <a:cubicBezTo>
                    <a:pt x="13093" y="16388"/>
                    <a:pt x="13366" y="16362"/>
                    <a:pt x="13586" y="16362"/>
                  </a:cubicBezTo>
                  <a:lnTo>
                    <a:pt x="14657" y="16362"/>
                  </a:lnTo>
                  <a:cubicBezTo>
                    <a:pt x="14657" y="16410"/>
                    <a:pt x="14657" y="16458"/>
                    <a:pt x="14693" y="16505"/>
                  </a:cubicBezTo>
                  <a:cubicBezTo>
                    <a:pt x="14943" y="16886"/>
                    <a:pt x="15193" y="17279"/>
                    <a:pt x="15479" y="17624"/>
                  </a:cubicBezTo>
                  <a:cubicBezTo>
                    <a:pt x="15524" y="17680"/>
                    <a:pt x="15577" y="17704"/>
                    <a:pt x="15627" y="17704"/>
                  </a:cubicBezTo>
                  <a:cubicBezTo>
                    <a:pt x="15695" y="17704"/>
                    <a:pt x="15759" y="17662"/>
                    <a:pt x="15800" y="17601"/>
                  </a:cubicBezTo>
                  <a:lnTo>
                    <a:pt x="15800" y="18839"/>
                  </a:lnTo>
                  <a:cubicBezTo>
                    <a:pt x="15467" y="18386"/>
                    <a:pt x="15169" y="17910"/>
                    <a:pt x="14824" y="17458"/>
                  </a:cubicBezTo>
                  <a:cubicBezTo>
                    <a:pt x="14781" y="17403"/>
                    <a:pt x="14730" y="17381"/>
                    <a:pt x="14679" y="17381"/>
                  </a:cubicBezTo>
                  <a:cubicBezTo>
                    <a:pt x="14520" y="17381"/>
                    <a:pt x="14367" y="17607"/>
                    <a:pt x="14502" y="17779"/>
                  </a:cubicBezTo>
                  <a:cubicBezTo>
                    <a:pt x="14919" y="18315"/>
                    <a:pt x="15252" y="18886"/>
                    <a:pt x="15681" y="19410"/>
                  </a:cubicBezTo>
                  <a:cubicBezTo>
                    <a:pt x="15717" y="19458"/>
                    <a:pt x="15764" y="19470"/>
                    <a:pt x="15800" y="19482"/>
                  </a:cubicBezTo>
                  <a:lnTo>
                    <a:pt x="15800" y="20565"/>
                  </a:lnTo>
                  <a:cubicBezTo>
                    <a:pt x="15526" y="20208"/>
                    <a:pt x="15229" y="19851"/>
                    <a:pt x="14895" y="19541"/>
                  </a:cubicBezTo>
                  <a:cubicBezTo>
                    <a:pt x="14850" y="19496"/>
                    <a:pt x="14799" y="19477"/>
                    <a:pt x="14749" y="19477"/>
                  </a:cubicBezTo>
                  <a:cubicBezTo>
                    <a:pt x="14575" y="19477"/>
                    <a:pt x="14417" y="19706"/>
                    <a:pt x="14574" y="19863"/>
                  </a:cubicBezTo>
                  <a:cubicBezTo>
                    <a:pt x="15002" y="20268"/>
                    <a:pt x="15372" y="20720"/>
                    <a:pt x="15717" y="21196"/>
                  </a:cubicBezTo>
                  <a:cubicBezTo>
                    <a:pt x="15741" y="21220"/>
                    <a:pt x="15776" y="21244"/>
                    <a:pt x="15800" y="21256"/>
                  </a:cubicBezTo>
                  <a:lnTo>
                    <a:pt x="15800" y="27983"/>
                  </a:lnTo>
                  <a:lnTo>
                    <a:pt x="15800" y="33138"/>
                  </a:lnTo>
                  <a:lnTo>
                    <a:pt x="12240" y="33138"/>
                  </a:lnTo>
                  <a:cubicBezTo>
                    <a:pt x="12240" y="31495"/>
                    <a:pt x="12240" y="29852"/>
                    <a:pt x="12240" y="28209"/>
                  </a:cubicBezTo>
                  <a:lnTo>
                    <a:pt x="12240" y="16315"/>
                  </a:lnTo>
                  <a:close/>
                  <a:moveTo>
                    <a:pt x="15800" y="33591"/>
                  </a:moveTo>
                  <a:lnTo>
                    <a:pt x="15800" y="36234"/>
                  </a:lnTo>
                  <a:cubicBezTo>
                    <a:pt x="15800" y="37543"/>
                    <a:pt x="15991" y="39020"/>
                    <a:pt x="15741" y="40306"/>
                  </a:cubicBezTo>
                  <a:cubicBezTo>
                    <a:pt x="15729" y="40341"/>
                    <a:pt x="15729" y="40365"/>
                    <a:pt x="15741" y="40389"/>
                  </a:cubicBezTo>
                  <a:cubicBezTo>
                    <a:pt x="15629" y="40382"/>
                    <a:pt x="15516" y="40379"/>
                    <a:pt x="15403" y="40379"/>
                  </a:cubicBezTo>
                  <a:cubicBezTo>
                    <a:pt x="14951" y="40379"/>
                    <a:pt x="14498" y="40425"/>
                    <a:pt x="14098" y="40425"/>
                  </a:cubicBezTo>
                  <a:cubicBezTo>
                    <a:pt x="13731" y="40425"/>
                    <a:pt x="13356" y="40407"/>
                    <a:pt x="12996" y="40407"/>
                  </a:cubicBezTo>
                  <a:cubicBezTo>
                    <a:pt x="12772" y="40407"/>
                    <a:pt x="12553" y="40414"/>
                    <a:pt x="12347" y="40437"/>
                  </a:cubicBezTo>
                  <a:cubicBezTo>
                    <a:pt x="12347" y="40425"/>
                    <a:pt x="12347" y="40401"/>
                    <a:pt x="12335" y="40377"/>
                  </a:cubicBezTo>
                  <a:cubicBezTo>
                    <a:pt x="12181" y="39960"/>
                    <a:pt x="12240" y="39496"/>
                    <a:pt x="12240" y="39056"/>
                  </a:cubicBezTo>
                  <a:lnTo>
                    <a:pt x="12240" y="36400"/>
                  </a:lnTo>
                  <a:lnTo>
                    <a:pt x="12240" y="33591"/>
                  </a:lnTo>
                  <a:close/>
                  <a:moveTo>
                    <a:pt x="26619" y="42350"/>
                  </a:moveTo>
                  <a:cubicBezTo>
                    <a:pt x="26891" y="42350"/>
                    <a:pt x="27159" y="42395"/>
                    <a:pt x="27337" y="42556"/>
                  </a:cubicBezTo>
                  <a:cubicBezTo>
                    <a:pt x="26623" y="42735"/>
                    <a:pt x="25813" y="42723"/>
                    <a:pt x="25111" y="42770"/>
                  </a:cubicBezTo>
                  <a:cubicBezTo>
                    <a:pt x="24099" y="42854"/>
                    <a:pt x="23087" y="42925"/>
                    <a:pt x="22075" y="42949"/>
                  </a:cubicBezTo>
                  <a:cubicBezTo>
                    <a:pt x="22206" y="42794"/>
                    <a:pt x="22372" y="42687"/>
                    <a:pt x="22611" y="42663"/>
                  </a:cubicBezTo>
                  <a:cubicBezTo>
                    <a:pt x="23682" y="42580"/>
                    <a:pt x="24766" y="42496"/>
                    <a:pt x="25837" y="42413"/>
                  </a:cubicBezTo>
                  <a:cubicBezTo>
                    <a:pt x="26034" y="42401"/>
                    <a:pt x="26329" y="42350"/>
                    <a:pt x="26619" y="42350"/>
                  </a:cubicBezTo>
                  <a:close/>
                  <a:moveTo>
                    <a:pt x="27528" y="42961"/>
                  </a:moveTo>
                  <a:cubicBezTo>
                    <a:pt x="27540" y="43020"/>
                    <a:pt x="27540" y="43068"/>
                    <a:pt x="27540" y="43128"/>
                  </a:cubicBezTo>
                  <a:lnTo>
                    <a:pt x="27540" y="43663"/>
                  </a:lnTo>
                  <a:cubicBezTo>
                    <a:pt x="27159" y="43663"/>
                    <a:pt x="26778" y="43664"/>
                    <a:pt x="26397" y="43664"/>
                  </a:cubicBezTo>
                  <a:cubicBezTo>
                    <a:pt x="24873" y="43664"/>
                    <a:pt x="23349" y="43656"/>
                    <a:pt x="21825" y="43580"/>
                  </a:cubicBezTo>
                  <a:cubicBezTo>
                    <a:pt x="21837" y="43520"/>
                    <a:pt x="21849" y="43461"/>
                    <a:pt x="21860" y="43401"/>
                  </a:cubicBezTo>
                  <a:cubicBezTo>
                    <a:pt x="22944" y="43389"/>
                    <a:pt x="24027" y="43306"/>
                    <a:pt x="25111" y="43223"/>
                  </a:cubicBezTo>
                  <a:cubicBezTo>
                    <a:pt x="25873" y="43163"/>
                    <a:pt x="26766" y="43175"/>
                    <a:pt x="27528" y="42961"/>
                  </a:cubicBezTo>
                  <a:close/>
                  <a:moveTo>
                    <a:pt x="1715" y="43187"/>
                  </a:moveTo>
                  <a:lnTo>
                    <a:pt x="1715" y="43187"/>
                  </a:lnTo>
                  <a:cubicBezTo>
                    <a:pt x="1703" y="43675"/>
                    <a:pt x="1691" y="44175"/>
                    <a:pt x="1667" y="44675"/>
                  </a:cubicBezTo>
                  <a:cubicBezTo>
                    <a:pt x="1084" y="44568"/>
                    <a:pt x="620" y="44366"/>
                    <a:pt x="465" y="43997"/>
                  </a:cubicBezTo>
                  <a:cubicBezTo>
                    <a:pt x="274" y="43532"/>
                    <a:pt x="894" y="43294"/>
                    <a:pt x="1715" y="43187"/>
                  </a:cubicBezTo>
                  <a:close/>
                  <a:moveTo>
                    <a:pt x="21837" y="44032"/>
                  </a:moveTo>
                  <a:lnTo>
                    <a:pt x="21837" y="44032"/>
                  </a:lnTo>
                  <a:cubicBezTo>
                    <a:pt x="23742" y="44116"/>
                    <a:pt x="25647" y="44116"/>
                    <a:pt x="27540" y="44116"/>
                  </a:cubicBezTo>
                  <a:lnTo>
                    <a:pt x="27540" y="44663"/>
                  </a:lnTo>
                  <a:cubicBezTo>
                    <a:pt x="27540" y="44675"/>
                    <a:pt x="27540" y="44687"/>
                    <a:pt x="27540" y="44699"/>
                  </a:cubicBezTo>
                  <a:cubicBezTo>
                    <a:pt x="27504" y="44663"/>
                    <a:pt x="27456" y="44640"/>
                    <a:pt x="27385" y="44640"/>
                  </a:cubicBezTo>
                  <a:cubicBezTo>
                    <a:pt x="25539" y="44628"/>
                    <a:pt x="23718" y="44401"/>
                    <a:pt x="21884" y="44271"/>
                  </a:cubicBezTo>
                  <a:cubicBezTo>
                    <a:pt x="21860" y="44187"/>
                    <a:pt x="21849" y="44116"/>
                    <a:pt x="21837" y="44032"/>
                  </a:cubicBezTo>
                  <a:close/>
                  <a:moveTo>
                    <a:pt x="5763" y="43116"/>
                  </a:moveTo>
                  <a:lnTo>
                    <a:pt x="5763" y="44711"/>
                  </a:lnTo>
                  <a:lnTo>
                    <a:pt x="4882" y="44711"/>
                  </a:lnTo>
                  <a:lnTo>
                    <a:pt x="4882" y="43116"/>
                  </a:lnTo>
                  <a:close/>
                  <a:moveTo>
                    <a:pt x="6204" y="43128"/>
                  </a:moveTo>
                  <a:cubicBezTo>
                    <a:pt x="6954" y="43139"/>
                    <a:pt x="7692" y="43139"/>
                    <a:pt x="8442" y="43151"/>
                  </a:cubicBezTo>
                  <a:lnTo>
                    <a:pt x="8442" y="44711"/>
                  </a:lnTo>
                  <a:lnTo>
                    <a:pt x="6204" y="44711"/>
                  </a:lnTo>
                  <a:lnTo>
                    <a:pt x="6204" y="43128"/>
                  </a:lnTo>
                  <a:close/>
                  <a:moveTo>
                    <a:pt x="21432" y="43151"/>
                  </a:moveTo>
                  <a:cubicBezTo>
                    <a:pt x="21301" y="43556"/>
                    <a:pt x="21301" y="44247"/>
                    <a:pt x="21444" y="44711"/>
                  </a:cubicBezTo>
                  <a:lnTo>
                    <a:pt x="19741" y="44711"/>
                  </a:lnTo>
                  <a:lnTo>
                    <a:pt x="19741" y="43151"/>
                  </a:lnTo>
                  <a:close/>
                  <a:moveTo>
                    <a:pt x="3537" y="43080"/>
                  </a:moveTo>
                  <a:cubicBezTo>
                    <a:pt x="3882" y="43080"/>
                    <a:pt x="4192" y="43092"/>
                    <a:pt x="4430" y="43092"/>
                  </a:cubicBezTo>
                  <a:lnTo>
                    <a:pt x="4430" y="44735"/>
                  </a:lnTo>
                  <a:cubicBezTo>
                    <a:pt x="4168" y="44747"/>
                    <a:pt x="3858" y="44759"/>
                    <a:pt x="3537" y="44771"/>
                  </a:cubicBezTo>
                  <a:lnTo>
                    <a:pt x="3537" y="43080"/>
                  </a:lnTo>
                  <a:close/>
                  <a:moveTo>
                    <a:pt x="3084" y="43092"/>
                  </a:moveTo>
                  <a:lnTo>
                    <a:pt x="3084" y="44782"/>
                  </a:lnTo>
                  <a:cubicBezTo>
                    <a:pt x="2763" y="44782"/>
                    <a:pt x="2429" y="44771"/>
                    <a:pt x="2120" y="44735"/>
                  </a:cubicBezTo>
                  <a:cubicBezTo>
                    <a:pt x="2132" y="44211"/>
                    <a:pt x="2156" y="43699"/>
                    <a:pt x="2167" y="43175"/>
                  </a:cubicBezTo>
                  <a:cubicBezTo>
                    <a:pt x="2167" y="43163"/>
                    <a:pt x="2167" y="43151"/>
                    <a:pt x="2167" y="43139"/>
                  </a:cubicBezTo>
                  <a:cubicBezTo>
                    <a:pt x="2465" y="43104"/>
                    <a:pt x="2775" y="43092"/>
                    <a:pt x="3084" y="43092"/>
                  </a:cubicBezTo>
                  <a:close/>
                  <a:moveTo>
                    <a:pt x="22075" y="44735"/>
                  </a:moveTo>
                  <a:lnTo>
                    <a:pt x="22075" y="44735"/>
                  </a:lnTo>
                  <a:cubicBezTo>
                    <a:pt x="23825" y="44866"/>
                    <a:pt x="25575" y="45068"/>
                    <a:pt x="27337" y="45092"/>
                  </a:cubicBezTo>
                  <a:cubicBezTo>
                    <a:pt x="27077" y="45372"/>
                    <a:pt x="26607" y="45459"/>
                    <a:pt x="26089" y="45459"/>
                  </a:cubicBezTo>
                  <a:cubicBezTo>
                    <a:pt x="25304" y="45459"/>
                    <a:pt x="24408" y="45259"/>
                    <a:pt x="23956" y="45223"/>
                  </a:cubicBezTo>
                  <a:cubicBezTo>
                    <a:pt x="23515" y="45187"/>
                    <a:pt x="23087" y="45163"/>
                    <a:pt x="22646" y="45128"/>
                  </a:cubicBezTo>
                  <a:cubicBezTo>
                    <a:pt x="22408" y="45104"/>
                    <a:pt x="22218" y="44949"/>
                    <a:pt x="22075" y="44735"/>
                  </a:cubicBezTo>
                  <a:close/>
                  <a:moveTo>
                    <a:pt x="16014" y="40877"/>
                  </a:moveTo>
                  <a:cubicBezTo>
                    <a:pt x="16991" y="40877"/>
                    <a:pt x="16776" y="42151"/>
                    <a:pt x="16776" y="42675"/>
                  </a:cubicBezTo>
                  <a:lnTo>
                    <a:pt x="16776" y="45211"/>
                  </a:lnTo>
                  <a:cubicBezTo>
                    <a:pt x="16776" y="45735"/>
                    <a:pt x="16884" y="46402"/>
                    <a:pt x="16705" y="46914"/>
                  </a:cubicBezTo>
                  <a:cubicBezTo>
                    <a:pt x="16229" y="46890"/>
                    <a:pt x="15741" y="46854"/>
                    <a:pt x="15264" y="46842"/>
                  </a:cubicBezTo>
                  <a:cubicBezTo>
                    <a:pt x="15252" y="46807"/>
                    <a:pt x="15229" y="46759"/>
                    <a:pt x="15181" y="46735"/>
                  </a:cubicBezTo>
                  <a:cubicBezTo>
                    <a:pt x="14788" y="46497"/>
                    <a:pt x="14419" y="46187"/>
                    <a:pt x="14133" y="45830"/>
                  </a:cubicBezTo>
                  <a:cubicBezTo>
                    <a:pt x="14090" y="45776"/>
                    <a:pt x="14039" y="45753"/>
                    <a:pt x="13989" y="45753"/>
                  </a:cubicBezTo>
                  <a:cubicBezTo>
                    <a:pt x="13829" y="45753"/>
                    <a:pt x="13676" y="45980"/>
                    <a:pt x="13812" y="46152"/>
                  </a:cubicBezTo>
                  <a:cubicBezTo>
                    <a:pt x="14014" y="46402"/>
                    <a:pt x="14264" y="46628"/>
                    <a:pt x="14514" y="46818"/>
                  </a:cubicBezTo>
                  <a:lnTo>
                    <a:pt x="14133" y="46818"/>
                  </a:lnTo>
                  <a:cubicBezTo>
                    <a:pt x="14121" y="46771"/>
                    <a:pt x="14098" y="46735"/>
                    <a:pt x="14050" y="46699"/>
                  </a:cubicBezTo>
                  <a:cubicBezTo>
                    <a:pt x="13586" y="46378"/>
                    <a:pt x="13216" y="45961"/>
                    <a:pt x="12824" y="45568"/>
                  </a:cubicBezTo>
                  <a:cubicBezTo>
                    <a:pt x="12775" y="45522"/>
                    <a:pt x="12721" y="45502"/>
                    <a:pt x="12669" y="45502"/>
                  </a:cubicBezTo>
                  <a:cubicBezTo>
                    <a:pt x="12494" y="45502"/>
                    <a:pt x="12346" y="45724"/>
                    <a:pt x="12502" y="45890"/>
                  </a:cubicBezTo>
                  <a:cubicBezTo>
                    <a:pt x="12812" y="46199"/>
                    <a:pt x="13121" y="46533"/>
                    <a:pt x="13467" y="46818"/>
                  </a:cubicBezTo>
                  <a:cubicBezTo>
                    <a:pt x="12800" y="46818"/>
                    <a:pt x="12133" y="46842"/>
                    <a:pt x="11466" y="46878"/>
                  </a:cubicBezTo>
                  <a:cubicBezTo>
                    <a:pt x="11300" y="46366"/>
                    <a:pt x="11407" y="45711"/>
                    <a:pt x="11407" y="45211"/>
                  </a:cubicBezTo>
                  <a:lnTo>
                    <a:pt x="11407" y="42675"/>
                  </a:lnTo>
                  <a:cubicBezTo>
                    <a:pt x="11407" y="42151"/>
                    <a:pt x="11192" y="40877"/>
                    <a:pt x="12169" y="40877"/>
                  </a:cubicBezTo>
                  <a:close/>
                  <a:moveTo>
                    <a:pt x="17241" y="46283"/>
                  </a:moveTo>
                  <a:cubicBezTo>
                    <a:pt x="17574" y="46568"/>
                    <a:pt x="17919" y="46830"/>
                    <a:pt x="18277" y="47068"/>
                  </a:cubicBezTo>
                  <a:cubicBezTo>
                    <a:pt x="17908" y="47021"/>
                    <a:pt x="17538" y="46985"/>
                    <a:pt x="17157" y="46949"/>
                  </a:cubicBezTo>
                  <a:cubicBezTo>
                    <a:pt x="17217" y="46735"/>
                    <a:pt x="17241" y="46509"/>
                    <a:pt x="17241" y="46283"/>
                  </a:cubicBezTo>
                  <a:close/>
                  <a:moveTo>
                    <a:pt x="10966" y="41854"/>
                  </a:moveTo>
                  <a:lnTo>
                    <a:pt x="10966" y="41854"/>
                  </a:lnTo>
                  <a:cubicBezTo>
                    <a:pt x="10954" y="41913"/>
                    <a:pt x="10954" y="41973"/>
                    <a:pt x="10954" y="42032"/>
                  </a:cubicBezTo>
                  <a:lnTo>
                    <a:pt x="10954" y="45211"/>
                  </a:lnTo>
                  <a:cubicBezTo>
                    <a:pt x="10954" y="45771"/>
                    <a:pt x="10883" y="46366"/>
                    <a:pt x="11014" y="46914"/>
                  </a:cubicBezTo>
                  <a:cubicBezTo>
                    <a:pt x="10299" y="46961"/>
                    <a:pt x="9597" y="47045"/>
                    <a:pt x="8895" y="47152"/>
                  </a:cubicBezTo>
                  <a:lnTo>
                    <a:pt x="8895" y="43794"/>
                  </a:lnTo>
                  <a:lnTo>
                    <a:pt x="8895" y="42699"/>
                  </a:lnTo>
                  <a:cubicBezTo>
                    <a:pt x="8895" y="41854"/>
                    <a:pt x="10276" y="41865"/>
                    <a:pt x="10966" y="41854"/>
                  </a:cubicBezTo>
                  <a:close/>
                  <a:moveTo>
                    <a:pt x="17229" y="41854"/>
                  </a:moveTo>
                  <a:lnTo>
                    <a:pt x="17229" y="41854"/>
                  </a:lnTo>
                  <a:cubicBezTo>
                    <a:pt x="17991" y="41877"/>
                    <a:pt x="19229" y="41818"/>
                    <a:pt x="19289" y="42699"/>
                  </a:cubicBezTo>
                  <a:lnTo>
                    <a:pt x="19289" y="47223"/>
                  </a:lnTo>
                  <a:cubicBezTo>
                    <a:pt x="19086" y="47188"/>
                    <a:pt x="18872" y="47152"/>
                    <a:pt x="18670" y="47128"/>
                  </a:cubicBezTo>
                  <a:cubicBezTo>
                    <a:pt x="18753" y="47033"/>
                    <a:pt x="18777" y="46866"/>
                    <a:pt x="18634" y="46771"/>
                  </a:cubicBezTo>
                  <a:cubicBezTo>
                    <a:pt x="18134" y="46449"/>
                    <a:pt x="17669" y="46092"/>
                    <a:pt x="17241" y="45699"/>
                  </a:cubicBezTo>
                  <a:cubicBezTo>
                    <a:pt x="17229" y="45604"/>
                    <a:pt x="17229" y="45509"/>
                    <a:pt x="17229" y="45402"/>
                  </a:cubicBezTo>
                  <a:lnTo>
                    <a:pt x="17229" y="45342"/>
                  </a:lnTo>
                  <a:cubicBezTo>
                    <a:pt x="17646" y="45675"/>
                    <a:pt x="18027" y="46045"/>
                    <a:pt x="18431" y="46378"/>
                  </a:cubicBezTo>
                  <a:cubicBezTo>
                    <a:pt x="18478" y="46415"/>
                    <a:pt x="18529" y="46430"/>
                    <a:pt x="18578" y="46430"/>
                  </a:cubicBezTo>
                  <a:cubicBezTo>
                    <a:pt x="18767" y="46430"/>
                    <a:pt x="18933" y="46198"/>
                    <a:pt x="18753" y="46056"/>
                  </a:cubicBezTo>
                  <a:cubicBezTo>
                    <a:pt x="18253" y="45664"/>
                    <a:pt x="17800" y="45187"/>
                    <a:pt x="17277" y="44818"/>
                  </a:cubicBezTo>
                  <a:cubicBezTo>
                    <a:pt x="17265" y="44806"/>
                    <a:pt x="17253" y="44806"/>
                    <a:pt x="17229" y="44794"/>
                  </a:cubicBezTo>
                  <a:lnTo>
                    <a:pt x="17229" y="44306"/>
                  </a:lnTo>
                  <a:cubicBezTo>
                    <a:pt x="17598" y="44604"/>
                    <a:pt x="17979" y="44878"/>
                    <a:pt x="18372" y="45128"/>
                  </a:cubicBezTo>
                  <a:cubicBezTo>
                    <a:pt x="18412" y="45156"/>
                    <a:pt x="18452" y="45168"/>
                    <a:pt x="18490" y="45168"/>
                  </a:cubicBezTo>
                  <a:cubicBezTo>
                    <a:pt x="18673" y="45168"/>
                    <a:pt x="18796" y="44875"/>
                    <a:pt x="18598" y="44747"/>
                  </a:cubicBezTo>
                  <a:cubicBezTo>
                    <a:pt x="18169" y="44461"/>
                    <a:pt x="17753" y="44175"/>
                    <a:pt x="17360" y="43842"/>
                  </a:cubicBezTo>
                  <a:cubicBezTo>
                    <a:pt x="17324" y="43806"/>
                    <a:pt x="17277" y="43794"/>
                    <a:pt x="17229" y="43782"/>
                  </a:cubicBezTo>
                  <a:lnTo>
                    <a:pt x="17229" y="43235"/>
                  </a:lnTo>
                  <a:cubicBezTo>
                    <a:pt x="17658" y="43544"/>
                    <a:pt x="18098" y="43842"/>
                    <a:pt x="18515" y="44151"/>
                  </a:cubicBezTo>
                  <a:cubicBezTo>
                    <a:pt x="18557" y="44183"/>
                    <a:pt x="18599" y="44197"/>
                    <a:pt x="18639" y="44197"/>
                  </a:cubicBezTo>
                  <a:cubicBezTo>
                    <a:pt x="18819" y="44197"/>
                    <a:pt x="18939" y="43907"/>
                    <a:pt x="18753" y="43770"/>
                  </a:cubicBezTo>
                  <a:cubicBezTo>
                    <a:pt x="18277" y="43425"/>
                    <a:pt x="17788" y="43116"/>
                    <a:pt x="17324" y="42747"/>
                  </a:cubicBezTo>
                  <a:cubicBezTo>
                    <a:pt x="17300" y="42723"/>
                    <a:pt x="17265" y="42711"/>
                    <a:pt x="17229" y="42711"/>
                  </a:cubicBezTo>
                  <a:lnTo>
                    <a:pt x="17229" y="42389"/>
                  </a:lnTo>
                  <a:cubicBezTo>
                    <a:pt x="17574" y="42651"/>
                    <a:pt x="17931" y="42877"/>
                    <a:pt x="18289" y="43104"/>
                  </a:cubicBezTo>
                  <a:cubicBezTo>
                    <a:pt x="18328" y="43128"/>
                    <a:pt x="18368" y="43139"/>
                    <a:pt x="18405" y="43139"/>
                  </a:cubicBezTo>
                  <a:cubicBezTo>
                    <a:pt x="18599" y="43139"/>
                    <a:pt x="18727" y="42841"/>
                    <a:pt x="18527" y="42711"/>
                  </a:cubicBezTo>
                  <a:cubicBezTo>
                    <a:pt x="18110" y="42449"/>
                    <a:pt x="17669" y="42199"/>
                    <a:pt x="17288" y="41889"/>
                  </a:cubicBezTo>
                  <a:cubicBezTo>
                    <a:pt x="17277" y="41877"/>
                    <a:pt x="17253" y="41865"/>
                    <a:pt x="17229" y="41854"/>
                  </a:cubicBezTo>
                  <a:close/>
                  <a:moveTo>
                    <a:pt x="13890" y="47266"/>
                  </a:moveTo>
                  <a:cubicBezTo>
                    <a:pt x="15913" y="47266"/>
                    <a:pt x="17941" y="47429"/>
                    <a:pt x="19920" y="47819"/>
                  </a:cubicBezTo>
                  <a:cubicBezTo>
                    <a:pt x="20836" y="48009"/>
                    <a:pt x="23527" y="48450"/>
                    <a:pt x="23968" y="49604"/>
                  </a:cubicBezTo>
                  <a:cubicBezTo>
                    <a:pt x="23643" y="49582"/>
                    <a:pt x="23309" y="49574"/>
                    <a:pt x="22990" y="49574"/>
                  </a:cubicBezTo>
                  <a:cubicBezTo>
                    <a:pt x="22805" y="49574"/>
                    <a:pt x="22626" y="49576"/>
                    <a:pt x="22456" y="49581"/>
                  </a:cubicBezTo>
                  <a:cubicBezTo>
                    <a:pt x="22444" y="49569"/>
                    <a:pt x="22444" y="49557"/>
                    <a:pt x="22432" y="49545"/>
                  </a:cubicBezTo>
                  <a:cubicBezTo>
                    <a:pt x="22087" y="49104"/>
                    <a:pt x="21563" y="48842"/>
                    <a:pt x="21194" y="48426"/>
                  </a:cubicBezTo>
                  <a:cubicBezTo>
                    <a:pt x="21148" y="48375"/>
                    <a:pt x="21096" y="48354"/>
                    <a:pt x="21045" y="48354"/>
                  </a:cubicBezTo>
                  <a:cubicBezTo>
                    <a:pt x="20879" y="48354"/>
                    <a:pt x="20727" y="48575"/>
                    <a:pt x="20872" y="48747"/>
                  </a:cubicBezTo>
                  <a:cubicBezTo>
                    <a:pt x="21170" y="49069"/>
                    <a:pt x="21551" y="49307"/>
                    <a:pt x="21872" y="49604"/>
                  </a:cubicBezTo>
                  <a:cubicBezTo>
                    <a:pt x="21622" y="49616"/>
                    <a:pt x="21408" y="49628"/>
                    <a:pt x="21253" y="49628"/>
                  </a:cubicBezTo>
                  <a:lnTo>
                    <a:pt x="21229" y="49628"/>
                  </a:lnTo>
                  <a:cubicBezTo>
                    <a:pt x="21217" y="49593"/>
                    <a:pt x="21194" y="49545"/>
                    <a:pt x="21146" y="49509"/>
                  </a:cubicBezTo>
                  <a:cubicBezTo>
                    <a:pt x="20586" y="49104"/>
                    <a:pt x="20205" y="48485"/>
                    <a:pt x="19634" y="48092"/>
                  </a:cubicBezTo>
                  <a:cubicBezTo>
                    <a:pt x="19591" y="48061"/>
                    <a:pt x="19549" y="48047"/>
                    <a:pt x="19510" y="48047"/>
                  </a:cubicBezTo>
                  <a:cubicBezTo>
                    <a:pt x="19330" y="48047"/>
                    <a:pt x="19212" y="48336"/>
                    <a:pt x="19408" y="48473"/>
                  </a:cubicBezTo>
                  <a:cubicBezTo>
                    <a:pt x="19860" y="48795"/>
                    <a:pt x="20194" y="49247"/>
                    <a:pt x="20610" y="49628"/>
                  </a:cubicBezTo>
                  <a:lnTo>
                    <a:pt x="20277" y="49628"/>
                  </a:lnTo>
                  <a:cubicBezTo>
                    <a:pt x="20265" y="49604"/>
                    <a:pt x="20253" y="49569"/>
                    <a:pt x="20217" y="49545"/>
                  </a:cubicBezTo>
                  <a:cubicBezTo>
                    <a:pt x="19539" y="48985"/>
                    <a:pt x="18884" y="48390"/>
                    <a:pt x="18146" y="47902"/>
                  </a:cubicBezTo>
                  <a:cubicBezTo>
                    <a:pt x="18105" y="47874"/>
                    <a:pt x="18065" y="47861"/>
                    <a:pt x="18028" y="47861"/>
                  </a:cubicBezTo>
                  <a:cubicBezTo>
                    <a:pt x="17844" y="47861"/>
                    <a:pt x="17722" y="48154"/>
                    <a:pt x="17919" y="48283"/>
                  </a:cubicBezTo>
                  <a:cubicBezTo>
                    <a:pt x="18515" y="48688"/>
                    <a:pt x="19062" y="49164"/>
                    <a:pt x="19622" y="49628"/>
                  </a:cubicBezTo>
                  <a:lnTo>
                    <a:pt x="4144" y="49628"/>
                  </a:lnTo>
                  <a:cubicBezTo>
                    <a:pt x="4858" y="48604"/>
                    <a:pt x="6216" y="48200"/>
                    <a:pt x="7371" y="47902"/>
                  </a:cubicBezTo>
                  <a:cubicBezTo>
                    <a:pt x="8621" y="47580"/>
                    <a:pt x="9907" y="47438"/>
                    <a:pt x="11192" y="47354"/>
                  </a:cubicBezTo>
                  <a:cubicBezTo>
                    <a:pt x="11222" y="47379"/>
                    <a:pt x="11257" y="47390"/>
                    <a:pt x="11292" y="47390"/>
                  </a:cubicBezTo>
                  <a:cubicBezTo>
                    <a:pt x="11340" y="47390"/>
                    <a:pt x="11389" y="47370"/>
                    <a:pt x="11431" y="47342"/>
                  </a:cubicBezTo>
                  <a:cubicBezTo>
                    <a:pt x="12050" y="47307"/>
                    <a:pt x="12669" y="47295"/>
                    <a:pt x="13276" y="47271"/>
                  </a:cubicBezTo>
                  <a:cubicBezTo>
                    <a:pt x="13481" y="47268"/>
                    <a:pt x="13685" y="47266"/>
                    <a:pt x="13890" y="47266"/>
                  </a:cubicBezTo>
                  <a:close/>
                  <a:moveTo>
                    <a:pt x="22315" y="49993"/>
                  </a:moveTo>
                  <a:cubicBezTo>
                    <a:pt x="23954" y="49993"/>
                    <a:pt x="25780" y="50169"/>
                    <a:pt x="25766" y="51021"/>
                  </a:cubicBezTo>
                  <a:cubicBezTo>
                    <a:pt x="25610" y="51562"/>
                    <a:pt x="24712" y="51646"/>
                    <a:pt x="23945" y="51646"/>
                  </a:cubicBezTo>
                  <a:cubicBezTo>
                    <a:pt x="23596" y="51646"/>
                    <a:pt x="23275" y="51629"/>
                    <a:pt x="23063" y="51629"/>
                  </a:cubicBezTo>
                  <a:lnTo>
                    <a:pt x="3834" y="51629"/>
                  </a:lnTo>
                  <a:cubicBezTo>
                    <a:pt x="3680" y="51629"/>
                    <a:pt x="3608" y="51617"/>
                    <a:pt x="3394" y="51569"/>
                  </a:cubicBezTo>
                  <a:cubicBezTo>
                    <a:pt x="3108" y="51509"/>
                    <a:pt x="1822" y="51021"/>
                    <a:pt x="2739" y="50402"/>
                  </a:cubicBezTo>
                  <a:cubicBezTo>
                    <a:pt x="2989" y="50236"/>
                    <a:pt x="3441" y="50081"/>
                    <a:pt x="3763" y="50081"/>
                  </a:cubicBezTo>
                  <a:lnTo>
                    <a:pt x="19836" y="50081"/>
                  </a:lnTo>
                  <a:cubicBezTo>
                    <a:pt x="20097" y="50081"/>
                    <a:pt x="21160" y="49993"/>
                    <a:pt x="22315" y="49993"/>
                  </a:cubicBezTo>
                  <a:close/>
                  <a:moveTo>
                    <a:pt x="12974" y="0"/>
                  </a:moveTo>
                  <a:cubicBezTo>
                    <a:pt x="12876" y="0"/>
                    <a:pt x="12775" y="63"/>
                    <a:pt x="12752" y="170"/>
                  </a:cubicBezTo>
                  <a:cubicBezTo>
                    <a:pt x="12347" y="1908"/>
                    <a:pt x="11073" y="5420"/>
                    <a:pt x="12943" y="6623"/>
                  </a:cubicBezTo>
                  <a:lnTo>
                    <a:pt x="12324" y="6623"/>
                  </a:lnTo>
                  <a:cubicBezTo>
                    <a:pt x="10954" y="6623"/>
                    <a:pt x="10800" y="7802"/>
                    <a:pt x="10835" y="8945"/>
                  </a:cubicBezTo>
                  <a:cubicBezTo>
                    <a:pt x="10859" y="9683"/>
                    <a:pt x="10585" y="11028"/>
                    <a:pt x="11085" y="11647"/>
                  </a:cubicBezTo>
                  <a:cubicBezTo>
                    <a:pt x="11442" y="12100"/>
                    <a:pt x="11347" y="12505"/>
                    <a:pt x="11347" y="13076"/>
                  </a:cubicBezTo>
                  <a:cubicBezTo>
                    <a:pt x="11347" y="13981"/>
                    <a:pt x="11073" y="15374"/>
                    <a:pt x="11788" y="16041"/>
                  </a:cubicBezTo>
                  <a:lnTo>
                    <a:pt x="11788" y="28209"/>
                  </a:lnTo>
                  <a:lnTo>
                    <a:pt x="11788" y="36567"/>
                  </a:lnTo>
                  <a:cubicBezTo>
                    <a:pt x="11788" y="37734"/>
                    <a:pt x="11478" y="39377"/>
                    <a:pt x="11907" y="40496"/>
                  </a:cubicBezTo>
                  <a:cubicBezTo>
                    <a:pt x="11907" y="40508"/>
                    <a:pt x="11919" y="40520"/>
                    <a:pt x="11919" y="40532"/>
                  </a:cubicBezTo>
                  <a:cubicBezTo>
                    <a:pt x="11502" y="40651"/>
                    <a:pt x="11169" y="40913"/>
                    <a:pt x="11026" y="41401"/>
                  </a:cubicBezTo>
                  <a:cubicBezTo>
                    <a:pt x="9942" y="41461"/>
                    <a:pt x="8585" y="41401"/>
                    <a:pt x="8454" y="42699"/>
                  </a:cubicBezTo>
                  <a:lnTo>
                    <a:pt x="6108" y="42675"/>
                  </a:lnTo>
                  <a:cubicBezTo>
                    <a:pt x="6073" y="42651"/>
                    <a:pt x="6031" y="42639"/>
                    <a:pt x="5988" y="42639"/>
                  </a:cubicBezTo>
                  <a:cubicBezTo>
                    <a:pt x="5945" y="42639"/>
                    <a:pt x="5900" y="42651"/>
                    <a:pt x="5858" y="42675"/>
                  </a:cubicBezTo>
                  <a:cubicBezTo>
                    <a:pt x="5489" y="42663"/>
                    <a:pt x="5120" y="42663"/>
                    <a:pt x="4751" y="42663"/>
                  </a:cubicBezTo>
                  <a:cubicBezTo>
                    <a:pt x="4718" y="42644"/>
                    <a:pt x="4682" y="42635"/>
                    <a:pt x="4646" y="42635"/>
                  </a:cubicBezTo>
                  <a:cubicBezTo>
                    <a:pt x="4617" y="42635"/>
                    <a:pt x="4587" y="42641"/>
                    <a:pt x="4561" y="42651"/>
                  </a:cubicBezTo>
                  <a:lnTo>
                    <a:pt x="3822" y="42651"/>
                  </a:lnTo>
                  <a:cubicBezTo>
                    <a:pt x="3525" y="42648"/>
                    <a:pt x="3074" y="42619"/>
                    <a:pt x="2583" y="42619"/>
                  </a:cubicBezTo>
                  <a:cubicBezTo>
                    <a:pt x="1403" y="42619"/>
                    <a:pt x="1" y="42787"/>
                    <a:pt x="1" y="43890"/>
                  </a:cubicBezTo>
                  <a:cubicBezTo>
                    <a:pt x="1" y="44794"/>
                    <a:pt x="905" y="45068"/>
                    <a:pt x="1870" y="45152"/>
                  </a:cubicBezTo>
                  <a:lnTo>
                    <a:pt x="1882" y="45152"/>
                  </a:lnTo>
                  <a:cubicBezTo>
                    <a:pt x="2153" y="45171"/>
                    <a:pt x="2427" y="45176"/>
                    <a:pt x="2684" y="45176"/>
                  </a:cubicBezTo>
                  <a:cubicBezTo>
                    <a:pt x="3069" y="45176"/>
                    <a:pt x="3418" y="45163"/>
                    <a:pt x="3668" y="45163"/>
                  </a:cubicBezTo>
                  <a:lnTo>
                    <a:pt x="8442" y="45163"/>
                  </a:lnTo>
                  <a:lnTo>
                    <a:pt x="8442" y="47164"/>
                  </a:lnTo>
                  <a:cubicBezTo>
                    <a:pt x="8442" y="47188"/>
                    <a:pt x="8442" y="47211"/>
                    <a:pt x="8454" y="47223"/>
                  </a:cubicBezTo>
                  <a:cubicBezTo>
                    <a:pt x="8049" y="47295"/>
                    <a:pt x="7644" y="47378"/>
                    <a:pt x="7251" y="47473"/>
                  </a:cubicBezTo>
                  <a:cubicBezTo>
                    <a:pt x="5906" y="47783"/>
                    <a:pt x="4299" y="48342"/>
                    <a:pt x="3596" y="49640"/>
                  </a:cubicBezTo>
                  <a:cubicBezTo>
                    <a:pt x="2632" y="49759"/>
                    <a:pt x="1263" y="50581"/>
                    <a:pt x="2263" y="51521"/>
                  </a:cubicBezTo>
                  <a:cubicBezTo>
                    <a:pt x="2835" y="52061"/>
                    <a:pt x="3621" y="52081"/>
                    <a:pt x="4358" y="52081"/>
                  </a:cubicBezTo>
                  <a:cubicBezTo>
                    <a:pt x="4418" y="52081"/>
                    <a:pt x="4478" y="52081"/>
                    <a:pt x="4537" y="52081"/>
                  </a:cubicBezTo>
                  <a:lnTo>
                    <a:pt x="23063" y="52081"/>
                  </a:lnTo>
                  <a:cubicBezTo>
                    <a:pt x="23308" y="52081"/>
                    <a:pt x="23617" y="52094"/>
                    <a:pt x="23945" y="52094"/>
                  </a:cubicBezTo>
                  <a:cubicBezTo>
                    <a:pt x="24890" y="52094"/>
                    <a:pt x="25997" y="51983"/>
                    <a:pt x="26218" y="51117"/>
                  </a:cubicBezTo>
                  <a:cubicBezTo>
                    <a:pt x="26218" y="51105"/>
                    <a:pt x="26218" y="51093"/>
                    <a:pt x="26218" y="51081"/>
                  </a:cubicBezTo>
                  <a:cubicBezTo>
                    <a:pt x="26218" y="51081"/>
                    <a:pt x="26218" y="51069"/>
                    <a:pt x="26218" y="51057"/>
                  </a:cubicBezTo>
                  <a:cubicBezTo>
                    <a:pt x="26290" y="50176"/>
                    <a:pt x="25456" y="49807"/>
                    <a:pt x="24444" y="49664"/>
                  </a:cubicBezTo>
                  <a:cubicBezTo>
                    <a:pt x="24194" y="48628"/>
                    <a:pt x="22777" y="48176"/>
                    <a:pt x="21908" y="47878"/>
                  </a:cubicBezTo>
                  <a:cubicBezTo>
                    <a:pt x="21206" y="47640"/>
                    <a:pt x="20479" y="47449"/>
                    <a:pt x="19741" y="47307"/>
                  </a:cubicBezTo>
                  <a:lnTo>
                    <a:pt x="19741" y="45163"/>
                  </a:lnTo>
                  <a:lnTo>
                    <a:pt x="21729" y="45163"/>
                  </a:lnTo>
                  <a:cubicBezTo>
                    <a:pt x="22206" y="45640"/>
                    <a:pt x="22896" y="45592"/>
                    <a:pt x="23563" y="45640"/>
                  </a:cubicBezTo>
                  <a:cubicBezTo>
                    <a:pt x="24156" y="45687"/>
                    <a:pt x="25197" y="45927"/>
                    <a:pt x="26122" y="45927"/>
                  </a:cubicBezTo>
                  <a:cubicBezTo>
                    <a:pt x="27053" y="45927"/>
                    <a:pt x="27867" y="45684"/>
                    <a:pt x="27992" y="44759"/>
                  </a:cubicBezTo>
                  <a:cubicBezTo>
                    <a:pt x="27992" y="44747"/>
                    <a:pt x="27980" y="44747"/>
                    <a:pt x="27992" y="44747"/>
                  </a:cubicBezTo>
                  <a:cubicBezTo>
                    <a:pt x="27992" y="44723"/>
                    <a:pt x="27992" y="44711"/>
                    <a:pt x="27992" y="44699"/>
                  </a:cubicBezTo>
                  <a:cubicBezTo>
                    <a:pt x="27992" y="44032"/>
                    <a:pt x="28099" y="43294"/>
                    <a:pt x="27885" y="42651"/>
                  </a:cubicBezTo>
                  <a:cubicBezTo>
                    <a:pt x="27885" y="42616"/>
                    <a:pt x="27873" y="42568"/>
                    <a:pt x="27849" y="42532"/>
                  </a:cubicBezTo>
                  <a:cubicBezTo>
                    <a:pt x="27837" y="42520"/>
                    <a:pt x="27837" y="42496"/>
                    <a:pt x="27825" y="42485"/>
                  </a:cubicBezTo>
                  <a:cubicBezTo>
                    <a:pt x="27628" y="42004"/>
                    <a:pt x="27159" y="41913"/>
                    <a:pt x="26698" y="41913"/>
                  </a:cubicBezTo>
                  <a:cubicBezTo>
                    <a:pt x="26520" y="41913"/>
                    <a:pt x="26342" y="41927"/>
                    <a:pt x="26182" y="41937"/>
                  </a:cubicBezTo>
                  <a:cubicBezTo>
                    <a:pt x="25194" y="42020"/>
                    <a:pt x="24206" y="42092"/>
                    <a:pt x="23206" y="42175"/>
                  </a:cubicBezTo>
                  <a:cubicBezTo>
                    <a:pt x="22563" y="42223"/>
                    <a:pt x="21991" y="42246"/>
                    <a:pt x="21622" y="42758"/>
                  </a:cubicBezTo>
                  <a:lnTo>
                    <a:pt x="21622" y="42699"/>
                  </a:lnTo>
                  <a:lnTo>
                    <a:pt x="19741" y="42699"/>
                  </a:lnTo>
                  <a:cubicBezTo>
                    <a:pt x="19658" y="41365"/>
                    <a:pt x="18217" y="41449"/>
                    <a:pt x="17181" y="41401"/>
                  </a:cubicBezTo>
                  <a:cubicBezTo>
                    <a:pt x="17122" y="41044"/>
                    <a:pt x="16967" y="40722"/>
                    <a:pt x="16586" y="40568"/>
                  </a:cubicBezTo>
                  <a:cubicBezTo>
                    <a:pt x="16455" y="40508"/>
                    <a:pt x="16312" y="40472"/>
                    <a:pt x="16157" y="40449"/>
                  </a:cubicBezTo>
                  <a:cubicBezTo>
                    <a:pt x="16169" y="40437"/>
                    <a:pt x="16169" y="40437"/>
                    <a:pt x="16169" y="40425"/>
                  </a:cubicBezTo>
                  <a:cubicBezTo>
                    <a:pt x="16419" y="39187"/>
                    <a:pt x="16253" y="37817"/>
                    <a:pt x="16253" y="36567"/>
                  </a:cubicBezTo>
                  <a:lnTo>
                    <a:pt x="16253" y="28209"/>
                  </a:lnTo>
                  <a:lnTo>
                    <a:pt x="16253" y="16100"/>
                  </a:lnTo>
                  <a:cubicBezTo>
                    <a:pt x="16776" y="15636"/>
                    <a:pt x="16693" y="14648"/>
                    <a:pt x="16693" y="13945"/>
                  </a:cubicBezTo>
                  <a:lnTo>
                    <a:pt x="16693" y="12088"/>
                  </a:lnTo>
                  <a:cubicBezTo>
                    <a:pt x="16693" y="11874"/>
                    <a:pt x="16515" y="12112"/>
                    <a:pt x="16753" y="11838"/>
                  </a:cubicBezTo>
                  <a:cubicBezTo>
                    <a:pt x="16967" y="11588"/>
                    <a:pt x="17110" y="11374"/>
                    <a:pt x="17169" y="11052"/>
                  </a:cubicBezTo>
                  <a:cubicBezTo>
                    <a:pt x="17348" y="10016"/>
                    <a:pt x="17288" y="8802"/>
                    <a:pt x="17157" y="7754"/>
                  </a:cubicBezTo>
                  <a:cubicBezTo>
                    <a:pt x="17062" y="7064"/>
                    <a:pt x="16634" y="6706"/>
                    <a:pt x="15967" y="6623"/>
                  </a:cubicBezTo>
                  <a:lnTo>
                    <a:pt x="15264" y="6623"/>
                  </a:lnTo>
                  <a:cubicBezTo>
                    <a:pt x="15895" y="6206"/>
                    <a:pt x="16241" y="5456"/>
                    <a:pt x="16169" y="4528"/>
                  </a:cubicBezTo>
                  <a:cubicBezTo>
                    <a:pt x="16014" y="2551"/>
                    <a:pt x="14300" y="1396"/>
                    <a:pt x="13121" y="63"/>
                  </a:cubicBezTo>
                  <a:cubicBezTo>
                    <a:pt x="13083" y="20"/>
                    <a:pt x="13029" y="0"/>
                    <a:pt x="129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8"/>
            <p:cNvSpPr/>
            <p:nvPr/>
          </p:nvSpPr>
          <p:spPr>
            <a:xfrm>
              <a:off x="4280575" y="3671700"/>
              <a:ext cx="845375" cy="949550"/>
            </a:xfrm>
            <a:custGeom>
              <a:rect b="b" l="l" r="r" t="t"/>
              <a:pathLst>
                <a:path extrusionOk="0" h="37982" w="33815">
                  <a:moveTo>
                    <a:pt x="4549" y="453"/>
                  </a:moveTo>
                  <a:cubicBezTo>
                    <a:pt x="5085" y="453"/>
                    <a:pt x="5597" y="465"/>
                    <a:pt x="6049" y="477"/>
                  </a:cubicBezTo>
                  <a:cubicBezTo>
                    <a:pt x="6418" y="477"/>
                    <a:pt x="6740" y="489"/>
                    <a:pt x="6990" y="489"/>
                  </a:cubicBezTo>
                  <a:cubicBezTo>
                    <a:pt x="10133" y="489"/>
                    <a:pt x="16860" y="513"/>
                    <a:pt x="22527" y="537"/>
                  </a:cubicBezTo>
                  <a:cubicBezTo>
                    <a:pt x="26635" y="549"/>
                    <a:pt x="30195" y="561"/>
                    <a:pt x="31386" y="561"/>
                  </a:cubicBezTo>
                  <a:lnTo>
                    <a:pt x="31814" y="561"/>
                  </a:lnTo>
                  <a:cubicBezTo>
                    <a:pt x="32493" y="561"/>
                    <a:pt x="32981" y="715"/>
                    <a:pt x="33184" y="977"/>
                  </a:cubicBezTo>
                  <a:cubicBezTo>
                    <a:pt x="33326" y="1156"/>
                    <a:pt x="33350" y="1406"/>
                    <a:pt x="33255" y="1727"/>
                  </a:cubicBezTo>
                  <a:cubicBezTo>
                    <a:pt x="33136" y="2168"/>
                    <a:pt x="32791" y="2561"/>
                    <a:pt x="32302" y="2823"/>
                  </a:cubicBezTo>
                  <a:cubicBezTo>
                    <a:pt x="32171" y="2894"/>
                    <a:pt x="31862" y="2966"/>
                    <a:pt x="31171" y="3025"/>
                  </a:cubicBezTo>
                  <a:lnTo>
                    <a:pt x="2596" y="3025"/>
                  </a:lnTo>
                  <a:cubicBezTo>
                    <a:pt x="1751" y="3001"/>
                    <a:pt x="1096" y="2751"/>
                    <a:pt x="763" y="2335"/>
                  </a:cubicBezTo>
                  <a:cubicBezTo>
                    <a:pt x="537" y="2049"/>
                    <a:pt x="465" y="1692"/>
                    <a:pt x="548" y="1251"/>
                  </a:cubicBezTo>
                  <a:cubicBezTo>
                    <a:pt x="620" y="894"/>
                    <a:pt x="1370" y="453"/>
                    <a:pt x="4549" y="453"/>
                  </a:cubicBezTo>
                  <a:close/>
                  <a:moveTo>
                    <a:pt x="25123" y="3478"/>
                  </a:moveTo>
                  <a:cubicBezTo>
                    <a:pt x="25349" y="3478"/>
                    <a:pt x="25671" y="3478"/>
                    <a:pt x="26064" y="3490"/>
                  </a:cubicBezTo>
                  <a:cubicBezTo>
                    <a:pt x="26040" y="3561"/>
                    <a:pt x="26052" y="3644"/>
                    <a:pt x="26123" y="3716"/>
                  </a:cubicBezTo>
                  <a:cubicBezTo>
                    <a:pt x="26873" y="4394"/>
                    <a:pt x="27719" y="4966"/>
                    <a:pt x="28421" y="5704"/>
                  </a:cubicBezTo>
                  <a:cubicBezTo>
                    <a:pt x="28468" y="5754"/>
                    <a:pt x="28521" y="5775"/>
                    <a:pt x="28572" y="5775"/>
                  </a:cubicBezTo>
                  <a:cubicBezTo>
                    <a:pt x="28740" y="5775"/>
                    <a:pt x="28889" y="5547"/>
                    <a:pt x="28742" y="5383"/>
                  </a:cubicBezTo>
                  <a:cubicBezTo>
                    <a:pt x="28076" y="4692"/>
                    <a:pt x="27290" y="4132"/>
                    <a:pt x="26564" y="3501"/>
                  </a:cubicBezTo>
                  <a:lnTo>
                    <a:pt x="26564" y="3501"/>
                  </a:lnTo>
                  <a:cubicBezTo>
                    <a:pt x="27028" y="3513"/>
                    <a:pt x="27528" y="3525"/>
                    <a:pt x="28052" y="3525"/>
                  </a:cubicBezTo>
                  <a:cubicBezTo>
                    <a:pt x="28064" y="3585"/>
                    <a:pt x="28088" y="3644"/>
                    <a:pt x="28159" y="3680"/>
                  </a:cubicBezTo>
                  <a:cubicBezTo>
                    <a:pt x="28647" y="3942"/>
                    <a:pt x="29004" y="4359"/>
                    <a:pt x="29385" y="4740"/>
                  </a:cubicBezTo>
                  <a:cubicBezTo>
                    <a:pt x="29431" y="4785"/>
                    <a:pt x="29482" y="4804"/>
                    <a:pt x="29532" y="4804"/>
                  </a:cubicBezTo>
                  <a:cubicBezTo>
                    <a:pt x="29706" y="4804"/>
                    <a:pt x="29864" y="4575"/>
                    <a:pt x="29707" y="4418"/>
                  </a:cubicBezTo>
                  <a:cubicBezTo>
                    <a:pt x="29409" y="4121"/>
                    <a:pt x="29112" y="3787"/>
                    <a:pt x="28766" y="3537"/>
                  </a:cubicBezTo>
                  <a:lnTo>
                    <a:pt x="29028" y="3537"/>
                  </a:lnTo>
                  <a:cubicBezTo>
                    <a:pt x="29778" y="3537"/>
                    <a:pt x="30362" y="3525"/>
                    <a:pt x="30814" y="3501"/>
                  </a:cubicBezTo>
                  <a:cubicBezTo>
                    <a:pt x="30814" y="4668"/>
                    <a:pt x="30838" y="6407"/>
                    <a:pt x="30850" y="8442"/>
                  </a:cubicBezTo>
                  <a:cubicBezTo>
                    <a:pt x="30921" y="15932"/>
                    <a:pt x="31028" y="28445"/>
                    <a:pt x="30505" y="31719"/>
                  </a:cubicBezTo>
                  <a:cubicBezTo>
                    <a:pt x="30195" y="33612"/>
                    <a:pt x="29778" y="35553"/>
                    <a:pt x="28350" y="36482"/>
                  </a:cubicBezTo>
                  <a:cubicBezTo>
                    <a:pt x="27802" y="36839"/>
                    <a:pt x="27195" y="37089"/>
                    <a:pt x="26492" y="37256"/>
                  </a:cubicBezTo>
                  <a:cubicBezTo>
                    <a:pt x="26492" y="37184"/>
                    <a:pt x="26468" y="37101"/>
                    <a:pt x="26397" y="37041"/>
                  </a:cubicBezTo>
                  <a:cubicBezTo>
                    <a:pt x="25968" y="36732"/>
                    <a:pt x="25575" y="36386"/>
                    <a:pt x="25230" y="35994"/>
                  </a:cubicBezTo>
                  <a:cubicBezTo>
                    <a:pt x="25184" y="35939"/>
                    <a:pt x="25131" y="35916"/>
                    <a:pt x="25079" y="35916"/>
                  </a:cubicBezTo>
                  <a:cubicBezTo>
                    <a:pt x="24915" y="35916"/>
                    <a:pt x="24764" y="36143"/>
                    <a:pt x="24909" y="36315"/>
                  </a:cubicBezTo>
                  <a:cubicBezTo>
                    <a:pt x="25254" y="36696"/>
                    <a:pt x="25647" y="37041"/>
                    <a:pt x="26052" y="37339"/>
                  </a:cubicBezTo>
                  <a:cubicBezTo>
                    <a:pt x="25933" y="37363"/>
                    <a:pt x="25825" y="37398"/>
                    <a:pt x="25694" y="37410"/>
                  </a:cubicBezTo>
                  <a:cubicBezTo>
                    <a:pt x="25587" y="37422"/>
                    <a:pt x="25397" y="37434"/>
                    <a:pt x="25147" y="37446"/>
                  </a:cubicBezTo>
                  <a:cubicBezTo>
                    <a:pt x="25135" y="37410"/>
                    <a:pt x="25111" y="37375"/>
                    <a:pt x="25063" y="37351"/>
                  </a:cubicBezTo>
                  <a:cubicBezTo>
                    <a:pt x="24563" y="37029"/>
                    <a:pt x="24087" y="36648"/>
                    <a:pt x="23659" y="36232"/>
                  </a:cubicBezTo>
                  <a:cubicBezTo>
                    <a:pt x="23613" y="36186"/>
                    <a:pt x="23562" y="36167"/>
                    <a:pt x="23512" y="36167"/>
                  </a:cubicBezTo>
                  <a:cubicBezTo>
                    <a:pt x="23338" y="36167"/>
                    <a:pt x="23180" y="36396"/>
                    <a:pt x="23337" y="36553"/>
                  </a:cubicBezTo>
                  <a:cubicBezTo>
                    <a:pt x="23682" y="36898"/>
                    <a:pt x="24075" y="37196"/>
                    <a:pt x="24468" y="37482"/>
                  </a:cubicBezTo>
                  <a:cubicBezTo>
                    <a:pt x="24147" y="37482"/>
                    <a:pt x="23754" y="37494"/>
                    <a:pt x="23325" y="37506"/>
                  </a:cubicBezTo>
                  <a:cubicBezTo>
                    <a:pt x="23301" y="37470"/>
                    <a:pt x="23289" y="37434"/>
                    <a:pt x="23254" y="37410"/>
                  </a:cubicBezTo>
                  <a:cubicBezTo>
                    <a:pt x="22754" y="37029"/>
                    <a:pt x="22313" y="36601"/>
                    <a:pt x="21801" y="36255"/>
                  </a:cubicBezTo>
                  <a:cubicBezTo>
                    <a:pt x="21761" y="36231"/>
                    <a:pt x="21722" y="36220"/>
                    <a:pt x="21685" y="36220"/>
                  </a:cubicBezTo>
                  <a:cubicBezTo>
                    <a:pt x="21491" y="36220"/>
                    <a:pt x="21365" y="36518"/>
                    <a:pt x="21575" y="36648"/>
                  </a:cubicBezTo>
                  <a:cubicBezTo>
                    <a:pt x="21968" y="36898"/>
                    <a:pt x="22313" y="37208"/>
                    <a:pt x="22670" y="37517"/>
                  </a:cubicBezTo>
                  <a:cubicBezTo>
                    <a:pt x="21658" y="37529"/>
                    <a:pt x="20444" y="37529"/>
                    <a:pt x="19075" y="37529"/>
                  </a:cubicBezTo>
                  <a:cubicBezTo>
                    <a:pt x="13919" y="37529"/>
                    <a:pt x="8038" y="37434"/>
                    <a:pt x="7121" y="37267"/>
                  </a:cubicBezTo>
                  <a:cubicBezTo>
                    <a:pt x="6073" y="37065"/>
                    <a:pt x="5251" y="36684"/>
                    <a:pt x="4597" y="36077"/>
                  </a:cubicBezTo>
                  <a:cubicBezTo>
                    <a:pt x="3001" y="34589"/>
                    <a:pt x="2894" y="32207"/>
                    <a:pt x="2811" y="30112"/>
                  </a:cubicBezTo>
                  <a:lnTo>
                    <a:pt x="2787" y="29517"/>
                  </a:lnTo>
                  <a:cubicBezTo>
                    <a:pt x="2704" y="27873"/>
                    <a:pt x="2644" y="26218"/>
                    <a:pt x="2608" y="24599"/>
                  </a:cubicBezTo>
                  <a:cubicBezTo>
                    <a:pt x="2573" y="23040"/>
                    <a:pt x="2549" y="21468"/>
                    <a:pt x="2561" y="19908"/>
                  </a:cubicBezTo>
                  <a:cubicBezTo>
                    <a:pt x="2561" y="17146"/>
                    <a:pt x="2620" y="14312"/>
                    <a:pt x="2680" y="11574"/>
                  </a:cubicBezTo>
                  <a:cubicBezTo>
                    <a:pt x="2739" y="8919"/>
                    <a:pt x="2799" y="6168"/>
                    <a:pt x="2811" y="3478"/>
                  </a:cubicBezTo>
                  <a:cubicBezTo>
                    <a:pt x="3460" y="3495"/>
                    <a:pt x="4070" y="3501"/>
                    <a:pt x="4667" y="3501"/>
                  </a:cubicBezTo>
                  <a:cubicBezTo>
                    <a:pt x="5263" y="3501"/>
                    <a:pt x="5847" y="3495"/>
                    <a:pt x="6442" y="3490"/>
                  </a:cubicBezTo>
                  <a:cubicBezTo>
                    <a:pt x="7097" y="3478"/>
                    <a:pt x="7776" y="3478"/>
                    <a:pt x="8502" y="3478"/>
                  </a:cubicBezTo>
                  <a:lnTo>
                    <a:pt x="23254" y="3478"/>
                  </a:lnTo>
                  <a:cubicBezTo>
                    <a:pt x="23266" y="3501"/>
                    <a:pt x="23289" y="3537"/>
                    <a:pt x="23325" y="3561"/>
                  </a:cubicBezTo>
                  <a:cubicBezTo>
                    <a:pt x="24647" y="4454"/>
                    <a:pt x="25671" y="5728"/>
                    <a:pt x="26849" y="6799"/>
                  </a:cubicBezTo>
                  <a:cubicBezTo>
                    <a:pt x="26895" y="6840"/>
                    <a:pt x="26947" y="6858"/>
                    <a:pt x="26996" y="6858"/>
                  </a:cubicBezTo>
                  <a:cubicBezTo>
                    <a:pt x="27177" y="6858"/>
                    <a:pt x="27339" y="6627"/>
                    <a:pt x="27171" y="6478"/>
                  </a:cubicBezTo>
                  <a:cubicBezTo>
                    <a:pt x="26087" y="5502"/>
                    <a:pt x="25123" y="4359"/>
                    <a:pt x="23968" y="3478"/>
                  </a:cubicBezTo>
                  <a:close/>
                  <a:moveTo>
                    <a:pt x="4549" y="1"/>
                  </a:moveTo>
                  <a:cubicBezTo>
                    <a:pt x="1596" y="1"/>
                    <a:pt x="263" y="358"/>
                    <a:pt x="108" y="1168"/>
                  </a:cubicBezTo>
                  <a:cubicBezTo>
                    <a:pt x="1" y="1727"/>
                    <a:pt x="108" y="2227"/>
                    <a:pt x="418" y="2620"/>
                  </a:cubicBezTo>
                  <a:cubicBezTo>
                    <a:pt x="799" y="3097"/>
                    <a:pt x="1489" y="3394"/>
                    <a:pt x="2358" y="3454"/>
                  </a:cubicBezTo>
                  <a:cubicBezTo>
                    <a:pt x="2358" y="6145"/>
                    <a:pt x="2287" y="8907"/>
                    <a:pt x="2227" y="11574"/>
                  </a:cubicBezTo>
                  <a:cubicBezTo>
                    <a:pt x="2168" y="14312"/>
                    <a:pt x="2108" y="17134"/>
                    <a:pt x="2108" y="19896"/>
                  </a:cubicBezTo>
                  <a:cubicBezTo>
                    <a:pt x="2108" y="21468"/>
                    <a:pt x="2120" y="23051"/>
                    <a:pt x="2156" y="24599"/>
                  </a:cubicBezTo>
                  <a:cubicBezTo>
                    <a:pt x="2192" y="26230"/>
                    <a:pt x="2251" y="27885"/>
                    <a:pt x="2334" y="29540"/>
                  </a:cubicBezTo>
                  <a:lnTo>
                    <a:pt x="2358" y="30124"/>
                  </a:lnTo>
                  <a:cubicBezTo>
                    <a:pt x="2453" y="32314"/>
                    <a:pt x="2561" y="34791"/>
                    <a:pt x="4299" y="36410"/>
                  </a:cubicBezTo>
                  <a:cubicBezTo>
                    <a:pt x="5001" y="37077"/>
                    <a:pt x="5906" y="37494"/>
                    <a:pt x="7037" y="37708"/>
                  </a:cubicBezTo>
                  <a:cubicBezTo>
                    <a:pt x="8014" y="37887"/>
                    <a:pt x="13967" y="37982"/>
                    <a:pt x="19075" y="37982"/>
                  </a:cubicBezTo>
                  <a:cubicBezTo>
                    <a:pt x="22682" y="37982"/>
                    <a:pt x="25183" y="37934"/>
                    <a:pt x="25754" y="37863"/>
                  </a:cubicBezTo>
                  <a:cubicBezTo>
                    <a:pt x="26873" y="37708"/>
                    <a:pt x="27802" y="37375"/>
                    <a:pt x="28600" y="36851"/>
                  </a:cubicBezTo>
                  <a:cubicBezTo>
                    <a:pt x="30302" y="35743"/>
                    <a:pt x="30707" y="33267"/>
                    <a:pt x="30945" y="31791"/>
                  </a:cubicBezTo>
                  <a:cubicBezTo>
                    <a:pt x="31481" y="28481"/>
                    <a:pt x="31374" y="16420"/>
                    <a:pt x="31302" y="8442"/>
                  </a:cubicBezTo>
                  <a:cubicBezTo>
                    <a:pt x="31279" y="6383"/>
                    <a:pt x="31267" y="4644"/>
                    <a:pt x="31267" y="3466"/>
                  </a:cubicBezTo>
                  <a:cubicBezTo>
                    <a:pt x="32064" y="3406"/>
                    <a:pt x="32362" y="3299"/>
                    <a:pt x="32517" y="3216"/>
                  </a:cubicBezTo>
                  <a:cubicBezTo>
                    <a:pt x="33112" y="2894"/>
                    <a:pt x="33541" y="2406"/>
                    <a:pt x="33684" y="1858"/>
                  </a:cubicBezTo>
                  <a:cubicBezTo>
                    <a:pt x="33815" y="1382"/>
                    <a:pt x="33767" y="1001"/>
                    <a:pt x="33541" y="703"/>
                  </a:cubicBezTo>
                  <a:cubicBezTo>
                    <a:pt x="33243" y="311"/>
                    <a:pt x="32660" y="120"/>
                    <a:pt x="31814" y="120"/>
                  </a:cubicBezTo>
                  <a:lnTo>
                    <a:pt x="31386" y="120"/>
                  </a:lnTo>
                  <a:cubicBezTo>
                    <a:pt x="30195" y="120"/>
                    <a:pt x="26647" y="96"/>
                    <a:pt x="22527" y="84"/>
                  </a:cubicBezTo>
                  <a:cubicBezTo>
                    <a:pt x="16860" y="61"/>
                    <a:pt x="10133" y="37"/>
                    <a:pt x="6990" y="37"/>
                  </a:cubicBezTo>
                  <a:cubicBezTo>
                    <a:pt x="6740" y="37"/>
                    <a:pt x="6418" y="37"/>
                    <a:pt x="6061" y="25"/>
                  </a:cubicBezTo>
                  <a:cubicBezTo>
                    <a:pt x="5609" y="13"/>
                    <a:pt x="5085" y="1"/>
                    <a:pt x="45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8"/>
            <p:cNvSpPr/>
            <p:nvPr/>
          </p:nvSpPr>
          <p:spPr>
            <a:xfrm>
              <a:off x="4378225" y="4043525"/>
              <a:ext cx="651575" cy="520275"/>
            </a:xfrm>
            <a:custGeom>
              <a:rect b="b" l="l" r="r" t="t"/>
              <a:pathLst>
                <a:path extrusionOk="0" h="20811" w="26063">
                  <a:moveTo>
                    <a:pt x="8548" y="451"/>
                  </a:moveTo>
                  <a:cubicBezTo>
                    <a:pt x="8774" y="451"/>
                    <a:pt x="9003" y="463"/>
                    <a:pt x="9239" y="487"/>
                  </a:cubicBezTo>
                  <a:cubicBezTo>
                    <a:pt x="9775" y="535"/>
                    <a:pt x="10311" y="678"/>
                    <a:pt x="10823" y="808"/>
                  </a:cubicBezTo>
                  <a:cubicBezTo>
                    <a:pt x="11335" y="939"/>
                    <a:pt x="11859" y="1070"/>
                    <a:pt x="12394" y="1130"/>
                  </a:cubicBezTo>
                  <a:cubicBezTo>
                    <a:pt x="12814" y="1179"/>
                    <a:pt x="13208" y="1203"/>
                    <a:pt x="13596" y="1203"/>
                  </a:cubicBezTo>
                  <a:cubicBezTo>
                    <a:pt x="14253" y="1203"/>
                    <a:pt x="14895" y="1134"/>
                    <a:pt x="15621" y="999"/>
                  </a:cubicBezTo>
                  <a:cubicBezTo>
                    <a:pt x="16216" y="880"/>
                    <a:pt x="16835" y="832"/>
                    <a:pt x="17574" y="832"/>
                  </a:cubicBezTo>
                  <a:cubicBezTo>
                    <a:pt x="18205" y="832"/>
                    <a:pt x="18836" y="868"/>
                    <a:pt x="19455" y="904"/>
                  </a:cubicBezTo>
                  <a:cubicBezTo>
                    <a:pt x="20086" y="942"/>
                    <a:pt x="20746" y="970"/>
                    <a:pt x="21401" y="970"/>
                  </a:cubicBezTo>
                  <a:cubicBezTo>
                    <a:pt x="21772" y="970"/>
                    <a:pt x="22141" y="961"/>
                    <a:pt x="22503" y="939"/>
                  </a:cubicBezTo>
                  <a:cubicBezTo>
                    <a:pt x="22840" y="914"/>
                    <a:pt x="23182" y="889"/>
                    <a:pt x="23527" y="889"/>
                  </a:cubicBezTo>
                  <a:cubicBezTo>
                    <a:pt x="23669" y="889"/>
                    <a:pt x="23812" y="893"/>
                    <a:pt x="23955" y="904"/>
                  </a:cubicBezTo>
                  <a:cubicBezTo>
                    <a:pt x="24051" y="904"/>
                    <a:pt x="24134" y="904"/>
                    <a:pt x="24217" y="916"/>
                  </a:cubicBezTo>
                  <a:cubicBezTo>
                    <a:pt x="24836" y="939"/>
                    <a:pt x="25003" y="939"/>
                    <a:pt x="25075" y="1487"/>
                  </a:cubicBezTo>
                  <a:cubicBezTo>
                    <a:pt x="25146" y="2082"/>
                    <a:pt x="25122" y="2737"/>
                    <a:pt x="25098" y="3380"/>
                  </a:cubicBezTo>
                  <a:cubicBezTo>
                    <a:pt x="25087" y="3702"/>
                    <a:pt x="25063" y="4023"/>
                    <a:pt x="25063" y="4333"/>
                  </a:cubicBezTo>
                  <a:lnTo>
                    <a:pt x="25063" y="5261"/>
                  </a:lnTo>
                  <a:cubicBezTo>
                    <a:pt x="25063" y="7012"/>
                    <a:pt x="25075" y="8750"/>
                    <a:pt x="25063" y="10500"/>
                  </a:cubicBezTo>
                  <a:cubicBezTo>
                    <a:pt x="25063" y="11000"/>
                    <a:pt x="25110" y="11631"/>
                    <a:pt x="25158" y="12369"/>
                  </a:cubicBezTo>
                  <a:cubicBezTo>
                    <a:pt x="25348" y="14810"/>
                    <a:pt x="25598" y="18132"/>
                    <a:pt x="24229" y="19608"/>
                  </a:cubicBezTo>
                  <a:cubicBezTo>
                    <a:pt x="23753" y="20120"/>
                    <a:pt x="23134" y="20359"/>
                    <a:pt x="22336" y="20359"/>
                  </a:cubicBezTo>
                  <a:lnTo>
                    <a:pt x="3524" y="20359"/>
                  </a:lnTo>
                  <a:cubicBezTo>
                    <a:pt x="774" y="20359"/>
                    <a:pt x="512" y="16965"/>
                    <a:pt x="500" y="15917"/>
                  </a:cubicBezTo>
                  <a:cubicBezTo>
                    <a:pt x="452" y="11250"/>
                    <a:pt x="822" y="1690"/>
                    <a:pt x="941" y="1213"/>
                  </a:cubicBezTo>
                  <a:cubicBezTo>
                    <a:pt x="953" y="1178"/>
                    <a:pt x="964" y="1142"/>
                    <a:pt x="988" y="1118"/>
                  </a:cubicBezTo>
                  <a:cubicBezTo>
                    <a:pt x="1143" y="904"/>
                    <a:pt x="1488" y="797"/>
                    <a:pt x="1988" y="797"/>
                  </a:cubicBezTo>
                  <a:cubicBezTo>
                    <a:pt x="2322" y="797"/>
                    <a:pt x="2643" y="844"/>
                    <a:pt x="2917" y="880"/>
                  </a:cubicBezTo>
                  <a:lnTo>
                    <a:pt x="3060" y="892"/>
                  </a:lnTo>
                  <a:cubicBezTo>
                    <a:pt x="3274" y="928"/>
                    <a:pt x="3489" y="951"/>
                    <a:pt x="3703" y="987"/>
                  </a:cubicBezTo>
                  <a:cubicBezTo>
                    <a:pt x="4132" y="1059"/>
                    <a:pt x="4536" y="1118"/>
                    <a:pt x="4965" y="1118"/>
                  </a:cubicBezTo>
                  <a:cubicBezTo>
                    <a:pt x="5405" y="1118"/>
                    <a:pt x="5798" y="1059"/>
                    <a:pt x="6191" y="904"/>
                  </a:cubicBezTo>
                  <a:cubicBezTo>
                    <a:pt x="7015" y="598"/>
                    <a:pt x="7760" y="451"/>
                    <a:pt x="8548" y="451"/>
                  </a:cubicBezTo>
                  <a:close/>
                  <a:moveTo>
                    <a:pt x="8578" y="0"/>
                  </a:moveTo>
                  <a:cubicBezTo>
                    <a:pt x="7730" y="0"/>
                    <a:pt x="6928" y="159"/>
                    <a:pt x="6037" y="487"/>
                  </a:cubicBezTo>
                  <a:cubicBezTo>
                    <a:pt x="5691" y="612"/>
                    <a:pt x="5331" y="660"/>
                    <a:pt x="4955" y="660"/>
                  </a:cubicBezTo>
                  <a:cubicBezTo>
                    <a:pt x="4578" y="660"/>
                    <a:pt x="4185" y="612"/>
                    <a:pt x="3774" y="547"/>
                  </a:cubicBezTo>
                  <a:cubicBezTo>
                    <a:pt x="3560" y="511"/>
                    <a:pt x="3334" y="475"/>
                    <a:pt x="3108" y="451"/>
                  </a:cubicBezTo>
                  <a:lnTo>
                    <a:pt x="2965" y="427"/>
                  </a:lnTo>
                  <a:cubicBezTo>
                    <a:pt x="2691" y="392"/>
                    <a:pt x="2346" y="344"/>
                    <a:pt x="1988" y="344"/>
                  </a:cubicBezTo>
                  <a:cubicBezTo>
                    <a:pt x="1322" y="344"/>
                    <a:pt x="881" y="511"/>
                    <a:pt x="631" y="844"/>
                  </a:cubicBezTo>
                  <a:cubicBezTo>
                    <a:pt x="583" y="916"/>
                    <a:pt x="536" y="987"/>
                    <a:pt x="512" y="1070"/>
                  </a:cubicBezTo>
                  <a:cubicBezTo>
                    <a:pt x="345" y="1570"/>
                    <a:pt x="0" y="11691"/>
                    <a:pt x="60" y="15929"/>
                  </a:cubicBezTo>
                  <a:cubicBezTo>
                    <a:pt x="71" y="17072"/>
                    <a:pt x="357" y="20811"/>
                    <a:pt x="3524" y="20811"/>
                  </a:cubicBezTo>
                  <a:lnTo>
                    <a:pt x="22336" y="20811"/>
                  </a:lnTo>
                  <a:cubicBezTo>
                    <a:pt x="23253" y="20811"/>
                    <a:pt x="24003" y="20513"/>
                    <a:pt x="24563" y="19918"/>
                  </a:cubicBezTo>
                  <a:cubicBezTo>
                    <a:pt x="26063" y="18299"/>
                    <a:pt x="25801" y="14858"/>
                    <a:pt x="25610" y="12334"/>
                  </a:cubicBezTo>
                  <a:cubicBezTo>
                    <a:pt x="25551" y="11607"/>
                    <a:pt x="25503" y="10976"/>
                    <a:pt x="25515" y="10500"/>
                  </a:cubicBezTo>
                  <a:cubicBezTo>
                    <a:pt x="25515" y="8750"/>
                    <a:pt x="25515" y="7012"/>
                    <a:pt x="25515" y="5261"/>
                  </a:cubicBezTo>
                  <a:lnTo>
                    <a:pt x="25515" y="4333"/>
                  </a:lnTo>
                  <a:cubicBezTo>
                    <a:pt x="25515" y="4023"/>
                    <a:pt x="25527" y="3714"/>
                    <a:pt x="25539" y="3392"/>
                  </a:cubicBezTo>
                  <a:cubicBezTo>
                    <a:pt x="25575" y="2737"/>
                    <a:pt x="25598" y="2059"/>
                    <a:pt x="25515" y="1428"/>
                  </a:cubicBezTo>
                  <a:cubicBezTo>
                    <a:pt x="25396" y="511"/>
                    <a:pt x="24860" y="487"/>
                    <a:pt x="24241" y="463"/>
                  </a:cubicBezTo>
                  <a:cubicBezTo>
                    <a:pt x="24158" y="463"/>
                    <a:pt x="24074" y="451"/>
                    <a:pt x="23979" y="451"/>
                  </a:cubicBezTo>
                  <a:cubicBezTo>
                    <a:pt x="23836" y="445"/>
                    <a:pt x="23693" y="442"/>
                    <a:pt x="23551" y="442"/>
                  </a:cubicBezTo>
                  <a:cubicBezTo>
                    <a:pt x="23183" y="442"/>
                    <a:pt x="22819" y="461"/>
                    <a:pt x="22467" y="487"/>
                  </a:cubicBezTo>
                  <a:cubicBezTo>
                    <a:pt x="22108" y="513"/>
                    <a:pt x="21741" y="523"/>
                    <a:pt x="21372" y="523"/>
                  </a:cubicBezTo>
                  <a:cubicBezTo>
                    <a:pt x="20737" y="523"/>
                    <a:pt x="20096" y="493"/>
                    <a:pt x="19479" y="463"/>
                  </a:cubicBezTo>
                  <a:cubicBezTo>
                    <a:pt x="18860" y="416"/>
                    <a:pt x="18217" y="380"/>
                    <a:pt x="17574" y="380"/>
                  </a:cubicBezTo>
                  <a:cubicBezTo>
                    <a:pt x="16800" y="380"/>
                    <a:pt x="16157" y="439"/>
                    <a:pt x="15526" y="558"/>
                  </a:cubicBezTo>
                  <a:cubicBezTo>
                    <a:pt x="14855" y="690"/>
                    <a:pt x="14260" y="754"/>
                    <a:pt x="13648" y="754"/>
                  </a:cubicBezTo>
                  <a:cubicBezTo>
                    <a:pt x="13261" y="754"/>
                    <a:pt x="12867" y="728"/>
                    <a:pt x="12442" y="678"/>
                  </a:cubicBezTo>
                  <a:cubicBezTo>
                    <a:pt x="11942" y="630"/>
                    <a:pt x="11430" y="499"/>
                    <a:pt x="10942" y="368"/>
                  </a:cubicBezTo>
                  <a:cubicBezTo>
                    <a:pt x="10406" y="237"/>
                    <a:pt x="9847" y="94"/>
                    <a:pt x="9275" y="35"/>
                  </a:cubicBezTo>
                  <a:cubicBezTo>
                    <a:pt x="9038" y="12"/>
                    <a:pt x="8806" y="0"/>
                    <a:pt x="85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8"/>
            <p:cNvSpPr/>
            <p:nvPr/>
          </p:nvSpPr>
          <p:spPr>
            <a:xfrm>
              <a:off x="4820825" y="4422400"/>
              <a:ext cx="88725" cy="78300"/>
            </a:xfrm>
            <a:custGeom>
              <a:rect b="b" l="l" r="r" t="t"/>
              <a:pathLst>
                <a:path extrusionOk="0" h="3132" w="3549">
                  <a:moveTo>
                    <a:pt x="1679" y="453"/>
                  </a:moveTo>
                  <a:cubicBezTo>
                    <a:pt x="2310" y="453"/>
                    <a:pt x="2941" y="953"/>
                    <a:pt x="3049" y="1524"/>
                  </a:cubicBezTo>
                  <a:cubicBezTo>
                    <a:pt x="3108" y="1905"/>
                    <a:pt x="2930" y="2239"/>
                    <a:pt x="2513" y="2501"/>
                  </a:cubicBezTo>
                  <a:cubicBezTo>
                    <a:pt x="2310" y="2620"/>
                    <a:pt x="2108" y="2679"/>
                    <a:pt x="1882" y="2679"/>
                  </a:cubicBezTo>
                  <a:cubicBezTo>
                    <a:pt x="1358" y="2679"/>
                    <a:pt x="822" y="2322"/>
                    <a:pt x="632" y="1834"/>
                  </a:cubicBezTo>
                  <a:cubicBezTo>
                    <a:pt x="548" y="1608"/>
                    <a:pt x="465" y="1167"/>
                    <a:pt x="917" y="762"/>
                  </a:cubicBezTo>
                  <a:cubicBezTo>
                    <a:pt x="1144" y="560"/>
                    <a:pt x="1394" y="453"/>
                    <a:pt x="1679" y="453"/>
                  </a:cubicBezTo>
                  <a:close/>
                  <a:moveTo>
                    <a:pt x="1679" y="0"/>
                  </a:moveTo>
                  <a:cubicBezTo>
                    <a:pt x="1287" y="0"/>
                    <a:pt x="917" y="155"/>
                    <a:pt x="608" y="429"/>
                  </a:cubicBezTo>
                  <a:cubicBezTo>
                    <a:pt x="144" y="858"/>
                    <a:pt x="1" y="1429"/>
                    <a:pt x="215" y="1989"/>
                  </a:cubicBezTo>
                  <a:cubicBezTo>
                    <a:pt x="477" y="2656"/>
                    <a:pt x="1179" y="3132"/>
                    <a:pt x="1882" y="3132"/>
                  </a:cubicBezTo>
                  <a:cubicBezTo>
                    <a:pt x="2191" y="3132"/>
                    <a:pt x="2477" y="3048"/>
                    <a:pt x="2751" y="2882"/>
                  </a:cubicBezTo>
                  <a:cubicBezTo>
                    <a:pt x="3525" y="2394"/>
                    <a:pt x="3549" y="1775"/>
                    <a:pt x="3489" y="1441"/>
                  </a:cubicBezTo>
                  <a:cubicBezTo>
                    <a:pt x="3346" y="667"/>
                    <a:pt x="2525" y="0"/>
                    <a:pt x="16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8"/>
            <p:cNvSpPr/>
            <p:nvPr/>
          </p:nvSpPr>
          <p:spPr>
            <a:xfrm>
              <a:off x="4462150" y="4358275"/>
              <a:ext cx="47350" cy="42125"/>
            </a:xfrm>
            <a:custGeom>
              <a:rect b="b" l="l" r="r" t="t"/>
              <a:pathLst>
                <a:path extrusionOk="0" h="1685" w="1894">
                  <a:moveTo>
                    <a:pt x="1001" y="446"/>
                  </a:moveTo>
                  <a:cubicBezTo>
                    <a:pt x="1096" y="446"/>
                    <a:pt x="1191" y="470"/>
                    <a:pt x="1263" y="506"/>
                  </a:cubicBezTo>
                  <a:cubicBezTo>
                    <a:pt x="1370" y="577"/>
                    <a:pt x="1429" y="696"/>
                    <a:pt x="1441" y="863"/>
                  </a:cubicBezTo>
                  <a:cubicBezTo>
                    <a:pt x="1441" y="970"/>
                    <a:pt x="1417" y="1053"/>
                    <a:pt x="1358" y="1113"/>
                  </a:cubicBezTo>
                  <a:cubicBezTo>
                    <a:pt x="1282" y="1189"/>
                    <a:pt x="1141" y="1228"/>
                    <a:pt x="994" y="1228"/>
                  </a:cubicBezTo>
                  <a:cubicBezTo>
                    <a:pt x="750" y="1228"/>
                    <a:pt x="487" y="1121"/>
                    <a:pt x="465" y="899"/>
                  </a:cubicBezTo>
                  <a:cubicBezTo>
                    <a:pt x="465" y="791"/>
                    <a:pt x="489" y="696"/>
                    <a:pt x="560" y="625"/>
                  </a:cubicBezTo>
                  <a:cubicBezTo>
                    <a:pt x="655" y="518"/>
                    <a:pt x="822" y="446"/>
                    <a:pt x="1001" y="446"/>
                  </a:cubicBezTo>
                  <a:close/>
                  <a:moveTo>
                    <a:pt x="1004" y="1"/>
                  </a:moveTo>
                  <a:cubicBezTo>
                    <a:pt x="713" y="1"/>
                    <a:pt x="414" y="113"/>
                    <a:pt x="227" y="315"/>
                  </a:cubicBezTo>
                  <a:cubicBezTo>
                    <a:pt x="72" y="494"/>
                    <a:pt x="1" y="696"/>
                    <a:pt x="24" y="934"/>
                  </a:cubicBezTo>
                  <a:cubicBezTo>
                    <a:pt x="72" y="1422"/>
                    <a:pt x="548" y="1684"/>
                    <a:pt x="989" y="1684"/>
                  </a:cubicBezTo>
                  <a:cubicBezTo>
                    <a:pt x="1263" y="1684"/>
                    <a:pt x="1513" y="1589"/>
                    <a:pt x="1679" y="1422"/>
                  </a:cubicBezTo>
                  <a:cubicBezTo>
                    <a:pt x="1822" y="1280"/>
                    <a:pt x="1894" y="1077"/>
                    <a:pt x="1894" y="851"/>
                  </a:cubicBezTo>
                  <a:cubicBezTo>
                    <a:pt x="1882" y="530"/>
                    <a:pt x="1739" y="268"/>
                    <a:pt x="1489" y="125"/>
                  </a:cubicBezTo>
                  <a:cubicBezTo>
                    <a:pt x="1347" y="40"/>
                    <a:pt x="1177" y="1"/>
                    <a:pt x="10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8"/>
            <p:cNvSpPr/>
            <p:nvPr/>
          </p:nvSpPr>
          <p:spPr>
            <a:xfrm>
              <a:off x="4432100" y="4237550"/>
              <a:ext cx="71750" cy="65225"/>
            </a:xfrm>
            <a:custGeom>
              <a:rect b="b" l="l" r="r" t="t"/>
              <a:pathLst>
                <a:path extrusionOk="0" h="2609" w="2870">
                  <a:moveTo>
                    <a:pt x="1548" y="453"/>
                  </a:moveTo>
                  <a:cubicBezTo>
                    <a:pt x="1869" y="501"/>
                    <a:pt x="2119" y="667"/>
                    <a:pt x="2262" y="941"/>
                  </a:cubicBezTo>
                  <a:cubicBezTo>
                    <a:pt x="2381" y="1144"/>
                    <a:pt x="2405" y="1382"/>
                    <a:pt x="2334" y="1596"/>
                  </a:cubicBezTo>
                  <a:cubicBezTo>
                    <a:pt x="2250" y="1810"/>
                    <a:pt x="2084" y="1977"/>
                    <a:pt x="1834" y="2084"/>
                  </a:cubicBezTo>
                  <a:cubicBezTo>
                    <a:pt x="1715" y="2132"/>
                    <a:pt x="1584" y="2168"/>
                    <a:pt x="1453" y="2168"/>
                  </a:cubicBezTo>
                  <a:cubicBezTo>
                    <a:pt x="1048" y="2156"/>
                    <a:pt x="679" y="1918"/>
                    <a:pt x="560" y="1560"/>
                  </a:cubicBezTo>
                  <a:cubicBezTo>
                    <a:pt x="476" y="1322"/>
                    <a:pt x="512" y="1084"/>
                    <a:pt x="655" y="870"/>
                  </a:cubicBezTo>
                  <a:cubicBezTo>
                    <a:pt x="834" y="608"/>
                    <a:pt x="1143" y="453"/>
                    <a:pt x="1441" y="453"/>
                  </a:cubicBezTo>
                  <a:close/>
                  <a:moveTo>
                    <a:pt x="1432" y="0"/>
                  </a:moveTo>
                  <a:cubicBezTo>
                    <a:pt x="981" y="0"/>
                    <a:pt x="549" y="239"/>
                    <a:pt x="286" y="608"/>
                  </a:cubicBezTo>
                  <a:cubicBezTo>
                    <a:pt x="60" y="941"/>
                    <a:pt x="0" y="1346"/>
                    <a:pt x="131" y="1715"/>
                  </a:cubicBezTo>
                  <a:cubicBezTo>
                    <a:pt x="322" y="2251"/>
                    <a:pt x="857" y="2608"/>
                    <a:pt x="1453" y="2608"/>
                  </a:cubicBezTo>
                  <a:cubicBezTo>
                    <a:pt x="1643" y="2608"/>
                    <a:pt x="1834" y="2572"/>
                    <a:pt x="2012" y="2501"/>
                  </a:cubicBezTo>
                  <a:cubicBezTo>
                    <a:pt x="2477" y="2299"/>
                    <a:pt x="2667" y="1977"/>
                    <a:pt x="2750" y="1739"/>
                  </a:cubicBezTo>
                  <a:cubicBezTo>
                    <a:pt x="2869" y="1418"/>
                    <a:pt x="2834" y="1048"/>
                    <a:pt x="2667" y="727"/>
                  </a:cubicBezTo>
                  <a:cubicBezTo>
                    <a:pt x="2453" y="334"/>
                    <a:pt x="2072" y="72"/>
                    <a:pt x="1607" y="13"/>
                  </a:cubicBezTo>
                  <a:cubicBezTo>
                    <a:pt x="1549" y="4"/>
                    <a:pt x="1490" y="0"/>
                    <a:pt x="14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8"/>
            <p:cNvSpPr/>
            <p:nvPr/>
          </p:nvSpPr>
          <p:spPr>
            <a:xfrm>
              <a:off x="4620800" y="4107900"/>
              <a:ext cx="56875" cy="53475"/>
            </a:xfrm>
            <a:custGeom>
              <a:rect b="b" l="l" r="r" t="t"/>
              <a:pathLst>
                <a:path extrusionOk="0" h="2139" w="2275">
                  <a:moveTo>
                    <a:pt x="1025" y="448"/>
                  </a:moveTo>
                  <a:cubicBezTo>
                    <a:pt x="1215" y="448"/>
                    <a:pt x="1441" y="603"/>
                    <a:pt x="1584" y="817"/>
                  </a:cubicBezTo>
                  <a:cubicBezTo>
                    <a:pt x="1632" y="889"/>
                    <a:pt x="1870" y="1281"/>
                    <a:pt x="1560" y="1520"/>
                  </a:cubicBezTo>
                  <a:cubicBezTo>
                    <a:pt x="1417" y="1639"/>
                    <a:pt x="1275" y="1698"/>
                    <a:pt x="1144" y="1698"/>
                  </a:cubicBezTo>
                  <a:cubicBezTo>
                    <a:pt x="846" y="1698"/>
                    <a:pt x="620" y="1436"/>
                    <a:pt x="560" y="1174"/>
                  </a:cubicBezTo>
                  <a:cubicBezTo>
                    <a:pt x="525" y="1043"/>
                    <a:pt x="477" y="698"/>
                    <a:pt x="858" y="496"/>
                  </a:cubicBezTo>
                  <a:cubicBezTo>
                    <a:pt x="906" y="460"/>
                    <a:pt x="965" y="448"/>
                    <a:pt x="1025" y="448"/>
                  </a:cubicBezTo>
                  <a:close/>
                  <a:moveTo>
                    <a:pt x="1010" y="1"/>
                  </a:moveTo>
                  <a:cubicBezTo>
                    <a:pt x="881" y="1"/>
                    <a:pt x="756" y="30"/>
                    <a:pt x="644" y="91"/>
                  </a:cubicBezTo>
                  <a:cubicBezTo>
                    <a:pt x="191" y="341"/>
                    <a:pt x="1" y="793"/>
                    <a:pt x="120" y="1293"/>
                  </a:cubicBezTo>
                  <a:cubicBezTo>
                    <a:pt x="251" y="1793"/>
                    <a:pt x="667" y="2139"/>
                    <a:pt x="1144" y="2139"/>
                  </a:cubicBezTo>
                  <a:cubicBezTo>
                    <a:pt x="1382" y="2139"/>
                    <a:pt x="1620" y="2055"/>
                    <a:pt x="1834" y="1877"/>
                  </a:cubicBezTo>
                  <a:cubicBezTo>
                    <a:pt x="2227" y="1567"/>
                    <a:pt x="2275" y="1043"/>
                    <a:pt x="1965" y="567"/>
                  </a:cubicBezTo>
                  <a:cubicBezTo>
                    <a:pt x="1731" y="211"/>
                    <a:pt x="1357" y="1"/>
                    <a:pt x="101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8"/>
            <p:cNvSpPr/>
            <p:nvPr/>
          </p:nvSpPr>
          <p:spPr>
            <a:xfrm>
              <a:off x="4826775" y="4143725"/>
              <a:ext cx="55100" cy="51300"/>
            </a:xfrm>
            <a:custGeom>
              <a:rect b="b" l="l" r="r" t="t"/>
              <a:pathLst>
                <a:path extrusionOk="0" h="2052" w="2204">
                  <a:moveTo>
                    <a:pt x="1049" y="444"/>
                  </a:moveTo>
                  <a:cubicBezTo>
                    <a:pt x="1120" y="444"/>
                    <a:pt x="1191" y="456"/>
                    <a:pt x="1251" y="480"/>
                  </a:cubicBezTo>
                  <a:cubicBezTo>
                    <a:pt x="1453" y="539"/>
                    <a:pt x="1584" y="634"/>
                    <a:pt x="1656" y="753"/>
                  </a:cubicBezTo>
                  <a:cubicBezTo>
                    <a:pt x="1727" y="908"/>
                    <a:pt x="1703" y="1099"/>
                    <a:pt x="1596" y="1277"/>
                  </a:cubicBezTo>
                  <a:cubicBezTo>
                    <a:pt x="1475" y="1472"/>
                    <a:pt x="1293" y="1584"/>
                    <a:pt x="1106" y="1584"/>
                  </a:cubicBezTo>
                  <a:cubicBezTo>
                    <a:pt x="963" y="1584"/>
                    <a:pt x="816" y="1518"/>
                    <a:pt x="691" y="1372"/>
                  </a:cubicBezTo>
                  <a:cubicBezTo>
                    <a:pt x="537" y="1170"/>
                    <a:pt x="489" y="932"/>
                    <a:pt x="584" y="741"/>
                  </a:cubicBezTo>
                  <a:cubicBezTo>
                    <a:pt x="668" y="551"/>
                    <a:pt x="846" y="444"/>
                    <a:pt x="1049" y="444"/>
                  </a:cubicBezTo>
                  <a:close/>
                  <a:moveTo>
                    <a:pt x="1061" y="1"/>
                  </a:moveTo>
                  <a:cubicBezTo>
                    <a:pt x="676" y="1"/>
                    <a:pt x="337" y="205"/>
                    <a:pt x="179" y="539"/>
                  </a:cubicBezTo>
                  <a:cubicBezTo>
                    <a:pt x="1" y="908"/>
                    <a:pt x="72" y="1325"/>
                    <a:pt x="346" y="1658"/>
                  </a:cubicBezTo>
                  <a:cubicBezTo>
                    <a:pt x="620" y="1980"/>
                    <a:pt x="906" y="2051"/>
                    <a:pt x="1096" y="2051"/>
                  </a:cubicBezTo>
                  <a:cubicBezTo>
                    <a:pt x="1441" y="2051"/>
                    <a:pt x="1775" y="1837"/>
                    <a:pt x="1977" y="1503"/>
                  </a:cubicBezTo>
                  <a:cubicBezTo>
                    <a:pt x="2168" y="1194"/>
                    <a:pt x="2203" y="837"/>
                    <a:pt x="2049" y="551"/>
                  </a:cubicBezTo>
                  <a:cubicBezTo>
                    <a:pt x="1965" y="384"/>
                    <a:pt x="1787" y="170"/>
                    <a:pt x="1394" y="51"/>
                  </a:cubicBezTo>
                  <a:cubicBezTo>
                    <a:pt x="1281" y="17"/>
                    <a:pt x="1169" y="1"/>
                    <a:pt x="106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8"/>
            <p:cNvSpPr/>
            <p:nvPr/>
          </p:nvSpPr>
          <p:spPr>
            <a:xfrm>
              <a:off x="4894950" y="4353400"/>
              <a:ext cx="57175" cy="52050"/>
            </a:xfrm>
            <a:custGeom>
              <a:rect b="b" l="l" r="r" t="t"/>
              <a:pathLst>
                <a:path extrusionOk="0" h="2082" w="2287">
                  <a:moveTo>
                    <a:pt x="1108" y="439"/>
                  </a:moveTo>
                  <a:cubicBezTo>
                    <a:pt x="1215" y="439"/>
                    <a:pt x="1322" y="463"/>
                    <a:pt x="1429" y="510"/>
                  </a:cubicBezTo>
                  <a:cubicBezTo>
                    <a:pt x="1786" y="665"/>
                    <a:pt x="1786" y="939"/>
                    <a:pt x="1751" y="1094"/>
                  </a:cubicBezTo>
                  <a:cubicBezTo>
                    <a:pt x="1691" y="1356"/>
                    <a:pt x="1453" y="1629"/>
                    <a:pt x="1167" y="1629"/>
                  </a:cubicBezTo>
                  <a:cubicBezTo>
                    <a:pt x="1060" y="1629"/>
                    <a:pt x="953" y="1594"/>
                    <a:pt x="846" y="1522"/>
                  </a:cubicBezTo>
                  <a:cubicBezTo>
                    <a:pt x="596" y="1344"/>
                    <a:pt x="488" y="1082"/>
                    <a:pt x="572" y="832"/>
                  </a:cubicBezTo>
                  <a:cubicBezTo>
                    <a:pt x="643" y="594"/>
                    <a:pt x="858" y="439"/>
                    <a:pt x="1108" y="439"/>
                  </a:cubicBezTo>
                  <a:close/>
                  <a:moveTo>
                    <a:pt x="1127" y="0"/>
                  </a:moveTo>
                  <a:cubicBezTo>
                    <a:pt x="673" y="0"/>
                    <a:pt x="275" y="267"/>
                    <a:pt x="143" y="689"/>
                  </a:cubicBezTo>
                  <a:cubicBezTo>
                    <a:pt x="0" y="1141"/>
                    <a:pt x="167" y="1594"/>
                    <a:pt x="596" y="1891"/>
                  </a:cubicBezTo>
                  <a:cubicBezTo>
                    <a:pt x="774" y="2022"/>
                    <a:pt x="965" y="2082"/>
                    <a:pt x="1167" y="2082"/>
                  </a:cubicBezTo>
                  <a:cubicBezTo>
                    <a:pt x="1643" y="2082"/>
                    <a:pt x="2084" y="1701"/>
                    <a:pt x="2191" y="1189"/>
                  </a:cubicBezTo>
                  <a:cubicBezTo>
                    <a:pt x="2286" y="725"/>
                    <a:pt x="2072" y="308"/>
                    <a:pt x="1620" y="105"/>
                  </a:cubicBezTo>
                  <a:cubicBezTo>
                    <a:pt x="1455" y="34"/>
                    <a:pt x="1287" y="0"/>
                    <a:pt x="11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8"/>
            <p:cNvSpPr/>
            <p:nvPr/>
          </p:nvSpPr>
          <p:spPr>
            <a:xfrm>
              <a:off x="4489250" y="4390250"/>
              <a:ext cx="108650" cy="100050"/>
            </a:xfrm>
            <a:custGeom>
              <a:rect b="b" l="l" r="r" t="t"/>
              <a:pathLst>
                <a:path extrusionOk="0" h="4002" w="4346">
                  <a:moveTo>
                    <a:pt x="2167" y="453"/>
                  </a:moveTo>
                  <a:cubicBezTo>
                    <a:pt x="2953" y="453"/>
                    <a:pt x="3893" y="1132"/>
                    <a:pt x="3893" y="1977"/>
                  </a:cubicBezTo>
                  <a:cubicBezTo>
                    <a:pt x="3893" y="3132"/>
                    <a:pt x="3143" y="3549"/>
                    <a:pt x="2500" y="3549"/>
                  </a:cubicBezTo>
                  <a:cubicBezTo>
                    <a:pt x="1953" y="3549"/>
                    <a:pt x="1226" y="3251"/>
                    <a:pt x="822" y="2429"/>
                  </a:cubicBezTo>
                  <a:cubicBezTo>
                    <a:pt x="512" y="1787"/>
                    <a:pt x="929" y="1036"/>
                    <a:pt x="1465" y="667"/>
                  </a:cubicBezTo>
                  <a:cubicBezTo>
                    <a:pt x="1667" y="524"/>
                    <a:pt x="1905" y="453"/>
                    <a:pt x="2167" y="453"/>
                  </a:cubicBezTo>
                  <a:close/>
                  <a:moveTo>
                    <a:pt x="2167" y="1"/>
                  </a:moveTo>
                  <a:cubicBezTo>
                    <a:pt x="1810" y="1"/>
                    <a:pt x="1488" y="108"/>
                    <a:pt x="1215" y="286"/>
                  </a:cubicBezTo>
                  <a:cubicBezTo>
                    <a:pt x="500" y="786"/>
                    <a:pt x="0" y="1739"/>
                    <a:pt x="417" y="2620"/>
                  </a:cubicBezTo>
                  <a:cubicBezTo>
                    <a:pt x="834" y="3477"/>
                    <a:pt x="1619" y="4001"/>
                    <a:pt x="2500" y="4001"/>
                  </a:cubicBezTo>
                  <a:cubicBezTo>
                    <a:pt x="3417" y="4001"/>
                    <a:pt x="4346" y="3370"/>
                    <a:pt x="4346" y="1977"/>
                  </a:cubicBezTo>
                  <a:cubicBezTo>
                    <a:pt x="4346" y="846"/>
                    <a:pt x="3191" y="1"/>
                    <a:pt x="21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8"/>
            <p:cNvSpPr/>
            <p:nvPr/>
          </p:nvSpPr>
          <p:spPr>
            <a:xfrm>
              <a:off x="5083075" y="3315000"/>
              <a:ext cx="1189450" cy="1368025"/>
            </a:xfrm>
            <a:custGeom>
              <a:rect b="b" l="l" r="r" t="t"/>
              <a:pathLst>
                <a:path extrusionOk="0" h="54721" w="47578">
                  <a:moveTo>
                    <a:pt x="2795" y="467"/>
                  </a:moveTo>
                  <a:cubicBezTo>
                    <a:pt x="3136" y="467"/>
                    <a:pt x="3480" y="483"/>
                    <a:pt x="3788" y="483"/>
                  </a:cubicBezTo>
                  <a:cubicBezTo>
                    <a:pt x="3832" y="483"/>
                    <a:pt x="3875" y="482"/>
                    <a:pt x="3917" y="482"/>
                  </a:cubicBezTo>
                  <a:cubicBezTo>
                    <a:pt x="4291" y="474"/>
                    <a:pt x="4665" y="472"/>
                    <a:pt x="5040" y="472"/>
                  </a:cubicBezTo>
                  <a:cubicBezTo>
                    <a:pt x="6538" y="472"/>
                    <a:pt x="8042" y="517"/>
                    <a:pt x="9537" y="517"/>
                  </a:cubicBezTo>
                  <a:lnTo>
                    <a:pt x="42958" y="517"/>
                  </a:lnTo>
                  <a:cubicBezTo>
                    <a:pt x="43517" y="517"/>
                    <a:pt x="44077" y="529"/>
                    <a:pt x="44648" y="565"/>
                  </a:cubicBezTo>
                  <a:cubicBezTo>
                    <a:pt x="44934" y="577"/>
                    <a:pt x="45220" y="601"/>
                    <a:pt x="45506" y="624"/>
                  </a:cubicBezTo>
                  <a:cubicBezTo>
                    <a:pt x="45732" y="648"/>
                    <a:pt x="45970" y="684"/>
                    <a:pt x="46196" y="720"/>
                  </a:cubicBezTo>
                  <a:cubicBezTo>
                    <a:pt x="46661" y="755"/>
                    <a:pt x="46815" y="1113"/>
                    <a:pt x="46673" y="1779"/>
                  </a:cubicBezTo>
                  <a:cubicBezTo>
                    <a:pt x="46271" y="1918"/>
                    <a:pt x="45807" y="1945"/>
                    <a:pt x="45355" y="1945"/>
                  </a:cubicBezTo>
                  <a:cubicBezTo>
                    <a:pt x="45069" y="1945"/>
                    <a:pt x="44788" y="1934"/>
                    <a:pt x="44529" y="1934"/>
                  </a:cubicBezTo>
                  <a:lnTo>
                    <a:pt x="14002" y="1934"/>
                  </a:lnTo>
                  <a:cubicBezTo>
                    <a:pt x="11740" y="1934"/>
                    <a:pt x="9473" y="1888"/>
                    <a:pt x="7210" y="1888"/>
                  </a:cubicBezTo>
                  <a:cubicBezTo>
                    <a:pt x="5852" y="1888"/>
                    <a:pt x="4496" y="1904"/>
                    <a:pt x="3143" y="1958"/>
                  </a:cubicBezTo>
                  <a:cubicBezTo>
                    <a:pt x="3104" y="1959"/>
                    <a:pt x="3066" y="1960"/>
                    <a:pt x="3027" y="1960"/>
                  </a:cubicBezTo>
                  <a:cubicBezTo>
                    <a:pt x="2689" y="1960"/>
                    <a:pt x="2367" y="1914"/>
                    <a:pt x="2036" y="1839"/>
                  </a:cubicBezTo>
                  <a:cubicBezTo>
                    <a:pt x="1953" y="1815"/>
                    <a:pt x="1869" y="1779"/>
                    <a:pt x="1786" y="1756"/>
                  </a:cubicBezTo>
                  <a:cubicBezTo>
                    <a:pt x="1131" y="1625"/>
                    <a:pt x="1107" y="1232"/>
                    <a:pt x="1691" y="577"/>
                  </a:cubicBezTo>
                  <a:cubicBezTo>
                    <a:pt x="2018" y="488"/>
                    <a:pt x="2405" y="467"/>
                    <a:pt x="2795" y="467"/>
                  </a:cubicBezTo>
                  <a:close/>
                  <a:moveTo>
                    <a:pt x="42315" y="2387"/>
                  </a:moveTo>
                  <a:cubicBezTo>
                    <a:pt x="42315" y="3470"/>
                    <a:pt x="42303" y="4565"/>
                    <a:pt x="42303" y="5661"/>
                  </a:cubicBezTo>
                  <a:cubicBezTo>
                    <a:pt x="41851" y="5101"/>
                    <a:pt x="41327" y="4613"/>
                    <a:pt x="40898" y="4053"/>
                  </a:cubicBezTo>
                  <a:cubicBezTo>
                    <a:pt x="40886" y="4042"/>
                    <a:pt x="40886" y="4042"/>
                    <a:pt x="40874" y="4030"/>
                  </a:cubicBezTo>
                  <a:cubicBezTo>
                    <a:pt x="40874" y="3708"/>
                    <a:pt x="40874" y="3387"/>
                    <a:pt x="40874" y="3065"/>
                  </a:cubicBezTo>
                  <a:cubicBezTo>
                    <a:pt x="41231" y="3482"/>
                    <a:pt x="41529" y="3946"/>
                    <a:pt x="41862" y="4375"/>
                  </a:cubicBezTo>
                  <a:cubicBezTo>
                    <a:pt x="41912" y="4446"/>
                    <a:pt x="41983" y="4476"/>
                    <a:pt x="42052" y="4476"/>
                  </a:cubicBezTo>
                  <a:cubicBezTo>
                    <a:pt x="42214" y="4476"/>
                    <a:pt x="42368" y="4315"/>
                    <a:pt x="42243" y="4149"/>
                  </a:cubicBezTo>
                  <a:cubicBezTo>
                    <a:pt x="41839" y="3601"/>
                    <a:pt x="41458" y="2994"/>
                    <a:pt x="40969" y="2494"/>
                  </a:cubicBezTo>
                  <a:cubicBezTo>
                    <a:pt x="40946" y="2458"/>
                    <a:pt x="40910" y="2446"/>
                    <a:pt x="40886" y="2434"/>
                  </a:cubicBezTo>
                  <a:lnTo>
                    <a:pt x="40886" y="2387"/>
                  </a:lnTo>
                  <a:close/>
                  <a:moveTo>
                    <a:pt x="6167" y="2398"/>
                  </a:moveTo>
                  <a:lnTo>
                    <a:pt x="6167" y="2398"/>
                  </a:lnTo>
                  <a:cubicBezTo>
                    <a:pt x="6132" y="2887"/>
                    <a:pt x="6108" y="3375"/>
                    <a:pt x="6084" y="3863"/>
                  </a:cubicBezTo>
                  <a:cubicBezTo>
                    <a:pt x="5786" y="3518"/>
                    <a:pt x="5465" y="3196"/>
                    <a:pt x="5144" y="2863"/>
                  </a:cubicBezTo>
                  <a:cubicBezTo>
                    <a:pt x="5096" y="2817"/>
                    <a:pt x="5042" y="2798"/>
                    <a:pt x="4991" y="2798"/>
                  </a:cubicBezTo>
                  <a:cubicBezTo>
                    <a:pt x="4812" y="2798"/>
                    <a:pt x="4656" y="3027"/>
                    <a:pt x="4822" y="3184"/>
                  </a:cubicBezTo>
                  <a:cubicBezTo>
                    <a:pt x="5251" y="3613"/>
                    <a:pt x="5679" y="4042"/>
                    <a:pt x="6060" y="4506"/>
                  </a:cubicBezTo>
                  <a:cubicBezTo>
                    <a:pt x="6048" y="4827"/>
                    <a:pt x="6048" y="5137"/>
                    <a:pt x="6037" y="5458"/>
                  </a:cubicBezTo>
                  <a:cubicBezTo>
                    <a:pt x="5977" y="5399"/>
                    <a:pt x="5906" y="5339"/>
                    <a:pt x="5834" y="5280"/>
                  </a:cubicBezTo>
                  <a:cubicBezTo>
                    <a:pt x="5572" y="5077"/>
                    <a:pt x="5346" y="4851"/>
                    <a:pt x="5144" y="4601"/>
                  </a:cubicBezTo>
                  <a:cubicBezTo>
                    <a:pt x="5097" y="4545"/>
                    <a:pt x="5043" y="4522"/>
                    <a:pt x="4990" y="4522"/>
                  </a:cubicBezTo>
                  <a:cubicBezTo>
                    <a:pt x="4830" y="4522"/>
                    <a:pt x="4687" y="4740"/>
                    <a:pt x="4822" y="4911"/>
                  </a:cubicBezTo>
                  <a:cubicBezTo>
                    <a:pt x="5013" y="5161"/>
                    <a:pt x="5227" y="5375"/>
                    <a:pt x="5477" y="5566"/>
                  </a:cubicBezTo>
                  <a:cubicBezTo>
                    <a:pt x="5656" y="5708"/>
                    <a:pt x="5834" y="5839"/>
                    <a:pt x="5965" y="6018"/>
                  </a:cubicBezTo>
                  <a:cubicBezTo>
                    <a:pt x="5989" y="6042"/>
                    <a:pt x="6001" y="6054"/>
                    <a:pt x="6025" y="6078"/>
                  </a:cubicBezTo>
                  <a:cubicBezTo>
                    <a:pt x="6025" y="6506"/>
                    <a:pt x="6013" y="6935"/>
                    <a:pt x="6013" y="7375"/>
                  </a:cubicBezTo>
                  <a:cubicBezTo>
                    <a:pt x="5632" y="7054"/>
                    <a:pt x="5263" y="6697"/>
                    <a:pt x="4917" y="6339"/>
                  </a:cubicBezTo>
                  <a:cubicBezTo>
                    <a:pt x="4864" y="6294"/>
                    <a:pt x="4812" y="6278"/>
                    <a:pt x="4762" y="6278"/>
                  </a:cubicBezTo>
                  <a:cubicBezTo>
                    <a:pt x="4733" y="6278"/>
                    <a:pt x="4705" y="6283"/>
                    <a:pt x="4679" y="6292"/>
                  </a:cubicBezTo>
                  <a:cubicBezTo>
                    <a:pt x="4667" y="5018"/>
                    <a:pt x="4667" y="3744"/>
                    <a:pt x="4667" y="2470"/>
                  </a:cubicBezTo>
                  <a:cubicBezTo>
                    <a:pt x="5167" y="2446"/>
                    <a:pt x="5679" y="2422"/>
                    <a:pt x="6167" y="2398"/>
                  </a:cubicBezTo>
                  <a:close/>
                  <a:moveTo>
                    <a:pt x="4679" y="6744"/>
                  </a:moveTo>
                  <a:cubicBezTo>
                    <a:pt x="5096" y="7161"/>
                    <a:pt x="5525" y="7578"/>
                    <a:pt x="5989" y="7935"/>
                  </a:cubicBezTo>
                  <a:cubicBezTo>
                    <a:pt x="6001" y="7947"/>
                    <a:pt x="6013" y="7947"/>
                    <a:pt x="6013" y="7947"/>
                  </a:cubicBezTo>
                  <a:cubicBezTo>
                    <a:pt x="6013" y="8435"/>
                    <a:pt x="6013" y="8923"/>
                    <a:pt x="6013" y="9423"/>
                  </a:cubicBezTo>
                  <a:cubicBezTo>
                    <a:pt x="5751" y="9173"/>
                    <a:pt x="5501" y="8899"/>
                    <a:pt x="5203" y="8697"/>
                  </a:cubicBezTo>
                  <a:cubicBezTo>
                    <a:pt x="5162" y="8668"/>
                    <a:pt x="5121" y="8656"/>
                    <a:pt x="5083" y="8656"/>
                  </a:cubicBezTo>
                  <a:cubicBezTo>
                    <a:pt x="4901" y="8656"/>
                    <a:pt x="4780" y="8940"/>
                    <a:pt x="4977" y="9078"/>
                  </a:cubicBezTo>
                  <a:cubicBezTo>
                    <a:pt x="5358" y="9340"/>
                    <a:pt x="5644" y="9721"/>
                    <a:pt x="6025" y="9995"/>
                  </a:cubicBezTo>
                  <a:cubicBezTo>
                    <a:pt x="6025" y="10852"/>
                    <a:pt x="6025" y="11709"/>
                    <a:pt x="6025" y="12578"/>
                  </a:cubicBezTo>
                  <a:cubicBezTo>
                    <a:pt x="5989" y="16222"/>
                    <a:pt x="5965" y="19865"/>
                    <a:pt x="6025" y="23496"/>
                  </a:cubicBezTo>
                  <a:cubicBezTo>
                    <a:pt x="6072" y="27104"/>
                    <a:pt x="6191" y="30664"/>
                    <a:pt x="5846" y="34260"/>
                  </a:cubicBezTo>
                  <a:cubicBezTo>
                    <a:pt x="5501" y="37843"/>
                    <a:pt x="4810" y="41403"/>
                    <a:pt x="4060" y="44928"/>
                  </a:cubicBezTo>
                  <a:cubicBezTo>
                    <a:pt x="3715" y="46582"/>
                    <a:pt x="3334" y="48226"/>
                    <a:pt x="2977" y="49881"/>
                  </a:cubicBezTo>
                  <a:cubicBezTo>
                    <a:pt x="2786" y="50702"/>
                    <a:pt x="2608" y="51535"/>
                    <a:pt x="2441" y="52369"/>
                  </a:cubicBezTo>
                  <a:cubicBezTo>
                    <a:pt x="2298" y="53059"/>
                    <a:pt x="2417" y="54107"/>
                    <a:pt x="1584" y="54238"/>
                  </a:cubicBezTo>
                  <a:cubicBezTo>
                    <a:pt x="1502" y="54251"/>
                    <a:pt x="1428" y="54257"/>
                    <a:pt x="1360" y="54257"/>
                  </a:cubicBezTo>
                  <a:cubicBezTo>
                    <a:pt x="346" y="54257"/>
                    <a:pt x="785" y="52907"/>
                    <a:pt x="953" y="52226"/>
                  </a:cubicBezTo>
                  <a:cubicBezTo>
                    <a:pt x="1143" y="51428"/>
                    <a:pt x="1334" y="50631"/>
                    <a:pt x="1524" y="49821"/>
                  </a:cubicBezTo>
                  <a:cubicBezTo>
                    <a:pt x="1941" y="48035"/>
                    <a:pt x="2381" y="46249"/>
                    <a:pt x="2810" y="44463"/>
                  </a:cubicBezTo>
                  <a:cubicBezTo>
                    <a:pt x="3584" y="41141"/>
                    <a:pt x="4227" y="37843"/>
                    <a:pt x="4536" y="34438"/>
                  </a:cubicBezTo>
                  <a:cubicBezTo>
                    <a:pt x="4846" y="30890"/>
                    <a:pt x="4870" y="27330"/>
                    <a:pt x="4834" y="23770"/>
                  </a:cubicBezTo>
                  <a:cubicBezTo>
                    <a:pt x="4774" y="18091"/>
                    <a:pt x="4703" y="12424"/>
                    <a:pt x="4679" y="6744"/>
                  </a:cubicBezTo>
                  <a:close/>
                  <a:moveTo>
                    <a:pt x="40874" y="4720"/>
                  </a:moveTo>
                  <a:cubicBezTo>
                    <a:pt x="41243" y="5149"/>
                    <a:pt x="41648" y="5554"/>
                    <a:pt x="42005" y="6006"/>
                  </a:cubicBezTo>
                  <a:cubicBezTo>
                    <a:pt x="42051" y="6058"/>
                    <a:pt x="42103" y="6079"/>
                    <a:pt x="42153" y="6079"/>
                  </a:cubicBezTo>
                  <a:cubicBezTo>
                    <a:pt x="42207" y="6079"/>
                    <a:pt x="42260" y="6055"/>
                    <a:pt x="42303" y="6018"/>
                  </a:cubicBezTo>
                  <a:lnTo>
                    <a:pt x="42303" y="6018"/>
                  </a:lnTo>
                  <a:cubicBezTo>
                    <a:pt x="42279" y="11947"/>
                    <a:pt x="42208" y="17865"/>
                    <a:pt x="42041" y="23794"/>
                  </a:cubicBezTo>
                  <a:cubicBezTo>
                    <a:pt x="41934" y="27485"/>
                    <a:pt x="41934" y="31176"/>
                    <a:pt x="42339" y="34855"/>
                  </a:cubicBezTo>
                  <a:cubicBezTo>
                    <a:pt x="42732" y="38379"/>
                    <a:pt x="43815" y="41832"/>
                    <a:pt x="44553" y="45297"/>
                  </a:cubicBezTo>
                  <a:cubicBezTo>
                    <a:pt x="45029" y="47511"/>
                    <a:pt x="45768" y="49642"/>
                    <a:pt x="46232" y="51857"/>
                  </a:cubicBezTo>
                  <a:cubicBezTo>
                    <a:pt x="46339" y="52345"/>
                    <a:pt x="46411" y="52833"/>
                    <a:pt x="46423" y="53333"/>
                  </a:cubicBezTo>
                  <a:cubicBezTo>
                    <a:pt x="46423" y="53548"/>
                    <a:pt x="46399" y="53762"/>
                    <a:pt x="46315" y="53952"/>
                  </a:cubicBezTo>
                  <a:cubicBezTo>
                    <a:pt x="46210" y="54197"/>
                    <a:pt x="46081" y="54286"/>
                    <a:pt x="45948" y="54286"/>
                  </a:cubicBezTo>
                  <a:cubicBezTo>
                    <a:pt x="45647" y="54286"/>
                    <a:pt x="45327" y="53827"/>
                    <a:pt x="45220" y="53679"/>
                  </a:cubicBezTo>
                  <a:cubicBezTo>
                    <a:pt x="44494" y="52643"/>
                    <a:pt x="44315" y="51309"/>
                    <a:pt x="44053" y="50107"/>
                  </a:cubicBezTo>
                  <a:cubicBezTo>
                    <a:pt x="43255" y="46475"/>
                    <a:pt x="42482" y="42844"/>
                    <a:pt x="41720" y="39213"/>
                  </a:cubicBezTo>
                  <a:cubicBezTo>
                    <a:pt x="40922" y="35462"/>
                    <a:pt x="40696" y="31807"/>
                    <a:pt x="40672" y="27997"/>
                  </a:cubicBezTo>
                  <a:cubicBezTo>
                    <a:pt x="40636" y="21401"/>
                    <a:pt x="40779" y="14805"/>
                    <a:pt x="40838" y="8209"/>
                  </a:cubicBezTo>
                  <a:cubicBezTo>
                    <a:pt x="41065" y="8506"/>
                    <a:pt x="41291" y="8816"/>
                    <a:pt x="41517" y="9114"/>
                  </a:cubicBezTo>
                  <a:cubicBezTo>
                    <a:pt x="41569" y="9180"/>
                    <a:pt x="41640" y="9207"/>
                    <a:pt x="41709" y="9207"/>
                  </a:cubicBezTo>
                  <a:cubicBezTo>
                    <a:pt x="41877" y="9207"/>
                    <a:pt x="42036" y="9047"/>
                    <a:pt x="41910" y="8887"/>
                  </a:cubicBezTo>
                  <a:cubicBezTo>
                    <a:pt x="41577" y="8435"/>
                    <a:pt x="41231" y="7982"/>
                    <a:pt x="40898" y="7530"/>
                  </a:cubicBezTo>
                  <a:cubicBezTo>
                    <a:pt x="40886" y="7518"/>
                    <a:pt x="40862" y="7506"/>
                    <a:pt x="40850" y="7494"/>
                  </a:cubicBezTo>
                  <a:cubicBezTo>
                    <a:pt x="40850" y="7209"/>
                    <a:pt x="40850" y="6935"/>
                    <a:pt x="40862" y="6649"/>
                  </a:cubicBezTo>
                  <a:cubicBezTo>
                    <a:pt x="41160" y="7042"/>
                    <a:pt x="41470" y="7423"/>
                    <a:pt x="41779" y="7804"/>
                  </a:cubicBezTo>
                  <a:cubicBezTo>
                    <a:pt x="41822" y="7858"/>
                    <a:pt x="41873" y="7881"/>
                    <a:pt x="41924" y="7881"/>
                  </a:cubicBezTo>
                  <a:cubicBezTo>
                    <a:pt x="42083" y="7881"/>
                    <a:pt x="42236" y="7654"/>
                    <a:pt x="42101" y="7482"/>
                  </a:cubicBezTo>
                  <a:cubicBezTo>
                    <a:pt x="41684" y="6970"/>
                    <a:pt x="41279" y="6459"/>
                    <a:pt x="40862" y="5947"/>
                  </a:cubicBezTo>
                  <a:cubicBezTo>
                    <a:pt x="40862" y="5530"/>
                    <a:pt x="40874" y="5125"/>
                    <a:pt x="40874" y="4720"/>
                  </a:cubicBezTo>
                  <a:close/>
                  <a:moveTo>
                    <a:pt x="3570" y="0"/>
                  </a:moveTo>
                  <a:cubicBezTo>
                    <a:pt x="2997" y="0"/>
                    <a:pt x="2427" y="24"/>
                    <a:pt x="1869" y="101"/>
                  </a:cubicBezTo>
                  <a:cubicBezTo>
                    <a:pt x="1369" y="172"/>
                    <a:pt x="405" y="482"/>
                    <a:pt x="548" y="1184"/>
                  </a:cubicBezTo>
                  <a:cubicBezTo>
                    <a:pt x="703" y="1994"/>
                    <a:pt x="1726" y="2256"/>
                    <a:pt x="2417" y="2375"/>
                  </a:cubicBezTo>
                  <a:cubicBezTo>
                    <a:pt x="2900" y="2455"/>
                    <a:pt x="3409" y="2485"/>
                    <a:pt x="3928" y="2485"/>
                  </a:cubicBezTo>
                  <a:cubicBezTo>
                    <a:pt x="4024" y="2485"/>
                    <a:pt x="4119" y="2484"/>
                    <a:pt x="4215" y="2482"/>
                  </a:cubicBezTo>
                  <a:cubicBezTo>
                    <a:pt x="4215" y="10435"/>
                    <a:pt x="4405" y="18389"/>
                    <a:pt x="4393" y="26342"/>
                  </a:cubicBezTo>
                  <a:cubicBezTo>
                    <a:pt x="4393" y="32319"/>
                    <a:pt x="3822" y="38105"/>
                    <a:pt x="2465" y="43927"/>
                  </a:cubicBezTo>
                  <a:cubicBezTo>
                    <a:pt x="1834" y="46654"/>
                    <a:pt x="1179" y="49380"/>
                    <a:pt x="524" y="52107"/>
                  </a:cubicBezTo>
                  <a:cubicBezTo>
                    <a:pt x="369" y="52726"/>
                    <a:pt x="0" y="53667"/>
                    <a:pt x="357" y="54274"/>
                  </a:cubicBezTo>
                  <a:cubicBezTo>
                    <a:pt x="573" y="54638"/>
                    <a:pt x="895" y="54721"/>
                    <a:pt x="1243" y="54721"/>
                  </a:cubicBezTo>
                  <a:cubicBezTo>
                    <a:pt x="1531" y="54721"/>
                    <a:pt x="1837" y="54664"/>
                    <a:pt x="2115" y="54664"/>
                  </a:cubicBezTo>
                  <a:cubicBezTo>
                    <a:pt x="2149" y="54664"/>
                    <a:pt x="2182" y="54665"/>
                    <a:pt x="2215" y="54667"/>
                  </a:cubicBezTo>
                  <a:cubicBezTo>
                    <a:pt x="2322" y="54667"/>
                    <a:pt x="2405" y="54595"/>
                    <a:pt x="2441" y="54500"/>
                  </a:cubicBezTo>
                  <a:cubicBezTo>
                    <a:pt x="3048" y="52512"/>
                    <a:pt x="3322" y="50369"/>
                    <a:pt x="3774" y="48345"/>
                  </a:cubicBezTo>
                  <a:cubicBezTo>
                    <a:pt x="4262" y="46154"/>
                    <a:pt x="4739" y="43963"/>
                    <a:pt x="5167" y="41760"/>
                  </a:cubicBezTo>
                  <a:cubicBezTo>
                    <a:pt x="5977" y="37617"/>
                    <a:pt x="6537" y="33426"/>
                    <a:pt x="6572" y="29199"/>
                  </a:cubicBezTo>
                  <a:cubicBezTo>
                    <a:pt x="6620" y="24663"/>
                    <a:pt x="6429" y="20127"/>
                    <a:pt x="6453" y="15591"/>
                  </a:cubicBezTo>
                  <a:cubicBezTo>
                    <a:pt x="6477" y="11209"/>
                    <a:pt x="6310" y="6756"/>
                    <a:pt x="6620" y="2387"/>
                  </a:cubicBezTo>
                  <a:lnTo>
                    <a:pt x="40434" y="2387"/>
                  </a:lnTo>
                  <a:cubicBezTo>
                    <a:pt x="40422" y="9733"/>
                    <a:pt x="40327" y="17079"/>
                    <a:pt x="40231" y="24425"/>
                  </a:cubicBezTo>
                  <a:cubicBezTo>
                    <a:pt x="40196" y="27949"/>
                    <a:pt x="40041" y="31593"/>
                    <a:pt x="40517" y="35105"/>
                  </a:cubicBezTo>
                  <a:cubicBezTo>
                    <a:pt x="41005" y="38712"/>
                    <a:pt x="41898" y="42284"/>
                    <a:pt x="42660" y="45844"/>
                  </a:cubicBezTo>
                  <a:cubicBezTo>
                    <a:pt x="43041" y="47606"/>
                    <a:pt x="43422" y="49357"/>
                    <a:pt x="43803" y="51107"/>
                  </a:cubicBezTo>
                  <a:cubicBezTo>
                    <a:pt x="44029" y="52107"/>
                    <a:pt x="44279" y="53024"/>
                    <a:pt x="44827" y="53905"/>
                  </a:cubicBezTo>
                  <a:cubicBezTo>
                    <a:pt x="45133" y="54401"/>
                    <a:pt x="45542" y="54644"/>
                    <a:pt x="45914" y="54644"/>
                  </a:cubicBezTo>
                  <a:cubicBezTo>
                    <a:pt x="46382" y="54644"/>
                    <a:pt x="46790" y="54261"/>
                    <a:pt x="46863" y="53512"/>
                  </a:cubicBezTo>
                  <a:cubicBezTo>
                    <a:pt x="47054" y="51595"/>
                    <a:pt x="46077" y="49416"/>
                    <a:pt x="45553" y="47618"/>
                  </a:cubicBezTo>
                  <a:cubicBezTo>
                    <a:pt x="44672" y="44535"/>
                    <a:pt x="44172" y="41332"/>
                    <a:pt x="43398" y="38236"/>
                  </a:cubicBezTo>
                  <a:cubicBezTo>
                    <a:pt x="41898" y="32295"/>
                    <a:pt x="42422" y="25878"/>
                    <a:pt x="42613" y="19817"/>
                  </a:cubicBezTo>
                  <a:cubicBezTo>
                    <a:pt x="42803" y="14007"/>
                    <a:pt x="42755" y="8197"/>
                    <a:pt x="42767" y="2387"/>
                  </a:cubicBezTo>
                  <a:lnTo>
                    <a:pt x="44922" y="2387"/>
                  </a:lnTo>
                  <a:cubicBezTo>
                    <a:pt x="45003" y="2385"/>
                    <a:pt x="45084" y="2385"/>
                    <a:pt x="45167" y="2385"/>
                  </a:cubicBezTo>
                  <a:cubicBezTo>
                    <a:pt x="45249" y="2385"/>
                    <a:pt x="45333" y="2385"/>
                    <a:pt x="45417" y="2385"/>
                  </a:cubicBezTo>
                  <a:cubicBezTo>
                    <a:pt x="45920" y="2385"/>
                    <a:pt x="46440" y="2372"/>
                    <a:pt x="46887" y="2184"/>
                  </a:cubicBezTo>
                  <a:cubicBezTo>
                    <a:pt x="46887" y="2172"/>
                    <a:pt x="46887" y="2172"/>
                    <a:pt x="46899" y="2172"/>
                  </a:cubicBezTo>
                  <a:cubicBezTo>
                    <a:pt x="46923" y="2160"/>
                    <a:pt x="46958" y="2148"/>
                    <a:pt x="46982" y="2125"/>
                  </a:cubicBezTo>
                  <a:cubicBezTo>
                    <a:pt x="47399" y="1744"/>
                    <a:pt x="47577" y="898"/>
                    <a:pt x="46982" y="541"/>
                  </a:cubicBezTo>
                  <a:cubicBezTo>
                    <a:pt x="46172" y="53"/>
                    <a:pt x="44994" y="124"/>
                    <a:pt x="44077" y="77"/>
                  </a:cubicBezTo>
                  <a:cubicBezTo>
                    <a:pt x="42898" y="30"/>
                    <a:pt x="41715" y="15"/>
                    <a:pt x="40530" y="15"/>
                  </a:cubicBezTo>
                  <a:cubicBezTo>
                    <a:pt x="38375" y="15"/>
                    <a:pt x="36215" y="65"/>
                    <a:pt x="34064" y="65"/>
                  </a:cubicBezTo>
                  <a:lnTo>
                    <a:pt x="6394" y="65"/>
                  </a:lnTo>
                  <a:cubicBezTo>
                    <a:pt x="5468" y="65"/>
                    <a:pt x="4514" y="0"/>
                    <a:pt x="35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8"/>
            <p:cNvSpPr/>
            <p:nvPr/>
          </p:nvSpPr>
          <p:spPr>
            <a:xfrm>
              <a:off x="4306475" y="3458200"/>
              <a:ext cx="374775" cy="1022275"/>
            </a:xfrm>
            <a:custGeom>
              <a:rect b="b" l="l" r="r" t="t"/>
              <a:pathLst>
                <a:path extrusionOk="0" h="40891" w="14991">
                  <a:moveTo>
                    <a:pt x="4157" y="478"/>
                  </a:moveTo>
                  <a:cubicBezTo>
                    <a:pt x="4315" y="478"/>
                    <a:pt x="4471" y="491"/>
                    <a:pt x="4620" y="516"/>
                  </a:cubicBezTo>
                  <a:cubicBezTo>
                    <a:pt x="5716" y="695"/>
                    <a:pt x="6692" y="1814"/>
                    <a:pt x="7025" y="2802"/>
                  </a:cubicBezTo>
                  <a:cubicBezTo>
                    <a:pt x="7049" y="2874"/>
                    <a:pt x="7061" y="2957"/>
                    <a:pt x="7073" y="3028"/>
                  </a:cubicBezTo>
                  <a:cubicBezTo>
                    <a:pt x="6216" y="3624"/>
                    <a:pt x="5085" y="3909"/>
                    <a:pt x="4096" y="4207"/>
                  </a:cubicBezTo>
                  <a:cubicBezTo>
                    <a:pt x="3058" y="4520"/>
                    <a:pt x="1905" y="4843"/>
                    <a:pt x="794" y="4843"/>
                  </a:cubicBezTo>
                  <a:cubicBezTo>
                    <a:pt x="720" y="4843"/>
                    <a:pt x="646" y="4841"/>
                    <a:pt x="572" y="4838"/>
                  </a:cubicBezTo>
                  <a:cubicBezTo>
                    <a:pt x="370" y="3921"/>
                    <a:pt x="608" y="2874"/>
                    <a:pt x="1060" y="2112"/>
                  </a:cubicBezTo>
                  <a:cubicBezTo>
                    <a:pt x="1637" y="1147"/>
                    <a:pt x="2989" y="478"/>
                    <a:pt x="4157" y="478"/>
                  </a:cubicBezTo>
                  <a:close/>
                  <a:moveTo>
                    <a:pt x="7144" y="3528"/>
                  </a:moveTo>
                  <a:lnTo>
                    <a:pt x="7144" y="3528"/>
                  </a:lnTo>
                  <a:cubicBezTo>
                    <a:pt x="7180" y="4457"/>
                    <a:pt x="6775" y="5410"/>
                    <a:pt x="6335" y="6172"/>
                  </a:cubicBezTo>
                  <a:cubicBezTo>
                    <a:pt x="6240" y="6338"/>
                    <a:pt x="6406" y="6624"/>
                    <a:pt x="6454" y="6767"/>
                  </a:cubicBezTo>
                  <a:cubicBezTo>
                    <a:pt x="6466" y="6826"/>
                    <a:pt x="6490" y="6874"/>
                    <a:pt x="6501" y="6922"/>
                  </a:cubicBezTo>
                  <a:cubicBezTo>
                    <a:pt x="6394" y="6874"/>
                    <a:pt x="6299" y="6815"/>
                    <a:pt x="6192" y="6767"/>
                  </a:cubicBezTo>
                  <a:cubicBezTo>
                    <a:pt x="6154" y="6746"/>
                    <a:pt x="6117" y="6736"/>
                    <a:pt x="6082" y="6736"/>
                  </a:cubicBezTo>
                  <a:cubicBezTo>
                    <a:pt x="5885" y="6736"/>
                    <a:pt x="5753" y="7037"/>
                    <a:pt x="5966" y="7148"/>
                  </a:cubicBezTo>
                  <a:cubicBezTo>
                    <a:pt x="6204" y="7279"/>
                    <a:pt x="6442" y="7410"/>
                    <a:pt x="6680" y="7529"/>
                  </a:cubicBezTo>
                  <a:cubicBezTo>
                    <a:pt x="6680" y="7529"/>
                    <a:pt x="6692" y="7529"/>
                    <a:pt x="6692" y="7541"/>
                  </a:cubicBezTo>
                  <a:cubicBezTo>
                    <a:pt x="6716" y="7588"/>
                    <a:pt x="6728" y="7636"/>
                    <a:pt x="6751" y="7684"/>
                  </a:cubicBezTo>
                  <a:cubicBezTo>
                    <a:pt x="6561" y="7612"/>
                    <a:pt x="6370" y="7529"/>
                    <a:pt x="6192" y="7446"/>
                  </a:cubicBezTo>
                  <a:cubicBezTo>
                    <a:pt x="6154" y="7427"/>
                    <a:pt x="6118" y="7419"/>
                    <a:pt x="6083" y="7419"/>
                  </a:cubicBezTo>
                  <a:cubicBezTo>
                    <a:pt x="5875" y="7419"/>
                    <a:pt x="5741" y="7714"/>
                    <a:pt x="5966" y="7827"/>
                  </a:cubicBezTo>
                  <a:cubicBezTo>
                    <a:pt x="6275" y="7981"/>
                    <a:pt x="6597" y="8100"/>
                    <a:pt x="6894" y="8243"/>
                  </a:cubicBezTo>
                  <a:cubicBezTo>
                    <a:pt x="6906" y="8255"/>
                    <a:pt x="6918" y="8255"/>
                    <a:pt x="6930" y="8255"/>
                  </a:cubicBezTo>
                  <a:cubicBezTo>
                    <a:pt x="6954" y="8350"/>
                    <a:pt x="6990" y="8446"/>
                    <a:pt x="7013" y="8541"/>
                  </a:cubicBezTo>
                  <a:cubicBezTo>
                    <a:pt x="6930" y="8505"/>
                    <a:pt x="6835" y="8470"/>
                    <a:pt x="6740" y="8422"/>
                  </a:cubicBezTo>
                  <a:cubicBezTo>
                    <a:pt x="6706" y="8407"/>
                    <a:pt x="6673" y="8400"/>
                    <a:pt x="6641" y="8400"/>
                  </a:cubicBezTo>
                  <a:cubicBezTo>
                    <a:pt x="6427" y="8400"/>
                    <a:pt x="6285" y="8711"/>
                    <a:pt x="6513" y="8815"/>
                  </a:cubicBezTo>
                  <a:cubicBezTo>
                    <a:pt x="6740" y="8922"/>
                    <a:pt x="6966" y="9005"/>
                    <a:pt x="7192" y="9124"/>
                  </a:cubicBezTo>
                  <a:cubicBezTo>
                    <a:pt x="7287" y="9446"/>
                    <a:pt x="7371" y="9755"/>
                    <a:pt x="7454" y="10077"/>
                  </a:cubicBezTo>
                  <a:cubicBezTo>
                    <a:pt x="6430" y="10458"/>
                    <a:pt x="5370" y="10720"/>
                    <a:pt x="4311" y="10982"/>
                  </a:cubicBezTo>
                  <a:cubicBezTo>
                    <a:pt x="3954" y="9779"/>
                    <a:pt x="3608" y="8565"/>
                    <a:pt x="3251" y="7350"/>
                  </a:cubicBezTo>
                  <a:cubicBezTo>
                    <a:pt x="3239" y="7327"/>
                    <a:pt x="3227" y="7291"/>
                    <a:pt x="3203" y="7267"/>
                  </a:cubicBezTo>
                  <a:cubicBezTo>
                    <a:pt x="3192" y="7255"/>
                    <a:pt x="3192" y="7255"/>
                    <a:pt x="3180" y="7243"/>
                  </a:cubicBezTo>
                  <a:cubicBezTo>
                    <a:pt x="3168" y="7231"/>
                    <a:pt x="3156" y="7219"/>
                    <a:pt x="3144" y="7207"/>
                  </a:cubicBezTo>
                  <a:cubicBezTo>
                    <a:pt x="2525" y="6862"/>
                    <a:pt x="1870" y="6600"/>
                    <a:pt x="1334" y="6136"/>
                  </a:cubicBezTo>
                  <a:cubicBezTo>
                    <a:pt x="1060" y="5898"/>
                    <a:pt x="858" y="5600"/>
                    <a:pt x="727" y="5291"/>
                  </a:cubicBezTo>
                  <a:lnTo>
                    <a:pt x="727" y="5291"/>
                  </a:lnTo>
                  <a:cubicBezTo>
                    <a:pt x="747" y="5291"/>
                    <a:pt x="768" y="5291"/>
                    <a:pt x="788" y="5291"/>
                  </a:cubicBezTo>
                  <a:cubicBezTo>
                    <a:pt x="1816" y="5291"/>
                    <a:pt x="2866" y="5000"/>
                    <a:pt x="3846" y="4743"/>
                  </a:cubicBezTo>
                  <a:cubicBezTo>
                    <a:pt x="4906" y="4469"/>
                    <a:pt x="6180" y="4136"/>
                    <a:pt x="7144" y="3528"/>
                  </a:cubicBezTo>
                  <a:close/>
                  <a:moveTo>
                    <a:pt x="7109" y="10672"/>
                  </a:moveTo>
                  <a:cubicBezTo>
                    <a:pt x="7216" y="11089"/>
                    <a:pt x="7323" y="11506"/>
                    <a:pt x="7418" y="11922"/>
                  </a:cubicBezTo>
                  <a:cubicBezTo>
                    <a:pt x="7502" y="12256"/>
                    <a:pt x="7585" y="12589"/>
                    <a:pt x="7668" y="12922"/>
                  </a:cubicBezTo>
                  <a:lnTo>
                    <a:pt x="12181" y="30794"/>
                  </a:lnTo>
                  <a:cubicBezTo>
                    <a:pt x="12359" y="31472"/>
                    <a:pt x="12597" y="32425"/>
                    <a:pt x="12859" y="33449"/>
                  </a:cubicBezTo>
                  <a:cubicBezTo>
                    <a:pt x="13550" y="36104"/>
                    <a:pt x="14395" y="39414"/>
                    <a:pt x="14455" y="39842"/>
                  </a:cubicBezTo>
                  <a:cubicBezTo>
                    <a:pt x="14526" y="40331"/>
                    <a:pt x="14443" y="40438"/>
                    <a:pt x="14455" y="40438"/>
                  </a:cubicBezTo>
                  <a:cubicBezTo>
                    <a:pt x="14452" y="40441"/>
                    <a:pt x="14445" y="40443"/>
                    <a:pt x="14435" y="40443"/>
                  </a:cubicBezTo>
                  <a:cubicBezTo>
                    <a:pt x="14405" y="40443"/>
                    <a:pt x="14340" y="40425"/>
                    <a:pt x="14217" y="40354"/>
                  </a:cubicBezTo>
                  <a:cubicBezTo>
                    <a:pt x="14133" y="40295"/>
                    <a:pt x="14050" y="40223"/>
                    <a:pt x="13967" y="40116"/>
                  </a:cubicBezTo>
                  <a:cubicBezTo>
                    <a:pt x="13514" y="39557"/>
                    <a:pt x="12443" y="35854"/>
                    <a:pt x="11800" y="33651"/>
                  </a:cubicBezTo>
                  <a:cubicBezTo>
                    <a:pt x="11574" y="32901"/>
                    <a:pt x="11395" y="32258"/>
                    <a:pt x="11264" y="31853"/>
                  </a:cubicBezTo>
                  <a:lnTo>
                    <a:pt x="4835" y="11315"/>
                  </a:lnTo>
                  <a:cubicBezTo>
                    <a:pt x="5597" y="11137"/>
                    <a:pt x="6359" y="10934"/>
                    <a:pt x="7109" y="10672"/>
                  </a:cubicBezTo>
                  <a:close/>
                  <a:moveTo>
                    <a:pt x="4080" y="1"/>
                  </a:moveTo>
                  <a:cubicBezTo>
                    <a:pt x="2503" y="1"/>
                    <a:pt x="791" y="1224"/>
                    <a:pt x="298" y="2600"/>
                  </a:cubicBezTo>
                  <a:cubicBezTo>
                    <a:pt x="1" y="3421"/>
                    <a:pt x="1" y="4195"/>
                    <a:pt x="215" y="4945"/>
                  </a:cubicBezTo>
                  <a:cubicBezTo>
                    <a:pt x="167" y="5064"/>
                    <a:pt x="191" y="5219"/>
                    <a:pt x="322" y="5267"/>
                  </a:cubicBezTo>
                  <a:cubicBezTo>
                    <a:pt x="417" y="5493"/>
                    <a:pt x="513" y="5731"/>
                    <a:pt x="644" y="5969"/>
                  </a:cubicBezTo>
                  <a:cubicBezTo>
                    <a:pt x="1096" y="6803"/>
                    <a:pt x="2060" y="7136"/>
                    <a:pt x="2834" y="7565"/>
                  </a:cubicBezTo>
                  <a:cubicBezTo>
                    <a:pt x="3203" y="8815"/>
                    <a:pt x="3573" y="10065"/>
                    <a:pt x="3930" y="11315"/>
                  </a:cubicBezTo>
                  <a:cubicBezTo>
                    <a:pt x="3960" y="11417"/>
                    <a:pt x="4060" y="11475"/>
                    <a:pt x="4163" y="11475"/>
                  </a:cubicBezTo>
                  <a:cubicBezTo>
                    <a:pt x="4180" y="11475"/>
                    <a:pt x="4198" y="11473"/>
                    <a:pt x="4215" y="11470"/>
                  </a:cubicBezTo>
                  <a:cubicBezTo>
                    <a:pt x="4275" y="11458"/>
                    <a:pt x="4335" y="11446"/>
                    <a:pt x="4394" y="11422"/>
                  </a:cubicBezTo>
                  <a:lnTo>
                    <a:pt x="10835" y="31984"/>
                  </a:lnTo>
                  <a:cubicBezTo>
                    <a:pt x="10954" y="32389"/>
                    <a:pt x="11145" y="33032"/>
                    <a:pt x="11359" y="33770"/>
                  </a:cubicBezTo>
                  <a:cubicBezTo>
                    <a:pt x="12276" y="36937"/>
                    <a:pt x="13145" y="39819"/>
                    <a:pt x="13609" y="40402"/>
                  </a:cubicBezTo>
                  <a:cubicBezTo>
                    <a:pt x="13729" y="40545"/>
                    <a:pt x="13860" y="40652"/>
                    <a:pt x="13990" y="40735"/>
                  </a:cubicBezTo>
                  <a:cubicBezTo>
                    <a:pt x="14157" y="40843"/>
                    <a:pt x="14312" y="40890"/>
                    <a:pt x="14443" y="40890"/>
                  </a:cubicBezTo>
                  <a:cubicBezTo>
                    <a:pt x="14538" y="40890"/>
                    <a:pt x="14622" y="40866"/>
                    <a:pt x="14693" y="40819"/>
                  </a:cubicBezTo>
                  <a:cubicBezTo>
                    <a:pt x="14991" y="40628"/>
                    <a:pt x="14955" y="40140"/>
                    <a:pt x="14907" y="39783"/>
                  </a:cubicBezTo>
                  <a:cubicBezTo>
                    <a:pt x="14848" y="39330"/>
                    <a:pt x="14026" y="36140"/>
                    <a:pt x="13300" y="33330"/>
                  </a:cubicBezTo>
                  <a:cubicBezTo>
                    <a:pt x="13038" y="32306"/>
                    <a:pt x="12800" y="31365"/>
                    <a:pt x="12621" y="30687"/>
                  </a:cubicBezTo>
                  <a:lnTo>
                    <a:pt x="8097" y="12803"/>
                  </a:lnTo>
                  <a:cubicBezTo>
                    <a:pt x="8014" y="12482"/>
                    <a:pt x="7942" y="12149"/>
                    <a:pt x="7859" y="11815"/>
                  </a:cubicBezTo>
                  <a:cubicBezTo>
                    <a:pt x="7752" y="11387"/>
                    <a:pt x="7644" y="10946"/>
                    <a:pt x="7537" y="10517"/>
                  </a:cubicBezTo>
                  <a:cubicBezTo>
                    <a:pt x="7621" y="10494"/>
                    <a:pt x="7704" y="10458"/>
                    <a:pt x="7787" y="10434"/>
                  </a:cubicBezTo>
                  <a:cubicBezTo>
                    <a:pt x="7906" y="10386"/>
                    <a:pt x="7978" y="10279"/>
                    <a:pt x="7942" y="10148"/>
                  </a:cubicBezTo>
                  <a:cubicBezTo>
                    <a:pt x="7728" y="9315"/>
                    <a:pt x="7466" y="8493"/>
                    <a:pt x="7204" y="7672"/>
                  </a:cubicBezTo>
                  <a:cubicBezTo>
                    <a:pt x="7085" y="7279"/>
                    <a:pt x="6966" y="6898"/>
                    <a:pt x="6835" y="6505"/>
                  </a:cubicBezTo>
                  <a:cubicBezTo>
                    <a:pt x="6716" y="6124"/>
                    <a:pt x="7002" y="5910"/>
                    <a:pt x="7168" y="5529"/>
                  </a:cubicBezTo>
                  <a:cubicBezTo>
                    <a:pt x="7525" y="4743"/>
                    <a:pt x="7633" y="3957"/>
                    <a:pt x="7525" y="3231"/>
                  </a:cubicBezTo>
                  <a:cubicBezTo>
                    <a:pt x="7585" y="3124"/>
                    <a:pt x="7549" y="2993"/>
                    <a:pt x="7466" y="2933"/>
                  </a:cubicBezTo>
                  <a:cubicBezTo>
                    <a:pt x="7216" y="1862"/>
                    <a:pt x="6478" y="933"/>
                    <a:pt x="5347" y="314"/>
                  </a:cubicBezTo>
                  <a:cubicBezTo>
                    <a:pt x="4955" y="97"/>
                    <a:pt x="4523" y="1"/>
                    <a:pt x="40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3" name="Google Shape;1283;p28"/>
          <p:cNvGrpSpPr/>
          <p:nvPr/>
        </p:nvGrpSpPr>
        <p:grpSpPr>
          <a:xfrm>
            <a:off x="6105150" y="1129488"/>
            <a:ext cx="2581650" cy="725560"/>
            <a:chOff x="6105150" y="1129488"/>
            <a:chExt cx="2581650" cy="725560"/>
          </a:xfrm>
        </p:grpSpPr>
        <p:grpSp>
          <p:nvGrpSpPr>
            <p:cNvPr id="1284" name="Google Shape;1284;p28"/>
            <p:cNvGrpSpPr/>
            <p:nvPr/>
          </p:nvGrpSpPr>
          <p:grpSpPr>
            <a:xfrm>
              <a:off x="6774000" y="1129488"/>
              <a:ext cx="1912800" cy="725560"/>
              <a:chOff x="6774000" y="1129488"/>
              <a:chExt cx="1912800" cy="725560"/>
            </a:xfrm>
          </p:grpSpPr>
          <p:sp>
            <p:nvSpPr>
              <p:cNvPr id="1285" name="Google Shape;1285;p28"/>
              <p:cNvSpPr txBox="1"/>
              <p:nvPr/>
            </p:nvSpPr>
            <p:spPr>
              <a:xfrm>
                <a:off x="6774000" y="14647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286" name="Google Shape;1286;p28"/>
              <p:cNvSpPr txBox="1"/>
              <p:nvPr/>
            </p:nvSpPr>
            <p:spPr>
              <a:xfrm>
                <a:off x="7488300" y="11294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287" name="Google Shape;1287;p28"/>
            <p:cNvSpPr txBox="1"/>
            <p:nvPr/>
          </p:nvSpPr>
          <p:spPr>
            <a:xfrm>
              <a:off x="6105150" y="1324575"/>
              <a:ext cx="617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1288" name="Google Shape;1288;p28"/>
          <p:cNvGrpSpPr/>
          <p:nvPr/>
        </p:nvGrpSpPr>
        <p:grpSpPr>
          <a:xfrm>
            <a:off x="6105150" y="2070488"/>
            <a:ext cx="2581650" cy="725560"/>
            <a:chOff x="6105150" y="2070488"/>
            <a:chExt cx="2581650" cy="725560"/>
          </a:xfrm>
        </p:grpSpPr>
        <p:grpSp>
          <p:nvGrpSpPr>
            <p:cNvPr id="1289" name="Google Shape;1289;p28"/>
            <p:cNvGrpSpPr/>
            <p:nvPr/>
          </p:nvGrpSpPr>
          <p:grpSpPr>
            <a:xfrm>
              <a:off x="6774000" y="2070488"/>
              <a:ext cx="1912800" cy="725560"/>
              <a:chOff x="6774000" y="2070488"/>
              <a:chExt cx="1912800" cy="725560"/>
            </a:xfrm>
          </p:grpSpPr>
          <p:sp>
            <p:nvSpPr>
              <p:cNvPr id="1290" name="Google Shape;1290;p28"/>
              <p:cNvSpPr txBox="1"/>
              <p:nvPr/>
            </p:nvSpPr>
            <p:spPr>
              <a:xfrm>
                <a:off x="6774000" y="24057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1291" name="Google Shape;1291;p28"/>
              <p:cNvSpPr txBox="1"/>
              <p:nvPr/>
            </p:nvSpPr>
            <p:spPr>
              <a:xfrm>
                <a:off x="7488300" y="20704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sp>
          <p:nvSpPr>
            <p:cNvPr id="1292" name="Google Shape;1292;p28"/>
            <p:cNvSpPr txBox="1"/>
            <p:nvPr/>
          </p:nvSpPr>
          <p:spPr>
            <a:xfrm>
              <a:off x="6105150" y="2265575"/>
              <a:ext cx="617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grpSp>
        <p:nvGrpSpPr>
          <p:cNvPr id="1293" name="Google Shape;1293;p28"/>
          <p:cNvGrpSpPr/>
          <p:nvPr/>
        </p:nvGrpSpPr>
        <p:grpSpPr>
          <a:xfrm>
            <a:off x="6105150" y="3011488"/>
            <a:ext cx="2581650" cy="725560"/>
            <a:chOff x="6105150" y="3011488"/>
            <a:chExt cx="2581650" cy="725560"/>
          </a:xfrm>
        </p:grpSpPr>
        <p:grpSp>
          <p:nvGrpSpPr>
            <p:cNvPr id="1294" name="Google Shape;1294;p28"/>
            <p:cNvGrpSpPr/>
            <p:nvPr/>
          </p:nvGrpSpPr>
          <p:grpSpPr>
            <a:xfrm>
              <a:off x="6774000" y="3011488"/>
              <a:ext cx="1912800" cy="725560"/>
              <a:chOff x="6774000" y="3011488"/>
              <a:chExt cx="1912800" cy="725560"/>
            </a:xfrm>
          </p:grpSpPr>
          <p:sp>
            <p:nvSpPr>
              <p:cNvPr id="1295" name="Google Shape;1295;p28"/>
              <p:cNvSpPr txBox="1"/>
              <p:nvPr/>
            </p:nvSpPr>
            <p:spPr>
              <a:xfrm>
                <a:off x="6774000" y="33467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1296" name="Google Shape;1296;p28"/>
              <p:cNvSpPr txBox="1"/>
              <p:nvPr/>
            </p:nvSpPr>
            <p:spPr>
              <a:xfrm>
                <a:off x="7488300" y="30114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sp>
          <p:nvSpPr>
            <p:cNvPr id="1297" name="Google Shape;1297;p28"/>
            <p:cNvSpPr txBox="1"/>
            <p:nvPr/>
          </p:nvSpPr>
          <p:spPr>
            <a:xfrm>
              <a:off x="6105150" y="3206575"/>
              <a:ext cx="617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06</a:t>
              </a:r>
              <a:endParaRPr sz="3000">
                <a:solidFill>
                  <a:schemeClr val="lt1"/>
                </a:solidFill>
                <a:latin typeface="Love Ya Like A Sister"/>
                <a:ea typeface="Love Ya Like A Sister"/>
                <a:cs typeface="Love Ya Like A Sister"/>
                <a:sym typeface="Love Ya Like A Sister"/>
              </a:endParaRPr>
            </a:p>
          </p:txBody>
        </p:sp>
      </p:grpSp>
      <p:grpSp>
        <p:nvGrpSpPr>
          <p:cNvPr id="1298" name="Google Shape;1298;p28"/>
          <p:cNvGrpSpPr/>
          <p:nvPr/>
        </p:nvGrpSpPr>
        <p:grpSpPr>
          <a:xfrm>
            <a:off x="6105150" y="3952488"/>
            <a:ext cx="2581650" cy="725560"/>
            <a:chOff x="6105150" y="3952488"/>
            <a:chExt cx="2581650" cy="725560"/>
          </a:xfrm>
        </p:grpSpPr>
        <p:grpSp>
          <p:nvGrpSpPr>
            <p:cNvPr id="1299" name="Google Shape;1299;p28"/>
            <p:cNvGrpSpPr/>
            <p:nvPr/>
          </p:nvGrpSpPr>
          <p:grpSpPr>
            <a:xfrm>
              <a:off x="6774000" y="3952488"/>
              <a:ext cx="1912800" cy="725560"/>
              <a:chOff x="6774000" y="3952488"/>
              <a:chExt cx="1912800" cy="725560"/>
            </a:xfrm>
          </p:grpSpPr>
          <p:sp>
            <p:nvSpPr>
              <p:cNvPr id="1300" name="Google Shape;1300;p28"/>
              <p:cNvSpPr txBox="1"/>
              <p:nvPr/>
            </p:nvSpPr>
            <p:spPr>
              <a:xfrm>
                <a:off x="6774000" y="42877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301" name="Google Shape;1301;p28"/>
              <p:cNvSpPr txBox="1"/>
              <p:nvPr/>
            </p:nvSpPr>
            <p:spPr>
              <a:xfrm>
                <a:off x="7488300" y="39524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302" name="Google Shape;1302;p28"/>
            <p:cNvSpPr txBox="1"/>
            <p:nvPr/>
          </p:nvSpPr>
          <p:spPr>
            <a:xfrm>
              <a:off x="6105150" y="4147575"/>
              <a:ext cx="617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08</a:t>
              </a:r>
              <a:endParaRPr sz="3000">
                <a:solidFill>
                  <a:schemeClr val="lt1"/>
                </a:solidFill>
                <a:latin typeface="Love Ya Like A Sister"/>
                <a:ea typeface="Love Ya Like A Sister"/>
                <a:cs typeface="Love Ya Like A Sister"/>
                <a:sym typeface="Love Ya Like A Sister"/>
              </a:endParaRPr>
            </a:p>
          </p:txBody>
        </p:sp>
      </p:grpSp>
      <p:cxnSp>
        <p:nvCxnSpPr>
          <p:cNvPr id="1303" name="Google Shape;1303;p28"/>
          <p:cNvCxnSpPr/>
          <p:nvPr/>
        </p:nvCxnSpPr>
        <p:spPr>
          <a:xfrm rot="10800000">
            <a:off x="5381700" y="4133775"/>
            <a:ext cx="698700" cy="181500"/>
          </a:xfrm>
          <a:prstGeom prst="curvedConnector3">
            <a:avLst>
              <a:gd fmla="val 50000" name="adj1"/>
            </a:avLst>
          </a:prstGeom>
          <a:noFill/>
          <a:ln cap="flat" cmpd="sng" w="9525">
            <a:solidFill>
              <a:schemeClr val="lt1"/>
            </a:solidFill>
            <a:prstDash val="solid"/>
            <a:round/>
            <a:headEnd len="med" w="med" type="none"/>
            <a:tailEnd len="med" w="med" type="none"/>
          </a:ln>
        </p:spPr>
      </p:cxnSp>
      <p:cxnSp>
        <p:nvCxnSpPr>
          <p:cNvPr id="1304" name="Google Shape;1304;p28"/>
          <p:cNvCxnSpPr/>
          <p:nvPr/>
        </p:nvCxnSpPr>
        <p:spPr>
          <a:xfrm flipH="1">
            <a:off x="4995900" y="3374275"/>
            <a:ext cx="1084500" cy="145200"/>
          </a:xfrm>
          <a:prstGeom prst="curvedConnector3">
            <a:avLst>
              <a:gd fmla="val 50000" name="adj1"/>
            </a:avLst>
          </a:prstGeom>
          <a:noFill/>
          <a:ln cap="flat" cmpd="sng" w="9525">
            <a:solidFill>
              <a:schemeClr val="lt1"/>
            </a:solidFill>
            <a:prstDash val="solid"/>
            <a:round/>
            <a:headEnd len="med" w="med" type="none"/>
            <a:tailEnd len="med" w="med" type="none"/>
          </a:ln>
        </p:spPr>
      </p:cxnSp>
      <p:cxnSp>
        <p:nvCxnSpPr>
          <p:cNvPr id="1305" name="Google Shape;1305;p28"/>
          <p:cNvCxnSpPr/>
          <p:nvPr/>
        </p:nvCxnSpPr>
        <p:spPr>
          <a:xfrm flipH="1">
            <a:off x="5196000" y="2433275"/>
            <a:ext cx="884400" cy="609900"/>
          </a:xfrm>
          <a:prstGeom prst="curvedConnector3">
            <a:avLst>
              <a:gd fmla="val 50000" name="adj1"/>
            </a:avLst>
          </a:prstGeom>
          <a:noFill/>
          <a:ln cap="flat" cmpd="sng" w="9525">
            <a:solidFill>
              <a:schemeClr val="lt1"/>
            </a:solidFill>
            <a:prstDash val="solid"/>
            <a:round/>
            <a:headEnd len="med" w="med" type="none"/>
            <a:tailEnd len="med" w="med" type="none"/>
          </a:ln>
        </p:spPr>
      </p:cxnSp>
      <p:cxnSp>
        <p:nvCxnSpPr>
          <p:cNvPr id="1306" name="Google Shape;1306;p28"/>
          <p:cNvCxnSpPr/>
          <p:nvPr/>
        </p:nvCxnSpPr>
        <p:spPr>
          <a:xfrm flipH="1">
            <a:off x="5219700" y="1492275"/>
            <a:ext cx="860700" cy="600"/>
          </a:xfrm>
          <a:prstGeom prst="curvedConnector3">
            <a:avLst>
              <a:gd fmla="val 50000" name="adj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29"/>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pic>
        <p:nvPicPr>
          <p:cNvPr id="1312" name="Google Shape;1312;p29" title="Gráfico">
            <a:hlinkClick r:id="rId3"/>
          </p:cNvPr>
          <p:cNvPicPr preferRelativeResize="0"/>
          <p:nvPr/>
        </p:nvPicPr>
        <p:blipFill rotWithShape="1">
          <a:blip r:embed="rId4">
            <a:alphaModFix/>
          </a:blip>
          <a:srcRect b="8236" l="3060" r="3060" t="4052"/>
          <a:stretch/>
        </p:blipFill>
        <p:spPr>
          <a:xfrm>
            <a:off x="457200" y="1110313"/>
            <a:ext cx="5257800" cy="3037676"/>
          </a:xfrm>
          <a:prstGeom prst="rect">
            <a:avLst/>
          </a:prstGeom>
          <a:noFill/>
          <a:ln>
            <a:noFill/>
          </a:ln>
        </p:spPr>
      </p:pic>
      <p:cxnSp>
        <p:nvCxnSpPr>
          <p:cNvPr id="1313" name="Google Shape;1313;p29"/>
          <p:cNvCxnSpPr/>
          <p:nvPr/>
        </p:nvCxnSpPr>
        <p:spPr>
          <a:xfrm>
            <a:off x="736800" y="4090673"/>
            <a:ext cx="4978200" cy="0"/>
          </a:xfrm>
          <a:prstGeom prst="straightConnector1">
            <a:avLst/>
          </a:prstGeom>
          <a:noFill/>
          <a:ln cap="flat" cmpd="sng" w="28575">
            <a:solidFill>
              <a:schemeClr val="lt1"/>
            </a:solidFill>
            <a:prstDash val="solid"/>
            <a:round/>
            <a:headEnd len="med" w="med" type="none"/>
            <a:tailEnd len="med" w="med" type="none"/>
          </a:ln>
        </p:spPr>
      </p:cxnSp>
      <p:sp>
        <p:nvSpPr>
          <p:cNvPr id="1314" name="Google Shape;1314;p29"/>
          <p:cNvSpPr txBox="1"/>
          <p:nvPr/>
        </p:nvSpPr>
        <p:spPr>
          <a:xfrm>
            <a:off x="736800" y="4264425"/>
            <a:ext cx="49782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To modify this graph, click on it, follow the link, change the data and paste the new graph here</a:t>
            </a:r>
            <a:endParaRPr>
              <a:solidFill>
                <a:schemeClr val="lt1"/>
              </a:solidFill>
              <a:latin typeface="Catamaran"/>
              <a:ea typeface="Catamaran"/>
              <a:cs typeface="Catamaran"/>
              <a:sym typeface="Catamaran"/>
            </a:endParaRPr>
          </a:p>
        </p:txBody>
      </p:sp>
      <p:sp>
        <p:nvSpPr>
          <p:cNvPr id="1315" name="Google Shape;1315;p29"/>
          <p:cNvSpPr/>
          <p:nvPr/>
        </p:nvSpPr>
        <p:spPr>
          <a:xfrm>
            <a:off x="5888550" y="1008088"/>
            <a:ext cx="864300" cy="8643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16" name="Google Shape;1316;p29"/>
          <p:cNvGrpSpPr/>
          <p:nvPr/>
        </p:nvGrpSpPr>
        <p:grpSpPr>
          <a:xfrm>
            <a:off x="5888550" y="1077458"/>
            <a:ext cx="2798250" cy="725560"/>
            <a:chOff x="5888550" y="1077458"/>
            <a:chExt cx="2798250" cy="725560"/>
          </a:xfrm>
        </p:grpSpPr>
        <p:grpSp>
          <p:nvGrpSpPr>
            <p:cNvPr id="1317" name="Google Shape;1317;p29"/>
            <p:cNvGrpSpPr/>
            <p:nvPr/>
          </p:nvGrpSpPr>
          <p:grpSpPr>
            <a:xfrm>
              <a:off x="6774000" y="1077458"/>
              <a:ext cx="1912800" cy="725560"/>
              <a:chOff x="6774000" y="1129488"/>
              <a:chExt cx="1912800" cy="725560"/>
            </a:xfrm>
          </p:grpSpPr>
          <p:sp>
            <p:nvSpPr>
              <p:cNvPr id="1318" name="Google Shape;1318;p29"/>
              <p:cNvSpPr txBox="1"/>
              <p:nvPr/>
            </p:nvSpPr>
            <p:spPr>
              <a:xfrm>
                <a:off x="6774000" y="14647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319" name="Google Shape;1319;p29"/>
              <p:cNvSpPr txBox="1"/>
              <p:nvPr/>
            </p:nvSpPr>
            <p:spPr>
              <a:xfrm>
                <a:off x="7488300" y="11294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320" name="Google Shape;1320;p29"/>
            <p:cNvSpPr txBox="1"/>
            <p:nvPr/>
          </p:nvSpPr>
          <p:spPr>
            <a:xfrm>
              <a:off x="5888550" y="1272538"/>
              <a:ext cx="8643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Love Ya Like A Sister"/>
                  <a:ea typeface="Love Ya Like A Sister"/>
                  <a:cs typeface="Love Ya Like A Sister"/>
                  <a:sym typeface="Love Ya Like A Sister"/>
                </a:rPr>
                <a:t>10%</a:t>
              </a:r>
              <a:endParaRPr sz="2400">
                <a:solidFill>
                  <a:schemeClr val="lt1"/>
                </a:solidFill>
                <a:latin typeface="Love Ya Like A Sister"/>
                <a:ea typeface="Love Ya Like A Sister"/>
                <a:cs typeface="Love Ya Like A Sister"/>
                <a:sym typeface="Love Ya Like A Sister"/>
              </a:endParaRPr>
            </a:p>
          </p:txBody>
        </p:sp>
      </p:grpSp>
      <p:sp>
        <p:nvSpPr>
          <p:cNvPr id="1321" name="Google Shape;1321;p29"/>
          <p:cNvSpPr/>
          <p:nvPr/>
        </p:nvSpPr>
        <p:spPr>
          <a:xfrm>
            <a:off x="5888550" y="1961313"/>
            <a:ext cx="864300" cy="8643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22" name="Google Shape;1322;p29"/>
          <p:cNvGrpSpPr/>
          <p:nvPr/>
        </p:nvGrpSpPr>
        <p:grpSpPr>
          <a:xfrm>
            <a:off x="5888550" y="2030683"/>
            <a:ext cx="2798250" cy="725560"/>
            <a:chOff x="5888550" y="2030683"/>
            <a:chExt cx="2798250" cy="725560"/>
          </a:xfrm>
        </p:grpSpPr>
        <p:grpSp>
          <p:nvGrpSpPr>
            <p:cNvPr id="1323" name="Google Shape;1323;p29"/>
            <p:cNvGrpSpPr/>
            <p:nvPr/>
          </p:nvGrpSpPr>
          <p:grpSpPr>
            <a:xfrm>
              <a:off x="6774000" y="2030683"/>
              <a:ext cx="1912800" cy="725560"/>
              <a:chOff x="6774000" y="2070488"/>
              <a:chExt cx="1912800" cy="725560"/>
            </a:xfrm>
          </p:grpSpPr>
          <p:sp>
            <p:nvSpPr>
              <p:cNvPr id="1324" name="Google Shape;1324;p29"/>
              <p:cNvSpPr txBox="1"/>
              <p:nvPr/>
            </p:nvSpPr>
            <p:spPr>
              <a:xfrm>
                <a:off x="6774000" y="24057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1325" name="Google Shape;1325;p29"/>
              <p:cNvSpPr txBox="1"/>
              <p:nvPr/>
            </p:nvSpPr>
            <p:spPr>
              <a:xfrm>
                <a:off x="7488300" y="20704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sp>
          <p:nvSpPr>
            <p:cNvPr id="1326" name="Google Shape;1326;p29"/>
            <p:cNvSpPr txBox="1"/>
            <p:nvPr/>
          </p:nvSpPr>
          <p:spPr>
            <a:xfrm>
              <a:off x="5888550" y="2225763"/>
              <a:ext cx="8643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Love Ya Like A Sister"/>
                  <a:ea typeface="Love Ya Like A Sister"/>
                  <a:cs typeface="Love Ya Like A Sister"/>
                  <a:sym typeface="Love Ya Like A Sister"/>
                </a:rPr>
                <a:t>2</a:t>
              </a:r>
              <a:r>
                <a:rPr lang="en" sz="2400">
                  <a:solidFill>
                    <a:schemeClr val="lt1"/>
                  </a:solidFill>
                  <a:latin typeface="Love Ya Like A Sister"/>
                  <a:ea typeface="Love Ya Like A Sister"/>
                  <a:cs typeface="Love Ya Like A Sister"/>
                  <a:sym typeface="Love Ya Like A Sister"/>
                </a:rPr>
                <a:t>0%</a:t>
              </a:r>
              <a:endParaRPr sz="2400">
                <a:solidFill>
                  <a:schemeClr val="lt1"/>
                </a:solidFill>
                <a:latin typeface="Love Ya Like A Sister"/>
                <a:ea typeface="Love Ya Like A Sister"/>
                <a:cs typeface="Love Ya Like A Sister"/>
                <a:sym typeface="Love Ya Like A Sister"/>
              </a:endParaRPr>
            </a:p>
          </p:txBody>
        </p:sp>
      </p:grpSp>
      <p:sp>
        <p:nvSpPr>
          <p:cNvPr id="1327" name="Google Shape;1327;p29"/>
          <p:cNvSpPr/>
          <p:nvPr/>
        </p:nvSpPr>
        <p:spPr>
          <a:xfrm>
            <a:off x="5888550" y="2914538"/>
            <a:ext cx="864300" cy="8643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28" name="Google Shape;1328;p29"/>
          <p:cNvGrpSpPr/>
          <p:nvPr/>
        </p:nvGrpSpPr>
        <p:grpSpPr>
          <a:xfrm>
            <a:off x="5888550" y="2983908"/>
            <a:ext cx="2798250" cy="725560"/>
            <a:chOff x="5888550" y="2983908"/>
            <a:chExt cx="2798250" cy="725560"/>
          </a:xfrm>
        </p:grpSpPr>
        <p:grpSp>
          <p:nvGrpSpPr>
            <p:cNvPr id="1329" name="Google Shape;1329;p29"/>
            <p:cNvGrpSpPr/>
            <p:nvPr/>
          </p:nvGrpSpPr>
          <p:grpSpPr>
            <a:xfrm>
              <a:off x="6774000" y="2983908"/>
              <a:ext cx="1912800" cy="725560"/>
              <a:chOff x="6774000" y="3011488"/>
              <a:chExt cx="1912800" cy="725560"/>
            </a:xfrm>
          </p:grpSpPr>
          <p:sp>
            <p:nvSpPr>
              <p:cNvPr id="1330" name="Google Shape;1330;p29"/>
              <p:cNvSpPr txBox="1"/>
              <p:nvPr/>
            </p:nvSpPr>
            <p:spPr>
              <a:xfrm>
                <a:off x="6774000" y="33467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1331" name="Google Shape;1331;p29"/>
              <p:cNvSpPr txBox="1"/>
              <p:nvPr/>
            </p:nvSpPr>
            <p:spPr>
              <a:xfrm>
                <a:off x="7488300" y="30114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sp>
          <p:nvSpPr>
            <p:cNvPr id="1332" name="Google Shape;1332;p29"/>
            <p:cNvSpPr txBox="1"/>
            <p:nvPr/>
          </p:nvSpPr>
          <p:spPr>
            <a:xfrm>
              <a:off x="5888550" y="3178988"/>
              <a:ext cx="8643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Love Ya Like A Sister"/>
                  <a:ea typeface="Love Ya Like A Sister"/>
                  <a:cs typeface="Love Ya Like A Sister"/>
                  <a:sym typeface="Love Ya Like A Sister"/>
                </a:rPr>
                <a:t>3</a:t>
              </a:r>
              <a:r>
                <a:rPr lang="en" sz="2400">
                  <a:solidFill>
                    <a:schemeClr val="lt1"/>
                  </a:solidFill>
                  <a:latin typeface="Love Ya Like A Sister"/>
                  <a:ea typeface="Love Ya Like A Sister"/>
                  <a:cs typeface="Love Ya Like A Sister"/>
                  <a:sym typeface="Love Ya Like A Sister"/>
                </a:rPr>
                <a:t>0%</a:t>
              </a:r>
              <a:endParaRPr sz="2400">
                <a:solidFill>
                  <a:schemeClr val="lt1"/>
                </a:solidFill>
                <a:latin typeface="Love Ya Like A Sister"/>
                <a:ea typeface="Love Ya Like A Sister"/>
                <a:cs typeface="Love Ya Like A Sister"/>
                <a:sym typeface="Love Ya Like A Sister"/>
              </a:endParaRPr>
            </a:p>
          </p:txBody>
        </p:sp>
      </p:grpSp>
      <p:sp>
        <p:nvSpPr>
          <p:cNvPr id="1333" name="Google Shape;1333;p29"/>
          <p:cNvSpPr/>
          <p:nvPr/>
        </p:nvSpPr>
        <p:spPr>
          <a:xfrm>
            <a:off x="5888550" y="3867763"/>
            <a:ext cx="864300" cy="8643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34" name="Google Shape;1334;p29"/>
          <p:cNvGrpSpPr/>
          <p:nvPr/>
        </p:nvGrpSpPr>
        <p:grpSpPr>
          <a:xfrm>
            <a:off x="5888550" y="3937133"/>
            <a:ext cx="2798250" cy="725560"/>
            <a:chOff x="5888550" y="3937133"/>
            <a:chExt cx="2798250" cy="725560"/>
          </a:xfrm>
        </p:grpSpPr>
        <p:grpSp>
          <p:nvGrpSpPr>
            <p:cNvPr id="1335" name="Google Shape;1335;p29"/>
            <p:cNvGrpSpPr/>
            <p:nvPr/>
          </p:nvGrpSpPr>
          <p:grpSpPr>
            <a:xfrm>
              <a:off x="6774000" y="3937133"/>
              <a:ext cx="1912800" cy="725560"/>
              <a:chOff x="6774000" y="3952488"/>
              <a:chExt cx="1912800" cy="725560"/>
            </a:xfrm>
          </p:grpSpPr>
          <p:sp>
            <p:nvSpPr>
              <p:cNvPr id="1336" name="Google Shape;1336;p29"/>
              <p:cNvSpPr txBox="1"/>
              <p:nvPr/>
            </p:nvSpPr>
            <p:spPr>
              <a:xfrm>
                <a:off x="6774000" y="4287747"/>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337" name="Google Shape;1337;p29"/>
              <p:cNvSpPr txBox="1"/>
              <p:nvPr/>
            </p:nvSpPr>
            <p:spPr>
              <a:xfrm>
                <a:off x="7488300" y="3952488"/>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338" name="Google Shape;1338;p29"/>
            <p:cNvSpPr txBox="1"/>
            <p:nvPr/>
          </p:nvSpPr>
          <p:spPr>
            <a:xfrm>
              <a:off x="5888550" y="4132213"/>
              <a:ext cx="8643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Love Ya Like A Sister"/>
                  <a:ea typeface="Love Ya Like A Sister"/>
                  <a:cs typeface="Love Ya Like A Sister"/>
                  <a:sym typeface="Love Ya Like A Sister"/>
                </a:rPr>
                <a:t>4</a:t>
              </a:r>
              <a:r>
                <a:rPr lang="en" sz="2400">
                  <a:solidFill>
                    <a:schemeClr val="lt1"/>
                  </a:solidFill>
                  <a:latin typeface="Love Ya Like A Sister"/>
                  <a:ea typeface="Love Ya Like A Sister"/>
                  <a:cs typeface="Love Ya Like A Sister"/>
                  <a:sym typeface="Love Ya Like A Sister"/>
                </a:rPr>
                <a:t>0%</a:t>
              </a:r>
              <a:endParaRPr sz="2400">
                <a:solidFill>
                  <a:schemeClr val="lt1"/>
                </a:solidFill>
                <a:latin typeface="Love Ya Like A Sister"/>
                <a:ea typeface="Love Ya Like A Sister"/>
                <a:cs typeface="Love Ya Like A Sister"/>
                <a:sym typeface="Love Ya Like A Siste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grpSp>
        <p:nvGrpSpPr>
          <p:cNvPr id="1343" name="Google Shape;1343;p30"/>
          <p:cNvGrpSpPr/>
          <p:nvPr/>
        </p:nvGrpSpPr>
        <p:grpSpPr>
          <a:xfrm>
            <a:off x="465000" y="1505463"/>
            <a:ext cx="5897100" cy="2780288"/>
            <a:chOff x="465000" y="1505463"/>
            <a:chExt cx="5897100" cy="2780288"/>
          </a:xfrm>
        </p:grpSpPr>
        <p:sp>
          <p:nvSpPr>
            <p:cNvPr id="1344" name="Google Shape;1344;p30"/>
            <p:cNvSpPr/>
            <p:nvPr/>
          </p:nvSpPr>
          <p:spPr>
            <a:xfrm>
              <a:off x="465000" y="2198125"/>
              <a:ext cx="3628297" cy="1394968"/>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solidFill>
              <a:schemeClr val="lt1"/>
            </a:solidFill>
            <a:ln>
              <a:noFill/>
            </a:ln>
          </p:spPr>
        </p:sp>
        <p:sp>
          <p:nvSpPr>
            <p:cNvPr id="1345" name="Google Shape;1345;p30"/>
            <p:cNvSpPr/>
            <p:nvPr/>
          </p:nvSpPr>
          <p:spPr>
            <a:xfrm>
              <a:off x="5452200" y="3375850"/>
              <a:ext cx="909900" cy="909900"/>
            </a:xfrm>
            <a:prstGeom prst="ellipse">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6" name="Google Shape;1346;p30"/>
            <p:cNvSpPr/>
            <p:nvPr/>
          </p:nvSpPr>
          <p:spPr>
            <a:xfrm>
              <a:off x="5452200" y="1505463"/>
              <a:ext cx="909900" cy="909900"/>
            </a:xfrm>
            <a:prstGeom prst="ellipse">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47" name="Google Shape;1347;p30"/>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348" name="Google Shape;1348;p30"/>
          <p:cNvGrpSpPr/>
          <p:nvPr/>
        </p:nvGrpSpPr>
        <p:grpSpPr>
          <a:xfrm>
            <a:off x="1335693" y="2562144"/>
            <a:ext cx="1886948" cy="666914"/>
            <a:chOff x="-2550507" y="2238294"/>
            <a:chExt cx="1886948" cy="666914"/>
          </a:xfrm>
        </p:grpSpPr>
        <p:sp>
          <p:nvSpPr>
            <p:cNvPr id="1349" name="Google Shape;1349;p30"/>
            <p:cNvSpPr/>
            <p:nvPr/>
          </p:nvSpPr>
          <p:spPr>
            <a:xfrm>
              <a:off x="-2550507" y="2238294"/>
              <a:ext cx="1572118" cy="666914"/>
            </a:xfrm>
            <a:custGeom>
              <a:rect b="b" l="l" r="r" t="t"/>
              <a:pathLst>
                <a:path extrusionOk="0" h="12155" w="28653">
                  <a:moveTo>
                    <a:pt x="18154" y="0"/>
                  </a:moveTo>
                  <a:cubicBezTo>
                    <a:pt x="17542" y="0"/>
                    <a:pt x="16930" y="2"/>
                    <a:pt x="16317" y="5"/>
                  </a:cubicBezTo>
                  <a:cubicBezTo>
                    <a:pt x="13757" y="16"/>
                    <a:pt x="11198" y="52"/>
                    <a:pt x="8626" y="112"/>
                  </a:cubicBezTo>
                  <a:cubicBezTo>
                    <a:pt x="7971" y="136"/>
                    <a:pt x="7316" y="147"/>
                    <a:pt x="6661" y="171"/>
                  </a:cubicBezTo>
                  <a:cubicBezTo>
                    <a:pt x="6364" y="183"/>
                    <a:pt x="6066" y="183"/>
                    <a:pt x="5768" y="195"/>
                  </a:cubicBezTo>
                  <a:cubicBezTo>
                    <a:pt x="5506" y="207"/>
                    <a:pt x="5221" y="195"/>
                    <a:pt x="4971" y="290"/>
                  </a:cubicBezTo>
                  <a:cubicBezTo>
                    <a:pt x="4530" y="457"/>
                    <a:pt x="4399" y="886"/>
                    <a:pt x="4340" y="1302"/>
                  </a:cubicBezTo>
                  <a:cubicBezTo>
                    <a:pt x="4244" y="1957"/>
                    <a:pt x="4149" y="2600"/>
                    <a:pt x="4054" y="3255"/>
                  </a:cubicBezTo>
                  <a:lnTo>
                    <a:pt x="2935" y="11018"/>
                  </a:lnTo>
                  <a:cubicBezTo>
                    <a:pt x="2363" y="9637"/>
                    <a:pt x="2065" y="8172"/>
                    <a:pt x="1792" y="6708"/>
                  </a:cubicBezTo>
                  <a:cubicBezTo>
                    <a:pt x="1763" y="6583"/>
                    <a:pt x="1664" y="6473"/>
                    <a:pt x="1539" y="6473"/>
                  </a:cubicBezTo>
                  <a:cubicBezTo>
                    <a:pt x="1510" y="6473"/>
                    <a:pt x="1478" y="6480"/>
                    <a:pt x="1446" y="6493"/>
                  </a:cubicBezTo>
                  <a:cubicBezTo>
                    <a:pt x="946" y="6684"/>
                    <a:pt x="518" y="6994"/>
                    <a:pt x="160" y="7398"/>
                  </a:cubicBezTo>
                  <a:cubicBezTo>
                    <a:pt x="1" y="7585"/>
                    <a:pt x="178" y="7810"/>
                    <a:pt x="367" y="7810"/>
                  </a:cubicBezTo>
                  <a:cubicBezTo>
                    <a:pt x="432" y="7810"/>
                    <a:pt x="499" y="7784"/>
                    <a:pt x="553" y="7720"/>
                  </a:cubicBezTo>
                  <a:cubicBezTo>
                    <a:pt x="780" y="7458"/>
                    <a:pt x="1041" y="7255"/>
                    <a:pt x="1339" y="7101"/>
                  </a:cubicBezTo>
                  <a:cubicBezTo>
                    <a:pt x="1673" y="8779"/>
                    <a:pt x="2030" y="10470"/>
                    <a:pt x="2827" y="11994"/>
                  </a:cubicBezTo>
                  <a:cubicBezTo>
                    <a:pt x="2881" y="12095"/>
                    <a:pt x="2994" y="12155"/>
                    <a:pt x="3098" y="12155"/>
                  </a:cubicBezTo>
                  <a:cubicBezTo>
                    <a:pt x="3202" y="12155"/>
                    <a:pt x="3298" y="12095"/>
                    <a:pt x="3316" y="11958"/>
                  </a:cubicBezTo>
                  <a:cubicBezTo>
                    <a:pt x="3661" y="9565"/>
                    <a:pt x="4006" y="7184"/>
                    <a:pt x="4351" y="4791"/>
                  </a:cubicBezTo>
                  <a:cubicBezTo>
                    <a:pt x="4518" y="3612"/>
                    <a:pt x="4649" y="2433"/>
                    <a:pt x="4863" y="1267"/>
                  </a:cubicBezTo>
                  <a:cubicBezTo>
                    <a:pt x="4911" y="1005"/>
                    <a:pt x="4994" y="802"/>
                    <a:pt x="5268" y="743"/>
                  </a:cubicBezTo>
                  <a:cubicBezTo>
                    <a:pt x="5542" y="683"/>
                    <a:pt x="5852" y="707"/>
                    <a:pt x="6125" y="695"/>
                  </a:cubicBezTo>
                  <a:cubicBezTo>
                    <a:pt x="6745" y="683"/>
                    <a:pt x="7364" y="659"/>
                    <a:pt x="7971" y="648"/>
                  </a:cubicBezTo>
                  <a:cubicBezTo>
                    <a:pt x="11294" y="557"/>
                    <a:pt x="14618" y="512"/>
                    <a:pt x="17941" y="512"/>
                  </a:cubicBezTo>
                  <a:cubicBezTo>
                    <a:pt x="19452" y="512"/>
                    <a:pt x="20962" y="522"/>
                    <a:pt x="22473" y="540"/>
                  </a:cubicBezTo>
                  <a:cubicBezTo>
                    <a:pt x="23806" y="552"/>
                    <a:pt x="25140" y="576"/>
                    <a:pt x="26473" y="612"/>
                  </a:cubicBezTo>
                  <a:cubicBezTo>
                    <a:pt x="26819" y="612"/>
                    <a:pt x="27152" y="624"/>
                    <a:pt x="27497" y="636"/>
                  </a:cubicBezTo>
                  <a:cubicBezTo>
                    <a:pt x="27664" y="636"/>
                    <a:pt x="27842" y="648"/>
                    <a:pt x="28009" y="648"/>
                  </a:cubicBezTo>
                  <a:cubicBezTo>
                    <a:pt x="28057" y="648"/>
                    <a:pt x="28086" y="645"/>
                    <a:pt x="28104" y="645"/>
                  </a:cubicBezTo>
                  <a:cubicBezTo>
                    <a:pt x="28144" y="645"/>
                    <a:pt x="28125" y="657"/>
                    <a:pt x="28116" y="731"/>
                  </a:cubicBezTo>
                  <a:cubicBezTo>
                    <a:pt x="28092" y="886"/>
                    <a:pt x="27962" y="1064"/>
                    <a:pt x="27914" y="1207"/>
                  </a:cubicBezTo>
                  <a:cubicBezTo>
                    <a:pt x="27866" y="1386"/>
                    <a:pt x="27854" y="1552"/>
                    <a:pt x="27926" y="1719"/>
                  </a:cubicBezTo>
                  <a:cubicBezTo>
                    <a:pt x="27974" y="1828"/>
                    <a:pt x="28070" y="1875"/>
                    <a:pt x="28166" y="1875"/>
                  </a:cubicBezTo>
                  <a:cubicBezTo>
                    <a:pt x="28332" y="1875"/>
                    <a:pt x="28497" y="1736"/>
                    <a:pt x="28414" y="1540"/>
                  </a:cubicBezTo>
                  <a:cubicBezTo>
                    <a:pt x="28295" y="1290"/>
                    <a:pt x="28640" y="933"/>
                    <a:pt x="28640" y="659"/>
                  </a:cubicBezTo>
                  <a:cubicBezTo>
                    <a:pt x="28652" y="255"/>
                    <a:pt x="28295" y="147"/>
                    <a:pt x="27962" y="136"/>
                  </a:cubicBezTo>
                  <a:cubicBezTo>
                    <a:pt x="26664" y="88"/>
                    <a:pt x="25378" y="76"/>
                    <a:pt x="24080" y="52"/>
                  </a:cubicBezTo>
                  <a:cubicBezTo>
                    <a:pt x="22106" y="16"/>
                    <a:pt x="20133" y="0"/>
                    <a:pt x="181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50" name="Google Shape;1350;p30"/>
            <p:cNvSpPr/>
            <p:nvPr/>
          </p:nvSpPr>
          <p:spPr>
            <a:xfrm>
              <a:off x="-2218284" y="2374640"/>
              <a:ext cx="201638" cy="353895"/>
            </a:xfrm>
            <a:custGeom>
              <a:rect b="b" l="l" r="r" t="t"/>
              <a:pathLst>
                <a:path extrusionOk="0" h="6450" w="3675">
                  <a:moveTo>
                    <a:pt x="1810" y="1"/>
                  </a:moveTo>
                  <a:cubicBezTo>
                    <a:pt x="1087" y="1"/>
                    <a:pt x="567" y="590"/>
                    <a:pt x="142" y="1127"/>
                  </a:cubicBezTo>
                  <a:cubicBezTo>
                    <a:pt x="0" y="1322"/>
                    <a:pt x="174" y="1556"/>
                    <a:pt x="356" y="1556"/>
                  </a:cubicBezTo>
                  <a:cubicBezTo>
                    <a:pt x="419" y="1556"/>
                    <a:pt x="483" y="1528"/>
                    <a:pt x="535" y="1461"/>
                  </a:cubicBezTo>
                  <a:cubicBezTo>
                    <a:pt x="848" y="1063"/>
                    <a:pt x="1263" y="510"/>
                    <a:pt x="1803" y="510"/>
                  </a:cubicBezTo>
                  <a:cubicBezTo>
                    <a:pt x="1878" y="510"/>
                    <a:pt x="1955" y="521"/>
                    <a:pt x="2035" y="544"/>
                  </a:cubicBezTo>
                  <a:cubicBezTo>
                    <a:pt x="2761" y="758"/>
                    <a:pt x="2297" y="1853"/>
                    <a:pt x="2118" y="2318"/>
                  </a:cubicBezTo>
                  <a:cubicBezTo>
                    <a:pt x="1606" y="3651"/>
                    <a:pt x="749" y="4806"/>
                    <a:pt x="142" y="6080"/>
                  </a:cubicBezTo>
                  <a:cubicBezTo>
                    <a:pt x="61" y="6265"/>
                    <a:pt x="204" y="6450"/>
                    <a:pt x="387" y="6450"/>
                  </a:cubicBezTo>
                  <a:cubicBezTo>
                    <a:pt x="392" y="6450"/>
                    <a:pt x="398" y="6450"/>
                    <a:pt x="404" y="6449"/>
                  </a:cubicBezTo>
                  <a:cubicBezTo>
                    <a:pt x="1380" y="6414"/>
                    <a:pt x="2368" y="6378"/>
                    <a:pt x="3345" y="6354"/>
                  </a:cubicBezTo>
                  <a:cubicBezTo>
                    <a:pt x="3674" y="6342"/>
                    <a:pt x="3631" y="5842"/>
                    <a:pt x="3308" y="5842"/>
                  </a:cubicBezTo>
                  <a:cubicBezTo>
                    <a:pt x="3305" y="5842"/>
                    <a:pt x="3301" y="5842"/>
                    <a:pt x="3297" y="5842"/>
                  </a:cubicBezTo>
                  <a:lnTo>
                    <a:pt x="797" y="5925"/>
                  </a:lnTo>
                  <a:cubicBezTo>
                    <a:pt x="1547" y="4485"/>
                    <a:pt x="2547" y="3151"/>
                    <a:pt x="2868" y="1544"/>
                  </a:cubicBezTo>
                  <a:cubicBezTo>
                    <a:pt x="2952" y="1187"/>
                    <a:pt x="2987" y="782"/>
                    <a:pt x="2773" y="460"/>
                  </a:cubicBezTo>
                  <a:cubicBezTo>
                    <a:pt x="2595" y="187"/>
                    <a:pt x="2273" y="44"/>
                    <a:pt x="1952" y="8"/>
                  </a:cubicBezTo>
                  <a:cubicBezTo>
                    <a:pt x="1904" y="3"/>
                    <a:pt x="1856" y="1"/>
                    <a:pt x="18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51" name="Google Shape;1351;p30"/>
            <p:cNvSpPr/>
            <p:nvPr/>
          </p:nvSpPr>
          <p:spPr>
            <a:xfrm>
              <a:off x="-1922383" y="2474883"/>
              <a:ext cx="291621" cy="253707"/>
            </a:xfrm>
            <a:custGeom>
              <a:rect b="b" l="l" r="r" t="t"/>
              <a:pathLst>
                <a:path extrusionOk="0" h="4624" w="5315">
                  <a:moveTo>
                    <a:pt x="2825" y="0"/>
                  </a:moveTo>
                  <a:cubicBezTo>
                    <a:pt x="2690" y="0"/>
                    <a:pt x="2542" y="94"/>
                    <a:pt x="2536" y="265"/>
                  </a:cubicBezTo>
                  <a:cubicBezTo>
                    <a:pt x="2524" y="860"/>
                    <a:pt x="2500" y="1455"/>
                    <a:pt x="2488" y="2051"/>
                  </a:cubicBezTo>
                  <a:cubicBezTo>
                    <a:pt x="2306" y="2053"/>
                    <a:pt x="2126" y="2055"/>
                    <a:pt x="1945" y="2055"/>
                  </a:cubicBezTo>
                  <a:cubicBezTo>
                    <a:pt x="1404" y="2055"/>
                    <a:pt x="866" y="2042"/>
                    <a:pt x="321" y="2015"/>
                  </a:cubicBezTo>
                  <a:cubicBezTo>
                    <a:pt x="317" y="2015"/>
                    <a:pt x="314" y="2015"/>
                    <a:pt x="310" y="2015"/>
                  </a:cubicBezTo>
                  <a:cubicBezTo>
                    <a:pt x="1" y="2015"/>
                    <a:pt x="51" y="2503"/>
                    <a:pt x="369" y="2527"/>
                  </a:cubicBezTo>
                  <a:cubicBezTo>
                    <a:pt x="1071" y="2551"/>
                    <a:pt x="1774" y="2562"/>
                    <a:pt x="2464" y="2562"/>
                  </a:cubicBezTo>
                  <a:lnTo>
                    <a:pt x="2417" y="4396"/>
                  </a:lnTo>
                  <a:cubicBezTo>
                    <a:pt x="2411" y="4551"/>
                    <a:pt x="2516" y="4624"/>
                    <a:pt x="2631" y="4624"/>
                  </a:cubicBezTo>
                  <a:cubicBezTo>
                    <a:pt x="2764" y="4624"/>
                    <a:pt x="2910" y="4527"/>
                    <a:pt x="2917" y="4348"/>
                  </a:cubicBezTo>
                  <a:cubicBezTo>
                    <a:pt x="2940" y="3753"/>
                    <a:pt x="2964" y="3158"/>
                    <a:pt x="2976" y="2551"/>
                  </a:cubicBezTo>
                  <a:cubicBezTo>
                    <a:pt x="3643" y="2539"/>
                    <a:pt x="4322" y="2515"/>
                    <a:pt x="4988" y="2479"/>
                  </a:cubicBezTo>
                  <a:cubicBezTo>
                    <a:pt x="5314" y="2456"/>
                    <a:pt x="5276" y="1966"/>
                    <a:pt x="4963" y="1966"/>
                  </a:cubicBezTo>
                  <a:cubicBezTo>
                    <a:pt x="4956" y="1966"/>
                    <a:pt x="4948" y="1967"/>
                    <a:pt x="4941" y="1967"/>
                  </a:cubicBezTo>
                  <a:cubicBezTo>
                    <a:pt x="4298" y="2003"/>
                    <a:pt x="3643" y="2027"/>
                    <a:pt x="2988" y="2051"/>
                  </a:cubicBezTo>
                  <a:cubicBezTo>
                    <a:pt x="3012" y="1443"/>
                    <a:pt x="3036" y="836"/>
                    <a:pt x="3048" y="229"/>
                  </a:cubicBezTo>
                  <a:cubicBezTo>
                    <a:pt x="3053" y="73"/>
                    <a:pt x="2944" y="0"/>
                    <a:pt x="28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52" name="Google Shape;1352;p30"/>
            <p:cNvSpPr/>
            <p:nvPr/>
          </p:nvSpPr>
          <p:spPr>
            <a:xfrm>
              <a:off x="-1538311" y="2498750"/>
              <a:ext cx="290414" cy="245806"/>
            </a:xfrm>
            <a:custGeom>
              <a:rect b="b" l="l" r="r" t="t"/>
              <a:pathLst>
                <a:path extrusionOk="0" h="4480" w="5293">
                  <a:moveTo>
                    <a:pt x="2853" y="626"/>
                  </a:moveTo>
                  <a:cubicBezTo>
                    <a:pt x="3173" y="626"/>
                    <a:pt x="3479" y="736"/>
                    <a:pt x="3691" y="1008"/>
                  </a:cubicBezTo>
                  <a:cubicBezTo>
                    <a:pt x="3715" y="1032"/>
                    <a:pt x="3727" y="1044"/>
                    <a:pt x="3751" y="1056"/>
                  </a:cubicBezTo>
                  <a:cubicBezTo>
                    <a:pt x="3310" y="2080"/>
                    <a:pt x="2727" y="3080"/>
                    <a:pt x="1739" y="3604"/>
                  </a:cubicBezTo>
                  <a:cubicBezTo>
                    <a:pt x="1565" y="3695"/>
                    <a:pt x="1341" y="3780"/>
                    <a:pt x="1128" y="3780"/>
                  </a:cubicBezTo>
                  <a:cubicBezTo>
                    <a:pt x="1033" y="3780"/>
                    <a:pt x="942" y="3763"/>
                    <a:pt x="858" y="3723"/>
                  </a:cubicBezTo>
                  <a:cubicBezTo>
                    <a:pt x="512" y="3580"/>
                    <a:pt x="572" y="3163"/>
                    <a:pt x="655" y="2878"/>
                  </a:cubicBezTo>
                  <a:cubicBezTo>
                    <a:pt x="858" y="2211"/>
                    <a:pt x="1251" y="1461"/>
                    <a:pt x="1798" y="1008"/>
                  </a:cubicBezTo>
                  <a:cubicBezTo>
                    <a:pt x="2076" y="782"/>
                    <a:pt x="2474" y="626"/>
                    <a:pt x="2853" y="626"/>
                  </a:cubicBezTo>
                  <a:close/>
                  <a:moveTo>
                    <a:pt x="4348" y="1"/>
                  </a:moveTo>
                  <a:cubicBezTo>
                    <a:pt x="4258" y="1"/>
                    <a:pt x="4172" y="42"/>
                    <a:pt x="4132" y="139"/>
                  </a:cubicBezTo>
                  <a:cubicBezTo>
                    <a:pt x="4072" y="282"/>
                    <a:pt x="4025" y="413"/>
                    <a:pt x="3965" y="556"/>
                  </a:cubicBezTo>
                  <a:cubicBezTo>
                    <a:pt x="3646" y="258"/>
                    <a:pt x="3224" y="116"/>
                    <a:pt x="2798" y="116"/>
                  </a:cubicBezTo>
                  <a:cubicBezTo>
                    <a:pt x="2509" y="116"/>
                    <a:pt x="2217" y="181"/>
                    <a:pt x="1953" y="306"/>
                  </a:cubicBezTo>
                  <a:cubicBezTo>
                    <a:pt x="1120" y="699"/>
                    <a:pt x="643" y="1568"/>
                    <a:pt x="298" y="2378"/>
                  </a:cubicBezTo>
                  <a:cubicBezTo>
                    <a:pt x="131" y="2770"/>
                    <a:pt x="0" y="3223"/>
                    <a:pt x="143" y="3651"/>
                  </a:cubicBezTo>
                  <a:cubicBezTo>
                    <a:pt x="274" y="4044"/>
                    <a:pt x="655" y="4271"/>
                    <a:pt x="1072" y="4283"/>
                  </a:cubicBezTo>
                  <a:cubicBezTo>
                    <a:pt x="1087" y="4283"/>
                    <a:pt x="1101" y="4283"/>
                    <a:pt x="1116" y="4283"/>
                  </a:cubicBezTo>
                  <a:cubicBezTo>
                    <a:pt x="1944" y="4283"/>
                    <a:pt x="2700" y="3629"/>
                    <a:pt x="3191" y="3020"/>
                  </a:cubicBezTo>
                  <a:cubicBezTo>
                    <a:pt x="3215" y="2997"/>
                    <a:pt x="3239" y="2961"/>
                    <a:pt x="3263" y="2925"/>
                  </a:cubicBezTo>
                  <a:lnTo>
                    <a:pt x="3263" y="2925"/>
                  </a:lnTo>
                  <a:cubicBezTo>
                    <a:pt x="3215" y="3140"/>
                    <a:pt x="3167" y="3354"/>
                    <a:pt x="3167" y="3568"/>
                  </a:cubicBezTo>
                  <a:cubicBezTo>
                    <a:pt x="3156" y="4021"/>
                    <a:pt x="3429" y="4425"/>
                    <a:pt x="3894" y="4473"/>
                  </a:cubicBezTo>
                  <a:cubicBezTo>
                    <a:pt x="3934" y="4478"/>
                    <a:pt x="3973" y="4480"/>
                    <a:pt x="4012" y="4480"/>
                  </a:cubicBezTo>
                  <a:cubicBezTo>
                    <a:pt x="4479" y="4480"/>
                    <a:pt x="4846" y="4159"/>
                    <a:pt x="5132" y="3818"/>
                  </a:cubicBezTo>
                  <a:cubicBezTo>
                    <a:pt x="5293" y="3631"/>
                    <a:pt x="5112" y="3396"/>
                    <a:pt x="4921" y="3396"/>
                  </a:cubicBezTo>
                  <a:cubicBezTo>
                    <a:pt x="4857" y="3396"/>
                    <a:pt x="4793" y="3422"/>
                    <a:pt x="4739" y="3485"/>
                  </a:cubicBezTo>
                  <a:cubicBezTo>
                    <a:pt x="4581" y="3682"/>
                    <a:pt x="4317" y="3978"/>
                    <a:pt x="4027" y="3978"/>
                  </a:cubicBezTo>
                  <a:cubicBezTo>
                    <a:pt x="3968" y="3978"/>
                    <a:pt x="3907" y="3966"/>
                    <a:pt x="3846" y="3937"/>
                  </a:cubicBezTo>
                  <a:cubicBezTo>
                    <a:pt x="3525" y="3782"/>
                    <a:pt x="3715" y="3259"/>
                    <a:pt x="3787" y="3009"/>
                  </a:cubicBezTo>
                  <a:cubicBezTo>
                    <a:pt x="4060" y="2104"/>
                    <a:pt x="4334" y="1199"/>
                    <a:pt x="4608" y="294"/>
                  </a:cubicBezTo>
                  <a:cubicBezTo>
                    <a:pt x="4661" y="121"/>
                    <a:pt x="4500" y="1"/>
                    <a:pt x="4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53" name="Google Shape;1353;p30"/>
            <p:cNvSpPr/>
            <p:nvPr/>
          </p:nvSpPr>
          <p:spPr>
            <a:xfrm>
              <a:off x="-1249214" y="2685355"/>
              <a:ext cx="154507" cy="171845"/>
            </a:xfrm>
            <a:custGeom>
              <a:rect b="b" l="l" r="r" t="t"/>
              <a:pathLst>
                <a:path extrusionOk="0" h="3132" w="2816">
                  <a:moveTo>
                    <a:pt x="697" y="0"/>
                  </a:moveTo>
                  <a:cubicBezTo>
                    <a:pt x="587" y="0"/>
                    <a:pt x="479" y="64"/>
                    <a:pt x="458" y="203"/>
                  </a:cubicBezTo>
                  <a:cubicBezTo>
                    <a:pt x="315" y="1024"/>
                    <a:pt x="173" y="1846"/>
                    <a:pt x="30" y="2679"/>
                  </a:cubicBezTo>
                  <a:cubicBezTo>
                    <a:pt x="0" y="2857"/>
                    <a:pt x="146" y="2970"/>
                    <a:pt x="291" y="2970"/>
                  </a:cubicBezTo>
                  <a:cubicBezTo>
                    <a:pt x="380" y="2970"/>
                    <a:pt x="468" y="2929"/>
                    <a:pt x="518" y="2834"/>
                  </a:cubicBezTo>
                  <a:cubicBezTo>
                    <a:pt x="720" y="2429"/>
                    <a:pt x="911" y="2036"/>
                    <a:pt x="1149" y="1655"/>
                  </a:cubicBezTo>
                  <a:cubicBezTo>
                    <a:pt x="1268" y="1465"/>
                    <a:pt x="1399" y="1286"/>
                    <a:pt x="1530" y="1108"/>
                  </a:cubicBezTo>
                  <a:cubicBezTo>
                    <a:pt x="1649" y="953"/>
                    <a:pt x="1780" y="786"/>
                    <a:pt x="1947" y="703"/>
                  </a:cubicBezTo>
                  <a:cubicBezTo>
                    <a:pt x="1999" y="676"/>
                    <a:pt x="2052" y="650"/>
                    <a:pt x="2095" y="650"/>
                  </a:cubicBezTo>
                  <a:cubicBezTo>
                    <a:pt x="2129" y="650"/>
                    <a:pt x="2157" y="667"/>
                    <a:pt x="2173" y="715"/>
                  </a:cubicBezTo>
                  <a:cubicBezTo>
                    <a:pt x="2197" y="786"/>
                    <a:pt x="2173" y="882"/>
                    <a:pt x="2161" y="953"/>
                  </a:cubicBezTo>
                  <a:cubicBezTo>
                    <a:pt x="2149" y="1084"/>
                    <a:pt x="2125" y="1215"/>
                    <a:pt x="2113" y="1334"/>
                  </a:cubicBezTo>
                  <a:cubicBezTo>
                    <a:pt x="2042" y="1834"/>
                    <a:pt x="1970" y="2334"/>
                    <a:pt x="1899" y="2834"/>
                  </a:cubicBezTo>
                  <a:cubicBezTo>
                    <a:pt x="1872" y="3023"/>
                    <a:pt x="2021" y="3132"/>
                    <a:pt x="2164" y="3132"/>
                  </a:cubicBezTo>
                  <a:cubicBezTo>
                    <a:pt x="2273" y="3132"/>
                    <a:pt x="2378" y="3069"/>
                    <a:pt x="2399" y="2929"/>
                  </a:cubicBezTo>
                  <a:lnTo>
                    <a:pt x="2601" y="1560"/>
                  </a:lnTo>
                  <a:cubicBezTo>
                    <a:pt x="2649" y="1191"/>
                    <a:pt x="2816" y="667"/>
                    <a:pt x="2542" y="346"/>
                  </a:cubicBezTo>
                  <a:cubicBezTo>
                    <a:pt x="2424" y="202"/>
                    <a:pt x="2271" y="145"/>
                    <a:pt x="2111" y="145"/>
                  </a:cubicBezTo>
                  <a:cubicBezTo>
                    <a:pt x="1899" y="145"/>
                    <a:pt x="1676" y="246"/>
                    <a:pt x="1506" y="381"/>
                  </a:cubicBezTo>
                  <a:cubicBezTo>
                    <a:pt x="1220" y="620"/>
                    <a:pt x="994" y="953"/>
                    <a:pt x="792" y="1274"/>
                  </a:cubicBezTo>
                  <a:cubicBezTo>
                    <a:pt x="851" y="953"/>
                    <a:pt x="899" y="620"/>
                    <a:pt x="958" y="298"/>
                  </a:cubicBezTo>
                  <a:cubicBezTo>
                    <a:pt x="992" y="109"/>
                    <a:pt x="842" y="0"/>
                    <a:pt x="6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54" name="Google Shape;1354;p30"/>
            <p:cNvSpPr/>
            <p:nvPr/>
          </p:nvSpPr>
          <p:spPr>
            <a:xfrm>
              <a:off x="-914303" y="2519435"/>
              <a:ext cx="250744" cy="44004"/>
            </a:xfrm>
            <a:custGeom>
              <a:rect b="b" l="l" r="r" t="t"/>
              <a:pathLst>
                <a:path extrusionOk="0" h="802" w="4570">
                  <a:moveTo>
                    <a:pt x="3613" y="0"/>
                  </a:moveTo>
                  <a:cubicBezTo>
                    <a:pt x="2504" y="0"/>
                    <a:pt x="1397" y="98"/>
                    <a:pt x="307" y="286"/>
                  </a:cubicBezTo>
                  <a:cubicBezTo>
                    <a:pt x="1" y="343"/>
                    <a:pt x="30" y="801"/>
                    <a:pt x="313" y="801"/>
                  </a:cubicBezTo>
                  <a:cubicBezTo>
                    <a:pt x="326" y="801"/>
                    <a:pt x="341" y="800"/>
                    <a:pt x="355" y="798"/>
                  </a:cubicBezTo>
                  <a:cubicBezTo>
                    <a:pt x="1430" y="602"/>
                    <a:pt x="2522" y="511"/>
                    <a:pt x="3616" y="511"/>
                  </a:cubicBezTo>
                  <a:cubicBezTo>
                    <a:pt x="3855" y="511"/>
                    <a:pt x="4093" y="516"/>
                    <a:pt x="4332" y="524"/>
                  </a:cubicBezTo>
                  <a:cubicBezTo>
                    <a:pt x="4475" y="524"/>
                    <a:pt x="4570" y="369"/>
                    <a:pt x="4558" y="250"/>
                  </a:cubicBezTo>
                  <a:cubicBezTo>
                    <a:pt x="4546" y="96"/>
                    <a:pt x="4427" y="12"/>
                    <a:pt x="4284" y="12"/>
                  </a:cubicBezTo>
                  <a:cubicBezTo>
                    <a:pt x="4060" y="4"/>
                    <a:pt x="3837" y="0"/>
                    <a:pt x="36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55" name="Google Shape;1355;p30"/>
            <p:cNvSpPr/>
            <p:nvPr/>
          </p:nvSpPr>
          <p:spPr>
            <a:xfrm>
              <a:off x="-939268" y="2630487"/>
              <a:ext cx="269180" cy="28147"/>
            </a:xfrm>
            <a:custGeom>
              <a:rect b="b" l="l" r="r" t="t"/>
              <a:pathLst>
                <a:path extrusionOk="0" h="513" w="4906">
                  <a:moveTo>
                    <a:pt x="334" y="0"/>
                  </a:moveTo>
                  <a:cubicBezTo>
                    <a:pt x="0" y="0"/>
                    <a:pt x="48" y="512"/>
                    <a:pt x="370" y="512"/>
                  </a:cubicBezTo>
                  <a:lnTo>
                    <a:pt x="4572" y="512"/>
                  </a:lnTo>
                  <a:cubicBezTo>
                    <a:pt x="4906" y="512"/>
                    <a:pt x="4858" y="0"/>
                    <a:pt x="45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1356" name="Google Shape;1356;p30"/>
          <p:cNvGrpSpPr/>
          <p:nvPr/>
        </p:nvGrpSpPr>
        <p:grpSpPr>
          <a:xfrm>
            <a:off x="6484800" y="1459300"/>
            <a:ext cx="2213100" cy="1002175"/>
            <a:chOff x="6484800" y="1377275"/>
            <a:chExt cx="2213100" cy="1002175"/>
          </a:xfrm>
        </p:grpSpPr>
        <p:sp>
          <p:nvSpPr>
            <p:cNvPr id="1357" name="Google Shape;1357;p30"/>
            <p:cNvSpPr txBox="1"/>
            <p:nvPr/>
          </p:nvSpPr>
          <p:spPr>
            <a:xfrm>
              <a:off x="6484800" y="1712550"/>
              <a:ext cx="2213100" cy="66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Saturn is a gas giant composed mostly of hydrogen and helium</a:t>
              </a:r>
              <a:endParaRPr>
                <a:solidFill>
                  <a:schemeClr val="lt1"/>
                </a:solidFill>
                <a:latin typeface="Catamaran"/>
                <a:ea typeface="Catamaran"/>
                <a:cs typeface="Catamaran"/>
                <a:sym typeface="Catamaran"/>
              </a:endParaRPr>
            </a:p>
          </p:txBody>
        </p:sp>
        <p:sp>
          <p:nvSpPr>
            <p:cNvPr id="1358" name="Google Shape;1358;p30"/>
            <p:cNvSpPr txBox="1"/>
            <p:nvPr/>
          </p:nvSpPr>
          <p:spPr>
            <a:xfrm>
              <a:off x="6785100" y="1377275"/>
              <a:ext cx="19128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1359" name="Google Shape;1359;p30"/>
          <p:cNvGrpSpPr/>
          <p:nvPr/>
        </p:nvGrpSpPr>
        <p:grpSpPr>
          <a:xfrm>
            <a:off x="5660191" y="3655920"/>
            <a:ext cx="493917" cy="389943"/>
            <a:chOff x="6957210" y="1789784"/>
            <a:chExt cx="493917" cy="389943"/>
          </a:xfrm>
        </p:grpSpPr>
        <p:sp>
          <p:nvSpPr>
            <p:cNvPr id="1360" name="Google Shape;1360;p30"/>
            <p:cNvSpPr/>
            <p:nvPr/>
          </p:nvSpPr>
          <p:spPr>
            <a:xfrm>
              <a:off x="6957210" y="1789784"/>
              <a:ext cx="322401" cy="254256"/>
            </a:xfrm>
            <a:custGeom>
              <a:rect b="b" l="l" r="r" t="t"/>
              <a:pathLst>
                <a:path extrusionOk="0" h="4634" w="5876">
                  <a:moveTo>
                    <a:pt x="3166" y="0"/>
                  </a:moveTo>
                  <a:cubicBezTo>
                    <a:pt x="2715" y="0"/>
                    <a:pt x="2279" y="206"/>
                    <a:pt x="1917" y="455"/>
                  </a:cubicBezTo>
                  <a:cubicBezTo>
                    <a:pt x="1191" y="919"/>
                    <a:pt x="643" y="1657"/>
                    <a:pt x="381" y="2479"/>
                  </a:cubicBezTo>
                  <a:cubicBezTo>
                    <a:pt x="155" y="3169"/>
                    <a:pt x="0" y="4384"/>
                    <a:pt x="941" y="4598"/>
                  </a:cubicBezTo>
                  <a:cubicBezTo>
                    <a:pt x="1016" y="4615"/>
                    <a:pt x="1091" y="4622"/>
                    <a:pt x="1166" y="4622"/>
                  </a:cubicBezTo>
                  <a:cubicBezTo>
                    <a:pt x="1521" y="4622"/>
                    <a:pt x="1872" y="4453"/>
                    <a:pt x="2167" y="4277"/>
                  </a:cubicBezTo>
                  <a:cubicBezTo>
                    <a:pt x="2560" y="4038"/>
                    <a:pt x="2893" y="3741"/>
                    <a:pt x="3203" y="3407"/>
                  </a:cubicBezTo>
                  <a:cubicBezTo>
                    <a:pt x="3358" y="3241"/>
                    <a:pt x="3489" y="3074"/>
                    <a:pt x="3620" y="2895"/>
                  </a:cubicBezTo>
                  <a:lnTo>
                    <a:pt x="3620" y="2895"/>
                  </a:lnTo>
                  <a:cubicBezTo>
                    <a:pt x="3572" y="3229"/>
                    <a:pt x="3560" y="3562"/>
                    <a:pt x="3620" y="3896"/>
                  </a:cubicBezTo>
                  <a:cubicBezTo>
                    <a:pt x="3703" y="4348"/>
                    <a:pt x="4048" y="4634"/>
                    <a:pt x="4513" y="4634"/>
                  </a:cubicBezTo>
                  <a:cubicBezTo>
                    <a:pt x="5025" y="4634"/>
                    <a:pt x="5394" y="4253"/>
                    <a:pt x="5715" y="3907"/>
                  </a:cubicBezTo>
                  <a:cubicBezTo>
                    <a:pt x="5876" y="3720"/>
                    <a:pt x="5702" y="3486"/>
                    <a:pt x="5509" y="3486"/>
                  </a:cubicBezTo>
                  <a:cubicBezTo>
                    <a:pt x="5445" y="3486"/>
                    <a:pt x="5379" y="3512"/>
                    <a:pt x="5322" y="3574"/>
                  </a:cubicBezTo>
                  <a:cubicBezTo>
                    <a:pt x="5115" y="3804"/>
                    <a:pt x="4853" y="4123"/>
                    <a:pt x="4502" y="4123"/>
                  </a:cubicBezTo>
                  <a:cubicBezTo>
                    <a:pt x="4490" y="4123"/>
                    <a:pt x="4478" y="4123"/>
                    <a:pt x="4465" y="4122"/>
                  </a:cubicBezTo>
                  <a:cubicBezTo>
                    <a:pt x="4024" y="4098"/>
                    <a:pt x="4072" y="3515"/>
                    <a:pt x="4108" y="3193"/>
                  </a:cubicBezTo>
                  <a:cubicBezTo>
                    <a:pt x="4191" y="2372"/>
                    <a:pt x="4560" y="1574"/>
                    <a:pt x="4846" y="788"/>
                  </a:cubicBezTo>
                  <a:cubicBezTo>
                    <a:pt x="4925" y="591"/>
                    <a:pt x="4764" y="431"/>
                    <a:pt x="4601" y="431"/>
                  </a:cubicBezTo>
                  <a:cubicBezTo>
                    <a:pt x="4518" y="431"/>
                    <a:pt x="4434" y="473"/>
                    <a:pt x="4382" y="574"/>
                  </a:cubicBezTo>
                  <a:cubicBezTo>
                    <a:pt x="3762" y="1812"/>
                    <a:pt x="3072" y="3145"/>
                    <a:pt x="1846" y="3872"/>
                  </a:cubicBezTo>
                  <a:cubicBezTo>
                    <a:pt x="1668" y="3977"/>
                    <a:pt x="1408" y="4114"/>
                    <a:pt x="1178" y="4114"/>
                  </a:cubicBezTo>
                  <a:cubicBezTo>
                    <a:pt x="1068" y="4114"/>
                    <a:pt x="966" y="4083"/>
                    <a:pt x="881" y="4003"/>
                  </a:cubicBezTo>
                  <a:cubicBezTo>
                    <a:pt x="643" y="3788"/>
                    <a:pt x="714" y="3348"/>
                    <a:pt x="762" y="3074"/>
                  </a:cubicBezTo>
                  <a:cubicBezTo>
                    <a:pt x="869" y="2407"/>
                    <a:pt x="1191" y="1800"/>
                    <a:pt x="1667" y="1312"/>
                  </a:cubicBezTo>
                  <a:cubicBezTo>
                    <a:pt x="1917" y="1050"/>
                    <a:pt x="2238" y="812"/>
                    <a:pt x="2584" y="657"/>
                  </a:cubicBezTo>
                  <a:cubicBezTo>
                    <a:pt x="2752" y="578"/>
                    <a:pt x="2976" y="510"/>
                    <a:pt x="3185" y="510"/>
                  </a:cubicBezTo>
                  <a:cubicBezTo>
                    <a:pt x="3418" y="510"/>
                    <a:pt x="3632" y="596"/>
                    <a:pt x="3727" y="848"/>
                  </a:cubicBezTo>
                  <a:cubicBezTo>
                    <a:pt x="3770" y="961"/>
                    <a:pt x="3862" y="1009"/>
                    <a:pt x="3955" y="1009"/>
                  </a:cubicBezTo>
                  <a:cubicBezTo>
                    <a:pt x="4116" y="1009"/>
                    <a:pt x="4283" y="865"/>
                    <a:pt x="4215" y="669"/>
                  </a:cubicBezTo>
                  <a:cubicBezTo>
                    <a:pt x="4060" y="264"/>
                    <a:pt x="3667" y="14"/>
                    <a:pt x="3239" y="2"/>
                  </a:cubicBezTo>
                  <a:cubicBezTo>
                    <a:pt x="3214" y="1"/>
                    <a:pt x="3190" y="0"/>
                    <a:pt x="31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0"/>
            <p:cNvSpPr/>
            <p:nvPr/>
          </p:nvSpPr>
          <p:spPr>
            <a:xfrm>
              <a:off x="7279227" y="1978473"/>
              <a:ext cx="171900" cy="201254"/>
            </a:xfrm>
            <a:custGeom>
              <a:rect b="b" l="l" r="r" t="t"/>
              <a:pathLst>
                <a:path extrusionOk="0" h="3668" w="3133">
                  <a:moveTo>
                    <a:pt x="927" y="1"/>
                  </a:moveTo>
                  <a:cubicBezTo>
                    <a:pt x="817" y="1"/>
                    <a:pt x="704" y="61"/>
                    <a:pt x="668" y="195"/>
                  </a:cubicBezTo>
                  <a:cubicBezTo>
                    <a:pt x="453" y="1040"/>
                    <a:pt x="239" y="1897"/>
                    <a:pt x="37" y="2743"/>
                  </a:cubicBezTo>
                  <a:cubicBezTo>
                    <a:pt x="1" y="2862"/>
                    <a:pt x="96" y="2993"/>
                    <a:pt x="203" y="3028"/>
                  </a:cubicBezTo>
                  <a:cubicBezTo>
                    <a:pt x="229" y="3035"/>
                    <a:pt x="254" y="3039"/>
                    <a:pt x="278" y="3039"/>
                  </a:cubicBezTo>
                  <a:cubicBezTo>
                    <a:pt x="375" y="3039"/>
                    <a:pt x="456" y="2983"/>
                    <a:pt x="513" y="2897"/>
                  </a:cubicBezTo>
                  <a:cubicBezTo>
                    <a:pt x="751" y="2528"/>
                    <a:pt x="1025" y="2171"/>
                    <a:pt x="1334" y="1862"/>
                  </a:cubicBezTo>
                  <a:cubicBezTo>
                    <a:pt x="1489" y="1695"/>
                    <a:pt x="1656" y="1540"/>
                    <a:pt x="1834" y="1397"/>
                  </a:cubicBezTo>
                  <a:cubicBezTo>
                    <a:pt x="1989" y="1266"/>
                    <a:pt x="2156" y="1123"/>
                    <a:pt x="2335" y="1052"/>
                  </a:cubicBezTo>
                  <a:cubicBezTo>
                    <a:pt x="2387" y="1030"/>
                    <a:pt x="2434" y="1016"/>
                    <a:pt x="2474" y="1016"/>
                  </a:cubicBezTo>
                  <a:cubicBezTo>
                    <a:pt x="2541" y="1016"/>
                    <a:pt x="2585" y="1058"/>
                    <a:pt x="2585" y="1171"/>
                  </a:cubicBezTo>
                  <a:cubicBezTo>
                    <a:pt x="2573" y="1385"/>
                    <a:pt x="2489" y="1611"/>
                    <a:pt x="2442" y="1826"/>
                  </a:cubicBezTo>
                  <a:cubicBezTo>
                    <a:pt x="2335" y="2338"/>
                    <a:pt x="2215" y="2862"/>
                    <a:pt x="2096" y="3374"/>
                  </a:cubicBezTo>
                  <a:cubicBezTo>
                    <a:pt x="2055" y="3558"/>
                    <a:pt x="2206" y="3668"/>
                    <a:pt x="2355" y="3668"/>
                  </a:cubicBezTo>
                  <a:cubicBezTo>
                    <a:pt x="2467" y="3668"/>
                    <a:pt x="2578" y="3606"/>
                    <a:pt x="2608" y="3469"/>
                  </a:cubicBezTo>
                  <a:cubicBezTo>
                    <a:pt x="2739" y="2838"/>
                    <a:pt x="2882" y="2207"/>
                    <a:pt x="3025" y="1588"/>
                  </a:cubicBezTo>
                  <a:cubicBezTo>
                    <a:pt x="3073" y="1338"/>
                    <a:pt x="3132" y="1076"/>
                    <a:pt x="3025" y="838"/>
                  </a:cubicBezTo>
                  <a:cubicBezTo>
                    <a:pt x="2930" y="625"/>
                    <a:pt x="2711" y="498"/>
                    <a:pt x="2480" y="498"/>
                  </a:cubicBezTo>
                  <a:cubicBezTo>
                    <a:pt x="2451" y="498"/>
                    <a:pt x="2423" y="500"/>
                    <a:pt x="2394" y="504"/>
                  </a:cubicBezTo>
                  <a:cubicBezTo>
                    <a:pt x="2132" y="540"/>
                    <a:pt x="1918" y="683"/>
                    <a:pt x="1703" y="849"/>
                  </a:cubicBezTo>
                  <a:cubicBezTo>
                    <a:pt x="1489" y="1004"/>
                    <a:pt x="1287" y="1183"/>
                    <a:pt x="1096" y="1373"/>
                  </a:cubicBezTo>
                  <a:cubicBezTo>
                    <a:pt x="1001" y="1469"/>
                    <a:pt x="918" y="1552"/>
                    <a:pt x="834" y="1647"/>
                  </a:cubicBezTo>
                  <a:cubicBezTo>
                    <a:pt x="941" y="1195"/>
                    <a:pt x="1061" y="742"/>
                    <a:pt x="1168" y="290"/>
                  </a:cubicBezTo>
                  <a:cubicBezTo>
                    <a:pt x="1215" y="107"/>
                    <a:pt x="1073" y="1"/>
                    <a:pt x="9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2" name="Google Shape;1362;p30"/>
          <p:cNvGrpSpPr/>
          <p:nvPr/>
        </p:nvGrpSpPr>
        <p:grpSpPr>
          <a:xfrm>
            <a:off x="5699068" y="1768391"/>
            <a:ext cx="416163" cy="383992"/>
            <a:chOff x="5699068" y="1615991"/>
            <a:chExt cx="416163" cy="383992"/>
          </a:xfrm>
        </p:grpSpPr>
        <p:sp>
          <p:nvSpPr>
            <p:cNvPr id="1363" name="Google Shape;1363;p30"/>
            <p:cNvSpPr/>
            <p:nvPr/>
          </p:nvSpPr>
          <p:spPr>
            <a:xfrm>
              <a:off x="5699068" y="1615991"/>
              <a:ext cx="256032" cy="383992"/>
            </a:xfrm>
            <a:custGeom>
              <a:rect b="b" l="l" r="r" t="t"/>
              <a:pathLst>
                <a:path extrusionOk="0" h="6911" w="4608">
                  <a:moveTo>
                    <a:pt x="2638" y="514"/>
                  </a:moveTo>
                  <a:cubicBezTo>
                    <a:pt x="3041" y="514"/>
                    <a:pt x="3354" y="772"/>
                    <a:pt x="3548" y="1129"/>
                  </a:cubicBezTo>
                  <a:cubicBezTo>
                    <a:pt x="4048" y="1998"/>
                    <a:pt x="4060" y="3165"/>
                    <a:pt x="3834" y="4105"/>
                  </a:cubicBezTo>
                  <a:cubicBezTo>
                    <a:pt x="3643" y="4939"/>
                    <a:pt x="3096" y="6249"/>
                    <a:pt x="2119" y="6391"/>
                  </a:cubicBezTo>
                  <a:cubicBezTo>
                    <a:pt x="2068" y="6399"/>
                    <a:pt x="2017" y="6402"/>
                    <a:pt x="1968" y="6402"/>
                  </a:cubicBezTo>
                  <a:cubicBezTo>
                    <a:pt x="980" y="6402"/>
                    <a:pt x="547" y="4971"/>
                    <a:pt x="524" y="4189"/>
                  </a:cubicBezTo>
                  <a:cubicBezTo>
                    <a:pt x="500" y="3558"/>
                    <a:pt x="691" y="2951"/>
                    <a:pt x="917" y="2367"/>
                  </a:cubicBezTo>
                  <a:cubicBezTo>
                    <a:pt x="1048" y="2022"/>
                    <a:pt x="1179" y="1665"/>
                    <a:pt x="1369" y="1343"/>
                  </a:cubicBezTo>
                  <a:cubicBezTo>
                    <a:pt x="1399" y="1356"/>
                    <a:pt x="1430" y="1363"/>
                    <a:pt x="1461" y="1363"/>
                  </a:cubicBezTo>
                  <a:cubicBezTo>
                    <a:pt x="1542" y="1363"/>
                    <a:pt x="1621" y="1316"/>
                    <a:pt x="1655" y="1212"/>
                  </a:cubicBezTo>
                  <a:cubicBezTo>
                    <a:pt x="1786" y="831"/>
                    <a:pt x="2108" y="569"/>
                    <a:pt x="2512" y="522"/>
                  </a:cubicBezTo>
                  <a:cubicBezTo>
                    <a:pt x="2555" y="516"/>
                    <a:pt x="2597" y="514"/>
                    <a:pt x="2638" y="514"/>
                  </a:cubicBezTo>
                  <a:close/>
                  <a:moveTo>
                    <a:pt x="2633" y="0"/>
                  </a:moveTo>
                  <a:cubicBezTo>
                    <a:pt x="2578" y="0"/>
                    <a:pt x="2522" y="3"/>
                    <a:pt x="2465" y="10"/>
                  </a:cubicBezTo>
                  <a:cubicBezTo>
                    <a:pt x="2167" y="45"/>
                    <a:pt x="1869" y="176"/>
                    <a:pt x="1631" y="379"/>
                  </a:cubicBezTo>
                  <a:cubicBezTo>
                    <a:pt x="1596" y="379"/>
                    <a:pt x="1560" y="391"/>
                    <a:pt x="1524" y="426"/>
                  </a:cubicBezTo>
                  <a:cubicBezTo>
                    <a:pt x="988" y="831"/>
                    <a:pt x="738" y="1439"/>
                    <a:pt x="500" y="2034"/>
                  </a:cubicBezTo>
                  <a:cubicBezTo>
                    <a:pt x="238" y="2689"/>
                    <a:pt x="24" y="3355"/>
                    <a:pt x="12" y="4070"/>
                  </a:cubicBezTo>
                  <a:cubicBezTo>
                    <a:pt x="0" y="5177"/>
                    <a:pt x="572" y="6784"/>
                    <a:pt x="1857" y="6903"/>
                  </a:cubicBezTo>
                  <a:cubicBezTo>
                    <a:pt x="1907" y="6908"/>
                    <a:pt x="1956" y="6910"/>
                    <a:pt x="2004" y="6910"/>
                  </a:cubicBezTo>
                  <a:cubicBezTo>
                    <a:pt x="3193" y="6910"/>
                    <a:pt x="3942" y="5530"/>
                    <a:pt x="4251" y="4546"/>
                  </a:cubicBezTo>
                  <a:cubicBezTo>
                    <a:pt x="4608" y="3367"/>
                    <a:pt x="4596" y="1879"/>
                    <a:pt x="3941" y="796"/>
                  </a:cubicBezTo>
                  <a:cubicBezTo>
                    <a:pt x="3659" y="319"/>
                    <a:pt x="3191" y="0"/>
                    <a:pt x="26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0"/>
            <p:cNvSpPr/>
            <p:nvPr/>
          </p:nvSpPr>
          <p:spPr>
            <a:xfrm>
              <a:off x="5952711" y="1816072"/>
              <a:ext cx="162520" cy="167188"/>
            </a:xfrm>
            <a:custGeom>
              <a:rect b="b" l="l" r="r" t="t"/>
              <a:pathLst>
                <a:path extrusionOk="0" h="3009" w="2925">
                  <a:moveTo>
                    <a:pt x="2148" y="1"/>
                  </a:moveTo>
                  <a:cubicBezTo>
                    <a:pt x="1868" y="1"/>
                    <a:pt x="1585" y="193"/>
                    <a:pt x="1376" y="385"/>
                  </a:cubicBezTo>
                  <a:cubicBezTo>
                    <a:pt x="1138" y="600"/>
                    <a:pt x="948" y="838"/>
                    <a:pt x="769" y="1100"/>
                  </a:cubicBezTo>
                  <a:cubicBezTo>
                    <a:pt x="805" y="850"/>
                    <a:pt x="852" y="600"/>
                    <a:pt x="888" y="350"/>
                  </a:cubicBezTo>
                  <a:cubicBezTo>
                    <a:pt x="915" y="161"/>
                    <a:pt x="766" y="52"/>
                    <a:pt x="621" y="52"/>
                  </a:cubicBezTo>
                  <a:cubicBezTo>
                    <a:pt x="510" y="52"/>
                    <a:pt x="402" y="115"/>
                    <a:pt x="376" y="254"/>
                  </a:cubicBezTo>
                  <a:cubicBezTo>
                    <a:pt x="269" y="1052"/>
                    <a:pt x="150" y="1850"/>
                    <a:pt x="31" y="2648"/>
                  </a:cubicBezTo>
                  <a:cubicBezTo>
                    <a:pt x="1" y="2821"/>
                    <a:pt x="156" y="2946"/>
                    <a:pt x="301" y="2946"/>
                  </a:cubicBezTo>
                  <a:cubicBezTo>
                    <a:pt x="386" y="2946"/>
                    <a:pt x="468" y="2903"/>
                    <a:pt x="507" y="2802"/>
                  </a:cubicBezTo>
                  <a:cubicBezTo>
                    <a:pt x="769" y="2183"/>
                    <a:pt x="1031" y="1540"/>
                    <a:pt x="1460" y="1028"/>
                  </a:cubicBezTo>
                  <a:cubicBezTo>
                    <a:pt x="1567" y="909"/>
                    <a:pt x="1674" y="802"/>
                    <a:pt x="1793" y="707"/>
                  </a:cubicBezTo>
                  <a:cubicBezTo>
                    <a:pt x="1868" y="643"/>
                    <a:pt x="2001" y="511"/>
                    <a:pt x="2113" y="511"/>
                  </a:cubicBezTo>
                  <a:cubicBezTo>
                    <a:pt x="2126" y="511"/>
                    <a:pt x="2138" y="513"/>
                    <a:pt x="2150" y="516"/>
                  </a:cubicBezTo>
                  <a:cubicBezTo>
                    <a:pt x="2269" y="552"/>
                    <a:pt x="2317" y="731"/>
                    <a:pt x="2341" y="826"/>
                  </a:cubicBezTo>
                  <a:cubicBezTo>
                    <a:pt x="2388" y="1005"/>
                    <a:pt x="2400" y="1207"/>
                    <a:pt x="2400" y="1386"/>
                  </a:cubicBezTo>
                  <a:cubicBezTo>
                    <a:pt x="2376" y="1838"/>
                    <a:pt x="2245" y="2279"/>
                    <a:pt x="2115" y="2707"/>
                  </a:cubicBezTo>
                  <a:cubicBezTo>
                    <a:pt x="2079" y="2838"/>
                    <a:pt x="2198" y="2981"/>
                    <a:pt x="2317" y="3005"/>
                  </a:cubicBezTo>
                  <a:cubicBezTo>
                    <a:pt x="2333" y="3007"/>
                    <a:pt x="2349" y="3008"/>
                    <a:pt x="2364" y="3008"/>
                  </a:cubicBezTo>
                  <a:cubicBezTo>
                    <a:pt x="2493" y="3008"/>
                    <a:pt x="2583" y="2920"/>
                    <a:pt x="2615" y="2802"/>
                  </a:cubicBezTo>
                  <a:cubicBezTo>
                    <a:pt x="2757" y="2350"/>
                    <a:pt x="2888" y="1886"/>
                    <a:pt x="2900" y="1409"/>
                  </a:cubicBezTo>
                  <a:cubicBezTo>
                    <a:pt x="2924" y="993"/>
                    <a:pt x="2865" y="469"/>
                    <a:pt x="2543" y="159"/>
                  </a:cubicBezTo>
                  <a:cubicBezTo>
                    <a:pt x="2419" y="46"/>
                    <a:pt x="2284" y="1"/>
                    <a:pt x="21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5" name="Google Shape;1365;p30"/>
          <p:cNvGrpSpPr/>
          <p:nvPr/>
        </p:nvGrpSpPr>
        <p:grpSpPr>
          <a:xfrm>
            <a:off x="6484800" y="3349792"/>
            <a:ext cx="2213100" cy="1002191"/>
            <a:chOff x="6484800" y="3552463"/>
            <a:chExt cx="2213100" cy="1002191"/>
          </a:xfrm>
        </p:grpSpPr>
        <p:sp>
          <p:nvSpPr>
            <p:cNvPr id="1366" name="Google Shape;1366;p30"/>
            <p:cNvSpPr txBox="1"/>
            <p:nvPr/>
          </p:nvSpPr>
          <p:spPr>
            <a:xfrm>
              <a:off x="6484800" y="3887754"/>
              <a:ext cx="2213100" cy="66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Jupiter is a gas giant and the biggest planet in the entire Solar System</a:t>
              </a:r>
              <a:endParaRPr>
                <a:solidFill>
                  <a:schemeClr val="lt1"/>
                </a:solidFill>
                <a:latin typeface="Catamaran"/>
                <a:ea typeface="Catamaran"/>
                <a:cs typeface="Catamaran"/>
                <a:sym typeface="Catamaran"/>
              </a:endParaRPr>
            </a:p>
          </p:txBody>
        </p:sp>
        <p:sp>
          <p:nvSpPr>
            <p:cNvPr id="1367" name="Google Shape;1367;p30"/>
            <p:cNvSpPr txBox="1"/>
            <p:nvPr/>
          </p:nvSpPr>
          <p:spPr>
            <a:xfrm>
              <a:off x="6785100" y="3552463"/>
              <a:ext cx="19128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sp>
        <p:nvSpPr>
          <p:cNvPr id="1368" name="Google Shape;1368;p30"/>
          <p:cNvSpPr/>
          <p:nvPr/>
        </p:nvSpPr>
        <p:spPr>
          <a:xfrm>
            <a:off x="4572000" y="3641342"/>
            <a:ext cx="457200" cy="419100"/>
          </a:xfrm>
          <a:custGeom>
            <a:rect b="b" l="l" r="r" t="t"/>
            <a:pathLst>
              <a:path extrusionOk="0" h="16764" w="18288">
                <a:moveTo>
                  <a:pt x="0" y="8382"/>
                </a:moveTo>
                <a:lnTo>
                  <a:pt x="5334" y="16764"/>
                </a:lnTo>
                <a:lnTo>
                  <a:pt x="18288" y="0"/>
                </a:lnTo>
              </a:path>
            </a:pathLst>
          </a:custGeom>
          <a:noFill/>
          <a:ln cap="flat" cmpd="sng" w="19050">
            <a:solidFill>
              <a:schemeClr val="lt1"/>
            </a:solidFill>
            <a:prstDash val="solid"/>
            <a:round/>
            <a:headEnd len="med" w="med" type="none"/>
            <a:tailEnd len="med" w="med" type="none"/>
          </a:ln>
        </p:spPr>
      </p:sp>
      <p:grpSp>
        <p:nvGrpSpPr>
          <p:cNvPr id="1369" name="Google Shape;1369;p30"/>
          <p:cNvGrpSpPr/>
          <p:nvPr/>
        </p:nvGrpSpPr>
        <p:grpSpPr>
          <a:xfrm>
            <a:off x="4592525" y="1752338"/>
            <a:ext cx="416150" cy="416100"/>
            <a:chOff x="4592525" y="1599938"/>
            <a:chExt cx="416150" cy="416100"/>
          </a:xfrm>
        </p:grpSpPr>
        <p:cxnSp>
          <p:nvCxnSpPr>
            <p:cNvPr id="1370" name="Google Shape;1370;p30"/>
            <p:cNvCxnSpPr/>
            <p:nvPr/>
          </p:nvCxnSpPr>
          <p:spPr>
            <a:xfrm>
              <a:off x="4592525" y="1599938"/>
              <a:ext cx="416100" cy="416100"/>
            </a:xfrm>
            <a:prstGeom prst="straightConnector1">
              <a:avLst/>
            </a:prstGeom>
            <a:noFill/>
            <a:ln cap="flat" cmpd="sng" w="19050">
              <a:solidFill>
                <a:schemeClr val="lt1"/>
              </a:solidFill>
              <a:prstDash val="solid"/>
              <a:round/>
              <a:headEnd len="med" w="med" type="none"/>
              <a:tailEnd len="med" w="med" type="none"/>
            </a:ln>
          </p:spPr>
        </p:cxnSp>
        <p:cxnSp>
          <p:nvCxnSpPr>
            <p:cNvPr id="1371" name="Google Shape;1371;p30"/>
            <p:cNvCxnSpPr/>
            <p:nvPr/>
          </p:nvCxnSpPr>
          <p:spPr>
            <a:xfrm flipH="1">
              <a:off x="4592575" y="1599938"/>
              <a:ext cx="416100" cy="416100"/>
            </a:xfrm>
            <a:prstGeom prst="straightConnector1">
              <a:avLst/>
            </a:prstGeom>
            <a:noFill/>
            <a:ln cap="flat" cmpd="sng" w="19050">
              <a:solidFill>
                <a:schemeClr val="lt1"/>
              </a:solidFill>
              <a:prstDash val="solid"/>
              <a:round/>
              <a:headEnd len="med" w="med" type="none"/>
              <a:tailEnd len="med" w="med" type="none"/>
            </a:ln>
          </p:spPr>
        </p:cxnSp>
      </p:grpSp>
      <p:grpSp>
        <p:nvGrpSpPr>
          <p:cNvPr id="1372" name="Google Shape;1372;p30"/>
          <p:cNvGrpSpPr/>
          <p:nvPr/>
        </p:nvGrpSpPr>
        <p:grpSpPr>
          <a:xfrm>
            <a:off x="1457325" y="3764050"/>
            <a:ext cx="417000" cy="85800"/>
            <a:chOff x="1438275" y="3771825"/>
            <a:chExt cx="417000" cy="85800"/>
          </a:xfrm>
        </p:grpSpPr>
        <p:cxnSp>
          <p:nvCxnSpPr>
            <p:cNvPr id="1373" name="Google Shape;1373;p30"/>
            <p:cNvCxnSpPr/>
            <p:nvPr/>
          </p:nvCxnSpPr>
          <p:spPr>
            <a:xfrm>
              <a:off x="1438275" y="3848100"/>
              <a:ext cx="417000" cy="0"/>
            </a:xfrm>
            <a:prstGeom prst="straightConnector1">
              <a:avLst/>
            </a:prstGeom>
            <a:noFill/>
            <a:ln cap="flat" cmpd="sng" w="19050">
              <a:solidFill>
                <a:schemeClr val="lt1"/>
              </a:solidFill>
              <a:prstDash val="solid"/>
              <a:round/>
              <a:headEnd len="med" w="med" type="none"/>
              <a:tailEnd len="med" w="med" type="none"/>
            </a:ln>
          </p:spPr>
        </p:cxnSp>
        <p:cxnSp>
          <p:nvCxnSpPr>
            <p:cNvPr id="1374" name="Google Shape;1374;p30"/>
            <p:cNvCxnSpPr/>
            <p:nvPr/>
          </p:nvCxnSpPr>
          <p:spPr>
            <a:xfrm rot="10800000">
              <a:off x="1438275" y="3771825"/>
              <a:ext cx="0" cy="85800"/>
            </a:xfrm>
            <a:prstGeom prst="straightConnector1">
              <a:avLst/>
            </a:prstGeom>
            <a:noFill/>
            <a:ln cap="flat" cmpd="sng" w="19050">
              <a:solidFill>
                <a:schemeClr val="lt1"/>
              </a:solidFill>
              <a:prstDash val="solid"/>
              <a:round/>
              <a:headEnd len="med" w="med" type="none"/>
              <a:tailEnd len="med" w="med" type="none"/>
            </a:ln>
          </p:spPr>
        </p:cxnSp>
        <p:cxnSp>
          <p:nvCxnSpPr>
            <p:cNvPr id="1375" name="Google Shape;1375;p30"/>
            <p:cNvCxnSpPr/>
            <p:nvPr/>
          </p:nvCxnSpPr>
          <p:spPr>
            <a:xfrm rot="10800000">
              <a:off x="1855275" y="3771825"/>
              <a:ext cx="0" cy="85800"/>
            </a:xfrm>
            <a:prstGeom prst="straightConnector1">
              <a:avLst/>
            </a:prstGeom>
            <a:noFill/>
            <a:ln cap="flat" cmpd="sng" w="19050">
              <a:solidFill>
                <a:schemeClr val="lt1"/>
              </a:solidFill>
              <a:prstDash val="solid"/>
              <a:round/>
              <a:headEnd len="med" w="med" type="none"/>
              <a:tailEnd len="med" w="med" type="none"/>
            </a:ln>
          </p:spPr>
        </p:cxnSp>
      </p:grpSp>
      <p:grpSp>
        <p:nvGrpSpPr>
          <p:cNvPr id="1376" name="Google Shape;1376;p30"/>
          <p:cNvGrpSpPr/>
          <p:nvPr/>
        </p:nvGrpSpPr>
        <p:grpSpPr>
          <a:xfrm>
            <a:off x="2400355" y="3764050"/>
            <a:ext cx="561991" cy="85800"/>
            <a:chOff x="1438275" y="3771825"/>
            <a:chExt cx="417000" cy="85800"/>
          </a:xfrm>
        </p:grpSpPr>
        <p:cxnSp>
          <p:nvCxnSpPr>
            <p:cNvPr id="1377" name="Google Shape;1377;p30"/>
            <p:cNvCxnSpPr/>
            <p:nvPr/>
          </p:nvCxnSpPr>
          <p:spPr>
            <a:xfrm>
              <a:off x="1438275" y="3848100"/>
              <a:ext cx="417000" cy="0"/>
            </a:xfrm>
            <a:prstGeom prst="straightConnector1">
              <a:avLst/>
            </a:prstGeom>
            <a:noFill/>
            <a:ln cap="flat" cmpd="sng" w="19050">
              <a:solidFill>
                <a:schemeClr val="lt1"/>
              </a:solidFill>
              <a:prstDash val="solid"/>
              <a:round/>
              <a:headEnd len="med" w="med" type="none"/>
              <a:tailEnd len="med" w="med" type="none"/>
            </a:ln>
          </p:spPr>
        </p:cxnSp>
        <p:cxnSp>
          <p:nvCxnSpPr>
            <p:cNvPr id="1378" name="Google Shape;1378;p30"/>
            <p:cNvCxnSpPr/>
            <p:nvPr/>
          </p:nvCxnSpPr>
          <p:spPr>
            <a:xfrm rot="10800000">
              <a:off x="1438275" y="3771825"/>
              <a:ext cx="0" cy="85800"/>
            </a:xfrm>
            <a:prstGeom prst="straightConnector1">
              <a:avLst/>
            </a:prstGeom>
            <a:noFill/>
            <a:ln cap="flat" cmpd="sng" w="19050">
              <a:solidFill>
                <a:schemeClr val="lt1"/>
              </a:solidFill>
              <a:prstDash val="solid"/>
              <a:round/>
              <a:headEnd len="med" w="med" type="none"/>
              <a:tailEnd len="med" w="med" type="none"/>
            </a:ln>
          </p:spPr>
        </p:cxnSp>
        <p:cxnSp>
          <p:nvCxnSpPr>
            <p:cNvPr id="1379" name="Google Shape;1379;p30"/>
            <p:cNvCxnSpPr/>
            <p:nvPr/>
          </p:nvCxnSpPr>
          <p:spPr>
            <a:xfrm rot="10800000">
              <a:off x="1855275" y="3771825"/>
              <a:ext cx="0" cy="85800"/>
            </a:xfrm>
            <a:prstGeom prst="straightConnector1">
              <a:avLst/>
            </a:prstGeom>
            <a:noFill/>
            <a:ln cap="flat" cmpd="sng" w="19050">
              <a:solidFill>
                <a:schemeClr val="lt1"/>
              </a:solidFill>
              <a:prstDash val="solid"/>
              <a:round/>
              <a:headEnd len="med" w="med" type="none"/>
              <a:tailEnd len="med" w="med" type="none"/>
            </a:ln>
          </p:spPr>
        </p:cxnSp>
      </p:grpSp>
      <p:sp>
        <p:nvSpPr>
          <p:cNvPr id="1380" name="Google Shape;1380;p30"/>
          <p:cNvSpPr txBox="1"/>
          <p:nvPr/>
        </p:nvSpPr>
        <p:spPr>
          <a:xfrm>
            <a:off x="1155825" y="3937450"/>
            <a:ext cx="1020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1381" name="Google Shape;1381;p30"/>
          <p:cNvSpPr txBox="1"/>
          <p:nvPr/>
        </p:nvSpPr>
        <p:spPr>
          <a:xfrm>
            <a:off x="2171350" y="3937450"/>
            <a:ext cx="1020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31"/>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aphicFrame>
        <p:nvGraphicFramePr>
          <p:cNvPr id="1387" name="Google Shape;1387;p31"/>
          <p:cNvGraphicFramePr/>
          <p:nvPr/>
        </p:nvGraphicFramePr>
        <p:xfrm>
          <a:off x="4852575" y="1463625"/>
          <a:ext cx="3000000" cy="3000000"/>
        </p:xfrm>
        <a:graphic>
          <a:graphicData uri="http://schemas.openxmlformats.org/drawingml/2006/table">
            <a:tbl>
              <a:tblPr>
                <a:noFill/>
                <a:tableStyleId>{C5D616C1-2566-4984-BB78-A55419A40D4D}</a:tableStyleId>
              </a:tblPr>
              <a:tblGrid>
                <a:gridCol w="710025"/>
                <a:gridCol w="3148425"/>
              </a:tblGrid>
              <a:tr h="484225">
                <a:tc>
                  <a:txBody>
                    <a:bodyPr/>
                    <a:lstStyle/>
                    <a:p>
                      <a:pPr indent="0" lvl="0" marL="0" rtl="0" algn="l">
                        <a:spcBef>
                          <a:spcPts val="0"/>
                        </a:spcBef>
                        <a:spcAft>
                          <a:spcPts val="0"/>
                        </a:spcAft>
                        <a:buNone/>
                      </a:pPr>
                      <a:r>
                        <a:rPr lang="en">
                          <a:solidFill>
                            <a:schemeClr val="dk2"/>
                          </a:solidFill>
                          <a:latin typeface="Catamaran"/>
                          <a:ea typeface="Catamaran"/>
                          <a:cs typeface="Catamaran"/>
                          <a:sym typeface="Catamaran"/>
                        </a:rPr>
                        <a:t>09:00</a:t>
                      </a:r>
                      <a:endParaRPr>
                        <a:solidFill>
                          <a:schemeClr val="dk2"/>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200">
                        <a:solidFill>
                          <a:srgbClr val="797979"/>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4225">
                <a:tc>
                  <a:txBody>
                    <a:bodyPr/>
                    <a:lstStyle/>
                    <a:p>
                      <a:pPr indent="0" lvl="0" marL="0" rtl="0" algn="l">
                        <a:spcBef>
                          <a:spcPts val="0"/>
                        </a:spcBef>
                        <a:spcAft>
                          <a:spcPts val="0"/>
                        </a:spcAft>
                        <a:buNone/>
                      </a:pPr>
                      <a:r>
                        <a:rPr lang="en">
                          <a:solidFill>
                            <a:schemeClr val="dk2"/>
                          </a:solidFill>
                          <a:latin typeface="Catamaran"/>
                          <a:ea typeface="Catamaran"/>
                          <a:cs typeface="Catamaran"/>
                          <a:sym typeface="Catamaran"/>
                        </a:rPr>
                        <a:t>10:00</a:t>
                      </a:r>
                      <a:endParaRPr>
                        <a:solidFill>
                          <a:schemeClr val="dk2"/>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200">
                        <a:solidFill>
                          <a:srgbClr val="797979"/>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4225">
                <a:tc>
                  <a:txBody>
                    <a:bodyPr/>
                    <a:lstStyle/>
                    <a:p>
                      <a:pPr indent="0" lvl="0" marL="0" rtl="0" algn="l">
                        <a:spcBef>
                          <a:spcPts val="0"/>
                        </a:spcBef>
                        <a:spcAft>
                          <a:spcPts val="0"/>
                        </a:spcAft>
                        <a:buNone/>
                      </a:pPr>
                      <a:r>
                        <a:rPr lang="en">
                          <a:solidFill>
                            <a:schemeClr val="dk2"/>
                          </a:solidFill>
                          <a:latin typeface="Catamaran"/>
                          <a:ea typeface="Catamaran"/>
                          <a:cs typeface="Catamaran"/>
                          <a:sym typeface="Catamaran"/>
                        </a:rPr>
                        <a:t>11:00</a:t>
                      </a:r>
                      <a:endParaRPr>
                        <a:solidFill>
                          <a:schemeClr val="dk2"/>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200">
                        <a:solidFill>
                          <a:srgbClr val="797979"/>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4225">
                <a:tc>
                  <a:txBody>
                    <a:bodyPr/>
                    <a:lstStyle/>
                    <a:p>
                      <a:pPr indent="0" lvl="0" marL="0" rtl="0" algn="l">
                        <a:spcBef>
                          <a:spcPts val="0"/>
                        </a:spcBef>
                        <a:spcAft>
                          <a:spcPts val="0"/>
                        </a:spcAft>
                        <a:buNone/>
                      </a:pPr>
                      <a:r>
                        <a:rPr lang="en">
                          <a:solidFill>
                            <a:schemeClr val="dk2"/>
                          </a:solidFill>
                          <a:latin typeface="Catamaran"/>
                          <a:ea typeface="Catamaran"/>
                          <a:cs typeface="Catamaran"/>
                          <a:sym typeface="Catamaran"/>
                        </a:rPr>
                        <a:t>12:00</a:t>
                      </a:r>
                      <a:endParaRPr>
                        <a:solidFill>
                          <a:schemeClr val="dk2"/>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200">
                        <a:solidFill>
                          <a:srgbClr val="797979"/>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4225">
                <a:tc>
                  <a:txBody>
                    <a:bodyPr/>
                    <a:lstStyle/>
                    <a:p>
                      <a:pPr indent="0" lvl="0" marL="0" rtl="0" algn="l">
                        <a:spcBef>
                          <a:spcPts val="0"/>
                        </a:spcBef>
                        <a:spcAft>
                          <a:spcPts val="0"/>
                        </a:spcAft>
                        <a:buNone/>
                      </a:pPr>
                      <a:r>
                        <a:rPr lang="en">
                          <a:solidFill>
                            <a:schemeClr val="dk2"/>
                          </a:solidFill>
                          <a:latin typeface="Catamaran"/>
                          <a:ea typeface="Catamaran"/>
                          <a:cs typeface="Catamaran"/>
                          <a:sym typeface="Catamaran"/>
                        </a:rPr>
                        <a:t>14:00</a:t>
                      </a:r>
                      <a:endParaRPr>
                        <a:solidFill>
                          <a:schemeClr val="dk2"/>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200">
                        <a:solidFill>
                          <a:srgbClr val="797979"/>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4225">
                <a:tc>
                  <a:txBody>
                    <a:bodyPr/>
                    <a:lstStyle/>
                    <a:p>
                      <a:pPr indent="0" lvl="0" marL="0" rtl="0" algn="l">
                        <a:spcBef>
                          <a:spcPts val="0"/>
                        </a:spcBef>
                        <a:spcAft>
                          <a:spcPts val="0"/>
                        </a:spcAft>
                        <a:buNone/>
                      </a:pPr>
                      <a:r>
                        <a:rPr lang="en">
                          <a:solidFill>
                            <a:schemeClr val="dk2"/>
                          </a:solidFill>
                          <a:latin typeface="Catamaran"/>
                          <a:ea typeface="Catamaran"/>
                          <a:cs typeface="Catamaran"/>
                          <a:sym typeface="Catamaran"/>
                        </a:rPr>
                        <a:t>15:00</a:t>
                      </a:r>
                      <a:endParaRPr>
                        <a:solidFill>
                          <a:schemeClr val="dk2"/>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200">
                        <a:solidFill>
                          <a:srgbClr val="797979"/>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graphicFrame>
        <p:nvGraphicFramePr>
          <p:cNvPr id="1388" name="Google Shape;1388;p31"/>
          <p:cNvGraphicFramePr/>
          <p:nvPr/>
        </p:nvGraphicFramePr>
        <p:xfrm>
          <a:off x="432975" y="1463625"/>
          <a:ext cx="3000000" cy="3000000"/>
        </p:xfrm>
        <a:graphic>
          <a:graphicData uri="http://schemas.openxmlformats.org/drawingml/2006/table">
            <a:tbl>
              <a:tblPr>
                <a:noFill/>
                <a:tableStyleId>{C5D616C1-2566-4984-BB78-A55419A40D4D}</a:tableStyleId>
              </a:tblPr>
              <a:tblGrid>
                <a:gridCol w="587825"/>
                <a:gridCol w="587825"/>
                <a:gridCol w="587825"/>
                <a:gridCol w="587825"/>
                <a:gridCol w="587825"/>
                <a:gridCol w="587825"/>
                <a:gridCol w="587825"/>
              </a:tblGrid>
              <a:tr h="484225">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Mo</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rgbClr val="9E9E9E"/>
                      </a:solidFill>
                      <a:prstDash val="dash"/>
                      <a:round/>
                      <a:headEnd len="sm" w="sm" type="none"/>
                      <a:tailEnd len="sm" w="sm" type="none"/>
                    </a:lnL>
                    <a:lnR cap="flat" cmpd="sng" w="9525">
                      <a:solidFill>
                        <a:schemeClr val="dk2"/>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Tu</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We</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Th</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Fr</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Sa</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Su</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rgbClr val="9E9E9E"/>
                      </a:solidFill>
                      <a:prstDash val="dash"/>
                      <a:round/>
                      <a:headEnd len="sm" w="sm" type="none"/>
                      <a:tailEnd len="sm" w="sm" type="none"/>
                    </a:lnR>
                    <a:lnT cap="flat" cmpd="sng" w="9525">
                      <a:solidFill>
                        <a:srgbClr val="9E9E9E"/>
                      </a:solidFill>
                      <a:prstDash val="dash"/>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484225">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dash"/>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3</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4</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5</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4225">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6</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dash"/>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7</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8</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9</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10</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2"/>
                          </a:solidFill>
                          <a:latin typeface="Catamaran"/>
                          <a:ea typeface="Catamaran"/>
                          <a:cs typeface="Catamaran"/>
                          <a:sym typeface="Catamaran"/>
                        </a:rPr>
                        <a:t>11</a:t>
                      </a:r>
                      <a:endParaRPr>
                        <a:solidFill>
                          <a:schemeClr val="dk2"/>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12</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4225">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13</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dash"/>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14</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15</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16</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17</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18</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19</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4225">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20</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dash"/>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21</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22</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23</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24</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25</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26</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4225">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27</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dash"/>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28</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29</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30</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31</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dash"/>
                      <a:round/>
                      <a:headEnd len="sm" w="sm" type="none"/>
                      <a:tailEnd len="sm" w="sm" type="none"/>
                    </a:lnB>
                  </a:tcPr>
                </a:tc>
              </a:tr>
            </a:tbl>
          </a:graphicData>
        </a:graphic>
      </p:graphicFrame>
      <p:grpSp>
        <p:nvGrpSpPr>
          <p:cNvPr id="1389" name="Google Shape;1389;p31"/>
          <p:cNvGrpSpPr/>
          <p:nvPr/>
        </p:nvGrpSpPr>
        <p:grpSpPr>
          <a:xfrm>
            <a:off x="6038175" y="3884750"/>
            <a:ext cx="2247300" cy="484200"/>
            <a:chOff x="6038175" y="3884750"/>
            <a:chExt cx="2247300" cy="484200"/>
          </a:xfrm>
        </p:grpSpPr>
        <p:sp>
          <p:nvSpPr>
            <p:cNvPr id="1390" name="Google Shape;1390;p31"/>
            <p:cNvSpPr/>
            <p:nvPr/>
          </p:nvSpPr>
          <p:spPr>
            <a:xfrm>
              <a:off x="6038175" y="3884750"/>
              <a:ext cx="2247300" cy="4842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8F3"/>
                </a:solidFill>
                <a:latin typeface="Inter"/>
                <a:ea typeface="Inter"/>
                <a:cs typeface="Inter"/>
                <a:sym typeface="Inter"/>
              </a:endParaRPr>
            </a:p>
          </p:txBody>
        </p:sp>
        <p:sp>
          <p:nvSpPr>
            <p:cNvPr id="1391" name="Google Shape;1391;p31"/>
            <p:cNvSpPr txBox="1"/>
            <p:nvPr/>
          </p:nvSpPr>
          <p:spPr>
            <a:xfrm>
              <a:off x="6166850" y="3913799"/>
              <a:ext cx="1989900" cy="39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latin typeface="Catamaran"/>
                  <a:ea typeface="Catamaran"/>
                  <a:cs typeface="Catamaran"/>
                  <a:sym typeface="Catamaran"/>
                </a:rPr>
                <a:t>Saturn has several rings</a:t>
              </a:r>
              <a:endParaRPr>
                <a:solidFill>
                  <a:schemeClr val="dk2"/>
                </a:solidFill>
                <a:latin typeface="Catamaran"/>
                <a:ea typeface="Catamaran"/>
                <a:cs typeface="Catamaran"/>
                <a:sym typeface="Catamaran"/>
              </a:endParaRPr>
            </a:p>
          </p:txBody>
        </p:sp>
      </p:grpSp>
      <p:grpSp>
        <p:nvGrpSpPr>
          <p:cNvPr id="1392" name="Google Shape;1392;p31"/>
          <p:cNvGrpSpPr/>
          <p:nvPr/>
        </p:nvGrpSpPr>
        <p:grpSpPr>
          <a:xfrm>
            <a:off x="6038175" y="1947850"/>
            <a:ext cx="2247300" cy="968400"/>
            <a:chOff x="6038175" y="1947850"/>
            <a:chExt cx="2247300" cy="968400"/>
          </a:xfrm>
        </p:grpSpPr>
        <p:sp>
          <p:nvSpPr>
            <p:cNvPr id="1393" name="Google Shape;1393;p31"/>
            <p:cNvSpPr/>
            <p:nvPr/>
          </p:nvSpPr>
          <p:spPr>
            <a:xfrm>
              <a:off x="6038175" y="1947850"/>
              <a:ext cx="2247300" cy="9684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8F3"/>
                </a:solidFill>
                <a:latin typeface="Inter"/>
                <a:ea typeface="Inter"/>
                <a:cs typeface="Inter"/>
                <a:sym typeface="Inter"/>
              </a:endParaRPr>
            </a:p>
          </p:txBody>
        </p:sp>
        <p:sp>
          <p:nvSpPr>
            <p:cNvPr id="1394" name="Google Shape;1394;p31"/>
            <p:cNvSpPr txBox="1"/>
            <p:nvPr/>
          </p:nvSpPr>
          <p:spPr>
            <a:xfrm>
              <a:off x="6166903" y="2142388"/>
              <a:ext cx="1989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a:solidFill>
                    <a:schemeClr val="dk2"/>
                  </a:solidFill>
                  <a:latin typeface="Catamaran"/>
                  <a:ea typeface="Catamaran"/>
                  <a:cs typeface="Catamaran"/>
                  <a:sym typeface="Catamaran"/>
                </a:rPr>
                <a:t>Despite being red, Mars is actually a cold place full of iron oxide dust</a:t>
              </a:r>
              <a:endParaRPr>
                <a:solidFill>
                  <a:schemeClr val="dk2"/>
                </a:solidFill>
                <a:latin typeface="Catamaran"/>
                <a:ea typeface="Catamaran"/>
                <a:cs typeface="Catamaran"/>
                <a:sym typeface="Catamaran"/>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grpSp>
        <p:nvGrpSpPr>
          <p:cNvPr id="1399" name="Google Shape;1399;p32"/>
          <p:cNvGrpSpPr/>
          <p:nvPr/>
        </p:nvGrpSpPr>
        <p:grpSpPr>
          <a:xfrm>
            <a:off x="1620425" y="1146850"/>
            <a:ext cx="697500" cy="1062900"/>
            <a:chOff x="1620425" y="1146850"/>
            <a:chExt cx="697500" cy="1062900"/>
          </a:xfrm>
        </p:grpSpPr>
        <p:sp>
          <p:nvSpPr>
            <p:cNvPr id="1400" name="Google Shape;1400;p32"/>
            <p:cNvSpPr/>
            <p:nvPr/>
          </p:nvSpPr>
          <p:spPr>
            <a:xfrm>
              <a:off x="1620425" y="1146850"/>
              <a:ext cx="697500" cy="6975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1" name="Google Shape;1401;p32"/>
            <p:cNvCxnSpPr>
              <a:stCxn id="1400" idx="4"/>
            </p:cNvCxnSpPr>
            <p:nvPr/>
          </p:nvCxnSpPr>
          <p:spPr>
            <a:xfrm>
              <a:off x="1969175" y="1844350"/>
              <a:ext cx="0" cy="365400"/>
            </a:xfrm>
            <a:prstGeom prst="straightConnector1">
              <a:avLst/>
            </a:prstGeom>
            <a:noFill/>
            <a:ln cap="flat" cmpd="sng" w="19050">
              <a:solidFill>
                <a:schemeClr val="lt1"/>
              </a:solidFill>
              <a:prstDash val="solid"/>
              <a:round/>
              <a:headEnd len="med" w="med" type="none"/>
              <a:tailEnd len="med" w="med" type="none"/>
            </a:ln>
          </p:spPr>
        </p:cxnSp>
      </p:grpSp>
      <p:grpSp>
        <p:nvGrpSpPr>
          <p:cNvPr id="1402" name="Google Shape;1402;p32"/>
          <p:cNvGrpSpPr/>
          <p:nvPr/>
        </p:nvGrpSpPr>
        <p:grpSpPr>
          <a:xfrm>
            <a:off x="6819425" y="1146850"/>
            <a:ext cx="697500" cy="1062900"/>
            <a:chOff x="6819425" y="1146850"/>
            <a:chExt cx="697500" cy="1062900"/>
          </a:xfrm>
        </p:grpSpPr>
        <p:sp>
          <p:nvSpPr>
            <p:cNvPr id="1403" name="Google Shape;1403;p32"/>
            <p:cNvSpPr/>
            <p:nvPr/>
          </p:nvSpPr>
          <p:spPr>
            <a:xfrm>
              <a:off x="6819425" y="1146850"/>
              <a:ext cx="697500" cy="6975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4" name="Google Shape;1404;p32"/>
            <p:cNvCxnSpPr/>
            <p:nvPr/>
          </p:nvCxnSpPr>
          <p:spPr>
            <a:xfrm>
              <a:off x="7174825" y="1844350"/>
              <a:ext cx="0" cy="365400"/>
            </a:xfrm>
            <a:prstGeom prst="straightConnector1">
              <a:avLst/>
            </a:prstGeom>
            <a:noFill/>
            <a:ln cap="flat" cmpd="sng" w="19050">
              <a:solidFill>
                <a:schemeClr val="lt1"/>
              </a:solidFill>
              <a:prstDash val="solid"/>
              <a:round/>
              <a:headEnd len="med" w="med" type="none"/>
              <a:tailEnd len="med" w="med" type="none"/>
            </a:ln>
          </p:spPr>
        </p:cxnSp>
      </p:grpSp>
      <p:grpSp>
        <p:nvGrpSpPr>
          <p:cNvPr id="1405" name="Google Shape;1405;p32"/>
          <p:cNvGrpSpPr/>
          <p:nvPr/>
        </p:nvGrpSpPr>
        <p:grpSpPr>
          <a:xfrm>
            <a:off x="1125113" y="2062500"/>
            <a:ext cx="1688100" cy="1688100"/>
            <a:chOff x="1125113" y="2062500"/>
            <a:chExt cx="1688100" cy="1688100"/>
          </a:xfrm>
        </p:grpSpPr>
        <p:sp>
          <p:nvSpPr>
            <p:cNvPr id="1406" name="Google Shape;1406;p32"/>
            <p:cNvSpPr/>
            <p:nvPr/>
          </p:nvSpPr>
          <p:spPr>
            <a:xfrm>
              <a:off x="1233250" y="2170625"/>
              <a:ext cx="1471800" cy="14718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2"/>
            <p:cNvSpPr/>
            <p:nvPr/>
          </p:nvSpPr>
          <p:spPr>
            <a:xfrm>
              <a:off x="1125113" y="2062500"/>
              <a:ext cx="1688100" cy="1688100"/>
            </a:xfrm>
            <a:prstGeom prst="blockArc">
              <a:avLst>
                <a:gd fmla="val 10760154" name="adj1"/>
                <a:gd fmla="val 1128834" name="adj2"/>
                <a:gd fmla="val 15269" name="adj3"/>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8" name="Google Shape;1408;p32"/>
          <p:cNvGrpSpPr/>
          <p:nvPr/>
        </p:nvGrpSpPr>
        <p:grpSpPr>
          <a:xfrm>
            <a:off x="6330775" y="2062500"/>
            <a:ext cx="1688100" cy="1688100"/>
            <a:chOff x="6330775" y="2062500"/>
            <a:chExt cx="1688100" cy="1688100"/>
          </a:xfrm>
        </p:grpSpPr>
        <p:sp>
          <p:nvSpPr>
            <p:cNvPr id="1409" name="Google Shape;1409;p32"/>
            <p:cNvSpPr/>
            <p:nvPr/>
          </p:nvSpPr>
          <p:spPr>
            <a:xfrm>
              <a:off x="6432275" y="2170625"/>
              <a:ext cx="1471800" cy="14718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2"/>
            <p:cNvSpPr/>
            <p:nvPr/>
          </p:nvSpPr>
          <p:spPr>
            <a:xfrm>
              <a:off x="6330775" y="2062500"/>
              <a:ext cx="1688100" cy="1688100"/>
            </a:xfrm>
            <a:prstGeom prst="blockArc">
              <a:avLst>
                <a:gd fmla="val 11738391" name="adj1"/>
                <a:gd fmla="val 21511971" name="adj2"/>
                <a:gd fmla="val 14716" name="adj3"/>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1" name="Google Shape;1411;p32"/>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412" name="Google Shape;1412;p32"/>
          <p:cNvGrpSpPr/>
          <p:nvPr/>
        </p:nvGrpSpPr>
        <p:grpSpPr>
          <a:xfrm>
            <a:off x="1012763" y="2679850"/>
            <a:ext cx="1912800" cy="1843922"/>
            <a:chOff x="1012763" y="2679850"/>
            <a:chExt cx="1912800" cy="1843922"/>
          </a:xfrm>
        </p:grpSpPr>
        <p:sp>
          <p:nvSpPr>
            <p:cNvPr id="1413" name="Google Shape;1413;p32"/>
            <p:cNvSpPr txBox="1"/>
            <p:nvPr/>
          </p:nvSpPr>
          <p:spPr>
            <a:xfrm>
              <a:off x="1012763" y="4133472"/>
              <a:ext cx="19128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414" name="Google Shape;1414;p32"/>
            <p:cNvSpPr txBox="1"/>
            <p:nvPr/>
          </p:nvSpPr>
          <p:spPr>
            <a:xfrm>
              <a:off x="1369913" y="37982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1415" name="Google Shape;1415;p32"/>
            <p:cNvSpPr txBox="1"/>
            <p:nvPr/>
          </p:nvSpPr>
          <p:spPr>
            <a:xfrm>
              <a:off x="1486913" y="2679850"/>
              <a:ext cx="964500" cy="45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55%</a:t>
              </a:r>
              <a:endParaRPr sz="3000">
                <a:solidFill>
                  <a:schemeClr val="lt1"/>
                </a:solidFill>
                <a:latin typeface="Love Ya Like A Sister"/>
                <a:ea typeface="Love Ya Like A Sister"/>
                <a:cs typeface="Love Ya Like A Sister"/>
                <a:sym typeface="Love Ya Like A Sister"/>
              </a:endParaRPr>
            </a:p>
          </p:txBody>
        </p:sp>
      </p:grpSp>
      <p:grpSp>
        <p:nvGrpSpPr>
          <p:cNvPr id="1416" name="Google Shape;1416;p32"/>
          <p:cNvGrpSpPr/>
          <p:nvPr/>
        </p:nvGrpSpPr>
        <p:grpSpPr>
          <a:xfrm>
            <a:off x="6218425" y="2679850"/>
            <a:ext cx="1912800" cy="1843922"/>
            <a:chOff x="6218425" y="2679850"/>
            <a:chExt cx="1912800" cy="1843922"/>
          </a:xfrm>
        </p:grpSpPr>
        <p:sp>
          <p:nvSpPr>
            <p:cNvPr id="1417" name="Google Shape;1417;p32"/>
            <p:cNvSpPr txBox="1"/>
            <p:nvPr/>
          </p:nvSpPr>
          <p:spPr>
            <a:xfrm>
              <a:off x="6218425" y="4133472"/>
              <a:ext cx="19128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1418" name="Google Shape;1418;p32"/>
            <p:cNvSpPr txBox="1"/>
            <p:nvPr/>
          </p:nvSpPr>
          <p:spPr>
            <a:xfrm>
              <a:off x="6575575" y="37982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sp>
          <p:nvSpPr>
            <p:cNvPr id="1419" name="Google Shape;1419;p32"/>
            <p:cNvSpPr txBox="1"/>
            <p:nvPr/>
          </p:nvSpPr>
          <p:spPr>
            <a:xfrm>
              <a:off x="6692575" y="2679850"/>
              <a:ext cx="964500" cy="45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45</a:t>
              </a:r>
              <a:r>
                <a:rPr lang="en" sz="3000">
                  <a:solidFill>
                    <a:schemeClr val="lt1"/>
                  </a:solidFill>
                  <a:latin typeface="Love Ya Like A Sister"/>
                  <a:ea typeface="Love Ya Like A Sister"/>
                  <a:cs typeface="Love Ya Like A Sister"/>
                  <a:sym typeface="Love Ya Like A Sister"/>
                </a:rPr>
                <a:t>%</a:t>
              </a:r>
              <a:endParaRPr sz="3000">
                <a:solidFill>
                  <a:schemeClr val="lt1"/>
                </a:solidFill>
                <a:latin typeface="Love Ya Like A Sister"/>
                <a:ea typeface="Love Ya Like A Sister"/>
                <a:cs typeface="Love Ya Like A Sister"/>
                <a:sym typeface="Love Ya Like A Sister"/>
              </a:endParaRPr>
            </a:p>
          </p:txBody>
        </p:sp>
      </p:grpSp>
      <p:sp>
        <p:nvSpPr>
          <p:cNvPr id="1420" name="Google Shape;1420;p32"/>
          <p:cNvSpPr/>
          <p:nvPr/>
        </p:nvSpPr>
        <p:spPr>
          <a:xfrm>
            <a:off x="3238474" y="1146850"/>
            <a:ext cx="2667157" cy="3376937"/>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grpSp>
        <p:nvGrpSpPr>
          <p:cNvPr id="1421" name="Google Shape;1421;p32"/>
          <p:cNvGrpSpPr/>
          <p:nvPr/>
        </p:nvGrpSpPr>
        <p:grpSpPr>
          <a:xfrm>
            <a:off x="3615600" y="1520975"/>
            <a:ext cx="1912800" cy="1330975"/>
            <a:chOff x="3615600" y="1520975"/>
            <a:chExt cx="1912800" cy="1330975"/>
          </a:xfrm>
        </p:grpSpPr>
        <p:sp>
          <p:nvSpPr>
            <p:cNvPr id="1422" name="Google Shape;1422;p32"/>
            <p:cNvSpPr txBox="1"/>
            <p:nvPr/>
          </p:nvSpPr>
          <p:spPr>
            <a:xfrm>
              <a:off x="3615600" y="1856250"/>
              <a:ext cx="1912800" cy="99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Saturn is a gas giant and has several rings. It was named after the Roman god of wealth</a:t>
              </a:r>
              <a:endParaRPr>
                <a:solidFill>
                  <a:schemeClr val="lt1"/>
                </a:solidFill>
                <a:latin typeface="Catamaran"/>
                <a:ea typeface="Catamaran"/>
                <a:cs typeface="Catamaran"/>
                <a:sym typeface="Catamaran"/>
              </a:endParaRPr>
            </a:p>
          </p:txBody>
        </p:sp>
        <p:sp>
          <p:nvSpPr>
            <p:cNvPr id="1423" name="Google Shape;1423;p32"/>
            <p:cNvSpPr txBox="1"/>
            <p:nvPr/>
          </p:nvSpPr>
          <p:spPr>
            <a:xfrm>
              <a:off x="3615600" y="1520975"/>
              <a:ext cx="19128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1424" name="Google Shape;1424;p32"/>
          <p:cNvGrpSpPr/>
          <p:nvPr/>
        </p:nvGrpSpPr>
        <p:grpSpPr>
          <a:xfrm>
            <a:off x="7039191" y="1326850"/>
            <a:ext cx="257962" cy="352762"/>
            <a:chOff x="897141" y="3359875"/>
            <a:chExt cx="257962" cy="352762"/>
          </a:xfrm>
        </p:grpSpPr>
        <p:sp>
          <p:nvSpPr>
            <p:cNvPr id="1425" name="Google Shape;1425;p32"/>
            <p:cNvSpPr/>
            <p:nvPr/>
          </p:nvSpPr>
          <p:spPr>
            <a:xfrm>
              <a:off x="897141" y="3359875"/>
              <a:ext cx="257962" cy="352762"/>
            </a:xfrm>
            <a:custGeom>
              <a:rect b="b" l="l" r="r" t="t"/>
              <a:pathLst>
                <a:path extrusionOk="0" h="11074" w="8098">
                  <a:moveTo>
                    <a:pt x="5204" y="334"/>
                  </a:moveTo>
                  <a:cubicBezTo>
                    <a:pt x="5240" y="334"/>
                    <a:pt x="5252" y="358"/>
                    <a:pt x="5252" y="382"/>
                  </a:cubicBezTo>
                  <a:lnTo>
                    <a:pt x="5252" y="810"/>
                  </a:lnTo>
                  <a:cubicBezTo>
                    <a:pt x="5252" y="834"/>
                    <a:pt x="5216" y="846"/>
                    <a:pt x="5204" y="846"/>
                  </a:cubicBezTo>
                  <a:lnTo>
                    <a:pt x="2870" y="846"/>
                  </a:lnTo>
                  <a:cubicBezTo>
                    <a:pt x="2865" y="848"/>
                    <a:pt x="2861" y="848"/>
                    <a:pt x="2857" y="848"/>
                  </a:cubicBezTo>
                  <a:cubicBezTo>
                    <a:pt x="2832" y="848"/>
                    <a:pt x="2823" y="817"/>
                    <a:pt x="2823" y="786"/>
                  </a:cubicBezTo>
                  <a:lnTo>
                    <a:pt x="2823" y="382"/>
                  </a:lnTo>
                  <a:cubicBezTo>
                    <a:pt x="2823" y="346"/>
                    <a:pt x="2858" y="334"/>
                    <a:pt x="2870" y="334"/>
                  </a:cubicBezTo>
                  <a:close/>
                  <a:moveTo>
                    <a:pt x="2882" y="1"/>
                  </a:moveTo>
                  <a:cubicBezTo>
                    <a:pt x="2680" y="1"/>
                    <a:pt x="2513" y="167"/>
                    <a:pt x="2513" y="382"/>
                  </a:cubicBezTo>
                  <a:lnTo>
                    <a:pt x="2513" y="810"/>
                  </a:lnTo>
                  <a:cubicBezTo>
                    <a:pt x="2513" y="1001"/>
                    <a:pt x="2656" y="1167"/>
                    <a:pt x="2858" y="1179"/>
                  </a:cubicBezTo>
                  <a:lnTo>
                    <a:pt x="2858" y="4811"/>
                  </a:lnTo>
                  <a:cubicBezTo>
                    <a:pt x="2858" y="4906"/>
                    <a:pt x="2835" y="4977"/>
                    <a:pt x="2799" y="5061"/>
                  </a:cubicBezTo>
                  <a:lnTo>
                    <a:pt x="1906" y="6728"/>
                  </a:lnTo>
                  <a:lnTo>
                    <a:pt x="965" y="8502"/>
                  </a:lnTo>
                  <a:lnTo>
                    <a:pt x="489" y="9383"/>
                  </a:lnTo>
                  <a:lnTo>
                    <a:pt x="120" y="10085"/>
                  </a:lnTo>
                  <a:cubicBezTo>
                    <a:pt x="1" y="10288"/>
                    <a:pt x="13" y="10538"/>
                    <a:pt x="132" y="10752"/>
                  </a:cubicBezTo>
                  <a:cubicBezTo>
                    <a:pt x="251" y="10954"/>
                    <a:pt x="477" y="11073"/>
                    <a:pt x="715" y="11073"/>
                  </a:cubicBezTo>
                  <a:lnTo>
                    <a:pt x="3668" y="11073"/>
                  </a:lnTo>
                  <a:cubicBezTo>
                    <a:pt x="3763" y="11073"/>
                    <a:pt x="3835" y="11002"/>
                    <a:pt x="3835" y="10919"/>
                  </a:cubicBezTo>
                  <a:cubicBezTo>
                    <a:pt x="3835" y="10823"/>
                    <a:pt x="3763" y="10752"/>
                    <a:pt x="3668" y="10752"/>
                  </a:cubicBezTo>
                  <a:lnTo>
                    <a:pt x="715" y="10752"/>
                  </a:lnTo>
                  <a:cubicBezTo>
                    <a:pt x="596" y="10752"/>
                    <a:pt x="477" y="10692"/>
                    <a:pt x="418" y="10585"/>
                  </a:cubicBezTo>
                  <a:cubicBezTo>
                    <a:pt x="358" y="10478"/>
                    <a:pt x="334" y="10347"/>
                    <a:pt x="394" y="10240"/>
                  </a:cubicBezTo>
                  <a:lnTo>
                    <a:pt x="727" y="9621"/>
                  </a:lnTo>
                  <a:lnTo>
                    <a:pt x="1168" y="9621"/>
                  </a:lnTo>
                  <a:cubicBezTo>
                    <a:pt x="1263" y="9621"/>
                    <a:pt x="1334" y="9549"/>
                    <a:pt x="1334" y="9454"/>
                  </a:cubicBezTo>
                  <a:cubicBezTo>
                    <a:pt x="1334" y="9371"/>
                    <a:pt x="1263" y="9287"/>
                    <a:pt x="1168" y="9287"/>
                  </a:cubicBezTo>
                  <a:lnTo>
                    <a:pt x="894" y="9287"/>
                  </a:lnTo>
                  <a:lnTo>
                    <a:pt x="1191" y="8728"/>
                  </a:lnTo>
                  <a:lnTo>
                    <a:pt x="1632" y="8728"/>
                  </a:lnTo>
                  <a:cubicBezTo>
                    <a:pt x="1727" y="8728"/>
                    <a:pt x="1799" y="8656"/>
                    <a:pt x="1799" y="8561"/>
                  </a:cubicBezTo>
                  <a:cubicBezTo>
                    <a:pt x="1799" y="8478"/>
                    <a:pt x="1727" y="8394"/>
                    <a:pt x="1632" y="8394"/>
                  </a:cubicBezTo>
                  <a:lnTo>
                    <a:pt x="1370" y="8394"/>
                  </a:lnTo>
                  <a:lnTo>
                    <a:pt x="1668" y="7835"/>
                  </a:lnTo>
                  <a:lnTo>
                    <a:pt x="2108" y="7835"/>
                  </a:lnTo>
                  <a:cubicBezTo>
                    <a:pt x="2204" y="7835"/>
                    <a:pt x="2275" y="7763"/>
                    <a:pt x="2275" y="7668"/>
                  </a:cubicBezTo>
                  <a:cubicBezTo>
                    <a:pt x="2275" y="7585"/>
                    <a:pt x="2204" y="7502"/>
                    <a:pt x="2108" y="7502"/>
                  </a:cubicBezTo>
                  <a:lnTo>
                    <a:pt x="1834" y="7502"/>
                  </a:lnTo>
                  <a:lnTo>
                    <a:pt x="2132" y="6942"/>
                  </a:lnTo>
                  <a:lnTo>
                    <a:pt x="2585" y="6942"/>
                  </a:lnTo>
                  <a:cubicBezTo>
                    <a:pt x="2668" y="6942"/>
                    <a:pt x="2751" y="6870"/>
                    <a:pt x="2751" y="6775"/>
                  </a:cubicBezTo>
                  <a:cubicBezTo>
                    <a:pt x="2751" y="6692"/>
                    <a:pt x="2668" y="6609"/>
                    <a:pt x="2585" y="6609"/>
                  </a:cubicBezTo>
                  <a:lnTo>
                    <a:pt x="2311" y="6609"/>
                  </a:lnTo>
                  <a:lnTo>
                    <a:pt x="3085" y="5180"/>
                  </a:lnTo>
                  <a:cubicBezTo>
                    <a:pt x="3144" y="5061"/>
                    <a:pt x="3192" y="4930"/>
                    <a:pt x="3192" y="4775"/>
                  </a:cubicBezTo>
                  <a:lnTo>
                    <a:pt x="3192" y="1144"/>
                  </a:lnTo>
                  <a:lnTo>
                    <a:pt x="4930" y="1144"/>
                  </a:lnTo>
                  <a:lnTo>
                    <a:pt x="4930" y="4775"/>
                  </a:lnTo>
                  <a:cubicBezTo>
                    <a:pt x="4930" y="4918"/>
                    <a:pt x="4966" y="5061"/>
                    <a:pt x="5037" y="5180"/>
                  </a:cubicBezTo>
                  <a:lnTo>
                    <a:pt x="7716" y="10216"/>
                  </a:lnTo>
                  <a:cubicBezTo>
                    <a:pt x="7776" y="10323"/>
                    <a:pt x="7776" y="10454"/>
                    <a:pt x="7704" y="10550"/>
                  </a:cubicBezTo>
                  <a:cubicBezTo>
                    <a:pt x="7645" y="10657"/>
                    <a:pt x="7526" y="10716"/>
                    <a:pt x="7407" y="10716"/>
                  </a:cubicBezTo>
                  <a:lnTo>
                    <a:pt x="4430" y="10716"/>
                  </a:lnTo>
                  <a:cubicBezTo>
                    <a:pt x="4335" y="10716"/>
                    <a:pt x="4263" y="10788"/>
                    <a:pt x="4263" y="10883"/>
                  </a:cubicBezTo>
                  <a:cubicBezTo>
                    <a:pt x="4263" y="10978"/>
                    <a:pt x="4335" y="11050"/>
                    <a:pt x="4430" y="11050"/>
                  </a:cubicBezTo>
                  <a:lnTo>
                    <a:pt x="7407" y="11050"/>
                  </a:lnTo>
                  <a:cubicBezTo>
                    <a:pt x="7645" y="11050"/>
                    <a:pt x="7871" y="10931"/>
                    <a:pt x="7990" y="10716"/>
                  </a:cubicBezTo>
                  <a:cubicBezTo>
                    <a:pt x="8097" y="10538"/>
                    <a:pt x="8097" y="10288"/>
                    <a:pt x="7990" y="10085"/>
                  </a:cubicBezTo>
                  <a:lnTo>
                    <a:pt x="5311" y="5049"/>
                  </a:lnTo>
                  <a:cubicBezTo>
                    <a:pt x="5263" y="4977"/>
                    <a:pt x="5252" y="4882"/>
                    <a:pt x="5252" y="4799"/>
                  </a:cubicBezTo>
                  <a:lnTo>
                    <a:pt x="5252" y="1167"/>
                  </a:lnTo>
                  <a:cubicBezTo>
                    <a:pt x="5442" y="1155"/>
                    <a:pt x="5597" y="989"/>
                    <a:pt x="5597" y="798"/>
                  </a:cubicBezTo>
                  <a:lnTo>
                    <a:pt x="5597" y="382"/>
                  </a:lnTo>
                  <a:cubicBezTo>
                    <a:pt x="5597" y="167"/>
                    <a:pt x="5430" y="1"/>
                    <a:pt x="52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2"/>
            <p:cNvSpPr/>
            <p:nvPr/>
          </p:nvSpPr>
          <p:spPr>
            <a:xfrm>
              <a:off x="945688" y="3593691"/>
              <a:ext cx="160485" cy="89736"/>
            </a:xfrm>
            <a:custGeom>
              <a:rect b="b" l="l" r="r" t="t"/>
              <a:pathLst>
                <a:path extrusionOk="0" h="2817" w="5038">
                  <a:moveTo>
                    <a:pt x="2535" y="339"/>
                  </a:moveTo>
                  <a:cubicBezTo>
                    <a:pt x="2817" y="339"/>
                    <a:pt x="3097" y="363"/>
                    <a:pt x="3370" y="412"/>
                  </a:cubicBezTo>
                  <a:lnTo>
                    <a:pt x="3513" y="447"/>
                  </a:lnTo>
                  <a:cubicBezTo>
                    <a:pt x="3608" y="459"/>
                    <a:pt x="3668" y="519"/>
                    <a:pt x="3716" y="602"/>
                  </a:cubicBezTo>
                  <a:lnTo>
                    <a:pt x="4680" y="2424"/>
                  </a:lnTo>
                  <a:cubicBezTo>
                    <a:pt x="4692" y="2459"/>
                    <a:pt x="4680" y="2471"/>
                    <a:pt x="4680" y="2483"/>
                  </a:cubicBezTo>
                  <a:cubicBezTo>
                    <a:pt x="4680" y="2495"/>
                    <a:pt x="4668" y="2519"/>
                    <a:pt x="4632" y="2519"/>
                  </a:cubicBezTo>
                  <a:lnTo>
                    <a:pt x="406" y="2519"/>
                  </a:lnTo>
                  <a:cubicBezTo>
                    <a:pt x="382" y="2519"/>
                    <a:pt x="358" y="2495"/>
                    <a:pt x="358" y="2483"/>
                  </a:cubicBezTo>
                  <a:cubicBezTo>
                    <a:pt x="358" y="2471"/>
                    <a:pt x="346" y="2459"/>
                    <a:pt x="358" y="2424"/>
                  </a:cubicBezTo>
                  <a:lnTo>
                    <a:pt x="1334" y="602"/>
                  </a:lnTo>
                  <a:cubicBezTo>
                    <a:pt x="1358" y="507"/>
                    <a:pt x="1430" y="459"/>
                    <a:pt x="1513" y="447"/>
                  </a:cubicBezTo>
                  <a:cubicBezTo>
                    <a:pt x="1847" y="375"/>
                    <a:pt x="2192" y="339"/>
                    <a:pt x="2535" y="339"/>
                  </a:cubicBezTo>
                  <a:close/>
                  <a:moveTo>
                    <a:pt x="2520" y="0"/>
                  </a:moveTo>
                  <a:cubicBezTo>
                    <a:pt x="2155" y="0"/>
                    <a:pt x="1791" y="42"/>
                    <a:pt x="1430" y="126"/>
                  </a:cubicBezTo>
                  <a:cubicBezTo>
                    <a:pt x="1275" y="162"/>
                    <a:pt x="1120" y="281"/>
                    <a:pt x="1037" y="435"/>
                  </a:cubicBezTo>
                  <a:lnTo>
                    <a:pt x="60" y="2269"/>
                  </a:lnTo>
                  <a:cubicBezTo>
                    <a:pt x="1" y="2388"/>
                    <a:pt x="1" y="2531"/>
                    <a:pt x="84" y="2638"/>
                  </a:cubicBezTo>
                  <a:cubicBezTo>
                    <a:pt x="156" y="2757"/>
                    <a:pt x="275" y="2817"/>
                    <a:pt x="406" y="2817"/>
                  </a:cubicBezTo>
                  <a:lnTo>
                    <a:pt x="4632" y="2817"/>
                  </a:lnTo>
                  <a:cubicBezTo>
                    <a:pt x="4763" y="2817"/>
                    <a:pt x="4882" y="2745"/>
                    <a:pt x="4954" y="2638"/>
                  </a:cubicBezTo>
                  <a:cubicBezTo>
                    <a:pt x="5037" y="2519"/>
                    <a:pt x="5037" y="2388"/>
                    <a:pt x="4978" y="2269"/>
                  </a:cubicBezTo>
                  <a:lnTo>
                    <a:pt x="4001" y="435"/>
                  </a:lnTo>
                  <a:cubicBezTo>
                    <a:pt x="3918" y="269"/>
                    <a:pt x="3763" y="162"/>
                    <a:pt x="3585" y="126"/>
                  </a:cubicBezTo>
                  <a:lnTo>
                    <a:pt x="3442" y="90"/>
                  </a:lnTo>
                  <a:cubicBezTo>
                    <a:pt x="3136" y="30"/>
                    <a:pt x="2828" y="0"/>
                    <a:pt x="25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2"/>
            <p:cNvSpPr/>
            <p:nvPr/>
          </p:nvSpPr>
          <p:spPr>
            <a:xfrm>
              <a:off x="1045076" y="3638256"/>
              <a:ext cx="27332" cy="27714"/>
            </a:xfrm>
            <a:custGeom>
              <a:rect b="b" l="l" r="r" t="t"/>
              <a:pathLst>
                <a:path extrusionOk="0" h="870" w="858">
                  <a:moveTo>
                    <a:pt x="429" y="310"/>
                  </a:moveTo>
                  <a:cubicBezTo>
                    <a:pt x="488" y="310"/>
                    <a:pt x="548" y="358"/>
                    <a:pt x="548" y="429"/>
                  </a:cubicBezTo>
                  <a:cubicBezTo>
                    <a:pt x="548" y="489"/>
                    <a:pt x="500" y="548"/>
                    <a:pt x="429" y="548"/>
                  </a:cubicBezTo>
                  <a:cubicBezTo>
                    <a:pt x="369" y="548"/>
                    <a:pt x="310" y="501"/>
                    <a:pt x="310" y="429"/>
                  </a:cubicBezTo>
                  <a:cubicBezTo>
                    <a:pt x="322" y="370"/>
                    <a:pt x="369" y="310"/>
                    <a:pt x="429" y="310"/>
                  </a:cubicBezTo>
                  <a:close/>
                  <a:moveTo>
                    <a:pt x="429" y="1"/>
                  </a:moveTo>
                  <a:cubicBezTo>
                    <a:pt x="191" y="1"/>
                    <a:pt x="0" y="191"/>
                    <a:pt x="0" y="429"/>
                  </a:cubicBezTo>
                  <a:cubicBezTo>
                    <a:pt x="0" y="668"/>
                    <a:pt x="191" y="870"/>
                    <a:pt x="429" y="870"/>
                  </a:cubicBezTo>
                  <a:cubicBezTo>
                    <a:pt x="667" y="870"/>
                    <a:pt x="858" y="668"/>
                    <a:pt x="858" y="429"/>
                  </a:cubicBezTo>
                  <a:cubicBezTo>
                    <a:pt x="858" y="191"/>
                    <a:pt x="667" y="1"/>
                    <a:pt x="4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2"/>
            <p:cNvSpPr/>
            <p:nvPr/>
          </p:nvSpPr>
          <p:spPr>
            <a:xfrm>
              <a:off x="976046" y="3643194"/>
              <a:ext cx="28096" cy="27332"/>
            </a:xfrm>
            <a:custGeom>
              <a:rect b="b" l="l" r="r" t="t"/>
              <a:pathLst>
                <a:path extrusionOk="0" h="858" w="882">
                  <a:moveTo>
                    <a:pt x="453" y="310"/>
                  </a:moveTo>
                  <a:cubicBezTo>
                    <a:pt x="512" y="310"/>
                    <a:pt x="572" y="346"/>
                    <a:pt x="572" y="429"/>
                  </a:cubicBezTo>
                  <a:cubicBezTo>
                    <a:pt x="572" y="489"/>
                    <a:pt x="524" y="548"/>
                    <a:pt x="453" y="548"/>
                  </a:cubicBezTo>
                  <a:cubicBezTo>
                    <a:pt x="393" y="548"/>
                    <a:pt x="334" y="501"/>
                    <a:pt x="334" y="429"/>
                  </a:cubicBezTo>
                  <a:cubicBezTo>
                    <a:pt x="334" y="358"/>
                    <a:pt x="393" y="310"/>
                    <a:pt x="453" y="310"/>
                  </a:cubicBezTo>
                  <a:close/>
                  <a:moveTo>
                    <a:pt x="453" y="1"/>
                  </a:moveTo>
                  <a:cubicBezTo>
                    <a:pt x="215" y="1"/>
                    <a:pt x="24" y="191"/>
                    <a:pt x="24" y="429"/>
                  </a:cubicBezTo>
                  <a:cubicBezTo>
                    <a:pt x="0" y="667"/>
                    <a:pt x="215" y="858"/>
                    <a:pt x="453" y="858"/>
                  </a:cubicBezTo>
                  <a:cubicBezTo>
                    <a:pt x="691" y="858"/>
                    <a:pt x="881" y="667"/>
                    <a:pt x="881" y="429"/>
                  </a:cubicBezTo>
                  <a:cubicBezTo>
                    <a:pt x="881" y="191"/>
                    <a:pt x="691" y="1"/>
                    <a:pt x="4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2"/>
            <p:cNvSpPr/>
            <p:nvPr/>
          </p:nvSpPr>
          <p:spPr>
            <a:xfrm>
              <a:off x="1004493" y="3613218"/>
              <a:ext cx="31505" cy="31154"/>
            </a:xfrm>
            <a:custGeom>
              <a:rect b="b" l="l" r="r" t="t"/>
              <a:pathLst>
                <a:path extrusionOk="0" h="978" w="989">
                  <a:moveTo>
                    <a:pt x="500" y="322"/>
                  </a:moveTo>
                  <a:cubicBezTo>
                    <a:pt x="584" y="322"/>
                    <a:pt x="655" y="406"/>
                    <a:pt x="655" y="489"/>
                  </a:cubicBezTo>
                  <a:cubicBezTo>
                    <a:pt x="655" y="584"/>
                    <a:pt x="584" y="656"/>
                    <a:pt x="500" y="656"/>
                  </a:cubicBezTo>
                  <a:cubicBezTo>
                    <a:pt x="405" y="656"/>
                    <a:pt x="334" y="584"/>
                    <a:pt x="334" y="489"/>
                  </a:cubicBezTo>
                  <a:cubicBezTo>
                    <a:pt x="334" y="406"/>
                    <a:pt x="405" y="322"/>
                    <a:pt x="500" y="322"/>
                  </a:cubicBezTo>
                  <a:close/>
                  <a:moveTo>
                    <a:pt x="500" y="1"/>
                  </a:moveTo>
                  <a:cubicBezTo>
                    <a:pt x="227" y="1"/>
                    <a:pt x="0" y="227"/>
                    <a:pt x="0" y="489"/>
                  </a:cubicBezTo>
                  <a:cubicBezTo>
                    <a:pt x="0" y="763"/>
                    <a:pt x="227" y="977"/>
                    <a:pt x="500" y="977"/>
                  </a:cubicBezTo>
                  <a:cubicBezTo>
                    <a:pt x="762" y="977"/>
                    <a:pt x="989" y="763"/>
                    <a:pt x="989" y="489"/>
                  </a:cubicBezTo>
                  <a:cubicBezTo>
                    <a:pt x="989" y="227"/>
                    <a:pt x="762" y="1"/>
                    <a:pt x="5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2"/>
            <p:cNvSpPr/>
            <p:nvPr/>
          </p:nvSpPr>
          <p:spPr>
            <a:xfrm>
              <a:off x="991209" y="3555975"/>
              <a:ext cx="31505" cy="31122"/>
            </a:xfrm>
            <a:custGeom>
              <a:rect b="b" l="l" r="r" t="t"/>
              <a:pathLst>
                <a:path extrusionOk="0" h="977" w="989">
                  <a:moveTo>
                    <a:pt x="513" y="322"/>
                  </a:moveTo>
                  <a:cubicBezTo>
                    <a:pt x="596" y="322"/>
                    <a:pt x="679" y="393"/>
                    <a:pt x="679" y="488"/>
                  </a:cubicBezTo>
                  <a:cubicBezTo>
                    <a:pt x="679" y="572"/>
                    <a:pt x="596" y="655"/>
                    <a:pt x="513" y="655"/>
                  </a:cubicBezTo>
                  <a:cubicBezTo>
                    <a:pt x="417" y="655"/>
                    <a:pt x="346" y="572"/>
                    <a:pt x="346" y="488"/>
                  </a:cubicBezTo>
                  <a:cubicBezTo>
                    <a:pt x="346" y="393"/>
                    <a:pt x="417" y="322"/>
                    <a:pt x="513" y="322"/>
                  </a:cubicBezTo>
                  <a:close/>
                  <a:moveTo>
                    <a:pt x="501" y="0"/>
                  </a:moveTo>
                  <a:cubicBezTo>
                    <a:pt x="227" y="0"/>
                    <a:pt x="1" y="214"/>
                    <a:pt x="1" y="488"/>
                  </a:cubicBezTo>
                  <a:cubicBezTo>
                    <a:pt x="1" y="750"/>
                    <a:pt x="227" y="976"/>
                    <a:pt x="501" y="976"/>
                  </a:cubicBezTo>
                  <a:cubicBezTo>
                    <a:pt x="763" y="976"/>
                    <a:pt x="989" y="750"/>
                    <a:pt x="989" y="488"/>
                  </a:cubicBezTo>
                  <a:cubicBezTo>
                    <a:pt x="989" y="214"/>
                    <a:pt x="763"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2"/>
            <p:cNvSpPr/>
            <p:nvPr/>
          </p:nvSpPr>
          <p:spPr>
            <a:xfrm>
              <a:off x="1023447" y="3528261"/>
              <a:ext cx="31505" cy="31154"/>
            </a:xfrm>
            <a:custGeom>
              <a:rect b="b" l="l" r="r" t="t"/>
              <a:pathLst>
                <a:path extrusionOk="0" h="978" w="989">
                  <a:moveTo>
                    <a:pt x="501" y="311"/>
                  </a:moveTo>
                  <a:cubicBezTo>
                    <a:pt x="584" y="311"/>
                    <a:pt x="655" y="394"/>
                    <a:pt x="655" y="477"/>
                  </a:cubicBezTo>
                  <a:cubicBezTo>
                    <a:pt x="655" y="572"/>
                    <a:pt x="584" y="644"/>
                    <a:pt x="501" y="644"/>
                  </a:cubicBezTo>
                  <a:cubicBezTo>
                    <a:pt x="405" y="644"/>
                    <a:pt x="334" y="572"/>
                    <a:pt x="334" y="477"/>
                  </a:cubicBezTo>
                  <a:cubicBezTo>
                    <a:pt x="334" y="394"/>
                    <a:pt x="405" y="311"/>
                    <a:pt x="501" y="311"/>
                  </a:cubicBezTo>
                  <a:close/>
                  <a:moveTo>
                    <a:pt x="501" y="1"/>
                  </a:moveTo>
                  <a:cubicBezTo>
                    <a:pt x="227" y="1"/>
                    <a:pt x="1" y="215"/>
                    <a:pt x="1" y="489"/>
                  </a:cubicBezTo>
                  <a:cubicBezTo>
                    <a:pt x="1" y="763"/>
                    <a:pt x="227" y="977"/>
                    <a:pt x="501" y="977"/>
                  </a:cubicBezTo>
                  <a:cubicBezTo>
                    <a:pt x="763" y="977"/>
                    <a:pt x="989" y="763"/>
                    <a:pt x="989" y="489"/>
                  </a:cubicBezTo>
                  <a:cubicBezTo>
                    <a:pt x="989" y="227"/>
                    <a:pt x="763" y="1"/>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2"/>
            <p:cNvSpPr/>
            <p:nvPr/>
          </p:nvSpPr>
          <p:spPr>
            <a:xfrm>
              <a:off x="1008284" y="3488442"/>
              <a:ext cx="28096" cy="27714"/>
            </a:xfrm>
            <a:custGeom>
              <a:rect b="b" l="l" r="r" t="t"/>
              <a:pathLst>
                <a:path extrusionOk="0" h="870" w="882">
                  <a:moveTo>
                    <a:pt x="441" y="310"/>
                  </a:moveTo>
                  <a:cubicBezTo>
                    <a:pt x="500" y="310"/>
                    <a:pt x="560" y="358"/>
                    <a:pt x="560" y="429"/>
                  </a:cubicBezTo>
                  <a:cubicBezTo>
                    <a:pt x="560" y="513"/>
                    <a:pt x="512" y="548"/>
                    <a:pt x="441" y="548"/>
                  </a:cubicBezTo>
                  <a:cubicBezTo>
                    <a:pt x="381" y="548"/>
                    <a:pt x="322" y="513"/>
                    <a:pt x="322" y="429"/>
                  </a:cubicBezTo>
                  <a:cubicBezTo>
                    <a:pt x="322" y="370"/>
                    <a:pt x="358" y="310"/>
                    <a:pt x="441" y="310"/>
                  </a:cubicBezTo>
                  <a:close/>
                  <a:moveTo>
                    <a:pt x="441" y="1"/>
                  </a:moveTo>
                  <a:cubicBezTo>
                    <a:pt x="203" y="1"/>
                    <a:pt x="0" y="191"/>
                    <a:pt x="0" y="429"/>
                  </a:cubicBezTo>
                  <a:cubicBezTo>
                    <a:pt x="0" y="668"/>
                    <a:pt x="203" y="870"/>
                    <a:pt x="441" y="870"/>
                  </a:cubicBezTo>
                  <a:cubicBezTo>
                    <a:pt x="679" y="870"/>
                    <a:pt x="870" y="668"/>
                    <a:pt x="870" y="429"/>
                  </a:cubicBezTo>
                  <a:cubicBezTo>
                    <a:pt x="881" y="191"/>
                    <a:pt x="691" y="1"/>
                    <a:pt x="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3" name="Google Shape;1433;p32"/>
          <p:cNvGrpSpPr/>
          <p:nvPr/>
        </p:nvGrpSpPr>
        <p:grpSpPr>
          <a:xfrm>
            <a:off x="1833570" y="1296543"/>
            <a:ext cx="271213" cy="383088"/>
            <a:chOff x="1333682" y="3344330"/>
            <a:chExt cx="271213" cy="383088"/>
          </a:xfrm>
        </p:grpSpPr>
        <p:sp>
          <p:nvSpPr>
            <p:cNvPr id="1434" name="Google Shape;1434;p32"/>
            <p:cNvSpPr/>
            <p:nvPr/>
          </p:nvSpPr>
          <p:spPr>
            <a:xfrm>
              <a:off x="1334065" y="3377332"/>
              <a:ext cx="270831" cy="350086"/>
            </a:xfrm>
            <a:custGeom>
              <a:rect b="b" l="l" r="r" t="t"/>
              <a:pathLst>
                <a:path extrusionOk="0" h="10990" w="8502">
                  <a:moveTo>
                    <a:pt x="6502" y="0"/>
                  </a:moveTo>
                  <a:cubicBezTo>
                    <a:pt x="6406" y="0"/>
                    <a:pt x="6323" y="84"/>
                    <a:pt x="6323" y="191"/>
                  </a:cubicBezTo>
                  <a:cubicBezTo>
                    <a:pt x="6323" y="286"/>
                    <a:pt x="6406" y="369"/>
                    <a:pt x="6502" y="369"/>
                  </a:cubicBezTo>
                  <a:lnTo>
                    <a:pt x="7276" y="369"/>
                  </a:lnTo>
                  <a:cubicBezTo>
                    <a:pt x="7383" y="369"/>
                    <a:pt x="7454" y="441"/>
                    <a:pt x="7454" y="548"/>
                  </a:cubicBezTo>
                  <a:lnTo>
                    <a:pt x="7454" y="9490"/>
                  </a:lnTo>
                  <a:cubicBezTo>
                    <a:pt x="7454" y="9597"/>
                    <a:pt x="7383" y="9668"/>
                    <a:pt x="7276" y="9668"/>
                  </a:cubicBezTo>
                  <a:lnTo>
                    <a:pt x="537" y="9668"/>
                  </a:lnTo>
                  <a:cubicBezTo>
                    <a:pt x="429" y="9668"/>
                    <a:pt x="358" y="9597"/>
                    <a:pt x="358" y="9490"/>
                  </a:cubicBezTo>
                  <a:lnTo>
                    <a:pt x="358" y="8775"/>
                  </a:lnTo>
                  <a:cubicBezTo>
                    <a:pt x="358" y="8668"/>
                    <a:pt x="287" y="8597"/>
                    <a:pt x="179" y="8597"/>
                  </a:cubicBezTo>
                  <a:cubicBezTo>
                    <a:pt x="72" y="8597"/>
                    <a:pt x="1" y="8668"/>
                    <a:pt x="1" y="8775"/>
                  </a:cubicBezTo>
                  <a:lnTo>
                    <a:pt x="1" y="9490"/>
                  </a:lnTo>
                  <a:cubicBezTo>
                    <a:pt x="1" y="9787"/>
                    <a:pt x="239" y="10013"/>
                    <a:pt x="525" y="10013"/>
                  </a:cubicBezTo>
                  <a:lnTo>
                    <a:pt x="703" y="10013"/>
                  </a:lnTo>
                  <a:lnTo>
                    <a:pt x="703" y="10466"/>
                  </a:lnTo>
                  <a:cubicBezTo>
                    <a:pt x="703" y="10763"/>
                    <a:pt x="941" y="10990"/>
                    <a:pt x="1227" y="10990"/>
                  </a:cubicBezTo>
                  <a:lnTo>
                    <a:pt x="7966" y="10990"/>
                  </a:lnTo>
                  <a:cubicBezTo>
                    <a:pt x="8264" y="10990"/>
                    <a:pt x="8490" y="10752"/>
                    <a:pt x="8490" y="10466"/>
                  </a:cubicBezTo>
                  <a:lnTo>
                    <a:pt x="8490" y="10252"/>
                  </a:lnTo>
                  <a:cubicBezTo>
                    <a:pt x="8490" y="10144"/>
                    <a:pt x="8407" y="10073"/>
                    <a:pt x="8311" y="10073"/>
                  </a:cubicBezTo>
                  <a:cubicBezTo>
                    <a:pt x="8204" y="10073"/>
                    <a:pt x="8133" y="10144"/>
                    <a:pt x="8133" y="10252"/>
                  </a:cubicBezTo>
                  <a:lnTo>
                    <a:pt x="8133" y="10466"/>
                  </a:lnTo>
                  <a:cubicBezTo>
                    <a:pt x="8133" y="10573"/>
                    <a:pt x="8049" y="10644"/>
                    <a:pt x="7954" y="10644"/>
                  </a:cubicBezTo>
                  <a:lnTo>
                    <a:pt x="1203" y="10644"/>
                  </a:lnTo>
                  <a:cubicBezTo>
                    <a:pt x="1108" y="10644"/>
                    <a:pt x="1025" y="10573"/>
                    <a:pt x="1025" y="10466"/>
                  </a:cubicBezTo>
                  <a:lnTo>
                    <a:pt x="1025" y="10013"/>
                  </a:lnTo>
                  <a:lnTo>
                    <a:pt x="7264" y="10013"/>
                  </a:lnTo>
                  <a:cubicBezTo>
                    <a:pt x="7561" y="10013"/>
                    <a:pt x="7788" y="9775"/>
                    <a:pt x="7788" y="9490"/>
                  </a:cubicBezTo>
                  <a:lnTo>
                    <a:pt x="7788" y="1358"/>
                  </a:lnTo>
                  <a:lnTo>
                    <a:pt x="7966" y="1358"/>
                  </a:lnTo>
                  <a:cubicBezTo>
                    <a:pt x="8061" y="1358"/>
                    <a:pt x="8145" y="1441"/>
                    <a:pt x="8145" y="1536"/>
                  </a:cubicBezTo>
                  <a:lnTo>
                    <a:pt x="8145" y="9501"/>
                  </a:lnTo>
                  <a:cubicBezTo>
                    <a:pt x="8145" y="9573"/>
                    <a:pt x="8228" y="9656"/>
                    <a:pt x="8323" y="9656"/>
                  </a:cubicBezTo>
                  <a:cubicBezTo>
                    <a:pt x="8430" y="9656"/>
                    <a:pt x="8502" y="9573"/>
                    <a:pt x="8502" y="9478"/>
                  </a:cubicBezTo>
                  <a:lnTo>
                    <a:pt x="8502" y="1512"/>
                  </a:lnTo>
                  <a:cubicBezTo>
                    <a:pt x="8502" y="1215"/>
                    <a:pt x="8264" y="988"/>
                    <a:pt x="7978" y="988"/>
                  </a:cubicBezTo>
                  <a:lnTo>
                    <a:pt x="7799" y="988"/>
                  </a:lnTo>
                  <a:lnTo>
                    <a:pt x="7799" y="524"/>
                  </a:lnTo>
                  <a:cubicBezTo>
                    <a:pt x="7799" y="226"/>
                    <a:pt x="7561" y="0"/>
                    <a:pt x="72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2"/>
            <p:cNvSpPr/>
            <p:nvPr/>
          </p:nvSpPr>
          <p:spPr>
            <a:xfrm>
              <a:off x="1333682" y="3344330"/>
              <a:ext cx="189697" cy="292461"/>
            </a:xfrm>
            <a:custGeom>
              <a:rect b="b" l="l" r="r" t="t"/>
              <a:pathLst>
                <a:path extrusionOk="0" h="9181" w="5955">
                  <a:moveTo>
                    <a:pt x="2430" y="370"/>
                  </a:moveTo>
                  <a:cubicBezTo>
                    <a:pt x="2489" y="370"/>
                    <a:pt x="2549" y="429"/>
                    <a:pt x="2549" y="489"/>
                  </a:cubicBezTo>
                  <a:lnTo>
                    <a:pt x="2549" y="727"/>
                  </a:lnTo>
                  <a:lnTo>
                    <a:pt x="1858" y="727"/>
                  </a:lnTo>
                  <a:lnTo>
                    <a:pt x="1858" y="489"/>
                  </a:lnTo>
                  <a:cubicBezTo>
                    <a:pt x="1858" y="429"/>
                    <a:pt x="1918" y="370"/>
                    <a:pt x="1977" y="370"/>
                  </a:cubicBezTo>
                  <a:close/>
                  <a:moveTo>
                    <a:pt x="3037" y="1072"/>
                  </a:moveTo>
                  <a:cubicBezTo>
                    <a:pt x="3120" y="1072"/>
                    <a:pt x="3216" y="1143"/>
                    <a:pt x="3216" y="1251"/>
                  </a:cubicBezTo>
                  <a:lnTo>
                    <a:pt x="3216" y="1953"/>
                  </a:lnTo>
                  <a:lnTo>
                    <a:pt x="1215" y="1953"/>
                  </a:lnTo>
                  <a:lnTo>
                    <a:pt x="1215" y="1251"/>
                  </a:lnTo>
                  <a:cubicBezTo>
                    <a:pt x="1203" y="1167"/>
                    <a:pt x="1299" y="1072"/>
                    <a:pt x="1382" y="1072"/>
                  </a:cubicBezTo>
                  <a:close/>
                  <a:moveTo>
                    <a:pt x="1977" y="0"/>
                  </a:moveTo>
                  <a:cubicBezTo>
                    <a:pt x="1727" y="0"/>
                    <a:pt x="1501" y="203"/>
                    <a:pt x="1501" y="477"/>
                  </a:cubicBezTo>
                  <a:lnTo>
                    <a:pt x="1501" y="715"/>
                  </a:lnTo>
                  <a:lnTo>
                    <a:pt x="1370" y="715"/>
                  </a:lnTo>
                  <a:cubicBezTo>
                    <a:pt x="1156" y="715"/>
                    <a:pt x="977" y="834"/>
                    <a:pt x="894" y="1012"/>
                  </a:cubicBezTo>
                  <a:lnTo>
                    <a:pt x="525" y="1012"/>
                  </a:lnTo>
                  <a:cubicBezTo>
                    <a:pt x="227" y="1012"/>
                    <a:pt x="1" y="1251"/>
                    <a:pt x="1" y="1536"/>
                  </a:cubicBezTo>
                  <a:lnTo>
                    <a:pt x="1" y="8990"/>
                  </a:lnTo>
                  <a:cubicBezTo>
                    <a:pt x="13" y="9109"/>
                    <a:pt x="84" y="9180"/>
                    <a:pt x="191" y="9180"/>
                  </a:cubicBezTo>
                  <a:cubicBezTo>
                    <a:pt x="299" y="9180"/>
                    <a:pt x="370" y="9109"/>
                    <a:pt x="370" y="9002"/>
                  </a:cubicBezTo>
                  <a:lnTo>
                    <a:pt x="370" y="1548"/>
                  </a:lnTo>
                  <a:cubicBezTo>
                    <a:pt x="370" y="1441"/>
                    <a:pt x="441" y="1370"/>
                    <a:pt x="549" y="1370"/>
                  </a:cubicBezTo>
                  <a:lnTo>
                    <a:pt x="858" y="1370"/>
                  </a:lnTo>
                  <a:lnTo>
                    <a:pt x="858" y="1965"/>
                  </a:lnTo>
                  <a:cubicBezTo>
                    <a:pt x="858" y="2144"/>
                    <a:pt x="1013" y="2310"/>
                    <a:pt x="1203" y="2310"/>
                  </a:cubicBezTo>
                  <a:lnTo>
                    <a:pt x="3228" y="2310"/>
                  </a:lnTo>
                  <a:cubicBezTo>
                    <a:pt x="3406" y="2310"/>
                    <a:pt x="3573" y="2155"/>
                    <a:pt x="3573" y="1965"/>
                  </a:cubicBezTo>
                  <a:lnTo>
                    <a:pt x="3573" y="1370"/>
                  </a:lnTo>
                  <a:lnTo>
                    <a:pt x="5775" y="1370"/>
                  </a:lnTo>
                  <a:cubicBezTo>
                    <a:pt x="5883" y="1370"/>
                    <a:pt x="5954" y="1298"/>
                    <a:pt x="5954" y="1191"/>
                  </a:cubicBezTo>
                  <a:cubicBezTo>
                    <a:pt x="5954" y="1084"/>
                    <a:pt x="5883" y="1012"/>
                    <a:pt x="5775" y="1012"/>
                  </a:cubicBezTo>
                  <a:lnTo>
                    <a:pt x="3513" y="1012"/>
                  </a:lnTo>
                  <a:cubicBezTo>
                    <a:pt x="3418" y="834"/>
                    <a:pt x="3239" y="715"/>
                    <a:pt x="3037" y="715"/>
                  </a:cubicBezTo>
                  <a:lnTo>
                    <a:pt x="2906" y="715"/>
                  </a:lnTo>
                  <a:lnTo>
                    <a:pt x="2906" y="477"/>
                  </a:lnTo>
                  <a:cubicBezTo>
                    <a:pt x="2906" y="227"/>
                    <a:pt x="2692" y="0"/>
                    <a:pt x="24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2"/>
            <p:cNvSpPr/>
            <p:nvPr/>
          </p:nvSpPr>
          <p:spPr>
            <a:xfrm>
              <a:off x="1444060" y="3469488"/>
              <a:ext cx="100917" cy="11404"/>
            </a:xfrm>
            <a:custGeom>
              <a:rect b="b" l="l" r="r" t="t"/>
              <a:pathLst>
                <a:path extrusionOk="0" h="358" w="3168">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2"/>
            <p:cNvSpPr/>
            <p:nvPr/>
          </p:nvSpPr>
          <p:spPr>
            <a:xfrm>
              <a:off x="1444060" y="3493762"/>
              <a:ext cx="100917" cy="11404"/>
            </a:xfrm>
            <a:custGeom>
              <a:rect b="b" l="l" r="r" t="t"/>
              <a:pathLst>
                <a:path extrusionOk="0" h="358" w="3168">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2"/>
            <p:cNvSpPr/>
            <p:nvPr/>
          </p:nvSpPr>
          <p:spPr>
            <a:xfrm>
              <a:off x="1444060" y="3541927"/>
              <a:ext cx="100917" cy="11404"/>
            </a:xfrm>
            <a:custGeom>
              <a:rect b="b" l="l" r="r" t="t"/>
              <a:pathLst>
                <a:path extrusionOk="0" h="358" w="3168">
                  <a:moveTo>
                    <a:pt x="179" y="1"/>
                  </a:moveTo>
                  <a:cubicBezTo>
                    <a:pt x="72" y="1"/>
                    <a:pt x="1" y="84"/>
                    <a:pt x="1" y="179"/>
                  </a:cubicBezTo>
                  <a:cubicBezTo>
                    <a:pt x="1" y="286"/>
                    <a:pt x="72" y="358"/>
                    <a:pt x="179" y="358"/>
                  </a:cubicBezTo>
                  <a:lnTo>
                    <a:pt x="2989" y="358"/>
                  </a:lnTo>
                  <a:cubicBezTo>
                    <a:pt x="3096" y="358"/>
                    <a:pt x="3168" y="286"/>
                    <a:pt x="3168" y="179"/>
                  </a:cubicBezTo>
                  <a:cubicBezTo>
                    <a:pt x="3168" y="84"/>
                    <a:pt x="3084" y="1"/>
                    <a:pt x="298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2"/>
            <p:cNvSpPr/>
            <p:nvPr/>
          </p:nvSpPr>
          <p:spPr>
            <a:xfrm>
              <a:off x="1444060" y="3565818"/>
              <a:ext cx="100917" cy="11404"/>
            </a:xfrm>
            <a:custGeom>
              <a:rect b="b" l="l" r="r" t="t"/>
              <a:pathLst>
                <a:path extrusionOk="0" h="358" w="3168">
                  <a:moveTo>
                    <a:pt x="179" y="1"/>
                  </a:moveTo>
                  <a:cubicBezTo>
                    <a:pt x="72" y="1"/>
                    <a:pt x="1" y="72"/>
                    <a:pt x="1" y="179"/>
                  </a:cubicBezTo>
                  <a:cubicBezTo>
                    <a:pt x="1" y="286"/>
                    <a:pt x="72" y="358"/>
                    <a:pt x="179" y="358"/>
                  </a:cubicBezTo>
                  <a:lnTo>
                    <a:pt x="2989" y="358"/>
                  </a:lnTo>
                  <a:cubicBezTo>
                    <a:pt x="3096" y="358"/>
                    <a:pt x="3168" y="286"/>
                    <a:pt x="3168" y="179"/>
                  </a:cubicBezTo>
                  <a:cubicBezTo>
                    <a:pt x="3168" y="72"/>
                    <a:pt x="3084" y="1"/>
                    <a:pt x="298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2"/>
            <p:cNvSpPr/>
            <p:nvPr/>
          </p:nvSpPr>
          <p:spPr>
            <a:xfrm>
              <a:off x="1444060" y="3614747"/>
              <a:ext cx="100917" cy="11404"/>
            </a:xfrm>
            <a:custGeom>
              <a:rect b="b" l="l" r="r" t="t"/>
              <a:pathLst>
                <a:path extrusionOk="0" h="358" w="3168">
                  <a:moveTo>
                    <a:pt x="179" y="1"/>
                  </a:moveTo>
                  <a:cubicBezTo>
                    <a:pt x="72" y="1"/>
                    <a:pt x="1" y="72"/>
                    <a:pt x="1" y="179"/>
                  </a:cubicBezTo>
                  <a:cubicBezTo>
                    <a:pt x="1" y="274"/>
                    <a:pt x="72" y="358"/>
                    <a:pt x="179" y="358"/>
                  </a:cubicBezTo>
                  <a:lnTo>
                    <a:pt x="2989" y="358"/>
                  </a:lnTo>
                  <a:cubicBezTo>
                    <a:pt x="3096" y="358"/>
                    <a:pt x="3168" y="274"/>
                    <a:pt x="3168" y="179"/>
                  </a:cubicBezTo>
                  <a:cubicBezTo>
                    <a:pt x="3168" y="72"/>
                    <a:pt x="3084" y="1"/>
                    <a:pt x="298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2"/>
            <p:cNvSpPr/>
            <p:nvPr/>
          </p:nvSpPr>
          <p:spPr>
            <a:xfrm>
              <a:off x="1444060" y="3638256"/>
              <a:ext cx="100917" cy="11404"/>
            </a:xfrm>
            <a:custGeom>
              <a:rect b="b" l="l" r="r" t="t"/>
              <a:pathLst>
                <a:path extrusionOk="0" h="358" w="3168">
                  <a:moveTo>
                    <a:pt x="179" y="1"/>
                  </a:moveTo>
                  <a:cubicBezTo>
                    <a:pt x="72" y="1"/>
                    <a:pt x="1" y="72"/>
                    <a:pt x="1" y="179"/>
                  </a:cubicBezTo>
                  <a:cubicBezTo>
                    <a:pt x="1" y="287"/>
                    <a:pt x="72" y="358"/>
                    <a:pt x="179" y="358"/>
                  </a:cubicBezTo>
                  <a:lnTo>
                    <a:pt x="2989" y="358"/>
                  </a:lnTo>
                  <a:cubicBezTo>
                    <a:pt x="3096" y="358"/>
                    <a:pt x="3168" y="287"/>
                    <a:pt x="3168" y="179"/>
                  </a:cubicBezTo>
                  <a:cubicBezTo>
                    <a:pt x="3168" y="72"/>
                    <a:pt x="3084" y="1"/>
                    <a:pt x="298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2"/>
            <p:cNvSpPr/>
            <p:nvPr/>
          </p:nvSpPr>
          <p:spPr>
            <a:xfrm>
              <a:off x="1371622" y="3459454"/>
              <a:ext cx="70208" cy="57084"/>
            </a:xfrm>
            <a:custGeom>
              <a:rect b="b" l="l" r="r" t="t"/>
              <a:pathLst>
                <a:path extrusionOk="0" h="1792" w="2204">
                  <a:moveTo>
                    <a:pt x="1417" y="387"/>
                  </a:moveTo>
                  <a:lnTo>
                    <a:pt x="1417" y="470"/>
                  </a:lnTo>
                  <a:lnTo>
                    <a:pt x="1072" y="768"/>
                  </a:lnTo>
                  <a:lnTo>
                    <a:pt x="905" y="589"/>
                  </a:lnTo>
                  <a:cubicBezTo>
                    <a:pt x="873" y="544"/>
                    <a:pt x="823" y="523"/>
                    <a:pt x="773" y="523"/>
                  </a:cubicBezTo>
                  <a:cubicBezTo>
                    <a:pt x="731" y="523"/>
                    <a:pt x="688" y="538"/>
                    <a:pt x="655" y="566"/>
                  </a:cubicBezTo>
                  <a:cubicBezTo>
                    <a:pt x="584" y="625"/>
                    <a:pt x="584" y="744"/>
                    <a:pt x="632" y="827"/>
                  </a:cubicBezTo>
                  <a:lnTo>
                    <a:pt x="917" y="1125"/>
                  </a:lnTo>
                  <a:cubicBezTo>
                    <a:pt x="953" y="1161"/>
                    <a:pt x="989" y="1185"/>
                    <a:pt x="1048" y="1185"/>
                  </a:cubicBezTo>
                  <a:cubicBezTo>
                    <a:pt x="1096" y="1185"/>
                    <a:pt x="1132" y="1161"/>
                    <a:pt x="1167" y="1137"/>
                  </a:cubicBezTo>
                  <a:lnTo>
                    <a:pt x="1429" y="923"/>
                  </a:lnTo>
                  <a:lnTo>
                    <a:pt x="1417" y="1447"/>
                  </a:lnTo>
                  <a:lnTo>
                    <a:pt x="358" y="1447"/>
                  </a:lnTo>
                  <a:lnTo>
                    <a:pt x="358" y="387"/>
                  </a:lnTo>
                  <a:close/>
                  <a:moveTo>
                    <a:pt x="2007" y="1"/>
                  </a:moveTo>
                  <a:cubicBezTo>
                    <a:pt x="1966" y="1"/>
                    <a:pt x="1925" y="17"/>
                    <a:pt x="1894" y="54"/>
                  </a:cubicBezTo>
                  <a:lnTo>
                    <a:pt x="1727" y="185"/>
                  </a:lnTo>
                  <a:cubicBezTo>
                    <a:pt x="1679" y="89"/>
                    <a:pt x="1596" y="30"/>
                    <a:pt x="1489" y="30"/>
                  </a:cubicBezTo>
                  <a:lnTo>
                    <a:pt x="263" y="30"/>
                  </a:lnTo>
                  <a:cubicBezTo>
                    <a:pt x="120" y="30"/>
                    <a:pt x="1" y="149"/>
                    <a:pt x="1" y="304"/>
                  </a:cubicBezTo>
                  <a:lnTo>
                    <a:pt x="1" y="1518"/>
                  </a:lnTo>
                  <a:cubicBezTo>
                    <a:pt x="1" y="1673"/>
                    <a:pt x="120" y="1792"/>
                    <a:pt x="263" y="1792"/>
                  </a:cubicBezTo>
                  <a:lnTo>
                    <a:pt x="1489" y="1792"/>
                  </a:lnTo>
                  <a:cubicBezTo>
                    <a:pt x="1632" y="1792"/>
                    <a:pt x="1751" y="1673"/>
                    <a:pt x="1751" y="1518"/>
                  </a:cubicBezTo>
                  <a:lnTo>
                    <a:pt x="1751" y="613"/>
                  </a:lnTo>
                  <a:lnTo>
                    <a:pt x="2108" y="304"/>
                  </a:lnTo>
                  <a:cubicBezTo>
                    <a:pt x="2203" y="256"/>
                    <a:pt x="2203" y="137"/>
                    <a:pt x="2144" y="65"/>
                  </a:cubicBezTo>
                  <a:cubicBezTo>
                    <a:pt x="2111" y="26"/>
                    <a:pt x="2059" y="1"/>
                    <a:pt x="20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2"/>
            <p:cNvSpPr/>
            <p:nvPr/>
          </p:nvSpPr>
          <p:spPr>
            <a:xfrm>
              <a:off x="1371622" y="3532434"/>
              <a:ext cx="70208" cy="56543"/>
            </a:xfrm>
            <a:custGeom>
              <a:rect b="b" l="l" r="r" t="t"/>
              <a:pathLst>
                <a:path extrusionOk="0" h="1775" w="2204">
                  <a:moveTo>
                    <a:pt x="1417" y="382"/>
                  </a:moveTo>
                  <a:lnTo>
                    <a:pt x="1417" y="465"/>
                  </a:lnTo>
                  <a:lnTo>
                    <a:pt x="1072" y="763"/>
                  </a:lnTo>
                  <a:lnTo>
                    <a:pt x="905" y="584"/>
                  </a:lnTo>
                  <a:cubicBezTo>
                    <a:pt x="874" y="547"/>
                    <a:pt x="827" y="529"/>
                    <a:pt x="779" y="529"/>
                  </a:cubicBezTo>
                  <a:cubicBezTo>
                    <a:pt x="734" y="529"/>
                    <a:pt x="690" y="544"/>
                    <a:pt x="655" y="572"/>
                  </a:cubicBezTo>
                  <a:cubicBezTo>
                    <a:pt x="584" y="632"/>
                    <a:pt x="584" y="751"/>
                    <a:pt x="632" y="822"/>
                  </a:cubicBezTo>
                  <a:lnTo>
                    <a:pt x="917" y="1120"/>
                  </a:lnTo>
                  <a:cubicBezTo>
                    <a:pt x="953" y="1168"/>
                    <a:pt x="989" y="1180"/>
                    <a:pt x="1048" y="1180"/>
                  </a:cubicBezTo>
                  <a:cubicBezTo>
                    <a:pt x="1096" y="1180"/>
                    <a:pt x="1132" y="1168"/>
                    <a:pt x="1167" y="1132"/>
                  </a:cubicBezTo>
                  <a:lnTo>
                    <a:pt x="1429" y="930"/>
                  </a:lnTo>
                  <a:lnTo>
                    <a:pt x="1417" y="1430"/>
                  </a:lnTo>
                  <a:lnTo>
                    <a:pt x="358" y="1430"/>
                  </a:lnTo>
                  <a:lnTo>
                    <a:pt x="358" y="382"/>
                  </a:lnTo>
                  <a:close/>
                  <a:moveTo>
                    <a:pt x="2012" y="1"/>
                  </a:moveTo>
                  <a:cubicBezTo>
                    <a:pt x="1969" y="1"/>
                    <a:pt x="1926" y="16"/>
                    <a:pt x="1894" y="49"/>
                  </a:cubicBezTo>
                  <a:lnTo>
                    <a:pt x="1727" y="180"/>
                  </a:lnTo>
                  <a:cubicBezTo>
                    <a:pt x="1679" y="96"/>
                    <a:pt x="1596" y="13"/>
                    <a:pt x="1489" y="13"/>
                  </a:cubicBezTo>
                  <a:lnTo>
                    <a:pt x="263" y="13"/>
                  </a:lnTo>
                  <a:cubicBezTo>
                    <a:pt x="120" y="13"/>
                    <a:pt x="1" y="132"/>
                    <a:pt x="1" y="287"/>
                  </a:cubicBezTo>
                  <a:lnTo>
                    <a:pt x="1" y="1501"/>
                  </a:lnTo>
                  <a:cubicBezTo>
                    <a:pt x="1" y="1656"/>
                    <a:pt x="120" y="1775"/>
                    <a:pt x="263" y="1775"/>
                  </a:cubicBezTo>
                  <a:lnTo>
                    <a:pt x="1489" y="1775"/>
                  </a:lnTo>
                  <a:cubicBezTo>
                    <a:pt x="1632" y="1775"/>
                    <a:pt x="1751" y="1656"/>
                    <a:pt x="1751" y="1501"/>
                  </a:cubicBezTo>
                  <a:lnTo>
                    <a:pt x="1751" y="608"/>
                  </a:lnTo>
                  <a:lnTo>
                    <a:pt x="2108" y="299"/>
                  </a:lnTo>
                  <a:cubicBezTo>
                    <a:pt x="2203" y="239"/>
                    <a:pt x="2203" y="144"/>
                    <a:pt x="2144" y="60"/>
                  </a:cubicBezTo>
                  <a:cubicBezTo>
                    <a:pt x="2111" y="22"/>
                    <a:pt x="2062" y="1"/>
                    <a:pt x="20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2"/>
            <p:cNvSpPr/>
            <p:nvPr/>
          </p:nvSpPr>
          <p:spPr>
            <a:xfrm>
              <a:off x="1371622" y="3605254"/>
              <a:ext cx="70208" cy="55810"/>
            </a:xfrm>
            <a:custGeom>
              <a:rect b="b" l="l" r="r" t="t"/>
              <a:pathLst>
                <a:path extrusionOk="0" h="1752" w="2204">
                  <a:moveTo>
                    <a:pt x="1417" y="358"/>
                  </a:moveTo>
                  <a:lnTo>
                    <a:pt x="1417" y="489"/>
                  </a:lnTo>
                  <a:lnTo>
                    <a:pt x="1072" y="787"/>
                  </a:lnTo>
                  <a:lnTo>
                    <a:pt x="905" y="608"/>
                  </a:lnTo>
                  <a:cubicBezTo>
                    <a:pt x="874" y="571"/>
                    <a:pt x="827" y="553"/>
                    <a:pt x="779" y="553"/>
                  </a:cubicBezTo>
                  <a:cubicBezTo>
                    <a:pt x="734" y="553"/>
                    <a:pt x="690" y="568"/>
                    <a:pt x="655" y="596"/>
                  </a:cubicBezTo>
                  <a:cubicBezTo>
                    <a:pt x="584" y="644"/>
                    <a:pt x="584" y="775"/>
                    <a:pt x="632" y="846"/>
                  </a:cubicBezTo>
                  <a:lnTo>
                    <a:pt x="917" y="1144"/>
                  </a:lnTo>
                  <a:cubicBezTo>
                    <a:pt x="953" y="1192"/>
                    <a:pt x="989" y="1203"/>
                    <a:pt x="1048" y="1203"/>
                  </a:cubicBezTo>
                  <a:cubicBezTo>
                    <a:pt x="1096" y="1203"/>
                    <a:pt x="1132" y="1192"/>
                    <a:pt x="1167" y="1156"/>
                  </a:cubicBezTo>
                  <a:lnTo>
                    <a:pt x="1429" y="953"/>
                  </a:lnTo>
                  <a:lnTo>
                    <a:pt x="1417" y="1406"/>
                  </a:lnTo>
                  <a:lnTo>
                    <a:pt x="358" y="1406"/>
                  </a:lnTo>
                  <a:lnTo>
                    <a:pt x="358" y="358"/>
                  </a:lnTo>
                  <a:close/>
                  <a:moveTo>
                    <a:pt x="263" y="1"/>
                  </a:moveTo>
                  <a:cubicBezTo>
                    <a:pt x="120" y="1"/>
                    <a:pt x="1" y="120"/>
                    <a:pt x="1" y="263"/>
                  </a:cubicBezTo>
                  <a:lnTo>
                    <a:pt x="1" y="1489"/>
                  </a:lnTo>
                  <a:cubicBezTo>
                    <a:pt x="1" y="1632"/>
                    <a:pt x="120" y="1751"/>
                    <a:pt x="263" y="1751"/>
                  </a:cubicBezTo>
                  <a:lnTo>
                    <a:pt x="1489" y="1751"/>
                  </a:lnTo>
                  <a:cubicBezTo>
                    <a:pt x="1632" y="1751"/>
                    <a:pt x="1751" y="1632"/>
                    <a:pt x="1751" y="1489"/>
                  </a:cubicBezTo>
                  <a:lnTo>
                    <a:pt x="1751" y="632"/>
                  </a:lnTo>
                  <a:lnTo>
                    <a:pt x="2108" y="322"/>
                  </a:lnTo>
                  <a:cubicBezTo>
                    <a:pt x="2191" y="263"/>
                    <a:pt x="2203" y="144"/>
                    <a:pt x="2132" y="72"/>
                  </a:cubicBezTo>
                  <a:cubicBezTo>
                    <a:pt x="2107" y="47"/>
                    <a:pt x="2062" y="32"/>
                    <a:pt x="2014" y="32"/>
                  </a:cubicBezTo>
                  <a:cubicBezTo>
                    <a:pt x="1972" y="32"/>
                    <a:pt x="1927" y="44"/>
                    <a:pt x="1894" y="72"/>
                  </a:cubicBezTo>
                  <a:lnTo>
                    <a:pt x="1739" y="191"/>
                  </a:lnTo>
                  <a:cubicBezTo>
                    <a:pt x="1715" y="84"/>
                    <a:pt x="1608" y="1"/>
                    <a:pt x="148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5" name="Google Shape;1445;p32"/>
          <p:cNvGrpSpPr/>
          <p:nvPr/>
        </p:nvGrpSpPr>
        <p:grpSpPr>
          <a:xfrm>
            <a:off x="3857711" y="3026708"/>
            <a:ext cx="1428756" cy="1186918"/>
            <a:chOff x="10674075" y="1106600"/>
            <a:chExt cx="771425" cy="640850"/>
          </a:xfrm>
        </p:grpSpPr>
        <p:sp>
          <p:nvSpPr>
            <p:cNvPr id="1446" name="Google Shape;1446;p32"/>
            <p:cNvSpPr/>
            <p:nvPr/>
          </p:nvSpPr>
          <p:spPr>
            <a:xfrm>
              <a:off x="10674075" y="1371100"/>
              <a:ext cx="20750" cy="180775"/>
            </a:xfrm>
            <a:custGeom>
              <a:rect b="b" l="l" r="r" t="t"/>
              <a:pathLst>
                <a:path extrusionOk="0" h="7231" w="830">
                  <a:moveTo>
                    <a:pt x="281" y="0"/>
                  </a:moveTo>
                  <a:cubicBezTo>
                    <a:pt x="145" y="0"/>
                    <a:pt x="1" y="97"/>
                    <a:pt x="7" y="276"/>
                  </a:cubicBezTo>
                  <a:cubicBezTo>
                    <a:pt x="55" y="2514"/>
                    <a:pt x="150" y="4764"/>
                    <a:pt x="305" y="7003"/>
                  </a:cubicBezTo>
                  <a:cubicBezTo>
                    <a:pt x="316" y="7157"/>
                    <a:pt x="432" y="7230"/>
                    <a:pt x="551" y="7230"/>
                  </a:cubicBezTo>
                  <a:cubicBezTo>
                    <a:pt x="689" y="7230"/>
                    <a:pt x="829" y="7134"/>
                    <a:pt x="817" y="6955"/>
                  </a:cubicBezTo>
                  <a:cubicBezTo>
                    <a:pt x="662" y="4717"/>
                    <a:pt x="567" y="2478"/>
                    <a:pt x="519" y="228"/>
                  </a:cubicBezTo>
                  <a:cubicBezTo>
                    <a:pt x="513" y="73"/>
                    <a:pt x="400" y="0"/>
                    <a:pt x="2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2"/>
            <p:cNvSpPr/>
            <p:nvPr/>
          </p:nvSpPr>
          <p:spPr>
            <a:xfrm>
              <a:off x="10676325" y="1348600"/>
              <a:ext cx="107950" cy="190200"/>
            </a:xfrm>
            <a:custGeom>
              <a:rect b="b" l="l" r="r" t="t"/>
              <a:pathLst>
                <a:path extrusionOk="0" h="7608" w="4318">
                  <a:moveTo>
                    <a:pt x="3665" y="0"/>
                  </a:moveTo>
                  <a:cubicBezTo>
                    <a:pt x="3529" y="0"/>
                    <a:pt x="3387" y="93"/>
                    <a:pt x="3394" y="271"/>
                  </a:cubicBezTo>
                  <a:cubicBezTo>
                    <a:pt x="3429" y="1652"/>
                    <a:pt x="3501" y="3021"/>
                    <a:pt x="3584" y="4390"/>
                  </a:cubicBezTo>
                  <a:cubicBezTo>
                    <a:pt x="2501" y="4402"/>
                    <a:pt x="1417" y="4426"/>
                    <a:pt x="334" y="4438"/>
                  </a:cubicBezTo>
                  <a:cubicBezTo>
                    <a:pt x="0" y="4438"/>
                    <a:pt x="48" y="4950"/>
                    <a:pt x="369" y="4950"/>
                  </a:cubicBezTo>
                  <a:cubicBezTo>
                    <a:pt x="1453" y="4938"/>
                    <a:pt x="2536" y="4914"/>
                    <a:pt x="3608" y="4902"/>
                  </a:cubicBezTo>
                  <a:cubicBezTo>
                    <a:pt x="3668" y="5736"/>
                    <a:pt x="3727" y="6557"/>
                    <a:pt x="3798" y="7379"/>
                  </a:cubicBezTo>
                  <a:cubicBezTo>
                    <a:pt x="3810" y="7535"/>
                    <a:pt x="3928" y="7607"/>
                    <a:pt x="4047" y="7607"/>
                  </a:cubicBezTo>
                  <a:cubicBezTo>
                    <a:pt x="4182" y="7607"/>
                    <a:pt x="4318" y="7514"/>
                    <a:pt x="4299" y="7343"/>
                  </a:cubicBezTo>
                  <a:cubicBezTo>
                    <a:pt x="4108" y="4974"/>
                    <a:pt x="3965" y="2604"/>
                    <a:pt x="3906" y="223"/>
                  </a:cubicBezTo>
                  <a:cubicBezTo>
                    <a:pt x="3900" y="73"/>
                    <a:pt x="3785" y="0"/>
                    <a:pt x="36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2"/>
            <p:cNvSpPr/>
            <p:nvPr/>
          </p:nvSpPr>
          <p:spPr>
            <a:xfrm>
              <a:off x="10821875" y="1424375"/>
              <a:ext cx="97975" cy="16000"/>
            </a:xfrm>
            <a:custGeom>
              <a:rect b="b" l="l" r="r" t="t"/>
              <a:pathLst>
                <a:path extrusionOk="0" h="640" w="3919">
                  <a:moveTo>
                    <a:pt x="3593" y="0"/>
                  </a:moveTo>
                  <a:cubicBezTo>
                    <a:pt x="3583" y="0"/>
                    <a:pt x="3572" y="1"/>
                    <a:pt x="3561" y="2"/>
                  </a:cubicBezTo>
                  <a:cubicBezTo>
                    <a:pt x="2643" y="81"/>
                    <a:pt x="1726" y="127"/>
                    <a:pt x="809" y="127"/>
                  </a:cubicBezTo>
                  <a:cubicBezTo>
                    <a:pt x="619" y="127"/>
                    <a:pt x="429" y="125"/>
                    <a:pt x="239" y="121"/>
                  </a:cubicBezTo>
                  <a:cubicBezTo>
                    <a:pt x="108" y="121"/>
                    <a:pt x="1" y="276"/>
                    <a:pt x="12" y="407"/>
                  </a:cubicBezTo>
                  <a:cubicBezTo>
                    <a:pt x="24" y="550"/>
                    <a:pt x="155" y="633"/>
                    <a:pt x="286" y="633"/>
                  </a:cubicBezTo>
                  <a:cubicBezTo>
                    <a:pt x="476" y="637"/>
                    <a:pt x="666" y="639"/>
                    <a:pt x="856" y="639"/>
                  </a:cubicBezTo>
                  <a:cubicBezTo>
                    <a:pt x="1774" y="639"/>
                    <a:pt x="2691" y="593"/>
                    <a:pt x="3608" y="514"/>
                  </a:cubicBezTo>
                  <a:cubicBezTo>
                    <a:pt x="3919" y="479"/>
                    <a:pt x="3896" y="0"/>
                    <a:pt x="35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2"/>
            <p:cNvSpPr/>
            <p:nvPr/>
          </p:nvSpPr>
          <p:spPr>
            <a:xfrm>
              <a:off x="10944225" y="1386300"/>
              <a:ext cx="87275" cy="103600"/>
            </a:xfrm>
            <a:custGeom>
              <a:rect b="b" l="l" r="r" t="t"/>
              <a:pathLst>
                <a:path extrusionOk="0" h="4144" w="3491">
                  <a:moveTo>
                    <a:pt x="1749" y="0"/>
                  </a:moveTo>
                  <a:cubicBezTo>
                    <a:pt x="1141" y="0"/>
                    <a:pt x="660" y="432"/>
                    <a:pt x="405" y="965"/>
                  </a:cubicBezTo>
                  <a:cubicBezTo>
                    <a:pt x="119" y="1561"/>
                    <a:pt x="0" y="2299"/>
                    <a:pt x="167" y="2942"/>
                  </a:cubicBezTo>
                  <a:cubicBezTo>
                    <a:pt x="333" y="3549"/>
                    <a:pt x="810" y="4013"/>
                    <a:pt x="1441" y="4121"/>
                  </a:cubicBezTo>
                  <a:cubicBezTo>
                    <a:pt x="1536" y="4136"/>
                    <a:pt x="1630" y="4144"/>
                    <a:pt x="1723" y="4144"/>
                  </a:cubicBezTo>
                  <a:cubicBezTo>
                    <a:pt x="2338" y="4144"/>
                    <a:pt x="2896" y="3817"/>
                    <a:pt x="3310" y="3382"/>
                  </a:cubicBezTo>
                  <a:cubicBezTo>
                    <a:pt x="3490" y="3202"/>
                    <a:pt x="3309" y="2967"/>
                    <a:pt x="3112" y="2967"/>
                  </a:cubicBezTo>
                  <a:cubicBezTo>
                    <a:pt x="3049" y="2967"/>
                    <a:pt x="2984" y="2991"/>
                    <a:pt x="2929" y="3049"/>
                  </a:cubicBezTo>
                  <a:cubicBezTo>
                    <a:pt x="2607" y="3370"/>
                    <a:pt x="2203" y="3620"/>
                    <a:pt x="1738" y="3632"/>
                  </a:cubicBezTo>
                  <a:cubicBezTo>
                    <a:pt x="1286" y="3632"/>
                    <a:pt x="893" y="3382"/>
                    <a:pt x="714" y="2966"/>
                  </a:cubicBezTo>
                  <a:cubicBezTo>
                    <a:pt x="524" y="2501"/>
                    <a:pt x="595" y="1954"/>
                    <a:pt x="750" y="1489"/>
                  </a:cubicBezTo>
                  <a:cubicBezTo>
                    <a:pt x="881" y="1084"/>
                    <a:pt x="1119" y="656"/>
                    <a:pt x="1560" y="537"/>
                  </a:cubicBezTo>
                  <a:cubicBezTo>
                    <a:pt x="1624" y="519"/>
                    <a:pt x="1691" y="510"/>
                    <a:pt x="1757" y="510"/>
                  </a:cubicBezTo>
                  <a:cubicBezTo>
                    <a:pt x="1910" y="510"/>
                    <a:pt x="2059" y="560"/>
                    <a:pt x="2167" y="668"/>
                  </a:cubicBezTo>
                  <a:cubicBezTo>
                    <a:pt x="2334" y="846"/>
                    <a:pt x="2405" y="1084"/>
                    <a:pt x="2477" y="1311"/>
                  </a:cubicBezTo>
                  <a:cubicBezTo>
                    <a:pt x="2516" y="1424"/>
                    <a:pt x="2604" y="1472"/>
                    <a:pt x="2696" y="1472"/>
                  </a:cubicBezTo>
                  <a:cubicBezTo>
                    <a:pt x="2856" y="1472"/>
                    <a:pt x="3025" y="1328"/>
                    <a:pt x="2965" y="1132"/>
                  </a:cubicBezTo>
                  <a:cubicBezTo>
                    <a:pt x="2774" y="561"/>
                    <a:pt x="2465" y="25"/>
                    <a:pt x="1798" y="1"/>
                  </a:cubicBezTo>
                  <a:cubicBezTo>
                    <a:pt x="1782" y="0"/>
                    <a:pt x="1765" y="0"/>
                    <a:pt x="17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2"/>
            <p:cNvSpPr/>
            <p:nvPr/>
          </p:nvSpPr>
          <p:spPr>
            <a:xfrm>
              <a:off x="10960675" y="1516925"/>
              <a:ext cx="17800" cy="110925"/>
            </a:xfrm>
            <a:custGeom>
              <a:rect b="b" l="l" r="r" t="t"/>
              <a:pathLst>
                <a:path extrusionOk="0" h="4437" w="712">
                  <a:moveTo>
                    <a:pt x="480" y="0"/>
                  </a:moveTo>
                  <a:cubicBezTo>
                    <a:pt x="344" y="0"/>
                    <a:pt x="199" y="94"/>
                    <a:pt x="199" y="265"/>
                  </a:cubicBezTo>
                  <a:cubicBezTo>
                    <a:pt x="211" y="1563"/>
                    <a:pt x="152" y="2848"/>
                    <a:pt x="21" y="4134"/>
                  </a:cubicBezTo>
                  <a:cubicBezTo>
                    <a:pt x="0" y="4324"/>
                    <a:pt x="154" y="4437"/>
                    <a:pt x="297" y="4437"/>
                  </a:cubicBezTo>
                  <a:cubicBezTo>
                    <a:pt x="404" y="4437"/>
                    <a:pt x="505" y="4373"/>
                    <a:pt x="521" y="4230"/>
                  </a:cubicBezTo>
                  <a:cubicBezTo>
                    <a:pt x="652" y="2896"/>
                    <a:pt x="711" y="1563"/>
                    <a:pt x="711" y="229"/>
                  </a:cubicBezTo>
                  <a:cubicBezTo>
                    <a:pt x="711" y="73"/>
                    <a:pt x="599" y="0"/>
                    <a:pt x="4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2"/>
            <p:cNvSpPr/>
            <p:nvPr/>
          </p:nvSpPr>
          <p:spPr>
            <a:xfrm>
              <a:off x="10916675" y="1623625"/>
              <a:ext cx="14775" cy="123825"/>
            </a:xfrm>
            <a:custGeom>
              <a:rect b="b" l="l" r="r" t="t"/>
              <a:pathLst>
                <a:path extrusionOk="0" h="4953" w="591">
                  <a:moveTo>
                    <a:pt x="278" y="1"/>
                  </a:moveTo>
                  <a:cubicBezTo>
                    <a:pt x="142" y="1"/>
                    <a:pt x="0" y="94"/>
                    <a:pt x="7" y="271"/>
                  </a:cubicBezTo>
                  <a:cubicBezTo>
                    <a:pt x="66" y="1759"/>
                    <a:pt x="78" y="3236"/>
                    <a:pt x="54" y="4724"/>
                  </a:cubicBezTo>
                  <a:cubicBezTo>
                    <a:pt x="54" y="4880"/>
                    <a:pt x="167" y="4953"/>
                    <a:pt x="286" y="4953"/>
                  </a:cubicBezTo>
                  <a:cubicBezTo>
                    <a:pt x="422" y="4953"/>
                    <a:pt x="566" y="4859"/>
                    <a:pt x="566" y="4688"/>
                  </a:cubicBezTo>
                  <a:cubicBezTo>
                    <a:pt x="590" y="3200"/>
                    <a:pt x="578" y="1712"/>
                    <a:pt x="519" y="223"/>
                  </a:cubicBezTo>
                  <a:cubicBezTo>
                    <a:pt x="513" y="73"/>
                    <a:pt x="398" y="1"/>
                    <a:pt x="2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2"/>
            <p:cNvSpPr/>
            <p:nvPr/>
          </p:nvSpPr>
          <p:spPr>
            <a:xfrm>
              <a:off x="10918200" y="1623500"/>
              <a:ext cx="93775" cy="121575"/>
            </a:xfrm>
            <a:custGeom>
              <a:rect b="b" l="l" r="r" t="t"/>
              <a:pathLst>
                <a:path extrusionOk="0" h="4863" w="3751">
                  <a:moveTo>
                    <a:pt x="3524" y="1"/>
                  </a:moveTo>
                  <a:cubicBezTo>
                    <a:pt x="3388" y="1"/>
                    <a:pt x="3238" y="98"/>
                    <a:pt x="3232" y="276"/>
                  </a:cubicBezTo>
                  <a:cubicBezTo>
                    <a:pt x="3208" y="990"/>
                    <a:pt x="3196" y="1705"/>
                    <a:pt x="3208" y="2431"/>
                  </a:cubicBezTo>
                  <a:cubicBezTo>
                    <a:pt x="2244" y="2455"/>
                    <a:pt x="1279" y="2503"/>
                    <a:pt x="327" y="2574"/>
                  </a:cubicBezTo>
                  <a:cubicBezTo>
                    <a:pt x="1" y="2597"/>
                    <a:pt x="39" y="3087"/>
                    <a:pt x="352" y="3087"/>
                  </a:cubicBezTo>
                  <a:cubicBezTo>
                    <a:pt x="359" y="3087"/>
                    <a:pt x="367" y="3087"/>
                    <a:pt x="374" y="3086"/>
                  </a:cubicBezTo>
                  <a:cubicBezTo>
                    <a:pt x="1315" y="3015"/>
                    <a:pt x="2255" y="2967"/>
                    <a:pt x="3208" y="2943"/>
                  </a:cubicBezTo>
                  <a:cubicBezTo>
                    <a:pt x="3208" y="3503"/>
                    <a:pt x="3220" y="4074"/>
                    <a:pt x="3232" y="4634"/>
                  </a:cubicBezTo>
                  <a:cubicBezTo>
                    <a:pt x="3237" y="4790"/>
                    <a:pt x="3353" y="4862"/>
                    <a:pt x="3472" y="4862"/>
                  </a:cubicBezTo>
                  <a:cubicBezTo>
                    <a:pt x="3608" y="4862"/>
                    <a:pt x="3750" y="4769"/>
                    <a:pt x="3744" y="4598"/>
                  </a:cubicBezTo>
                  <a:cubicBezTo>
                    <a:pt x="3732" y="3991"/>
                    <a:pt x="3720" y="3372"/>
                    <a:pt x="3720" y="2764"/>
                  </a:cubicBezTo>
                  <a:cubicBezTo>
                    <a:pt x="3732" y="2717"/>
                    <a:pt x="3732" y="2669"/>
                    <a:pt x="3708" y="2622"/>
                  </a:cubicBezTo>
                  <a:cubicBezTo>
                    <a:pt x="3708" y="1824"/>
                    <a:pt x="3720" y="1026"/>
                    <a:pt x="3744" y="228"/>
                  </a:cubicBezTo>
                  <a:cubicBezTo>
                    <a:pt x="3749" y="74"/>
                    <a:pt x="3642" y="1"/>
                    <a:pt x="352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2"/>
            <p:cNvSpPr/>
            <p:nvPr/>
          </p:nvSpPr>
          <p:spPr>
            <a:xfrm>
              <a:off x="10923250" y="1119550"/>
              <a:ext cx="32025" cy="138300"/>
            </a:xfrm>
            <a:custGeom>
              <a:rect b="b" l="l" r="r" t="t"/>
              <a:pathLst>
                <a:path extrusionOk="0" h="5532" w="1281">
                  <a:moveTo>
                    <a:pt x="329" y="0"/>
                  </a:moveTo>
                  <a:cubicBezTo>
                    <a:pt x="175" y="0"/>
                    <a:pt x="1" y="146"/>
                    <a:pt x="53" y="348"/>
                  </a:cubicBezTo>
                  <a:cubicBezTo>
                    <a:pt x="422" y="1979"/>
                    <a:pt x="660" y="3634"/>
                    <a:pt x="756" y="5313"/>
                  </a:cubicBezTo>
                  <a:cubicBezTo>
                    <a:pt x="767" y="5462"/>
                    <a:pt x="882" y="5532"/>
                    <a:pt x="1001" y="5532"/>
                  </a:cubicBezTo>
                  <a:cubicBezTo>
                    <a:pt x="1139" y="5532"/>
                    <a:pt x="1280" y="5438"/>
                    <a:pt x="1268" y="5266"/>
                  </a:cubicBezTo>
                  <a:cubicBezTo>
                    <a:pt x="1160" y="3551"/>
                    <a:pt x="910" y="1848"/>
                    <a:pt x="529" y="170"/>
                  </a:cubicBezTo>
                  <a:cubicBezTo>
                    <a:pt x="503" y="51"/>
                    <a:pt x="419" y="0"/>
                    <a:pt x="3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2"/>
            <p:cNvSpPr/>
            <p:nvPr/>
          </p:nvSpPr>
          <p:spPr>
            <a:xfrm>
              <a:off x="10938525" y="1106600"/>
              <a:ext cx="74075" cy="138275"/>
            </a:xfrm>
            <a:custGeom>
              <a:rect b="b" l="l" r="r" t="t"/>
              <a:pathLst>
                <a:path extrusionOk="0" h="5531" w="2963">
                  <a:moveTo>
                    <a:pt x="2122" y="1"/>
                  </a:moveTo>
                  <a:cubicBezTo>
                    <a:pt x="1985" y="1"/>
                    <a:pt x="1847" y="94"/>
                    <a:pt x="1859" y="271"/>
                  </a:cubicBezTo>
                  <a:cubicBezTo>
                    <a:pt x="1954" y="1223"/>
                    <a:pt x="2026" y="2188"/>
                    <a:pt x="2133" y="3152"/>
                  </a:cubicBezTo>
                  <a:cubicBezTo>
                    <a:pt x="1526" y="3176"/>
                    <a:pt x="919" y="3224"/>
                    <a:pt x="311" y="3295"/>
                  </a:cubicBezTo>
                  <a:cubicBezTo>
                    <a:pt x="1" y="3330"/>
                    <a:pt x="35" y="3809"/>
                    <a:pt x="327" y="3809"/>
                  </a:cubicBezTo>
                  <a:cubicBezTo>
                    <a:pt x="338" y="3809"/>
                    <a:pt x="348" y="3808"/>
                    <a:pt x="359" y="3807"/>
                  </a:cubicBezTo>
                  <a:cubicBezTo>
                    <a:pt x="966" y="3736"/>
                    <a:pt x="1585" y="3688"/>
                    <a:pt x="2193" y="3652"/>
                  </a:cubicBezTo>
                  <a:cubicBezTo>
                    <a:pt x="2252" y="4212"/>
                    <a:pt x="2335" y="4760"/>
                    <a:pt x="2431" y="5307"/>
                  </a:cubicBezTo>
                  <a:cubicBezTo>
                    <a:pt x="2453" y="5458"/>
                    <a:pt x="2577" y="5530"/>
                    <a:pt x="2697" y="5530"/>
                  </a:cubicBezTo>
                  <a:cubicBezTo>
                    <a:pt x="2832" y="5530"/>
                    <a:pt x="2962" y="5437"/>
                    <a:pt x="2931" y="5260"/>
                  </a:cubicBezTo>
                  <a:cubicBezTo>
                    <a:pt x="2835" y="4712"/>
                    <a:pt x="2764" y="4152"/>
                    <a:pt x="2705" y="3593"/>
                  </a:cubicBezTo>
                  <a:cubicBezTo>
                    <a:pt x="2776" y="3545"/>
                    <a:pt x="2835" y="3450"/>
                    <a:pt x="2824" y="3355"/>
                  </a:cubicBezTo>
                  <a:cubicBezTo>
                    <a:pt x="2812" y="3248"/>
                    <a:pt x="2740" y="3164"/>
                    <a:pt x="2645" y="3140"/>
                  </a:cubicBezTo>
                  <a:cubicBezTo>
                    <a:pt x="2538" y="2164"/>
                    <a:pt x="2466" y="1200"/>
                    <a:pt x="2371" y="223"/>
                  </a:cubicBezTo>
                  <a:cubicBezTo>
                    <a:pt x="2360" y="73"/>
                    <a:pt x="2242" y="1"/>
                    <a:pt x="21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2"/>
            <p:cNvSpPr/>
            <p:nvPr/>
          </p:nvSpPr>
          <p:spPr>
            <a:xfrm>
              <a:off x="10966250" y="1287800"/>
              <a:ext cx="16100" cy="75525"/>
            </a:xfrm>
            <a:custGeom>
              <a:rect b="b" l="l" r="r" t="t"/>
              <a:pathLst>
                <a:path extrusionOk="0" h="3021" w="644">
                  <a:moveTo>
                    <a:pt x="250" y="0"/>
                  </a:moveTo>
                  <a:cubicBezTo>
                    <a:pt x="107" y="24"/>
                    <a:pt x="24" y="143"/>
                    <a:pt x="24" y="286"/>
                  </a:cubicBezTo>
                  <a:cubicBezTo>
                    <a:pt x="0" y="1119"/>
                    <a:pt x="36" y="1965"/>
                    <a:pt x="119" y="2798"/>
                  </a:cubicBezTo>
                  <a:cubicBezTo>
                    <a:pt x="136" y="2949"/>
                    <a:pt x="254" y="3021"/>
                    <a:pt x="373" y="3021"/>
                  </a:cubicBezTo>
                  <a:cubicBezTo>
                    <a:pt x="508" y="3021"/>
                    <a:pt x="644" y="2928"/>
                    <a:pt x="631" y="2750"/>
                  </a:cubicBezTo>
                  <a:cubicBezTo>
                    <a:pt x="548" y="1917"/>
                    <a:pt x="512" y="1072"/>
                    <a:pt x="536" y="238"/>
                  </a:cubicBezTo>
                  <a:cubicBezTo>
                    <a:pt x="536" y="95"/>
                    <a:pt x="381" y="0"/>
                    <a:pt x="2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2"/>
            <p:cNvSpPr/>
            <p:nvPr/>
          </p:nvSpPr>
          <p:spPr>
            <a:xfrm>
              <a:off x="11057625" y="1430325"/>
              <a:ext cx="88925" cy="15175"/>
            </a:xfrm>
            <a:custGeom>
              <a:rect b="b" l="l" r="r" t="t"/>
              <a:pathLst>
                <a:path extrusionOk="0" h="607" w="3557">
                  <a:moveTo>
                    <a:pt x="291" y="1"/>
                  </a:moveTo>
                  <a:cubicBezTo>
                    <a:pt x="161" y="1"/>
                    <a:pt x="46" y="72"/>
                    <a:pt x="24" y="205"/>
                  </a:cubicBezTo>
                  <a:cubicBezTo>
                    <a:pt x="0" y="324"/>
                    <a:pt x="84" y="490"/>
                    <a:pt x="227" y="502"/>
                  </a:cubicBezTo>
                  <a:cubicBezTo>
                    <a:pt x="991" y="575"/>
                    <a:pt x="1755" y="606"/>
                    <a:pt x="2524" y="606"/>
                  </a:cubicBezTo>
                  <a:cubicBezTo>
                    <a:pt x="2762" y="606"/>
                    <a:pt x="3000" y="603"/>
                    <a:pt x="3239" y="597"/>
                  </a:cubicBezTo>
                  <a:cubicBezTo>
                    <a:pt x="3557" y="586"/>
                    <a:pt x="3525" y="85"/>
                    <a:pt x="3203" y="85"/>
                  </a:cubicBezTo>
                  <a:cubicBezTo>
                    <a:pt x="3199" y="85"/>
                    <a:pt x="3195" y="85"/>
                    <a:pt x="3191" y="85"/>
                  </a:cubicBezTo>
                  <a:cubicBezTo>
                    <a:pt x="2957" y="91"/>
                    <a:pt x="2724" y="94"/>
                    <a:pt x="2491" y="94"/>
                  </a:cubicBezTo>
                  <a:cubicBezTo>
                    <a:pt x="1765" y="94"/>
                    <a:pt x="1043" y="65"/>
                    <a:pt x="322" y="2"/>
                  </a:cubicBezTo>
                  <a:cubicBezTo>
                    <a:pt x="312" y="1"/>
                    <a:pt x="301" y="1"/>
                    <a:pt x="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2"/>
            <p:cNvSpPr/>
            <p:nvPr/>
          </p:nvSpPr>
          <p:spPr>
            <a:xfrm>
              <a:off x="11176375" y="1392950"/>
              <a:ext cx="94300" cy="100125"/>
            </a:xfrm>
            <a:custGeom>
              <a:rect b="b" l="l" r="r" t="t"/>
              <a:pathLst>
                <a:path extrusionOk="0" h="4005" w="3772">
                  <a:moveTo>
                    <a:pt x="2312" y="0"/>
                  </a:moveTo>
                  <a:cubicBezTo>
                    <a:pt x="1721" y="0"/>
                    <a:pt x="1145" y="365"/>
                    <a:pt x="751" y="771"/>
                  </a:cubicBezTo>
                  <a:cubicBezTo>
                    <a:pt x="310" y="1211"/>
                    <a:pt x="1" y="1842"/>
                    <a:pt x="13" y="2473"/>
                  </a:cubicBezTo>
                  <a:cubicBezTo>
                    <a:pt x="13" y="3081"/>
                    <a:pt x="441" y="3581"/>
                    <a:pt x="977" y="3831"/>
                  </a:cubicBezTo>
                  <a:cubicBezTo>
                    <a:pt x="1261" y="3954"/>
                    <a:pt x="1556" y="4004"/>
                    <a:pt x="1853" y="4004"/>
                  </a:cubicBezTo>
                  <a:cubicBezTo>
                    <a:pt x="2326" y="4004"/>
                    <a:pt x="2805" y="3877"/>
                    <a:pt x="3251" y="3724"/>
                  </a:cubicBezTo>
                  <a:cubicBezTo>
                    <a:pt x="3530" y="3616"/>
                    <a:pt x="3413" y="3220"/>
                    <a:pt x="3161" y="3220"/>
                  </a:cubicBezTo>
                  <a:cubicBezTo>
                    <a:pt x="3133" y="3220"/>
                    <a:pt x="3104" y="3225"/>
                    <a:pt x="3073" y="3235"/>
                  </a:cubicBezTo>
                  <a:cubicBezTo>
                    <a:pt x="2693" y="3377"/>
                    <a:pt x="2281" y="3498"/>
                    <a:pt x="1869" y="3498"/>
                  </a:cubicBezTo>
                  <a:cubicBezTo>
                    <a:pt x="1726" y="3498"/>
                    <a:pt x="1583" y="3484"/>
                    <a:pt x="1442" y="3450"/>
                  </a:cubicBezTo>
                  <a:cubicBezTo>
                    <a:pt x="1037" y="3354"/>
                    <a:pt x="644" y="3069"/>
                    <a:pt x="549" y="2652"/>
                  </a:cubicBezTo>
                  <a:cubicBezTo>
                    <a:pt x="430" y="2200"/>
                    <a:pt x="668" y="1676"/>
                    <a:pt x="953" y="1307"/>
                  </a:cubicBezTo>
                  <a:cubicBezTo>
                    <a:pt x="1239" y="949"/>
                    <a:pt x="1644" y="640"/>
                    <a:pt x="2108" y="545"/>
                  </a:cubicBezTo>
                  <a:cubicBezTo>
                    <a:pt x="2175" y="529"/>
                    <a:pt x="2239" y="521"/>
                    <a:pt x="2301" y="521"/>
                  </a:cubicBezTo>
                  <a:cubicBezTo>
                    <a:pt x="2748" y="521"/>
                    <a:pt x="3069" y="912"/>
                    <a:pt x="3216" y="1330"/>
                  </a:cubicBezTo>
                  <a:cubicBezTo>
                    <a:pt x="3259" y="1440"/>
                    <a:pt x="3351" y="1486"/>
                    <a:pt x="3445" y="1486"/>
                  </a:cubicBezTo>
                  <a:cubicBezTo>
                    <a:pt x="3606" y="1486"/>
                    <a:pt x="3772" y="1348"/>
                    <a:pt x="3704" y="1152"/>
                  </a:cubicBezTo>
                  <a:cubicBezTo>
                    <a:pt x="3501" y="616"/>
                    <a:pt x="3061" y="80"/>
                    <a:pt x="2465" y="9"/>
                  </a:cubicBezTo>
                  <a:cubicBezTo>
                    <a:pt x="2414" y="3"/>
                    <a:pt x="2363" y="0"/>
                    <a:pt x="23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2"/>
            <p:cNvSpPr/>
            <p:nvPr/>
          </p:nvSpPr>
          <p:spPr>
            <a:xfrm>
              <a:off x="11250675" y="1266675"/>
              <a:ext cx="66825" cy="84425"/>
            </a:xfrm>
            <a:custGeom>
              <a:rect b="b" l="l" r="r" t="t"/>
              <a:pathLst>
                <a:path extrusionOk="0" h="3377" w="2673">
                  <a:moveTo>
                    <a:pt x="2372" y="0"/>
                  </a:moveTo>
                  <a:cubicBezTo>
                    <a:pt x="2278" y="0"/>
                    <a:pt x="2198" y="55"/>
                    <a:pt x="2137" y="143"/>
                  </a:cubicBezTo>
                  <a:cubicBezTo>
                    <a:pt x="1529" y="1119"/>
                    <a:pt x="863" y="2048"/>
                    <a:pt x="160" y="2952"/>
                  </a:cubicBezTo>
                  <a:cubicBezTo>
                    <a:pt x="0" y="3148"/>
                    <a:pt x="178" y="3376"/>
                    <a:pt x="363" y="3376"/>
                  </a:cubicBezTo>
                  <a:cubicBezTo>
                    <a:pt x="426" y="3376"/>
                    <a:pt x="490" y="3349"/>
                    <a:pt x="541" y="3286"/>
                  </a:cubicBezTo>
                  <a:cubicBezTo>
                    <a:pt x="1279" y="2345"/>
                    <a:pt x="1970" y="1369"/>
                    <a:pt x="2601" y="369"/>
                  </a:cubicBezTo>
                  <a:cubicBezTo>
                    <a:pt x="2672" y="250"/>
                    <a:pt x="2601" y="83"/>
                    <a:pt x="2482" y="23"/>
                  </a:cubicBezTo>
                  <a:cubicBezTo>
                    <a:pt x="2444" y="8"/>
                    <a:pt x="2407" y="0"/>
                    <a:pt x="23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2"/>
            <p:cNvSpPr/>
            <p:nvPr/>
          </p:nvSpPr>
          <p:spPr>
            <a:xfrm>
              <a:off x="11289925" y="1296425"/>
              <a:ext cx="62075" cy="71500"/>
            </a:xfrm>
            <a:custGeom>
              <a:rect b="b" l="l" r="r" t="t"/>
              <a:pathLst>
                <a:path extrusionOk="0" h="2860" w="2483">
                  <a:moveTo>
                    <a:pt x="2126" y="0"/>
                  </a:moveTo>
                  <a:cubicBezTo>
                    <a:pt x="2064" y="0"/>
                    <a:pt x="2000" y="28"/>
                    <a:pt x="1948" y="96"/>
                  </a:cubicBezTo>
                  <a:cubicBezTo>
                    <a:pt x="1352" y="881"/>
                    <a:pt x="745" y="1655"/>
                    <a:pt x="150" y="2441"/>
                  </a:cubicBezTo>
                  <a:cubicBezTo>
                    <a:pt x="1" y="2634"/>
                    <a:pt x="175" y="2860"/>
                    <a:pt x="358" y="2860"/>
                  </a:cubicBezTo>
                  <a:cubicBezTo>
                    <a:pt x="423" y="2860"/>
                    <a:pt x="490" y="2831"/>
                    <a:pt x="543" y="2763"/>
                  </a:cubicBezTo>
                  <a:cubicBezTo>
                    <a:pt x="1138" y="1989"/>
                    <a:pt x="1733" y="1203"/>
                    <a:pt x="2341" y="429"/>
                  </a:cubicBezTo>
                  <a:cubicBezTo>
                    <a:pt x="2482" y="234"/>
                    <a:pt x="2308" y="0"/>
                    <a:pt x="21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2"/>
            <p:cNvSpPr/>
            <p:nvPr/>
          </p:nvSpPr>
          <p:spPr>
            <a:xfrm>
              <a:off x="11325500" y="1158050"/>
              <a:ext cx="120000" cy="108900"/>
            </a:xfrm>
            <a:custGeom>
              <a:rect b="b" l="l" r="r" t="t"/>
              <a:pathLst>
                <a:path extrusionOk="0" h="4356" w="4800">
                  <a:moveTo>
                    <a:pt x="2303" y="512"/>
                  </a:moveTo>
                  <a:cubicBezTo>
                    <a:pt x="2769" y="512"/>
                    <a:pt x="3276" y="806"/>
                    <a:pt x="3573" y="1094"/>
                  </a:cubicBezTo>
                  <a:cubicBezTo>
                    <a:pt x="4097" y="1594"/>
                    <a:pt x="4287" y="2428"/>
                    <a:pt x="3906" y="3071"/>
                  </a:cubicBezTo>
                  <a:cubicBezTo>
                    <a:pt x="3597" y="3594"/>
                    <a:pt x="3008" y="3844"/>
                    <a:pt x="2413" y="3844"/>
                  </a:cubicBezTo>
                  <a:cubicBezTo>
                    <a:pt x="1654" y="3844"/>
                    <a:pt x="886" y="3438"/>
                    <a:pt x="680" y="2678"/>
                  </a:cubicBezTo>
                  <a:cubicBezTo>
                    <a:pt x="465" y="1916"/>
                    <a:pt x="894" y="1213"/>
                    <a:pt x="1477" y="737"/>
                  </a:cubicBezTo>
                  <a:cubicBezTo>
                    <a:pt x="1511" y="760"/>
                    <a:pt x="1551" y="774"/>
                    <a:pt x="1592" y="774"/>
                  </a:cubicBezTo>
                  <a:cubicBezTo>
                    <a:pt x="1637" y="774"/>
                    <a:pt x="1684" y="757"/>
                    <a:pt x="1727" y="713"/>
                  </a:cubicBezTo>
                  <a:cubicBezTo>
                    <a:pt x="1896" y="570"/>
                    <a:pt x="2095" y="512"/>
                    <a:pt x="2303" y="512"/>
                  </a:cubicBezTo>
                  <a:close/>
                  <a:moveTo>
                    <a:pt x="2284" y="0"/>
                  </a:moveTo>
                  <a:cubicBezTo>
                    <a:pt x="2087" y="0"/>
                    <a:pt x="1895" y="36"/>
                    <a:pt x="1715" y="118"/>
                  </a:cubicBezTo>
                  <a:cubicBezTo>
                    <a:pt x="1678" y="93"/>
                    <a:pt x="1633" y="78"/>
                    <a:pt x="1586" y="78"/>
                  </a:cubicBezTo>
                  <a:cubicBezTo>
                    <a:pt x="1543" y="78"/>
                    <a:pt x="1498" y="90"/>
                    <a:pt x="1453" y="118"/>
                  </a:cubicBezTo>
                  <a:cubicBezTo>
                    <a:pt x="644" y="642"/>
                    <a:pt x="1" y="1547"/>
                    <a:pt x="132" y="2547"/>
                  </a:cubicBezTo>
                  <a:cubicBezTo>
                    <a:pt x="251" y="3452"/>
                    <a:pt x="989" y="4095"/>
                    <a:pt x="1846" y="4297"/>
                  </a:cubicBezTo>
                  <a:cubicBezTo>
                    <a:pt x="2021" y="4336"/>
                    <a:pt x="2203" y="4356"/>
                    <a:pt x="2385" y="4356"/>
                  </a:cubicBezTo>
                  <a:cubicBezTo>
                    <a:pt x="3085" y="4356"/>
                    <a:pt x="3803" y="4068"/>
                    <a:pt x="4228" y="3511"/>
                  </a:cubicBezTo>
                  <a:cubicBezTo>
                    <a:pt x="4799" y="2749"/>
                    <a:pt x="4716" y="1654"/>
                    <a:pt x="4120" y="940"/>
                  </a:cubicBezTo>
                  <a:cubicBezTo>
                    <a:pt x="3722" y="448"/>
                    <a:pt x="2977" y="0"/>
                    <a:pt x="228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2"/>
            <p:cNvSpPr/>
            <p:nvPr/>
          </p:nvSpPr>
          <p:spPr>
            <a:xfrm>
              <a:off x="11248800" y="1509025"/>
              <a:ext cx="89450" cy="66550"/>
            </a:xfrm>
            <a:custGeom>
              <a:rect b="b" l="l" r="r" t="t"/>
              <a:pathLst>
                <a:path extrusionOk="0" h="2662" w="3578">
                  <a:moveTo>
                    <a:pt x="388" y="1"/>
                  </a:moveTo>
                  <a:cubicBezTo>
                    <a:pt x="175" y="1"/>
                    <a:pt x="1" y="287"/>
                    <a:pt x="211" y="450"/>
                  </a:cubicBezTo>
                  <a:cubicBezTo>
                    <a:pt x="1152" y="1164"/>
                    <a:pt x="2093" y="1890"/>
                    <a:pt x="3033" y="2605"/>
                  </a:cubicBezTo>
                  <a:cubicBezTo>
                    <a:pt x="3084" y="2644"/>
                    <a:pt x="3138" y="2661"/>
                    <a:pt x="3190" y="2661"/>
                  </a:cubicBezTo>
                  <a:cubicBezTo>
                    <a:pt x="3403" y="2661"/>
                    <a:pt x="3577" y="2377"/>
                    <a:pt x="3367" y="2224"/>
                  </a:cubicBezTo>
                  <a:cubicBezTo>
                    <a:pt x="2426" y="1498"/>
                    <a:pt x="1485" y="783"/>
                    <a:pt x="545" y="57"/>
                  </a:cubicBezTo>
                  <a:cubicBezTo>
                    <a:pt x="494" y="17"/>
                    <a:pt x="440" y="1"/>
                    <a:pt x="3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2"/>
            <p:cNvSpPr/>
            <p:nvPr/>
          </p:nvSpPr>
          <p:spPr>
            <a:xfrm>
              <a:off x="11350325" y="1538300"/>
              <a:ext cx="20900" cy="133250"/>
            </a:xfrm>
            <a:custGeom>
              <a:rect b="b" l="l" r="r" t="t"/>
              <a:pathLst>
                <a:path extrusionOk="0" h="5330" w="836">
                  <a:moveTo>
                    <a:pt x="278" y="1"/>
                  </a:moveTo>
                  <a:cubicBezTo>
                    <a:pt x="139" y="1"/>
                    <a:pt x="1" y="94"/>
                    <a:pt x="20" y="267"/>
                  </a:cubicBezTo>
                  <a:cubicBezTo>
                    <a:pt x="222" y="1874"/>
                    <a:pt x="318" y="3494"/>
                    <a:pt x="330" y="5101"/>
                  </a:cubicBezTo>
                  <a:cubicBezTo>
                    <a:pt x="330" y="5257"/>
                    <a:pt x="442" y="5330"/>
                    <a:pt x="560" y="5330"/>
                  </a:cubicBezTo>
                  <a:cubicBezTo>
                    <a:pt x="694" y="5330"/>
                    <a:pt x="836" y="5236"/>
                    <a:pt x="830" y="5065"/>
                  </a:cubicBezTo>
                  <a:cubicBezTo>
                    <a:pt x="830" y="3446"/>
                    <a:pt x="722" y="1827"/>
                    <a:pt x="532" y="219"/>
                  </a:cubicBezTo>
                  <a:cubicBezTo>
                    <a:pt x="515" y="70"/>
                    <a:pt x="397" y="1"/>
                    <a:pt x="2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2"/>
            <p:cNvSpPr/>
            <p:nvPr/>
          </p:nvSpPr>
          <p:spPr>
            <a:xfrm>
              <a:off x="11349725" y="1541775"/>
              <a:ext cx="82975" cy="121500"/>
            </a:xfrm>
            <a:custGeom>
              <a:rect b="b" l="l" r="r" t="t"/>
              <a:pathLst>
                <a:path extrusionOk="0" h="4860" w="3319">
                  <a:moveTo>
                    <a:pt x="2664" y="1"/>
                  </a:moveTo>
                  <a:cubicBezTo>
                    <a:pt x="2528" y="1"/>
                    <a:pt x="2389" y="94"/>
                    <a:pt x="2401" y="271"/>
                  </a:cubicBezTo>
                  <a:lnTo>
                    <a:pt x="2556" y="2509"/>
                  </a:lnTo>
                  <a:cubicBezTo>
                    <a:pt x="1818" y="2604"/>
                    <a:pt x="1068" y="2664"/>
                    <a:pt x="330" y="2700"/>
                  </a:cubicBezTo>
                  <a:cubicBezTo>
                    <a:pt x="0" y="2723"/>
                    <a:pt x="43" y="3212"/>
                    <a:pt x="366" y="3212"/>
                  </a:cubicBezTo>
                  <a:cubicBezTo>
                    <a:pt x="370" y="3212"/>
                    <a:pt x="373" y="3212"/>
                    <a:pt x="377" y="3212"/>
                  </a:cubicBezTo>
                  <a:cubicBezTo>
                    <a:pt x="1116" y="3176"/>
                    <a:pt x="1854" y="3105"/>
                    <a:pt x="2592" y="3021"/>
                  </a:cubicBezTo>
                  <a:lnTo>
                    <a:pt x="2699" y="4640"/>
                  </a:lnTo>
                  <a:cubicBezTo>
                    <a:pt x="2710" y="4789"/>
                    <a:pt x="2823" y="4859"/>
                    <a:pt x="2940" y="4859"/>
                  </a:cubicBezTo>
                  <a:cubicBezTo>
                    <a:pt x="3076" y="4859"/>
                    <a:pt x="3217" y="4765"/>
                    <a:pt x="3211" y="4593"/>
                  </a:cubicBezTo>
                  <a:cubicBezTo>
                    <a:pt x="3163" y="4045"/>
                    <a:pt x="3128" y="3497"/>
                    <a:pt x="3092" y="2950"/>
                  </a:cubicBezTo>
                  <a:cubicBezTo>
                    <a:pt x="3318" y="2855"/>
                    <a:pt x="3294" y="2509"/>
                    <a:pt x="3056" y="2474"/>
                  </a:cubicBezTo>
                  <a:lnTo>
                    <a:pt x="2913" y="223"/>
                  </a:lnTo>
                  <a:cubicBezTo>
                    <a:pt x="2902" y="73"/>
                    <a:pt x="2784" y="1"/>
                    <a:pt x="26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64" name="Google Shape;1464;p32"/>
          <p:cNvCxnSpPr>
            <a:stCxn id="1409" idx="2"/>
          </p:cNvCxnSpPr>
          <p:nvPr/>
        </p:nvCxnSpPr>
        <p:spPr>
          <a:xfrm flipH="1">
            <a:off x="5391275" y="2906525"/>
            <a:ext cx="1041000" cy="341400"/>
          </a:xfrm>
          <a:prstGeom prst="curvedConnector3">
            <a:avLst>
              <a:gd fmla="val 50000" name="adj1"/>
            </a:avLst>
          </a:prstGeom>
          <a:noFill/>
          <a:ln cap="flat" cmpd="sng" w="19050">
            <a:solidFill>
              <a:schemeClr val="lt1"/>
            </a:solidFill>
            <a:prstDash val="solid"/>
            <a:round/>
            <a:headEnd len="med" w="med" type="none"/>
            <a:tailEnd len="med" w="med" type="oval"/>
          </a:ln>
        </p:spPr>
      </p:cxnSp>
      <p:cxnSp>
        <p:nvCxnSpPr>
          <p:cNvPr id="1465" name="Google Shape;1465;p32"/>
          <p:cNvCxnSpPr>
            <a:stCxn id="1406" idx="6"/>
          </p:cNvCxnSpPr>
          <p:nvPr/>
        </p:nvCxnSpPr>
        <p:spPr>
          <a:xfrm>
            <a:off x="2705050" y="2906525"/>
            <a:ext cx="1038300" cy="779700"/>
          </a:xfrm>
          <a:prstGeom prst="curvedConnector3">
            <a:avLst>
              <a:gd fmla="val 50000" name="adj1"/>
            </a:avLst>
          </a:prstGeom>
          <a:noFill/>
          <a:ln cap="flat" cmpd="sng" w="19050">
            <a:solidFill>
              <a:schemeClr val="lt1"/>
            </a:solidFill>
            <a:prstDash val="solid"/>
            <a:round/>
            <a:headEnd len="med" w="med" type="none"/>
            <a:tailEnd len="med" w="med" type="oval"/>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grpSp>
        <p:nvGrpSpPr>
          <p:cNvPr id="1470" name="Google Shape;1470;p33"/>
          <p:cNvGrpSpPr/>
          <p:nvPr/>
        </p:nvGrpSpPr>
        <p:grpSpPr>
          <a:xfrm>
            <a:off x="1371829" y="1142625"/>
            <a:ext cx="6400467" cy="2771397"/>
            <a:chOff x="1371829" y="1142625"/>
            <a:chExt cx="6400467" cy="2771397"/>
          </a:xfrm>
        </p:grpSpPr>
        <p:sp>
          <p:nvSpPr>
            <p:cNvPr id="1471" name="Google Shape;1471;p33"/>
            <p:cNvSpPr/>
            <p:nvPr/>
          </p:nvSpPr>
          <p:spPr>
            <a:xfrm>
              <a:off x="3800573" y="3256800"/>
              <a:ext cx="1543284" cy="544945"/>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sp>
          <p:nvSpPr>
            <p:cNvPr id="1472" name="Google Shape;1472;p33"/>
            <p:cNvSpPr/>
            <p:nvPr/>
          </p:nvSpPr>
          <p:spPr>
            <a:xfrm>
              <a:off x="5906086" y="1656975"/>
              <a:ext cx="1543284" cy="544945"/>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sp>
          <p:nvSpPr>
            <p:cNvPr id="1473" name="Google Shape;1473;p33"/>
            <p:cNvSpPr/>
            <p:nvPr/>
          </p:nvSpPr>
          <p:spPr>
            <a:xfrm>
              <a:off x="1694861" y="1656975"/>
              <a:ext cx="1543284" cy="544945"/>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sp>
          <p:nvSpPr>
            <p:cNvPr id="1474" name="Google Shape;1474;p33"/>
            <p:cNvSpPr/>
            <p:nvPr/>
          </p:nvSpPr>
          <p:spPr>
            <a:xfrm>
              <a:off x="3800473" y="1142625"/>
              <a:ext cx="1543284" cy="544945"/>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grpSp>
          <p:nvGrpSpPr>
            <p:cNvPr id="1475" name="Google Shape;1475;p33"/>
            <p:cNvGrpSpPr/>
            <p:nvPr/>
          </p:nvGrpSpPr>
          <p:grpSpPr>
            <a:xfrm>
              <a:off x="1371829" y="1289611"/>
              <a:ext cx="6400467" cy="2624411"/>
              <a:chOff x="1371829" y="1289611"/>
              <a:chExt cx="6400467" cy="2624411"/>
            </a:xfrm>
          </p:grpSpPr>
          <p:grpSp>
            <p:nvGrpSpPr>
              <p:cNvPr id="1476" name="Google Shape;1476;p33"/>
              <p:cNvGrpSpPr/>
              <p:nvPr/>
            </p:nvGrpSpPr>
            <p:grpSpPr>
              <a:xfrm flipH="1" rot="1859254">
                <a:off x="3276014" y="1364409"/>
                <a:ext cx="400143" cy="395391"/>
                <a:chOff x="6152895" y="3723620"/>
                <a:chExt cx="692718" cy="684655"/>
              </a:xfrm>
            </p:grpSpPr>
            <p:sp>
              <p:nvSpPr>
                <p:cNvPr id="1477" name="Google Shape;1477;p33"/>
                <p:cNvSpPr/>
                <p:nvPr/>
              </p:nvSpPr>
              <p:spPr>
                <a:xfrm rot="540967">
                  <a:off x="6194320" y="3767843"/>
                  <a:ext cx="609868" cy="57675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3"/>
                <p:cNvSpPr/>
                <p:nvPr/>
              </p:nvSpPr>
              <p:spPr>
                <a:xfrm rot="540967">
                  <a:off x="6623512" y="4212057"/>
                  <a:ext cx="162069" cy="184659"/>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9" name="Google Shape;1479;p33"/>
              <p:cNvGrpSpPr/>
              <p:nvPr/>
            </p:nvGrpSpPr>
            <p:grpSpPr>
              <a:xfrm rot="-5400000">
                <a:off x="3299082" y="2052108"/>
                <a:ext cx="268060" cy="256117"/>
                <a:chOff x="5072449" y="3591321"/>
                <a:chExt cx="401347" cy="383466"/>
              </a:xfrm>
            </p:grpSpPr>
            <p:sp>
              <p:nvSpPr>
                <p:cNvPr id="1480" name="Google Shape;1480;p33"/>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3"/>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2" name="Google Shape;1482;p33"/>
              <p:cNvGrpSpPr/>
              <p:nvPr/>
            </p:nvGrpSpPr>
            <p:grpSpPr>
              <a:xfrm flipH="1" rot="5400000">
                <a:off x="1365857" y="2052108"/>
                <a:ext cx="268060" cy="256117"/>
                <a:chOff x="5072449" y="3591321"/>
                <a:chExt cx="401347" cy="383466"/>
              </a:xfrm>
            </p:grpSpPr>
            <p:sp>
              <p:nvSpPr>
                <p:cNvPr id="1483" name="Google Shape;1483;p33"/>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3"/>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5" name="Google Shape;1485;p33"/>
              <p:cNvGrpSpPr/>
              <p:nvPr/>
            </p:nvGrpSpPr>
            <p:grpSpPr>
              <a:xfrm rot="-5400000">
                <a:off x="7510207" y="2052108"/>
                <a:ext cx="268060" cy="256117"/>
                <a:chOff x="5072449" y="3591321"/>
                <a:chExt cx="401347" cy="383466"/>
              </a:xfrm>
            </p:grpSpPr>
            <p:sp>
              <p:nvSpPr>
                <p:cNvPr id="1486" name="Google Shape;1486;p33"/>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3"/>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8" name="Google Shape;1488;p33"/>
              <p:cNvGrpSpPr/>
              <p:nvPr/>
            </p:nvGrpSpPr>
            <p:grpSpPr>
              <a:xfrm flipH="1" rot="5400000">
                <a:off x="5576982" y="2052108"/>
                <a:ext cx="268060" cy="256117"/>
                <a:chOff x="5072449" y="3591321"/>
                <a:chExt cx="401347" cy="383466"/>
              </a:xfrm>
            </p:grpSpPr>
            <p:sp>
              <p:nvSpPr>
                <p:cNvPr id="1489" name="Google Shape;1489;p33"/>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3"/>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1" name="Google Shape;1491;p33"/>
              <p:cNvGrpSpPr/>
              <p:nvPr/>
            </p:nvGrpSpPr>
            <p:grpSpPr>
              <a:xfrm rot="-1859254">
                <a:off x="5467977" y="1364409"/>
                <a:ext cx="400143" cy="395391"/>
                <a:chOff x="6152895" y="3723620"/>
                <a:chExt cx="692718" cy="684655"/>
              </a:xfrm>
            </p:grpSpPr>
            <p:sp>
              <p:nvSpPr>
                <p:cNvPr id="1492" name="Google Shape;1492;p33"/>
                <p:cNvSpPr/>
                <p:nvPr/>
              </p:nvSpPr>
              <p:spPr>
                <a:xfrm rot="540967">
                  <a:off x="6194320" y="3767843"/>
                  <a:ext cx="609868" cy="57675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3"/>
                <p:cNvSpPr/>
                <p:nvPr/>
              </p:nvSpPr>
              <p:spPr>
                <a:xfrm rot="540967">
                  <a:off x="6623512" y="4212057"/>
                  <a:ext cx="162069" cy="184659"/>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4" name="Google Shape;1494;p33"/>
              <p:cNvGrpSpPr/>
              <p:nvPr/>
            </p:nvGrpSpPr>
            <p:grpSpPr>
              <a:xfrm flipH="1" rot="-2214931">
                <a:off x="4371390" y="1896186"/>
                <a:ext cx="400197" cy="395292"/>
                <a:chOff x="6152895" y="3723620"/>
                <a:chExt cx="692718" cy="684655"/>
              </a:xfrm>
            </p:grpSpPr>
            <p:sp>
              <p:nvSpPr>
                <p:cNvPr id="1495" name="Google Shape;1495;p33"/>
                <p:cNvSpPr/>
                <p:nvPr/>
              </p:nvSpPr>
              <p:spPr>
                <a:xfrm rot="540967">
                  <a:off x="6194320" y="3767843"/>
                  <a:ext cx="609868" cy="57675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3"/>
                <p:cNvSpPr/>
                <p:nvPr/>
              </p:nvSpPr>
              <p:spPr>
                <a:xfrm rot="540967">
                  <a:off x="6623512" y="4212057"/>
                  <a:ext cx="162069" cy="184659"/>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7" name="Google Shape;1497;p33"/>
              <p:cNvGrpSpPr/>
              <p:nvPr/>
            </p:nvGrpSpPr>
            <p:grpSpPr>
              <a:xfrm flipH="1" rot="-2214931">
                <a:off x="4371390" y="2635123"/>
                <a:ext cx="400197" cy="395292"/>
                <a:chOff x="6152895" y="3723620"/>
                <a:chExt cx="692718" cy="684655"/>
              </a:xfrm>
            </p:grpSpPr>
            <p:sp>
              <p:nvSpPr>
                <p:cNvPr id="1498" name="Google Shape;1498;p33"/>
                <p:cNvSpPr/>
                <p:nvPr/>
              </p:nvSpPr>
              <p:spPr>
                <a:xfrm rot="540967">
                  <a:off x="6194320" y="3767843"/>
                  <a:ext cx="609868" cy="57675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3"/>
                <p:cNvSpPr/>
                <p:nvPr/>
              </p:nvSpPr>
              <p:spPr>
                <a:xfrm rot="540967">
                  <a:off x="6623512" y="4212057"/>
                  <a:ext cx="162069" cy="184659"/>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0" name="Google Shape;1500;p33"/>
              <p:cNvGrpSpPr/>
              <p:nvPr/>
            </p:nvGrpSpPr>
            <p:grpSpPr>
              <a:xfrm rot="-5400000">
                <a:off x="5404695" y="3651933"/>
                <a:ext cx="268060" cy="256117"/>
                <a:chOff x="5072449" y="3591321"/>
                <a:chExt cx="401347" cy="383466"/>
              </a:xfrm>
            </p:grpSpPr>
            <p:sp>
              <p:nvSpPr>
                <p:cNvPr id="1501" name="Google Shape;1501;p33"/>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3"/>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3" name="Google Shape;1503;p33"/>
              <p:cNvGrpSpPr/>
              <p:nvPr/>
            </p:nvGrpSpPr>
            <p:grpSpPr>
              <a:xfrm flipH="1" rot="5400000">
                <a:off x="3471470" y="3651933"/>
                <a:ext cx="268060" cy="256117"/>
                <a:chOff x="5072449" y="3591321"/>
                <a:chExt cx="401347" cy="383466"/>
              </a:xfrm>
            </p:grpSpPr>
            <p:sp>
              <p:nvSpPr>
                <p:cNvPr id="1504" name="Google Shape;1504;p33"/>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3"/>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506" name="Google Shape;1506;p33"/>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507" name="Google Shape;1507;p33"/>
          <p:cNvGrpSpPr/>
          <p:nvPr/>
        </p:nvGrpSpPr>
        <p:grpSpPr>
          <a:xfrm>
            <a:off x="6774000" y="2314188"/>
            <a:ext cx="1912800" cy="725560"/>
            <a:chOff x="6774000" y="2314188"/>
            <a:chExt cx="1912800" cy="725560"/>
          </a:xfrm>
        </p:grpSpPr>
        <p:sp>
          <p:nvSpPr>
            <p:cNvPr id="1508" name="Google Shape;1508;p33"/>
            <p:cNvSpPr txBox="1"/>
            <p:nvPr/>
          </p:nvSpPr>
          <p:spPr>
            <a:xfrm>
              <a:off x="6774000" y="2649447"/>
              <a:ext cx="19128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509" name="Google Shape;1509;p33"/>
            <p:cNvSpPr txBox="1"/>
            <p:nvPr/>
          </p:nvSpPr>
          <p:spPr>
            <a:xfrm>
              <a:off x="7131150" y="23141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grpSp>
        <p:nvGrpSpPr>
          <p:cNvPr id="1510" name="Google Shape;1510;p33"/>
          <p:cNvGrpSpPr/>
          <p:nvPr/>
        </p:nvGrpSpPr>
        <p:grpSpPr>
          <a:xfrm>
            <a:off x="4668442" y="2314188"/>
            <a:ext cx="1912800" cy="725560"/>
            <a:chOff x="4668442" y="2314188"/>
            <a:chExt cx="1912800" cy="725560"/>
          </a:xfrm>
        </p:grpSpPr>
        <p:sp>
          <p:nvSpPr>
            <p:cNvPr id="1511" name="Google Shape;1511;p33"/>
            <p:cNvSpPr txBox="1"/>
            <p:nvPr/>
          </p:nvSpPr>
          <p:spPr>
            <a:xfrm>
              <a:off x="4668442" y="2649447"/>
              <a:ext cx="19128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Saturn is a gas giant with several rings</a:t>
              </a:r>
              <a:endParaRPr>
                <a:solidFill>
                  <a:schemeClr val="lt1"/>
                </a:solidFill>
                <a:latin typeface="Catamaran"/>
                <a:ea typeface="Catamaran"/>
                <a:cs typeface="Catamaran"/>
                <a:sym typeface="Catamaran"/>
              </a:endParaRPr>
            </a:p>
          </p:txBody>
        </p:sp>
        <p:sp>
          <p:nvSpPr>
            <p:cNvPr id="1512" name="Google Shape;1512;p33"/>
            <p:cNvSpPr txBox="1"/>
            <p:nvPr/>
          </p:nvSpPr>
          <p:spPr>
            <a:xfrm>
              <a:off x="5025592" y="23141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1513" name="Google Shape;1513;p33"/>
          <p:cNvGrpSpPr/>
          <p:nvPr/>
        </p:nvGrpSpPr>
        <p:grpSpPr>
          <a:xfrm>
            <a:off x="2562883" y="2314188"/>
            <a:ext cx="1912800" cy="725560"/>
            <a:chOff x="2562883" y="2314188"/>
            <a:chExt cx="1912800" cy="725560"/>
          </a:xfrm>
        </p:grpSpPr>
        <p:sp>
          <p:nvSpPr>
            <p:cNvPr id="1514" name="Google Shape;1514;p33"/>
            <p:cNvSpPr txBox="1"/>
            <p:nvPr/>
          </p:nvSpPr>
          <p:spPr>
            <a:xfrm>
              <a:off x="2562883" y="2649447"/>
              <a:ext cx="19128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515" name="Google Shape;1515;p33"/>
            <p:cNvSpPr txBox="1"/>
            <p:nvPr/>
          </p:nvSpPr>
          <p:spPr>
            <a:xfrm>
              <a:off x="2920033" y="23141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1516" name="Google Shape;1516;p33"/>
          <p:cNvGrpSpPr/>
          <p:nvPr/>
        </p:nvGrpSpPr>
        <p:grpSpPr>
          <a:xfrm>
            <a:off x="457325" y="2314188"/>
            <a:ext cx="1912800" cy="725560"/>
            <a:chOff x="457325" y="2314188"/>
            <a:chExt cx="1912800" cy="725560"/>
          </a:xfrm>
        </p:grpSpPr>
        <p:sp>
          <p:nvSpPr>
            <p:cNvPr id="1517" name="Google Shape;1517;p33"/>
            <p:cNvSpPr txBox="1"/>
            <p:nvPr/>
          </p:nvSpPr>
          <p:spPr>
            <a:xfrm>
              <a:off x="457325" y="2649447"/>
              <a:ext cx="19128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Venus has a very nice name, but is hot</a:t>
              </a:r>
              <a:endParaRPr>
                <a:solidFill>
                  <a:schemeClr val="lt1"/>
                </a:solidFill>
                <a:latin typeface="Catamaran"/>
                <a:ea typeface="Catamaran"/>
                <a:cs typeface="Catamaran"/>
                <a:sym typeface="Catamaran"/>
              </a:endParaRPr>
            </a:p>
          </p:txBody>
        </p:sp>
        <p:sp>
          <p:nvSpPr>
            <p:cNvPr id="1518" name="Google Shape;1518;p33"/>
            <p:cNvSpPr txBox="1"/>
            <p:nvPr/>
          </p:nvSpPr>
          <p:spPr>
            <a:xfrm>
              <a:off x="814475" y="23141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
        <p:nvSpPr>
          <p:cNvPr id="1519" name="Google Shape;1519;p33"/>
          <p:cNvSpPr txBox="1"/>
          <p:nvPr/>
        </p:nvSpPr>
        <p:spPr>
          <a:xfrm>
            <a:off x="1867258" y="176173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sp>
        <p:nvSpPr>
          <p:cNvPr id="1520" name="Google Shape;1520;p33"/>
          <p:cNvSpPr txBox="1"/>
          <p:nvPr/>
        </p:nvSpPr>
        <p:spPr>
          <a:xfrm>
            <a:off x="6078383" y="176173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1521" name="Google Shape;1521;p33"/>
          <p:cNvSpPr txBox="1"/>
          <p:nvPr/>
        </p:nvSpPr>
        <p:spPr>
          <a:xfrm>
            <a:off x="3972758" y="12473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Start</a:t>
            </a:r>
            <a:endParaRPr sz="2200">
              <a:solidFill>
                <a:schemeClr val="lt1"/>
              </a:solidFill>
              <a:latin typeface="Love Ya Like A Sister"/>
              <a:ea typeface="Love Ya Like A Sister"/>
              <a:cs typeface="Love Ya Like A Sister"/>
              <a:sym typeface="Love Ya Like A Sister"/>
            </a:endParaRPr>
          </a:p>
        </p:txBody>
      </p:sp>
      <p:grpSp>
        <p:nvGrpSpPr>
          <p:cNvPr id="1522" name="Google Shape;1522;p33"/>
          <p:cNvGrpSpPr/>
          <p:nvPr/>
        </p:nvGrpSpPr>
        <p:grpSpPr>
          <a:xfrm>
            <a:off x="4668488" y="3914013"/>
            <a:ext cx="1912800" cy="725560"/>
            <a:chOff x="4668488" y="3914013"/>
            <a:chExt cx="1912800" cy="725560"/>
          </a:xfrm>
        </p:grpSpPr>
        <p:sp>
          <p:nvSpPr>
            <p:cNvPr id="1523" name="Google Shape;1523;p33"/>
            <p:cNvSpPr txBox="1"/>
            <p:nvPr/>
          </p:nvSpPr>
          <p:spPr>
            <a:xfrm>
              <a:off x="4668488" y="4249272"/>
              <a:ext cx="19128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524" name="Google Shape;1524;p33"/>
            <p:cNvSpPr txBox="1"/>
            <p:nvPr/>
          </p:nvSpPr>
          <p:spPr>
            <a:xfrm>
              <a:off x="5025638" y="39140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grpSp>
        <p:nvGrpSpPr>
          <p:cNvPr id="1525" name="Google Shape;1525;p33"/>
          <p:cNvGrpSpPr/>
          <p:nvPr/>
        </p:nvGrpSpPr>
        <p:grpSpPr>
          <a:xfrm>
            <a:off x="2562929" y="3914013"/>
            <a:ext cx="1912800" cy="725560"/>
            <a:chOff x="2562929" y="3914013"/>
            <a:chExt cx="1912800" cy="725560"/>
          </a:xfrm>
        </p:grpSpPr>
        <p:sp>
          <p:nvSpPr>
            <p:cNvPr id="1526" name="Google Shape;1526;p33"/>
            <p:cNvSpPr txBox="1"/>
            <p:nvPr/>
          </p:nvSpPr>
          <p:spPr>
            <a:xfrm>
              <a:off x="2562929" y="4249272"/>
              <a:ext cx="19128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Despite being red, Mars is a cold place</a:t>
              </a:r>
              <a:endParaRPr>
                <a:solidFill>
                  <a:schemeClr val="lt1"/>
                </a:solidFill>
                <a:latin typeface="Catamaran"/>
                <a:ea typeface="Catamaran"/>
                <a:cs typeface="Catamaran"/>
                <a:sym typeface="Catamaran"/>
              </a:endParaRPr>
            </a:p>
          </p:txBody>
        </p:sp>
        <p:sp>
          <p:nvSpPr>
            <p:cNvPr id="1527" name="Google Shape;1527;p33"/>
            <p:cNvSpPr txBox="1"/>
            <p:nvPr/>
          </p:nvSpPr>
          <p:spPr>
            <a:xfrm>
              <a:off x="2920079" y="39140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528" name="Google Shape;1528;p33"/>
          <p:cNvSpPr txBox="1"/>
          <p:nvPr/>
        </p:nvSpPr>
        <p:spPr>
          <a:xfrm>
            <a:off x="3972871" y="336156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34"/>
          <p:cNvSpPr/>
          <p:nvPr/>
        </p:nvSpPr>
        <p:spPr>
          <a:xfrm flipH="1">
            <a:off x="5107350" y="1084950"/>
            <a:ext cx="2998010" cy="944336"/>
          </a:xfrm>
          <a:custGeom>
            <a:rect b="b" l="l" r="r" t="t"/>
            <a:pathLst>
              <a:path extrusionOk="0" h="35332" w="104188">
                <a:moveTo>
                  <a:pt x="23370" y="2074"/>
                </a:moveTo>
                <a:cubicBezTo>
                  <a:pt x="10748" y="4462"/>
                  <a:pt x="4683" y="10722"/>
                  <a:pt x="1742" y="15639"/>
                </a:cubicBezTo>
                <a:cubicBezTo>
                  <a:pt x="-1198" y="20556"/>
                  <a:pt x="-761" y="28312"/>
                  <a:pt x="5727" y="31576"/>
                </a:cubicBezTo>
                <a:cubicBezTo>
                  <a:pt x="12216" y="34840"/>
                  <a:pt x="26695" y="34868"/>
                  <a:pt x="40673" y="35221"/>
                </a:cubicBezTo>
                <a:cubicBezTo>
                  <a:pt x="54651" y="35575"/>
                  <a:pt x="79103" y="35093"/>
                  <a:pt x="89594" y="33697"/>
                </a:cubicBezTo>
                <a:cubicBezTo>
                  <a:pt x="100085" y="32302"/>
                  <a:pt x="102038" y="30071"/>
                  <a:pt x="103618" y="26848"/>
                </a:cubicBezTo>
                <a:cubicBezTo>
                  <a:pt x="105198" y="23625"/>
                  <a:pt x="103433" y="18614"/>
                  <a:pt x="99075" y="14358"/>
                </a:cubicBezTo>
                <a:cubicBezTo>
                  <a:pt x="94717" y="10102"/>
                  <a:pt x="90090" y="3359"/>
                  <a:pt x="77472" y="1312"/>
                </a:cubicBezTo>
                <a:cubicBezTo>
                  <a:pt x="64855" y="-735"/>
                  <a:pt x="35992" y="-314"/>
                  <a:pt x="23370" y="2074"/>
                </a:cubicBezTo>
                <a:close/>
              </a:path>
            </a:pathLst>
          </a:custGeom>
          <a:noFill/>
          <a:ln cap="flat" cmpd="sng" w="19050">
            <a:solidFill>
              <a:schemeClr val="lt1"/>
            </a:solidFill>
            <a:prstDash val="solid"/>
            <a:round/>
            <a:headEnd len="med" w="med" type="none"/>
            <a:tailEnd len="med" w="med" type="none"/>
          </a:ln>
        </p:spPr>
      </p:sp>
      <p:sp>
        <p:nvSpPr>
          <p:cNvPr id="1534" name="Google Shape;1534;p34"/>
          <p:cNvSpPr/>
          <p:nvPr/>
        </p:nvSpPr>
        <p:spPr>
          <a:xfrm>
            <a:off x="1023525" y="1111739"/>
            <a:ext cx="2998010" cy="944336"/>
          </a:xfrm>
          <a:custGeom>
            <a:rect b="b" l="l" r="r" t="t"/>
            <a:pathLst>
              <a:path extrusionOk="0" h="35332" w="104188">
                <a:moveTo>
                  <a:pt x="23370" y="2074"/>
                </a:moveTo>
                <a:cubicBezTo>
                  <a:pt x="10748" y="4462"/>
                  <a:pt x="4683" y="10722"/>
                  <a:pt x="1742" y="15639"/>
                </a:cubicBezTo>
                <a:cubicBezTo>
                  <a:pt x="-1198" y="20556"/>
                  <a:pt x="-761" y="28312"/>
                  <a:pt x="5727" y="31576"/>
                </a:cubicBezTo>
                <a:cubicBezTo>
                  <a:pt x="12216" y="34840"/>
                  <a:pt x="26695" y="34868"/>
                  <a:pt x="40673" y="35221"/>
                </a:cubicBezTo>
                <a:cubicBezTo>
                  <a:pt x="54651" y="35575"/>
                  <a:pt x="79103" y="35093"/>
                  <a:pt x="89594" y="33697"/>
                </a:cubicBezTo>
                <a:cubicBezTo>
                  <a:pt x="100085" y="32302"/>
                  <a:pt x="102038" y="30071"/>
                  <a:pt x="103618" y="26848"/>
                </a:cubicBezTo>
                <a:cubicBezTo>
                  <a:pt x="105198" y="23625"/>
                  <a:pt x="103433" y="18614"/>
                  <a:pt x="99075" y="14358"/>
                </a:cubicBezTo>
                <a:cubicBezTo>
                  <a:pt x="94717" y="10102"/>
                  <a:pt x="90090" y="3359"/>
                  <a:pt x="77472" y="1312"/>
                </a:cubicBezTo>
                <a:cubicBezTo>
                  <a:pt x="64855" y="-735"/>
                  <a:pt x="35992" y="-314"/>
                  <a:pt x="23370" y="2074"/>
                </a:cubicBezTo>
                <a:close/>
              </a:path>
            </a:pathLst>
          </a:custGeom>
          <a:noFill/>
          <a:ln cap="flat" cmpd="sng" w="19050">
            <a:solidFill>
              <a:schemeClr val="lt1"/>
            </a:solidFill>
            <a:prstDash val="solid"/>
            <a:round/>
            <a:headEnd len="med" w="med" type="none"/>
            <a:tailEnd len="med" w="med" type="none"/>
          </a:ln>
        </p:spPr>
      </p:sp>
      <p:sp>
        <p:nvSpPr>
          <p:cNvPr id="1535" name="Google Shape;1535;p34"/>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536" name="Google Shape;1536;p34"/>
          <p:cNvGrpSpPr/>
          <p:nvPr/>
        </p:nvGrpSpPr>
        <p:grpSpPr>
          <a:xfrm>
            <a:off x="1519034" y="2147438"/>
            <a:ext cx="2007000" cy="2007000"/>
            <a:chOff x="1437372" y="2178350"/>
            <a:chExt cx="2007000" cy="2007000"/>
          </a:xfrm>
        </p:grpSpPr>
        <p:sp>
          <p:nvSpPr>
            <p:cNvPr id="1537" name="Google Shape;1537;p34"/>
            <p:cNvSpPr/>
            <p:nvPr/>
          </p:nvSpPr>
          <p:spPr>
            <a:xfrm>
              <a:off x="1592754" y="2333744"/>
              <a:ext cx="1695932" cy="1696016"/>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19050">
              <a:solidFill>
                <a:schemeClr val="lt1"/>
              </a:solidFill>
              <a:prstDash val="solid"/>
              <a:round/>
              <a:headEnd len="med" w="med" type="none"/>
              <a:tailEnd len="med" w="med" type="none"/>
            </a:ln>
          </p:spPr>
        </p:sp>
        <p:sp>
          <p:nvSpPr>
            <p:cNvPr id="1538" name="Google Shape;1538;p34"/>
            <p:cNvSpPr/>
            <p:nvPr/>
          </p:nvSpPr>
          <p:spPr>
            <a:xfrm>
              <a:off x="1437372" y="2178350"/>
              <a:ext cx="2007000" cy="2007000"/>
            </a:xfrm>
            <a:prstGeom prst="pie">
              <a:avLst>
                <a:gd fmla="val 16291024" name="adj1"/>
                <a:gd fmla="val 6498237" name="adj2"/>
              </a:avLst>
            </a:prstGeom>
            <a:solidFill>
              <a:schemeClr val="dk2"/>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9" name="Google Shape;1539;p34"/>
          <p:cNvGrpSpPr/>
          <p:nvPr/>
        </p:nvGrpSpPr>
        <p:grpSpPr>
          <a:xfrm>
            <a:off x="5602862" y="2147438"/>
            <a:ext cx="2007000" cy="2007000"/>
            <a:chOff x="5585100" y="2178350"/>
            <a:chExt cx="2007000" cy="2007000"/>
          </a:xfrm>
        </p:grpSpPr>
        <p:sp>
          <p:nvSpPr>
            <p:cNvPr id="1540" name="Google Shape;1540;p34"/>
            <p:cNvSpPr/>
            <p:nvPr/>
          </p:nvSpPr>
          <p:spPr>
            <a:xfrm>
              <a:off x="5740482" y="2333744"/>
              <a:ext cx="1695932" cy="1696016"/>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19050">
              <a:solidFill>
                <a:schemeClr val="lt1"/>
              </a:solidFill>
              <a:prstDash val="solid"/>
              <a:round/>
              <a:headEnd len="med" w="med" type="none"/>
              <a:tailEnd len="med" w="med" type="none"/>
            </a:ln>
          </p:spPr>
        </p:sp>
        <p:sp>
          <p:nvSpPr>
            <p:cNvPr id="1541" name="Google Shape;1541;p34"/>
            <p:cNvSpPr/>
            <p:nvPr/>
          </p:nvSpPr>
          <p:spPr>
            <a:xfrm>
              <a:off x="5585100" y="2178350"/>
              <a:ext cx="2007000" cy="2007000"/>
            </a:xfrm>
            <a:prstGeom prst="pie">
              <a:avLst>
                <a:gd fmla="val 6648234" name="adj1"/>
                <a:gd fmla="val 16200000" name="adj2"/>
              </a:avLst>
            </a:prstGeom>
            <a:solidFill>
              <a:schemeClr val="lt2"/>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2" name="Google Shape;1542;p34"/>
          <p:cNvGrpSpPr/>
          <p:nvPr/>
        </p:nvGrpSpPr>
        <p:grpSpPr>
          <a:xfrm>
            <a:off x="1342725" y="1218775"/>
            <a:ext cx="1692900" cy="725550"/>
            <a:chOff x="1647525" y="1218775"/>
            <a:chExt cx="1692900" cy="725550"/>
          </a:xfrm>
        </p:grpSpPr>
        <p:sp>
          <p:nvSpPr>
            <p:cNvPr id="1543" name="Google Shape;1543;p34"/>
            <p:cNvSpPr txBox="1"/>
            <p:nvPr/>
          </p:nvSpPr>
          <p:spPr>
            <a:xfrm>
              <a:off x="1647525" y="1554025"/>
              <a:ext cx="16929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It’s </a:t>
              </a:r>
              <a:r>
                <a:rPr lang="en">
                  <a:solidFill>
                    <a:schemeClr val="lt1"/>
                  </a:solidFill>
                  <a:latin typeface="Catamaran"/>
                  <a:ea typeface="Catamaran"/>
                  <a:cs typeface="Catamaran"/>
                  <a:sym typeface="Catamaran"/>
                </a:rPr>
                <a:t>the closest planet to the Sun</a:t>
              </a:r>
              <a:endParaRPr>
                <a:solidFill>
                  <a:schemeClr val="lt1"/>
                </a:solidFill>
                <a:latin typeface="Catamaran"/>
                <a:ea typeface="Catamaran"/>
                <a:cs typeface="Catamaran"/>
                <a:sym typeface="Catamaran"/>
              </a:endParaRPr>
            </a:p>
          </p:txBody>
        </p:sp>
        <p:sp>
          <p:nvSpPr>
            <p:cNvPr id="1544" name="Google Shape;1544;p34"/>
            <p:cNvSpPr txBox="1"/>
            <p:nvPr/>
          </p:nvSpPr>
          <p:spPr>
            <a:xfrm>
              <a:off x="1647525" y="1218775"/>
              <a:ext cx="13329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545" name="Google Shape;1545;p34"/>
          <p:cNvSpPr txBox="1"/>
          <p:nvPr/>
        </p:nvSpPr>
        <p:spPr>
          <a:xfrm>
            <a:off x="2040288" y="4328800"/>
            <a:ext cx="964500" cy="45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55%</a:t>
            </a:r>
            <a:endParaRPr sz="3000">
              <a:solidFill>
                <a:schemeClr val="lt1"/>
              </a:solidFill>
              <a:latin typeface="Love Ya Like A Sister"/>
              <a:ea typeface="Love Ya Like A Sister"/>
              <a:cs typeface="Love Ya Like A Sister"/>
              <a:sym typeface="Love Ya Like A Sister"/>
            </a:endParaRPr>
          </a:p>
        </p:txBody>
      </p:sp>
      <p:grpSp>
        <p:nvGrpSpPr>
          <p:cNvPr id="1546" name="Google Shape;1546;p34"/>
          <p:cNvGrpSpPr/>
          <p:nvPr/>
        </p:nvGrpSpPr>
        <p:grpSpPr>
          <a:xfrm>
            <a:off x="5537013" y="1218778"/>
            <a:ext cx="1692912" cy="725550"/>
            <a:chOff x="5232213" y="1218775"/>
            <a:chExt cx="1692912" cy="725550"/>
          </a:xfrm>
        </p:grpSpPr>
        <p:sp>
          <p:nvSpPr>
            <p:cNvPr id="1547" name="Google Shape;1547;p34"/>
            <p:cNvSpPr txBox="1"/>
            <p:nvPr/>
          </p:nvSpPr>
          <p:spPr>
            <a:xfrm>
              <a:off x="5232225" y="1554025"/>
              <a:ext cx="16929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1548" name="Google Shape;1548;p34"/>
            <p:cNvSpPr txBox="1"/>
            <p:nvPr/>
          </p:nvSpPr>
          <p:spPr>
            <a:xfrm>
              <a:off x="5232213" y="1218775"/>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sp>
        <p:nvSpPr>
          <p:cNvPr id="1549" name="Google Shape;1549;p34"/>
          <p:cNvSpPr txBox="1"/>
          <p:nvPr/>
        </p:nvSpPr>
        <p:spPr>
          <a:xfrm>
            <a:off x="6124100" y="4328800"/>
            <a:ext cx="964500" cy="45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45</a:t>
            </a:r>
            <a:r>
              <a:rPr lang="en" sz="3000">
                <a:solidFill>
                  <a:schemeClr val="lt1"/>
                </a:solidFill>
                <a:latin typeface="Love Ya Like A Sister"/>
                <a:ea typeface="Love Ya Like A Sister"/>
                <a:cs typeface="Love Ya Like A Sister"/>
                <a:sym typeface="Love Ya Like A Sister"/>
              </a:rPr>
              <a:t>%</a:t>
            </a:r>
            <a:endParaRPr sz="3000">
              <a:solidFill>
                <a:schemeClr val="lt1"/>
              </a:solidFill>
              <a:latin typeface="Love Ya Like A Sister"/>
              <a:ea typeface="Love Ya Like A Sister"/>
              <a:cs typeface="Love Ya Like A Sister"/>
              <a:sym typeface="Love Ya Like A Sister"/>
            </a:endParaRPr>
          </a:p>
        </p:txBody>
      </p:sp>
      <p:grpSp>
        <p:nvGrpSpPr>
          <p:cNvPr id="1550" name="Google Shape;1550;p34"/>
          <p:cNvGrpSpPr/>
          <p:nvPr/>
        </p:nvGrpSpPr>
        <p:grpSpPr>
          <a:xfrm>
            <a:off x="7346157" y="1318001"/>
            <a:ext cx="524773" cy="527094"/>
            <a:chOff x="7837031" y="445328"/>
            <a:chExt cx="548410" cy="550835"/>
          </a:xfrm>
        </p:grpSpPr>
        <p:sp>
          <p:nvSpPr>
            <p:cNvPr id="1551" name="Google Shape;1551;p34"/>
            <p:cNvSpPr/>
            <p:nvPr/>
          </p:nvSpPr>
          <p:spPr>
            <a:xfrm rot="-647380">
              <a:off x="7861091" y="567917"/>
              <a:ext cx="500289" cy="304293"/>
            </a:xfrm>
            <a:custGeom>
              <a:rect b="b" l="l" r="r" t="t"/>
              <a:pathLst>
                <a:path extrusionOk="0" h="12172" w="20012">
                  <a:moveTo>
                    <a:pt x="4921" y="1"/>
                  </a:moveTo>
                  <a:cubicBezTo>
                    <a:pt x="4131" y="1"/>
                    <a:pt x="3346" y="99"/>
                    <a:pt x="2630" y="395"/>
                  </a:cubicBezTo>
                  <a:cubicBezTo>
                    <a:pt x="1196" y="1017"/>
                    <a:pt x="1" y="2475"/>
                    <a:pt x="455" y="4101"/>
                  </a:cubicBezTo>
                  <a:cubicBezTo>
                    <a:pt x="909" y="5751"/>
                    <a:pt x="2391" y="6970"/>
                    <a:pt x="3515" y="8189"/>
                  </a:cubicBezTo>
                  <a:cubicBezTo>
                    <a:pt x="3548" y="8222"/>
                    <a:pt x="3585" y="8236"/>
                    <a:pt x="3620" y="8236"/>
                  </a:cubicBezTo>
                  <a:cubicBezTo>
                    <a:pt x="3739" y="8236"/>
                    <a:pt x="3841" y="8079"/>
                    <a:pt x="3730" y="7950"/>
                  </a:cubicBezTo>
                  <a:cubicBezTo>
                    <a:pt x="2774" y="6898"/>
                    <a:pt x="1626" y="5894"/>
                    <a:pt x="1005" y="4603"/>
                  </a:cubicBezTo>
                  <a:cubicBezTo>
                    <a:pt x="670" y="3934"/>
                    <a:pt x="574" y="3240"/>
                    <a:pt x="837" y="2547"/>
                  </a:cubicBezTo>
                  <a:cubicBezTo>
                    <a:pt x="1100" y="1854"/>
                    <a:pt x="1674" y="1280"/>
                    <a:pt x="2320" y="921"/>
                  </a:cubicBezTo>
                  <a:cubicBezTo>
                    <a:pt x="3115" y="462"/>
                    <a:pt x="4018" y="336"/>
                    <a:pt x="4929" y="336"/>
                  </a:cubicBezTo>
                  <a:cubicBezTo>
                    <a:pt x="5442" y="336"/>
                    <a:pt x="5956" y="376"/>
                    <a:pt x="6456" y="419"/>
                  </a:cubicBezTo>
                  <a:cubicBezTo>
                    <a:pt x="7914" y="563"/>
                    <a:pt x="9373" y="873"/>
                    <a:pt x="10759" y="1328"/>
                  </a:cubicBezTo>
                  <a:cubicBezTo>
                    <a:pt x="13652" y="2260"/>
                    <a:pt x="16354" y="3886"/>
                    <a:pt x="18290" y="6253"/>
                  </a:cubicBezTo>
                  <a:cubicBezTo>
                    <a:pt x="18792" y="6874"/>
                    <a:pt x="19342" y="7568"/>
                    <a:pt x="19510" y="8381"/>
                  </a:cubicBezTo>
                  <a:cubicBezTo>
                    <a:pt x="19701" y="9217"/>
                    <a:pt x="19342" y="10078"/>
                    <a:pt x="18721" y="10652"/>
                  </a:cubicBezTo>
                  <a:cubicBezTo>
                    <a:pt x="17661" y="11649"/>
                    <a:pt x="16024" y="11834"/>
                    <a:pt x="14578" y="11834"/>
                  </a:cubicBezTo>
                  <a:cubicBezTo>
                    <a:pt x="14360" y="11834"/>
                    <a:pt x="14146" y="11830"/>
                    <a:pt x="13939" y="11823"/>
                  </a:cubicBezTo>
                  <a:cubicBezTo>
                    <a:pt x="10281" y="11704"/>
                    <a:pt x="7030" y="10006"/>
                    <a:pt x="4017" y="8094"/>
                  </a:cubicBezTo>
                  <a:cubicBezTo>
                    <a:pt x="3989" y="8079"/>
                    <a:pt x="3961" y="8073"/>
                    <a:pt x="3936" y="8073"/>
                  </a:cubicBezTo>
                  <a:cubicBezTo>
                    <a:pt x="3790" y="8073"/>
                    <a:pt x="3707" y="8279"/>
                    <a:pt x="3850" y="8381"/>
                  </a:cubicBezTo>
                  <a:cubicBezTo>
                    <a:pt x="6791" y="10222"/>
                    <a:pt x="9922" y="11895"/>
                    <a:pt x="13461" y="12134"/>
                  </a:cubicBezTo>
                  <a:cubicBezTo>
                    <a:pt x="13825" y="12156"/>
                    <a:pt x="14210" y="12171"/>
                    <a:pt x="14604" y="12171"/>
                  </a:cubicBezTo>
                  <a:cubicBezTo>
                    <a:pt x="15966" y="12171"/>
                    <a:pt x="17435" y="11986"/>
                    <a:pt x="18529" y="11226"/>
                  </a:cubicBezTo>
                  <a:cubicBezTo>
                    <a:pt x="19127" y="10819"/>
                    <a:pt x="19605" y="10222"/>
                    <a:pt x="19797" y="9528"/>
                  </a:cubicBezTo>
                  <a:cubicBezTo>
                    <a:pt x="20012" y="8739"/>
                    <a:pt x="19797" y="7974"/>
                    <a:pt x="19414" y="7281"/>
                  </a:cubicBezTo>
                  <a:cubicBezTo>
                    <a:pt x="18625" y="5894"/>
                    <a:pt x="17406" y="4699"/>
                    <a:pt x="16139" y="3742"/>
                  </a:cubicBezTo>
                  <a:cubicBezTo>
                    <a:pt x="14824" y="2714"/>
                    <a:pt x="13341" y="1925"/>
                    <a:pt x="11787" y="1352"/>
                  </a:cubicBezTo>
                  <a:cubicBezTo>
                    <a:pt x="10281" y="778"/>
                    <a:pt x="8703" y="395"/>
                    <a:pt x="7101" y="180"/>
                  </a:cubicBezTo>
                  <a:cubicBezTo>
                    <a:pt x="6407" y="88"/>
                    <a:pt x="5662" y="1"/>
                    <a:pt x="49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4"/>
            <p:cNvSpPr/>
            <p:nvPr/>
          </p:nvSpPr>
          <p:spPr>
            <a:xfrm rot="-647380">
              <a:off x="7977163" y="465889"/>
              <a:ext cx="267794" cy="509714"/>
            </a:xfrm>
            <a:custGeom>
              <a:rect b="b" l="l" r="r" t="t"/>
              <a:pathLst>
                <a:path extrusionOk="0" h="20389" w="10712">
                  <a:moveTo>
                    <a:pt x="6477" y="1"/>
                  </a:moveTo>
                  <a:cubicBezTo>
                    <a:pt x="6253" y="1"/>
                    <a:pt x="6015" y="26"/>
                    <a:pt x="5763" y="79"/>
                  </a:cubicBezTo>
                  <a:cubicBezTo>
                    <a:pt x="4161" y="438"/>
                    <a:pt x="3181" y="1681"/>
                    <a:pt x="2463" y="3044"/>
                  </a:cubicBezTo>
                  <a:cubicBezTo>
                    <a:pt x="1722" y="4526"/>
                    <a:pt x="1172" y="6104"/>
                    <a:pt x="790" y="7706"/>
                  </a:cubicBezTo>
                  <a:cubicBezTo>
                    <a:pt x="1" y="11173"/>
                    <a:pt x="96" y="14926"/>
                    <a:pt x="1627" y="18202"/>
                  </a:cubicBezTo>
                  <a:cubicBezTo>
                    <a:pt x="1937" y="18871"/>
                    <a:pt x="2344" y="19564"/>
                    <a:pt x="2989" y="19995"/>
                  </a:cubicBezTo>
                  <a:cubicBezTo>
                    <a:pt x="3417" y="20270"/>
                    <a:pt x="3913" y="20388"/>
                    <a:pt x="4409" y="20388"/>
                  </a:cubicBezTo>
                  <a:cubicBezTo>
                    <a:pt x="4689" y="20388"/>
                    <a:pt x="4969" y="20351"/>
                    <a:pt x="5237" y="20282"/>
                  </a:cubicBezTo>
                  <a:cubicBezTo>
                    <a:pt x="6862" y="19851"/>
                    <a:pt x="7914" y="18273"/>
                    <a:pt x="8679" y="16887"/>
                  </a:cubicBezTo>
                  <a:cubicBezTo>
                    <a:pt x="10568" y="13492"/>
                    <a:pt x="10712" y="9619"/>
                    <a:pt x="10496" y="5817"/>
                  </a:cubicBezTo>
                  <a:cubicBezTo>
                    <a:pt x="10484" y="5710"/>
                    <a:pt x="10401" y="5656"/>
                    <a:pt x="10320" y="5656"/>
                  </a:cubicBezTo>
                  <a:cubicBezTo>
                    <a:pt x="10239" y="5656"/>
                    <a:pt x="10162" y="5710"/>
                    <a:pt x="10162" y="5817"/>
                  </a:cubicBezTo>
                  <a:cubicBezTo>
                    <a:pt x="10329" y="8901"/>
                    <a:pt x="10329" y="12057"/>
                    <a:pt x="9205" y="14998"/>
                  </a:cubicBezTo>
                  <a:cubicBezTo>
                    <a:pt x="8656" y="16456"/>
                    <a:pt x="7843" y="17986"/>
                    <a:pt x="6695" y="19062"/>
                  </a:cubicBezTo>
                  <a:cubicBezTo>
                    <a:pt x="6073" y="19636"/>
                    <a:pt x="5284" y="20066"/>
                    <a:pt x="4424" y="20066"/>
                  </a:cubicBezTo>
                  <a:cubicBezTo>
                    <a:pt x="3539" y="20066"/>
                    <a:pt x="2822" y="19588"/>
                    <a:pt x="2344" y="18847"/>
                  </a:cubicBezTo>
                  <a:cubicBezTo>
                    <a:pt x="1483" y="17532"/>
                    <a:pt x="1029" y="15859"/>
                    <a:pt x="790" y="14305"/>
                  </a:cubicBezTo>
                  <a:cubicBezTo>
                    <a:pt x="527" y="12607"/>
                    <a:pt x="575" y="10862"/>
                    <a:pt x="838" y="9164"/>
                  </a:cubicBezTo>
                  <a:cubicBezTo>
                    <a:pt x="1077" y="7658"/>
                    <a:pt x="1507" y="6152"/>
                    <a:pt x="2081" y="4717"/>
                  </a:cubicBezTo>
                  <a:cubicBezTo>
                    <a:pt x="2607" y="3402"/>
                    <a:pt x="3228" y="1872"/>
                    <a:pt x="4424" y="1036"/>
                  </a:cubicBezTo>
                  <a:cubicBezTo>
                    <a:pt x="5015" y="616"/>
                    <a:pt x="5743" y="333"/>
                    <a:pt x="6475" y="333"/>
                  </a:cubicBezTo>
                  <a:cubicBezTo>
                    <a:pt x="6660" y="333"/>
                    <a:pt x="6846" y="351"/>
                    <a:pt x="7030" y="390"/>
                  </a:cubicBezTo>
                  <a:cubicBezTo>
                    <a:pt x="7723" y="533"/>
                    <a:pt x="8225" y="988"/>
                    <a:pt x="8608" y="1561"/>
                  </a:cubicBezTo>
                  <a:cubicBezTo>
                    <a:pt x="9397" y="2733"/>
                    <a:pt x="9731" y="4191"/>
                    <a:pt x="10186" y="5506"/>
                  </a:cubicBezTo>
                  <a:cubicBezTo>
                    <a:pt x="10205" y="5585"/>
                    <a:pt x="10269" y="5619"/>
                    <a:pt x="10334" y="5619"/>
                  </a:cubicBezTo>
                  <a:cubicBezTo>
                    <a:pt x="10428" y="5619"/>
                    <a:pt x="10525" y="5548"/>
                    <a:pt x="10496" y="5435"/>
                  </a:cubicBezTo>
                  <a:cubicBezTo>
                    <a:pt x="9792" y="3366"/>
                    <a:pt x="9068" y="1"/>
                    <a:pt x="64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4"/>
            <p:cNvSpPr/>
            <p:nvPr/>
          </p:nvSpPr>
          <p:spPr>
            <a:xfrm rot="-647380">
              <a:off x="7880998" y="543672"/>
              <a:ext cx="467415" cy="347668"/>
            </a:xfrm>
            <a:custGeom>
              <a:rect b="b" l="l" r="r" t="t"/>
              <a:pathLst>
                <a:path extrusionOk="0" h="13907" w="18697">
                  <a:moveTo>
                    <a:pt x="14610" y="1"/>
                  </a:moveTo>
                  <a:cubicBezTo>
                    <a:pt x="13739" y="1"/>
                    <a:pt x="12855" y="195"/>
                    <a:pt x="12002" y="429"/>
                  </a:cubicBezTo>
                  <a:cubicBezTo>
                    <a:pt x="10448" y="859"/>
                    <a:pt x="8942" y="1433"/>
                    <a:pt x="7508" y="2198"/>
                  </a:cubicBezTo>
                  <a:cubicBezTo>
                    <a:pt x="4663" y="3752"/>
                    <a:pt x="2104" y="6047"/>
                    <a:pt x="670" y="8988"/>
                  </a:cubicBezTo>
                  <a:cubicBezTo>
                    <a:pt x="311" y="9729"/>
                    <a:pt x="0" y="10566"/>
                    <a:pt x="144" y="11403"/>
                  </a:cubicBezTo>
                  <a:cubicBezTo>
                    <a:pt x="263" y="12096"/>
                    <a:pt x="718" y="12718"/>
                    <a:pt x="1292" y="13148"/>
                  </a:cubicBezTo>
                  <a:cubicBezTo>
                    <a:pt x="2090" y="13720"/>
                    <a:pt x="3065" y="13907"/>
                    <a:pt x="4054" y="13907"/>
                  </a:cubicBezTo>
                  <a:cubicBezTo>
                    <a:pt x="4842" y="13907"/>
                    <a:pt x="5639" y="13788"/>
                    <a:pt x="6360" y="13650"/>
                  </a:cubicBezTo>
                  <a:cubicBezTo>
                    <a:pt x="10090" y="12957"/>
                    <a:pt x="13126" y="10638"/>
                    <a:pt x="15875" y="8175"/>
                  </a:cubicBezTo>
                  <a:cubicBezTo>
                    <a:pt x="16007" y="8063"/>
                    <a:pt x="15888" y="7892"/>
                    <a:pt x="15762" y="7892"/>
                  </a:cubicBezTo>
                  <a:cubicBezTo>
                    <a:pt x="15727" y="7892"/>
                    <a:pt x="15691" y="7905"/>
                    <a:pt x="15660" y="7936"/>
                  </a:cubicBezTo>
                  <a:cubicBezTo>
                    <a:pt x="13365" y="9992"/>
                    <a:pt x="10926" y="11952"/>
                    <a:pt x="7986" y="12909"/>
                  </a:cubicBezTo>
                  <a:cubicBezTo>
                    <a:pt x="6774" y="13293"/>
                    <a:pt x="5439" y="13585"/>
                    <a:pt x="4142" y="13585"/>
                  </a:cubicBezTo>
                  <a:cubicBezTo>
                    <a:pt x="3827" y="13585"/>
                    <a:pt x="3513" y="13568"/>
                    <a:pt x="3204" y="13530"/>
                  </a:cubicBezTo>
                  <a:cubicBezTo>
                    <a:pt x="2391" y="13411"/>
                    <a:pt x="1578" y="13100"/>
                    <a:pt x="1005" y="12455"/>
                  </a:cubicBezTo>
                  <a:cubicBezTo>
                    <a:pt x="383" y="11737"/>
                    <a:pt x="311" y="10829"/>
                    <a:pt x="598" y="9968"/>
                  </a:cubicBezTo>
                  <a:cubicBezTo>
                    <a:pt x="1100" y="8510"/>
                    <a:pt x="2080" y="7123"/>
                    <a:pt x="3109" y="5999"/>
                  </a:cubicBezTo>
                  <a:cubicBezTo>
                    <a:pt x="4137" y="4900"/>
                    <a:pt x="5308" y="3919"/>
                    <a:pt x="6575" y="3130"/>
                  </a:cubicBezTo>
                  <a:cubicBezTo>
                    <a:pt x="7866" y="2318"/>
                    <a:pt x="9253" y="1672"/>
                    <a:pt x="10664" y="1170"/>
                  </a:cubicBezTo>
                  <a:cubicBezTo>
                    <a:pt x="11912" y="746"/>
                    <a:pt x="13306" y="302"/>
                    <a:pt x="14651" y="302"/>
                  </a:cubicBezTo>
                  <a:cubicBezTo>
                    <a:pt x="14749" y="302"/>
                    <a:pt x="14846" y="304"/>
                    <a:pt x="14943" y="309"/>
                  </a:cubicBezTo>
                  <a:cubicBezTo>
                    <a:pt x="16545" y="405"/>
                    <a:pt x="18338" y="1600"/>
                    <a:pt x="18147" y="3369"/>
                  </a:cubicBezTo>
                  <a:cubicBezTo>
                    <a:pt x="17979" y="4995"/>
                    <a:pt x="16736" y="6430"/>
                    <a:pt x="15899" y="7745"/>
                  </a:cubicBezTo>
                  <a:cubicBezTo>
                    <a:pt x="15817" y="7876"/>
                    <a:pt x="15927" y="7996"/>
                    <a:pt x="16035" y="7996"/>
                  </a:cubicBezTo>
                  <a:cubicBezTo>
                    <a:pt x="16084" y="7996"/>
                    <a:pt x="16133" y="7972"/>
                    <a:pt x="16162" y="7912"/>
                  </a:cubicBezTo>
                  <a:cubicBezTo>
                    <a:pt x="17023" y="6597"/>
                    <a:pt x="18123" y="5282"/>
                    <a:pt x="18434" y="3704"/>
                  </a:cubicBezTo>
                  <a:cubicBezTo>
                    <a:pt x="18697" y="2246"/>
                    <a:pt x="17812" y="979"/>
                    <a:pt x="16497" y="381"/>
                  </a:cubicBezTo>
                  <a:cubicBezTo>
                    <a:pt x="15888" y="107"/>
                    <a:pt x="15252" y="1"/>
                    <a:pt x="146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4"/>
            <p:cNvSpPr/>
            <p:nvPr/>
          </p:nvSpPr>
          <p:spPr>
            <a:xfrm rot="-647380">
              <a:off x="8084438" y="676131"/>
              <a:ext cx="68449" cy="68849"/>
            </a:xfrm>
            <a:custGeom>
              <a:rect b="b" l="l" r="r" t="t"/>
              <a:pathLst>
                <a:path extrusionOk="0" h="2754" w="2738">
                  <a:moveTo>
                    <a:pt x="1573" y="0"/>
                  </a:moveTo>
                  <a:cubicBezTo>
                    <a:pt x="1494" y="0"/>
                    <a:pt x="1413" y="14"/>
                    <a:pt x="1329" y="45"/>
                  </a:cubicBezTo>
                  <a:cubicBezTo>
                    <a:pt x="1260" y="68"/>
                    <a:pt x="1192" y="96"/>
                    <a:pt x="1126" y="130"/>
                  </a:cubicBezTo>
                  <a:lnTo>
                    <a:pt x="1126" y="130"/>
                  </a:lnTo>
                  <a:cubicBezTo>
                    <a:pt x="688" y="230"/>
                    <a:pt x="287" y="542"/>
                    <a:pt x="134" y="977"/>
                  </a:cubicBezTo>
                  <a:cubicBezTo>
                    <a:pt x="1" y="1354"/>
                    <a:pt x="73" y="1854"/>
                    <a:pt x="389" y="2116"/>
                  </a:cubicBezTo>
                  <a:lnTo>
                    <a:pt x="389" y="2116"/>
                  </a:lnTo>
                  <a:cubicBezTo>
                    <a:pt x="426" y="2251"/>
                    <a:pt x="491" y="2377"/>
                    <a:pt x="588" y="2483"/>
                  </a:cubicBezTo>
                  <a:cubicBezTo>
                    <a:pt x="764" y="2659"/>
                    <a:pt x="964" y="2734"/>
                    <a:pt x="1166" y="2734"/>
                  </a:cubicBezTo>
                  <a:cubicBezTo>
                    <a:pt x="1235" y="2734"/>
                    <a:pt x="1305" y="2725"/>
                    <a:pt x="1374" y="2708"/>
                  </a:cubicBezTo>
                  <a:lnTo>
                    <a:pt x="1374" y="2708"/>
                  </a:lnTo>
                  <a:cubicBezTo>
                    <a:pt x="1447" y="2739"/>
                    <a:pt x="1519" y="2753"/>
                    <a:pt x="1587" y="2753"/>
                  </a:cubicBezTo>
                  <a:cubicBezTo>
                    <a:pt x="1831" y="2753"/>
                    <a:pt x="2035" y="2570"/>
                    <a:pt x="2150" y="2328"/>
                  </a:cubicBezTo>
                  <a:lnTo>
                    <a:pt x="2150" y="2328"/>
                  </a:lnTo>
                  <a:cubicBezTo>
                    <a:pt x="2155" y="2324"/>
                    <a:pt x="2160" y="2320"/>
                    <a:pt x="2166" y="2316"/>
                  </a:cubicBezTo>
                  <a:cubicBezTo>
                    <a:pt x="2698" y="1911"/>
                    <a:pt x="2737" y="1108"/>
                    <a:pt x="2367" y="582"/>
                  </a:cubicBezTo>
                  <a:lnTo>
                    <a:pt x="2367" y="582"/>
                  </a:lnTo>
                  <a:cubicBezTo>
                    <a:pt x="2191" y="255"/>
                    <a:pt x="1908" y="0"/>
                    <a:pt x="157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4"/>
            <p:cNvSpPr/>
            <p:nvPr/>
          </p:nvSpPr>
          <p:spPr>
            <a:xfrm rot="-647380">
              <a:off x="7986475" y="541063"/>
              <a:ext cx="39674" cy="38749"/>
            </a:xfrm>
            <a:custGeom>
              <a:rect b="b" l="l" r="r" t="t"/>
              <a:pathLst>
                <a:path extrusionOk="0" h="1550" w="1587">
                  <a:moveTo>
                    <a:pt x="806" y="632"/>
                  </a:moveTo>
                  <a:cubicBezTo>
                    <a:pt x="980" y="632"/>
                    <a:pt x="949" y="947"/>
                    <a:pt x="792" y="947"/>
                  </a:cubicBezTo>
                  <a:cubicBezTo>
                    <a:pt x="754" y="951"/>
                    <a:pt x="723" y="965"/>
                    <a:pt x="698" y="985"/>
                  </a:cubicBezTo>
                  <a:lnTo>
                    <a:pt x="698" y="985"/>
                  </a:lnTo>
                  <a:cubicBezTo>
                    <a:pt x="534" y="902"/>
                    <a:pt x="585" y="659"/>
                    <a:pt x="768" y="636"/>
                  </a:cubicBezTo>
                  <a:cubicBezTo>
                    <a:pt x="782" y="633"/>
                    <a:pt x="794" y="632"/>
                    <a:pt x="806" y="632"/>
                  </a:cubicBezTo>
                  <a:close/>
                  <a:moveTo>
                    <a:pt x="736" y="1"/>
                  </a:moveTo>
                  <a:cubicBezTo>
                    <a:pt x="578" y="1"/>
                    <a:pt x="421" y="68"/>
                    <a:pt x="290" y="230"/>
                  </a:cubicBezTo>
                  <a:cubicBezTo>
                    <a:pt x="220" y="309"/>
                    <a:pt x="170" y="401"/>
                    <a:pt x="137" y="499"/>
                  </a:cubicBezTo>
                  <a:lnTo>
                    <a:pt x="137" y="499"/>
                  </a:lnTo>
                  <a:cubicBezTo>
                    <a:pt x="1" y="735"/>
                    <a:pt x="55" y="1039"/>
                    <a:pt x="237" y="1256"/>
                  </a:cubicBezTo>
                  <a:lnTo>
                    <a:pt x="237" y="1256"/>
                  </a:lnTo>
                  <a:cubicBezTo>
                    <a:pt x="326" y="1388"/>
                    <a:pt x="457" y="1493"/>
                    <a:pt x="625" y="1545"/>
                  </a:cubicBezTo>
                  <a:cubicBezTo>
                    <a:pt x="639" y="1548"/>
                    <a:pt x="652" y="1550"/>
                    <a:pt x="664" y="1550"/>
                  </a:cubicBezTo>
                  <a:cubicBezTo>
                    <a:pt x="691" y="1550"/>
                    <a:pt x="714" y="1543"/>
                    <a:pt x="735" y="1531"/>
                  </a:cubicBezTo>
                  <a:lnTo>
                    <a:pt x="735" y="1531"/>
                  </a:lnTo>
                  <a:cubicBezTo>
                    <a:pt x="773" y="1537"/>
                    <a:pt x="810" y="1540"/>
                    <a:pt x="846" y="1540"/>
                  </a:cubicBezTo>
                  <a:cubicBezTo>
                    <a:pt x="1277" y="1540"/>
                    <a:pt x="1587" y="1126"/>
                    <a:pt x="1486" y="660"/>
                  </a:cubicBezTo>
                  <a:cubicBezTo>
                    <a:pt x="1405" y="303"/>
                    <a:pt x="1070" y="1"/>
                    <a:pt x="7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4"/>
            <p:cNvSpPr/>
            <p:nvPr/>
          </p:nvSpPr>
          <p:spPr>
            <a:xfrm rot="-647380">
              <a:off x="8064712" y="814621"/>
              <a:ext cx="39149" cy="38724"/>
            </a:xfrm>
            <a:custGeom>
              <a:rect b="b" l="l" r="r" t="t"/>
              <a:pathLst>
                <a:path extrusionOk="0" h="1549" w="1566">
                  <a:moveTo>
                    <a:pt x="782" y="631"/>
                  </a:moveTo>
                  <a:cubicBezTo>
                    <a:pt x="934" y="631"/>
                    <a:pt x="904" y="924"/>
                    <a:pt x="771" y="946"/>
                  </a:cubicBezTo>
                  <a:cubicBezTo>
                    <a:pt x="732" y="951"/>
                    <a:pt x="700" y="965"/>
                    <a:pt x="676" y="985"/>
                  </a:cubicBezTo>
                  <a:lnTo>
                    <a:pt x="676" y="985"/>
                  </a:lnTo>
                  <a:cubicBezTo>
                    <a:pt x="487" y="903"/>
                    <a:pt x="540" y="659"/>
                    <a:pt x="747" y="636"/>
                  </a:cubicBezTo>
                  <a:cubicBezTo>
                    <a:pt x="759" y="632"/>
                    <a:pt x="771" y="631"/>
                    <a:pt x="782" y="631"/>
                  </a:cubicBezTo>
                  <a:close/>
                  <a:moveTo>
                    <a:pt x="707" y="0"/>
                  </a:moveTo>
                  <a:cubicBezTo>
                    <a:pt x="546" y="0"/>
                    <a:pt x="383" y="68"/>
                    <a:pt x="245" y="229"/>
                  </a:cubicBezTo>
                  <a:cubicBezTo>
                    <a:pt x="169" y="321"/>
                    <a:pt x="118" y="429"/>
                    <a:pt x="90" y="544"/>
                  </a:cubicBezTo>
                  <a:lnTo>
                    <a:pt x="90" y="544"/>
                  </a:lnTo>
                  <a:cubicBezTo>
                    <a:pt x="1" y="738"/>
                    <a:pt x="32" y="968"/>
                    <a:pt x="153" y="1159"/>
                  </a:cubicBezTo>
                  <a:lnTo>
                    <a:pt x="153" y="1159"/>
                  </a:lnTo>
                  <a:cubicBezTo>
                    <a:pt x="237" y="1336"/>
                    <a:pt x="381" y="1481"/>
                    <a:pt x="579" y="1544"/>
                  </a:cubicBezTo>
                  <a:cubicBezTo>
                    <a:pt x="595" y="1547"/>
                    <a:pt x="609" y="1549"/>
                    <a:pt x="623" y="1549"/>
                  </a:cubicBezTo>
                  <a:cubicBezTo>
                    <a:pt x="653" y="1549"/>
                    <a:pt x="680" y="1541"/>
                    <a:pt x="702" y="1528"/>
                  </a:cubicBezTo>
                  <a:lnTo>
                    <a:pt x="702" y="1528"/>
                  </a:lnTo>
                  <a:cubicBezTo>
                    <a:pt x="744" y="1536"/>
                    <a:pt x="784" y="1539"/>
                    <a:pt x="824" y="1539"/>
                  </a:cubicBezTo>
                  <a:cubicBezTo>
                    <a:pt x="1255" y="1539"/>
                    <a:pt x="1565" y="1125"/>
                    <a:pt x="1464" y="659"/>
                  </a:cubicBezTo>
                  <a:cubicBezTo>
                    <a:pt x="1383" y="302"/>
                    <a:pt x="1048" y="0"/>
                    <a:pt x="70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4"/>
            <p:cNvSpPr/>
            <p:nvPr/>
          </p:nvSpPr>
          <p:spPr>
            <a:xfrm rot="-647380">
              <a:off x="8294451" y="559504"/>
              <a:ext cx="50324" cy="54949"/>
            </a:xfrm>
            <a:custGeom>
              <a:rect b="b" l="l" r="r" t="t"/>
              <a:pathLst>
                <a:path extrusionOk="0" h="2198" w="2013">
                  <a:moveTo>
                    <a:pt x="1158" y="852"/>
                  </a:moveTo>
                  <a:cubicBezTo>
                    <a:pt x="1218" y="855"/>
                    <a:pt x="1276" y="870"/>
                    <a:pt x="1330" y="900"/>
                  </a:cubicBezTo>
                  <a:lnTo>
                    <a:pt x="1330" y="900"/>
                  </a:lnTo>
                  <a:cubicBezTo>
                    <a:pt x="1346" y="928"/>
                    <a:pt x="1360" y="957"/>
                    <a:pt x="1371" y="988"/>
                  </a:cubicBezTo>
                  <a:lnTo>
                    <a:pt x="1371" y="988"/>
                  </a:lnTo>
                  <a:cubicBezTo>
                    <a:pt x="1337" y="1005"/>
                    <a:pt x="1300" y="1013"/>
                    <a:pt x="1263" y="1013"/>
                  </a:cubicBezTo>
                  <a:cubicBezTo>
                    <a:pt x="1253" y="1013"/>
                    <a:pt x="1244" y="1012"/>
                    <a:pt x="1235" y="1012"/>
                  </a:cubicBezTo>
                  <a:lnTo>
                    <a:pt x="1235" y="1012"/>
                  </a:lnTo>
                  <a:cubicBezTo>
                    <a:pt x="1216" y="955"/>
                    <a:pt x="1191" y="901"/>
                    <a:pt x="1158" y="852"/>
                  </a:cubicBezTo>
                  <a:close/>
                  <a:moveTo>
                    <a:pt x="1398" y="1321"/>
                  </a:moveTo>
                  <a:lnTo>
                    <a:pt x="1398" y="1321"/>
                  </a:lnTo>
                  <a:cubicBezTo>
                    <a:pt x="1395" y="1342"/>
                    <a:pt x="1391" y="1362"/>
                    <a:pt x="1386" y="1383"/>
                  </a:cubicBezTo>
                  <a:lnTo>
                    <a:pt x="1386" y="1383"/>
                  </a:lnTo>
                  <a:cubicBezTo>
                    <a:pt x="1369" y="1384"/>
                    <a:pt x="1352" y="1384"/>
                    <a:pt x="1335" y="1384"/>
                  </a:cubicBezTo>
                  <a:cubicBezTo>
                    <a:pt x="1307" y="1384"/>
                    <a:pt x="1279" y="1383"/>
                    <a:pt x="1251" y="1380"/>
                  </a:cubicBezTo>
                  <a:lnTo>
                    <a:pt x="1251" y="1380"/>
                  </a:lnTo>
                  <a:cubicBezTo>
                    <a:pt x="1255" y="1363"/>
                    <a:pt x="1258" y="1346"/>
                    <a:pt x="1261" y="1329"/>
                  </a:cubicBezTo>
                  <a:lnTo>
                    <a:pt x="1261" y="1329"/>
                  </a:lnTo>
                  <a:cubicBezTo>
                    <a:pt x="1273" y="1329"/>
                    <a:pt x="1285" y="1329"/>
                    <a:pt x="1297" y="1329"/>
                  </a:cubicBezTo>
                  <a:cubicBezTo>
                    <a:pt x="1331" y="1329"/>
                    <a:pt x="1365" y="1327"/>
                    <a:pt x="1398" y="1321"/>
                  </a:cubicBezTo>
                  <a:close/>
                  <a:moveTo>
                    <a:pt x="1117" y="1"/>
                  </a:moveTo>
                  <a:cubicBezTo>
                    <a:pt x="950" y="1"/>
                    <a:pt x="778" y="61"/>
                    <a:pt x="632" y="201"/>
                  </a:cubicBezTo>
                  <a:cubicBezTo>
                    <a:pt x="630" y="203"/>
                    <a:pt x="629" y="204"/>
                    <a:pt x="627" y="206"/>
                  </a:cubicBezTo>
                  <a:lnTo>
                    <a:pt x="627" y="206"/>
                  </a:lnTo>
                  <a:cubicBezTo>
                    <a:pt x="342" y="329"/>
                    <a:pt x="108" y="578"/>
                    <a:pt x="35" y="894"/>
                  </a:cubicBezTo>
                  <a:cubicBezTo>
                    <a:pt x="0" y="1032"/>
                    <a:pt x="4" y="1171"/>
                    <a:pt x="38" y="1303"/>
                  </a:cubicBezTo>
                  <a:lnTo>
                    <a:pt x="38" y="1303"/>
                  </a:lnTo>
                  <a:cubicBezTo>
                    <a:pt x="50" y="1489"/>
                    <a:pt x="111" y="1673"/>
                    <a:pt x="226" y="1827"/>
                  </a:cubicBezTo>
                  <a:cubicBezTo>
                    <a:pt x="409" y="2062"/>
                    <a:pt x="713" y="2197"/>
                    <a:pt x="1014" y="2197"/>
                  </a:cubicBezTo>
                  <a:cubicBezTo>
                    <a:pt x="1264" y="2197"/>
                    <a:pt x="1511" y="2104"/>
                    <a:pt x="1684" y="1898"/>
                  </a:cubicBezTo>
                  <a:cubicBezTo>
                    <a:pt x="1789" y="1779"/>
                    <a:pt x="1849" y="1627"/>
                    <a:pt x="1868" y="1467"/>
                  </a:cubicBezTo>
                  <a:lnTo>
                    <a:pt x="1868" y="1467"/>
                  </a:lnTo>
                  <a:cubicBezTo>
                    <a:pt x="2013" y="1219"/>
                    <a:pt x="1985" y="910"/>
                    <a:pt x="1856" y="653"/>
                  </a:cubicBezTo>
                  <a:lnTo>
                    <a:pt x="1856" y="653"/>
                  </a:lnTo>
                  <a:cubicBezTo>
                    <a:pt x="1820" y="281"/>
                    <a:pt x="1478" y="1"/>
                    <a:pt x="1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4"/>
            <p:cNvSpPr/>
            <p:nvPr/>
          </p:nvSpPr>
          <p:spPr>
            <a:xfrm rot="-647380">
              <a:off x="7992791" y="546379"/>
              <a:ext cx="19575" cy="24449"/>
            </a:xfrm>
            <a:custGeom>
              <a:rect b="b" l="l" r="r" t="t"/>
              <a:pathLst>
                <a:path extrusionOk="0" h="978" w="783">
                  <a:moveTo>
                    <a:pt x="305" y="0"/>
                  </a:moveTo>
                  <a:cubicBezTo>
                    <a:pt x="280" y="0"/>
                    <a:pt x="257" y="6"/>
                    <a:pt x="237" y="20"/>
                  </a:cubicBezTo>
                  <a:cubicBezTo>
                    <a:pt x="46" y="141"/>
                    <a:pt x="6" y="350"/>
                    <a:pt x="71" y="537"/>
                  </a:cubicBezTo>
                  <a:lnTo>
                    <a:pt x="71" y="537"/>
                  </a:lnTo>
                  <a:cubicBezTo>
                    <a:pt x="70" y="540"/>
                    <a:pt x="70" y="543"/>
                    <a:pt x="69" y="546"/>
                  </a:cubicBezTo>
                  <a:cubicBezTo>
                    <a:pt x="0" y="786"/>
                    <a:pt x="215" y="977"/>
                    <a:pt x="431" y="977"/>
                  </a:cubicBezTo>
                  <a:cubicBezTo>
                    <a:pt x="515" y="977"/>
                    <a:pt x="599" y="948"/>
                    <a:pt x="667" y="880"/>
                  </a:cubicBezTo>
                  <a:cubicBezTo>
                    <a:pt x="696" y="856"/>
                    <a:pt x="710" y="827"/>
                    <a:pt x="713" y="798"/>
                  </a:cubicBezTo>
                  <a:lnTo>
                    <a:pt x="713" y="798"/>
                  </a:lnTo>
                  <a:cubicBezTo>
                    <a:pt x="772" y="728"/>
                    <a:pt x="783" y="625"/>
                    <a:pt x="739" y="522"/>
                  </a:cubicBezTo>
                  <a:cubicBezTo>
                    <a:pt x="702" y="441"/>
                    <a:pt x="630" y="380"/>
                    <a:pt x="548" y="345"/>
                  </a:cubicBezTo>
                  <a:lnTo>
                    <a:pt x="548" y="345"/>
                  </a:lnTo>
                  <a:cubicBezTo>
                    <a:pt x="532" y="257"/>
                    <a:pt x="500" y="172"/>
                    <a:pt x="452" y="91"/>
                  </a:cubicBezTo>
                  <a:cubicBezTo>
                    <a:pt x="434" y="40"/>
                    <a:pt x="368" y="0"/>
                    <a:pt x="3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4"/>
            <p:cNvSpPr/>
            <p:nvPr/>
          </p:nvSpPr>
          <p:spPr>
            <a:xfrm rot="-647380">
              <a:off x="8071037" y="821752"/>
              <a:ext cx="18575" cy="14800"/>
            </a:xfrm>
            <a:custGeom>
              <a:rect b="b" l="l" r="r" t="t"/>
              <a:pathLst>
                <a:path extrusionOk="0" h="592" w="743">
                  <a:moveTo>
                    <a:pt x="407" y="257"/>
                  </a:moveTo>
                  <a:cubicBezTo>
                    <a:pt x="423" y="257"/>
                    <a:pt x="433" y="259"/>
                    <a:pt x="437" y="262"/>
                  </a:cubicBezTo>
                  <a:lnTo>
                    <a:pt x="437" y="262"/>
                  </a:lnTo>
                  <a:cubicBezTo>
                    <a:pt x="427" y="260"/>
                    <a:pt x="417" y="258"/>
                    <a:pt x="407" y="257"/>
                  </a:cubicBezTo>
                  <a:close/>
                  <a:moveTo>
                    <a:pt x="383" y="0"/>
                  </a:moveTo>
                  <a:cubicBezTo>
                    <a:pt x="325" y="0"/>
                    <a:pt x="267" y="20"/>
                    <a:pt x="216" y="66"/>
                  </a:cubicBezTo>
                  <a:cubicBezTo>
                    <a:pt x="0" y="257"/>
                    <a:pt x="168" y="568"/>
                    <a:pt x="407" y="592"/>
                  </a:cubicBezTo>
                  <a:cubicBezTo>
                    <a:pt x="482" y="592"/>
                    <a:pt x="531" y="554"/>
                    <a:pt x="553" y="504"/>
                  </a:cubicBezTo>
                  <a:lnTo>
                    <a:pt x="553" y="504"/>
                  </a:lnTo>
                  <a:cubicBezTo>
                    <a:pt x="606" y="498"/>
                    <a:pt x="653" y="466"/>
                    <a:pt x="670" y="400"/>
                  </a:cubicBezTo>
                  <a:cubicBezTo>
                    <a:pt x="743" y="200"/>
                    <a:pt x="566" y="0"/>
                    <a:pt x="3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0" name="Google Shape;1560;p34"/>
          <p:cNvGrpSpPr/>
          <p:nvPr/>
        </p:nvGrpSpPr>
        <p:grpSpPr>
          <a:xfrm>
            <a:off x="3196831" y="1280665"/>
            <a:ext cx="524753" cy="630523"/>
            <a:chOff x="391523" y="4172779"/>
            <a:chExt cx="627770" cy="754305"/>
          </a:xfrm>
        </p:grpSpPr>
        <p:sp>
          <p:nvSpPr>
            <p:cNvPr id="1561" name="Google Shape;1561;p34"/>
            <p:cNvSpPr/>
            <p:nvPr/>
          </p:nvSpPr>
          <p:spPr>
            <a:xfrm rot="726627">
              <a:off x="455647" y="4217786"/>
              <a:ext cx="499521" cy="664291"/>
            </a:xfrm>
            <a:custGeom>
              <a:rect b="b" l="l" r="r" t="t"/>
              <a:pathLst>
                <a:path extrusionOk="0" h="28169" w="21182">
                  <a:moveTo>
                    <a:pt x="15384" y="15223"/>
                  </a:moveTo>
                  <a:cubicBezTo>
                    <a:pt x="15348" y="15223"/>
                    <a:pt x="15312" y="15235"/>
                    <a:pt x="15288" y="15259"/>
                  </a:cubicBezTo>
                  <a:cubicBezTo>
                    <a:pt x="15253" y="15271"/>
                    <a:pt x="15229" y="15283"/>
                    <a:pt x="15205" y="15318"/>
                  </a:cubicBezTo>
                  <a:cubicBezTo>
                    <a:pt x="15181" y="15342"/>
                    <a:pt x="15169" y="15366"/>
                    <a:pt x="15157" y="15402"/>
                  </a:cubicBezTo>
                  <a:cubicBezTo>
                    <a:pt x="15146" y="15425"/>
                    <a:pt x="15146" y="15461"/>
                    <a:pt x="15146" y="15497"/>
                  </a:cubicBezTo>
                  <a:lnTo>
                    <a:pt x="15169" y="15568"/>
                  </a:lnTo>
                  <a:cubicBezTo>
                    <a:pt x="15181" y="15604"/>
                    <a:pt x="15205" y="15640"/>
                    <a:pt x="15241" y="15676"/>
                  </a:cubicBezTo>
                  <a:cubicBezTo>
                    <a:pt x="15253" y="15687"/>
                    <a:pt x="15276" y="15699"/>
                    <a:pt x="15300" y="15711"/>
                  </a:cubicBezTo>
                  <a:cubicBezTo>
                    <a:pt x="15336" y="15723"/>
                    <a:pt x="15384" y="15735"/>
                    <a:pt x="15431" y="15735"/>
                  </a:cubicBezTo>
                  <a:lnTo>
                    <a:pt x="15467" y="15735"/>
                  </a:lnTo>
                  <a:cubicBezTo>
                    <a:pt x="15503" y="15735"/>
                    <a:pt x="15527" y="15723"/>
                    <a:pt x="15562" y="15699"/>
                  </a:cubicBezTo>
                  <a:cubicBezTo>
                    <a:pt x="15586" y="15687"/>
                    <a:pt x="15610" y="15664"/>
                    <a:pt x="15634" y="15640"/>
                  </a:cubicBezTo>
                  <a:cubicBezTo>
                    <a:pt x="15657" y="15616"/>
                    <a:pt x="15669" y="15592"/>
                    <a:pt x="15681" y="15556"/>
                  </a:cubicBezTo>
                  <a:cubicBezTo>
                    <a:pt x="15693" y="15521"/>
                    <a:pt x="15693" y="15485"/>
                    <a:pt x="15693" y="15449"/>
                  </a:cubicBezTo>
                  <a:cubicBezTo>
                    <a:pt x="15693" y="15437"/>
                    <a:pt x="15681" y="15414"/>
                    <a:pt x="15681" y="15390"/>
                  </a:cubicBezTo>
                  <a:cubicBezTo>
                    <a:pt x="15669" y="15342"/>
                    <a:pt x="15634" y="15306"/>
                    <a:pt x="15610" y="15283"/>
                  </a:cubicBezTo>
                  <a:cubicBezTo>
                    <a:pt x="15586" y="15271"/>
                    <a:pt x="15562" y="15259"/>
                    <a:pt x="15550" y="15247"/>
                  </a:cubicBezTo>
                  <a:cubicBezTo>
                    <a:pt x="15503" y="15223"/>
                    <a:pt x="15467" y="15223"/>
                    <a:pt x="15419" y="15223"/>
                  </a:cubicBezTo>
                  <a:close/>
                  <a:moveTo>
                    <a:pt x="5037" y="22795"/>
                  </a:moveTo>
                  <a:cubicBezTo>
                    <a:pt x="5013" y="22807"/>
                    <a:pt x="4989" y="22807"/>
                    <a:pt x="4966" y="22807"/>
                  </a:cubicBezTo>
                  <a:cubicBezTo>
                    <a:pt x="4918" y="22831"/>
                    <a:pt x="4882" y="22855"/>
                    <a:pt x="4858" y="22891"/>
                  </a:cubicBezTo>
                  <a:cubicBezTo>
                    <a:pt x="4847" y="22903"/>
                    <a:pt x="4835" y="22926"/>
                    <a:pt x="4823" y="22938"/>
                  </a:cubicBezTo>
                  <a:cubicBezTo>
                    <a:pt x="4799" y="22986"/>
                    <a:pt x="4799" y="23034"/>
                    <a:pt x="4799" y="23069"/>
                  </a:cubicBezTo>
                  <a:lnTo>
                    <a:pt x="4799" y="23105"/>
                  </a:lnTo>
                  <a:cubicBezTo>
                    <a:pt x="4799" y="23141"/>
                    <a:pt x="4811" y="23176"/>
                    <a:pt x="4835" y="23212"/>
                  </a:cubicBezTo>
                  <a:cubicBezTo>
                    <a:pt x="4847" y="23236"/>
                    <a:pt x="4858" y="23260"/>
                    <a:pt x="4894" y="23284"/>
                  </a:cubicBezTo>
                  <a:cubicBezTo>
                    <a:pt x="4918" y="23307"/>
                    <a:pt x="4942" y="23319"/>
                    <a:pt x="4978" y="23331"/>
                  </a:cubicBezTo>
                  <a:cubicBezTo>
                    <a:pt x="5013" y="23343"/>
                    <a:pt x="5037" y="23343"/>
                    <a:pt x="5073" y="23343"/>
                  </a:cubicBezTo>
                  <a:cubicBezTo>
                    <a:pt x="5097" y="23343"/>
                    <a:pt x="5120" y="23331"/>
                    <a:pt x="5144" y="23331"/>
                  </a:cubicBezTo>
                  <a:cubicBezTo>
                    <a:pt x="5180" y="23307"/>
                    <a:pt x="5216" y="23284"/>
                    <a:pt x="5251" y="23248"/>
                  </a:cubicBezTo>
                  <a:cubicBezTo>
                    <a:pt x="5263" y="23236"/>
                    <a:pt x="5275" y="23212"/>
                    <a:pt x="5287" y="23200"/>
                  </a:cubicBezTo>
                  <a:cubicBezTo>
                    <a:pt x="5299" y="23153"/>
                    <a:pt x="5311" y="23117"/>
                    <a:pt x="5311" y="23069"/>
                  </a:cubicBezTo>
                  <a:lnTo>
                    <a:pt x="5311" y="23034"/>
                  </a:lnTo>
                  <a:cubicBezTo>
                    <a:pt x="5311" y="22998"/>
                    <a:pt x="5299" y="22962"/>
                    <a:pt x="5275" y="22938"/>
                  </a:cubicBezTo>
                  <a:cubicBezTo>
                    <a:pt x="5263" y="22903"/>
                    <a:pt x="5251" y="22879"/>
                    <a:pt x="5216" y="22855"/>
                  </a:cubicBezTo>
                  <a:cubicBezTo>
                    <a:pt x="5192" y="22831"/>
                    <a:pt x="5168" y="22819"/>
                    <a:pt x="5132" y="22807"/>
                  </a:cubicBezTo>
                  <a:cubicBezTo>
                    <a:pt x="5097" y="22795"/>
                    <a:pt x="5073" y="22795"/>
                    <a:pt x="5037" y="22795"/>
                  </a:cubicBezTo>
                  <a:close/>
                  <a:moveTo>
                    <a:pt x="9856" y="505"/>
                  </a:moveTo>
                  <a:cubicBezTo>
                    <a:pt x="10455" y="505"/>
                    <a:pt x="11054" y="523"/>
                    <a:pt x="11645" y="567"/>
                  </a:cubicBezTo>
                  <a:cubicBezTo>
                    <a:pt x="11883" y="578"/>
                    <a:pt x="12121" y="602"/>
                    <a:pt x="12359" y="674"/>
                  </a:cubicBezTo>
                  <a:cubicBezTo>
                    <a:pt x="12598" y="733"/>
                    <a:pt x="12681" y="817"/>
                    <a:pt x="12705" y="1067"/>
                  </a:cubicBezTo>
                  <a:cubicBezTo>
                    <a:pt x="12729" y="1198"/>
                    <a:pt x="12717" y="1329"/>
                    <a:pt x="12693" y="1459"/>
                  </a:cubicBezTo>
                  <a:cubicBezTo>
                    <a:pt x="12681" y="1590"/>
                    <a:pt x="12657" y="1781"/>
                    <a:pt x="12574" y="1876"/>
                  </a:cubicBezTo>
                  <a:cubicBezTo>
                    <a:pt x="12467" y="2019"/>
                    <a:pt x="12324" y="2007"/>
                    <a:pt x="12157" y="2019"/>
                  </a:cubicBezTo>
                  <a:cubicBezTo>
                    <a:pt x="11859" y="2019"/>
                    <a:pt x="11574" y="2031"/>
                    <a:pt x="11276" y="2031"/>
                  </a:cubicBezTo>
                  <a:cubicBezTo>
                    <a:pt x="11145" y="2043"/>
                    <a:pt x="11074" y="2114"/>
                    <a:pt x="11050" y="2210"/>
                  </a:cubicBezTo>
                  <a:cubicBezTo>
                    <a:pt x="11002" y="2269"/>
                    <a:pt x="10966" y="2352"/>
                    <a:pt x="11002" y="2460"/>
                  </a:cubicBezTo>
                  <a:cubicBezTo>
                    <a:pt x="11633" y="4746"/>
                    <a:pt x="11990" y="7115"/>
                    <a:pt x="12788" y="9365"/>
                  </a:cubicBezTo>
                  <a:cubicBezTo>
                    <a:pt x="12826" y="9479"/>
                    <a:pt x="12912" y="9525"/>
                    <a:pt x="13001" y="9525"/>
                  </a:cubicBezTo>
                  <a:cubicBezTo>
                    <a:pt x="13051" y="9525"/>
                    <a:pt x="13102" y="9510"/>
                    <a:pt x="13145" y="9484"/>
                  </a:cubicBezTo>
                  <a:cubicBezTo>
                    <a:pt x="13169" y="9496"/>
                    <a:pt x="13193" y="9496"/>
                    <a:pt x="13229" y="9496"/>
                  </a:cubicBezTo>
                  <a:cubicBezTo>
                    <a:pt x="13269" y="9495"/>
                    <a:pt x="13309" y="9495"/>
                    <a:pt x="13349" y="9495"/>
                  </a:cubicBezTo>
                  <a:cubicBezTo>
                    <a:pt x="15068" y="9495"/>
                    <a:pt x="16711" y="10238"/>
                    <a:pt x="17955" y="11413"/>
                  </a:cubicBezTo>
                  <a:cubicBezTo>
                    <a:pt x="19289" y="12675"/>
                    <a:pt x="20110" y="14425"/>
                    <a:pt x="20408" y="16223"/>
                  </a:cubicBezTo>
                  <a:cubicBezTo>
                    <a:pt x="20741" y="18140"/>
                    <a:pt x="20575" y="20176"/>
                    <a:pt x="19801" y="21962"/>
                  </a:cubicBezTo>
                  <a:cubicBezTo>
                    <a:pt x="19158" y="23474"/>
                    <a:pt x="18074" y="24772"/>
                    <a:pt x="16753" y="25736"/>
                  </a:cubicBezTo>
                  <a:cubicBezTo>
                    <a:pt x="14989" y="27031"/>
                    <a:pt x="12889" y="27661"/>
                    <a:pt x="10769" y="27661"/>
                  </a:cubicBezTo>
                  <a:cubicBezTo>
                    <a:pt x="9439" y="27661"/>
                    <a:pt x="8102" y="27413"/>
                    <a:pt x="6835" y="26927"/>
                  </a:cubicBezTo>
                  <a:cubicBezTo>
                    <a:pt x="5180" y="26284"/>
                    <a:pt x="3620" y="25284"/>
                    <a:pt x="2453" y="23938"/>
                  </a:cubicBezTo>
                  <a:cubicBezTo>
                    <a:pt x="1191" y="22462"/>
                    <a:pt x="584" y="20664"/>
                    <a:pt x="727" y="18723"/>
                  </a:cubicBezTo>
                  <a:cubicBezTo>
                    <a:pt x="989" y="15354"/>
                    <a:pt x="2977" y="12223"/>
                    <a:pt x="5811" y="10425"/>
                  </a:cubicBezTo>
                  <a:cubicBezTo>
                    <a:pt x="6168" y="10199"/>
                    <a:pt x="6537" y="9996"/>
                    <a:pt x="6918" y="9806"/>
                  </a:cubicBezTo>
                  <a:lnTo>
                    <a:pt x="6930" y="9806"/>
                  </a:lnTo>
                  <a:cubicBezTo>
                    <a:pt x="6942" y="9794"/>
                    <a:pt x="6954" y="9782"/>
                    <a:pt x="6978" y="9770"/>
                  </a:cubicBezTo>
                  <a:cubicBezTo>
                    <a:pt x="7037" y="9722"/>
                    <a:pt x="7085" y="9663"/>
                    <a:pt x="7085" y="9568"/>
                  </a:cubicBezTo>
                  <a:cubicBezTo>
                    <a:pt x="7144" y="7282"/>
                    <a:pt x="7216" y="4996"/>
                    <a:pt x="7275" y="2722"/>
                  </a:cubicBezTo>
                  <a:cubicBezTo>
                    <a:pt x="7442" y="2602"/>
                    <a:pt x="7371" y="2257"/>
                    <a:pt x="7097" y="2257"/>
                  </a:cubicBezTo>
                  <a:lnTo>
                    <a:pt x="6216" y="2257"/>
                  </a:lnTo>
                  <a:cubicBezTo>
                    <a:pt x="6055" y="2257"/>
                    <a:pt x="5866" y="2275"/>
                    <a:pt x="5687" y="2275"/>
                  </a:cubicBezTo>
                  <a:cubicBezTo>
                    <a:pt x="5575" y="2275"/>
                    <a:pt x="5467" y="2268"/>
                    <a:pt x="5370" y="2245"/>
                  </a:cubicBezTo>
                  <a:cubicBezTo>
                    <a:pt x="4942" y="2138"/>
                    <a:pt x="4799" y="1364"/>
                    <a:pt x="5037" y="1031"/>
                  </a:cubicBezTo>
                  <a:cubicBezTo>
                    <a:pt x="5180" y="817"/>
                    <a:pt x="5490" y="793"/>
                    <a:pt x="5728" y="757"/>
                  </a:cubicBezTo>
                  <a:cubicBezTo>
                    <a:pt x="5990" y="721"/>
                    <a:pt x="6263" y="686"/>
                    <a:pt x="6537" y="662"/>
                  </a:cubicBezTo>
                  <a:cubicBezTo>
                    <a:pt x="7097" y="602"/>
                    <a:pt x="7656" y="567"/>
                    <a:pt x="8216" y="543"/>
                  </a:cubicBezTo>
                  <a:cubicBezTo>
                    <a:pt x="8761" y="520"/>
                    <a:pt x="9309" y="505"/>
                    <a:pt x="9856" y="505"/>
                  </a:cubicBezTo>
                  <a:close/>
                  <a:moveTo>
                    <a:pt x="9675" y="1"/>
                  </a:moveTo>
                  <a:cubicBezTo>
                    <a:pt x="8633" y="1"/>
                    <a:pt x="7591" y="51"/>
                    <a:pt x="6549" y="150"/>
                  </a:cubicBezTo>
                  <a:cubicBezTo>
                    <a:pt x="6037" y="197"/>
                    <a:pt x="5394" y="186"/>
                    <a:pt x="4930" y="459"/>
                  </a:cubicBezTo>
                  <a:cubicBezTo>
                    <a:pt x="4537" y="686"/>
                    <a:pt x="4394" y="1126"/>
                    <a:pt x="4418" y="1555"/>
                  </a:cubicBezTo>
                  <a:cubicBezTo>
                    <a:pt x="4466" y="2019"/>
                    <a:pt x="4668" y="2567"/>
                    <a:pt x="5156" y="2722"/>
                  </a:cubicBezTo>
                  <a:cubicBezTo>
                    <a:pt x="5297" y="2766"/>
                    <a:pt x="5452" y="2777"/>
                    <a:pt x="5608" y="2777"/>
                  </a:cubicBezTo>
                  <a:cubicBezTo>
                    <a:pt x="5741" y="2777"/>
                    <a:pt x="5875" y="2769"/>
                    <a:pt x="6001" y="2769"/>
                  </a:cubicBezTo>
                  <a:lnTo>
                    <a:pt x="6763" y="2769"/>
                  </a:lnTo>
                  <a:cubicBezTo>
                    <a:pt x="6704" y="4984"/>
                    <a:pt x="6644" y="7198"/>
                    <a:pt x="6585" y="9413"/>
                  </a:cubicBezTo>
                  <a:cubicBezTo>
                    <a:pt x="3477" y="10961"/>
                    <a:pt x="1144" y="13913"/>
                    <a:pt x="417" y="17319"/>
                  </a:cubicBezTo>
                  <a:cubicBezTo>
                    <a:pt x="1" y="19307"/>
                    <a:pt x="167" y="21379"/>
                    <a:pt x="1239" y="23129"/>
                  </a:cubicBezTo>
                  <a:cubicBezTo>
                    <a:pt x="2215" y="24736"/>
                    <a:pt x="3763" y="25998"/>
                    <a:pt x="5418" y="26844"/>
                  </a:cubicBezTo>
                  <a:cubicBezTo>
                    <a:pt x="7096" y="27710"/>
                    <a:pt x="8960" y="28168"/>
                    <a:pt x="10818" y="28168"/>
                  </a:cubicBezTo>
                  <a:cubicBezTo>
                    <a:pt x="12663" y="28168"/>
                    <a:pt x="14502" y="27716"/>
                    <a:pt x="16146" y="26760"/>
                  </a:cubicBezTo>
                  <a:cubicBezTo>
                    <a:pt x="17634" y="25891"/>
                    <a:pt x="18908" y="24641"/>
                    <a:pt x="19777" y="23153"/>
                  </a:cubicBezTo>
                  <a:cubicBezTo>
                    <a:pt x="20801" y="21402"/>
                    <a:pt x="21182" y="19343"/>
                    <a:pt x="21063" y="17342"/>
                  </a:cubicBezTo>
                  <a:cubicBezTo>
                    <a:pt x="20932" y="15414"/>
                    <a:pt x="20313" y="13461"/>
                    <a:pt x="19110" y="11925"/>
                  </a:cubicBezTo>
                  <a:cubicBezTo>
                    <a:pt x="17991" y="10484"/>
                    <a:pt x="16348" y="9425"/>
                    <a:pt x="14550" y="9091"/>
                  </a:cubicBezTo>
                  <a:cubicBezTo>
                    <a:pt x="14098" y="9008"/>
                    <a:pt x="13645" y="8984"/>
                    <a:pt x="13193" y="8984"/>
                  </a:cubicBezTo>
                  <a:cubicBezTo>
                    <a:pt x="12478" y="6889"/>
                    <a:pt x="12121" y="4686"/>
                    <a:pt x="11550" y="2543"/>
                  </a:cubicBezTo>
                  <a:cubicBezTo>
                    <a:pt x="11788" y="2531"/>
                    <a:pt x="12026" y="2531"/>
                    <a:pt x="12264" y="2519"/>
                  </a:cubicBezTo>
                  <a:cubicBezTo>
                    <a:pt x="12478" y="2519"/>
                    <a:pt x="12705" y="2495"/>
                    <a:pt x="12871" y="2341"/>
                  </a:cubicBezTo>
                  <a:cubicBezTo>
                    <a:pt x="13229" y="2019"/>
                    <a:pt x="13276" y="1305"/>
                    <a:pt x="13193" y="864"/>
                  </a:cubicBezTo>
                  <a:cubicBezTo>
                    <a:pt x="13098" y="328"/>
                    <a:pt x="12633" y="186"/>
                    <a:pt x="12157" y="102"/>
                  </a:cubicBezTo>
                  <a:cubicBezTo>
                    <a:pt x="11550" y="7"/>
                    <a:pt x="10919" y="19"/>
                    <a:pt x="10300" y="7"/>
                  </a:cubicBezTo>
                  <a:cubicBezTo>
                    <a:pt x="10091" y="3"/>
                    <a:pt x="9883" y="1"/>
                    <a:pt x="96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4"/>
            <p:cNvSpPr/>
            <p:nvPr/>
          </p:nvSpPr>
          <p:spPr>
            <a:xfrm rot="726627">
              <a:off x="646048" y="4235188"/>
              <a:ext cx="164227" cy="20163"/>
            </a:xfrm>
            <a:custGeom>
              <a:rect b="b" l="l" r="r" t="t"/>
              <a:pathLst>
                <a:path extrusionOk="0" h="855" w="6964">
                  <a:moveTo>
                    <a:pt x="6663" y="1"/>
                  </a:moveTo>
                  <a:cubicBezTo>
                    <a:pt x="6647" y="1"/>
                    <a:pt x="6630" y="2"/>
                    <a:pt x="6613" y="5"/>
                  </a:cubicBezTo>
                  <a:cubicBezTo>
                    <a:pt x="5263" y="233"/>
                    <a:pt x="3898" y="347"/>
                    <a:pt x="2534" y="347"/>
                  </a:cubicBezTo>
                  <a:cubicBezTo>
                    <a:pt x="1829" y="347"/>
                    <a:pt x="1124" y="316"/>
                    <a:pt x="421" y="255"/>
                  </a:cubicBezTo>
                  <a:cubicBezTo>
                    <a:pt x="414" y="255"/>
                    <a:pt x="406" y="255"/>
                    <a:pt x="399" y="255"/>
                  </a:cubicBezTo>
                  <a:cubicBezTo>
                    <a:pt x="84" y="255"/>
                    <a:pt x="0" y="732"/>
                    <a:pt x="326" y="756"/>
                  </a:cubicBezTo>
                  <a:cubicBezTo>
                    <a:pt x="1059" y="822"/>
                    <a:pt x="1795" y="855"/>
                    <a:pt x="2531" y="855"/>
                  </a:cubicBezTo>
                  <a:cubicBezTo>
                    <a:pt x="3910" y="855"/>
                    <a:pt x="5289" y="738"/>
                    <a:pt x="6648" y="506"/>
                  </a:cubicBezTo>
                  <a:cubicBezTo>
                    <a:pt x="6963" y="460"/>
                    <a:pt x="6938" y="1"/>
                    <a:pt x="6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4"/>
            <p:cNvSpPr/>
            <p:nvPr/>
          </p:nvSpPr>
          <p:spPr>
            <a:xfrm rot="726627">
              <a:off x="646980" y="4444656"/>
              <a:ext cx="107630" cy="16366"/>
            </a:xfrm>
            <a:custGeom>
              <a:rect b="b" l="l" r="r" t="t"/>
              <a:pathLst>
                <a:path extrusionOk="0" h="694" w="4564">
                  <a:moveTo>
                    <a:pt x="4265" y="0"/>
                  </a:moveTo>
                  <a:cubicBezTo>
                    <a:pt x="4248" y="0"/>
                    <a:pt x="4231" y="2"/>
                    <a:pt x="4212" y="5"/>
                  </a:cubicBezTo>
                  <a:cubicBezTo>
                    <a:pt x="3546" y="125"/>
                    <a:pt x="2877" y="184"/>
                    <a:pt x="2206" y="184"/>
                  </a:cubicBezTo>
                  <a:cubicBezTo>
                    <a:pt x="1606" y="184"/>
                    <a:pt x="1004" y="136"/>
                    <a:pt x="402" y="41"/>
                  </a:cubicBezTo>
                  <a:cubicBezTo>
                    <a:pt x="388" y="39"/>
                    <a:pt x="374" y="38"/>
                    <a:pt x="360" y="38"/>
                  </a:cubicBezTo>
                  <a:cubicBezTo>
                    <a:pt x="73" y="38"/>
                    <a:pt x="0" y="495"/>
                    <a:pt x="307" y="541"/>
                  </a:cubicBezTo>
                  <a:cubicBezTo>
                    <a:pt x="928" y="642"/>
                    <a:pt x="1556" y="693"/>
                    <a:pt x="2184" y="693"/>
                  </a:cubicBezTo>
                  <a:cubicBezTo>
                    <a:pt x="2881" y="693"/>
                    <a:pt x="3577" y="631"/>
                    <a:pt x="4260" y="505"/>
                  </a:cubicBezTo>
                  <a:cubicBezTo>
                    <a:pt x="4564" y="460"/>
                    <a:pt x="4549" y="0"/>
                    <a:pt x="42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4"/>
            <p:cNvSpPr/>
            <p:nvPr/>
          </p:nvSpPr>
          <p:spPr>
            <a:xfrm rot="726627">
              <a:off x="446568" y="4557286"/>
              <a:ext cx="451248" cy="292303"/>
            </a:xfrm>
            <a:custGeom>
              <a:rect b="b" l="l" r="r" t="t"/>
              <a:pathLst>
                <a:path extrusionOk="0" h="12395" w="19135">
                  <a:moveTo>
                    <a:pt x="3432" y="512"/>
                  </a:moveTo>
                  <a:cubicBezTo>
                    <a:pt x="3825" y="512"/>
                    <a:pt x="4202" y="660"/>
                    <a:pt x="4454" y="1021"/>
                  </a:cubicBezTo>
                  <a:cubicBezTo>
                    <a:pt x="4906" y="1664"/>
                    <a:pt x="4787" y="2533"/>
                    <a:pt x="5382" y="3105"/>
                  </a:cubicBezTo>
                  <a:cubicBezTo>
                    <a:pt x="5737" y="3437"/>
                    <a:pt x="6205" y="3545"/>
                    <a:pt x="6684" y="3545"/>
                  </a:cubicBezTo>
                  <a:cubicBezTo>
                    <a:pt x="6977" y="3545"/>
                    <a:pt x="7273" y="3505"/>
                    <a:pt x="7549" y="3450"/>
                  </a:cubicBezTo>
                  <a:cubicBezTo>
                    <a:pt x="7961" y="3361"/>
                    <a:pt x="8484" y="3204"/>
                    <a:pt x="8970" y="3204"/>
                  </a:cubicBezTo>
                  <a:cubicBezTo>
                    <a:pt x="9326" y="3204"/>
                    <a:pt x="9662" y="3289"/>
                    <a:pt x="9919" y="3545"/>
                  </a:cubicBezTo>
                  <a:cubicBezTo>
                    <a:pt x="10252" y="3891"/>
                    <a:pt x="10371" y="4450"/>
                    <a:pt x="10443" y="4891"/>
                  </a:cubicBezTo>
                  <a:cubicBezTo>
                    <a:pt x="10526" y="5355"/>
                    <a:pt x="10443" y="5831"/>
                    <a:pt x="10514" y="6296"/>
                  </a:cubicBezTo>
                  <a:cubicBezTo>
                    <a:pt x="10616" y="7000"/>
                    <a:pt x="11237" y="7192"/>
                    <a:pt x="11862" y="7192"/>
                  </a:cubicBezTo>
                  <a:cubicBezTo>
                    <a:pt x="12039" y="7192"/>
                    <a:pt x="12217" y="7177"/>
                    <a:pt x="12383" y="7153"/>
                  </a:cubicBezTo>
                  <a:cubicBezTo>
                    <a:pt x="13264" y="7034"/>
                    <a:pt x="14086" y="6617"/>
                    <a:pt x="14765" y="6046"/>
                  </a:cubicBezTo>
                  <a:cubicBezTo>
                    <a:pt x="15443" y="5462"/>
                    <a:pt x="15955" y="4748"/>
                    <a:pt x="16420" y="3986"/>
                  </a:cubicBezTo>
                  <a:cubicBezTo>
                    <a:pt x="16670" y="3593"/>
                    <a:pt x="16920" y="3188"/>
                    <a:pt x="17241" y="2867"/>
                  </a:cubicBezTo>
                  <a:cubicBezTo>
                    <a:pt x="17398" y="2710"/>
                    <a:pt x="17587" y="2545"/>
                    <a:pt x="17802" y="2545"/>
                  </a:cubicBezTo>
                  <a:cubicBezTo>
                    <a:pt x="17848" y="2545"/>
                    <a:pt x="17895" y="2552"/>
                    <a:pt x="17944" y="2569"/>
                  </a:cubicBezTo>
                  <a:cubicBezTo>
                    <a:pt x="18182" y="2641"/>
                    <a:pt x="18325" y="2879"/>
                    <a:pt x="18384" y="3093"/>
                  </a:cubicBezTo>
                  <a:cubicBezTo>
                    <a:pt x="18622" y="3903"/>
                    <a:pt x="18432" y="4927"/>
                    <a:pt x="18217" y="5724"/>
                  </a:cubicBezTo>
                  <a:cubicBezTo>
                    <a:pt x="18003" y="6534"/>
                    <a:pt x="17634" y="7320"/>
                    <a:pt x="17182" y="8022"/>
                  </a:cubicBezTo>
                  <a:cubicBezTo>
                    <a:pt x="15482" y="10591"/>
                    <a:pt x="12553" y="11889"/>
                    <a:pt x="9571" y="11889"/>
                  </a:cubicBezTo>
                  <a:cubicBezTo>
                    <a:pt x="8959" y="11889"/>
                    <a:pt x="8346" y="11834"/>
                    <a:pt x="7740" y="11725"/>
                  </a:cubicBezTo>
                  <a:cubicBezTo>
                    <a:pt x="4239" y="11082"/>
                    <a:pt x="870" y="8451"/>
                    <a:pt x="763" y="4653"/>
                  </a:cubicBezTo>
                  <a:cubicBezTo>
                    <a:pt x="763" y="4248"/>
                    <a:pt x="798" y="3855"/>
                    <a:pt x="870" y="3474"/>
                  </a:cubicBezTo>
                  <a:cubicBezTo>
                    <a:pt x="1156" y="2569"/>
                    <a:pt x="1477" y="1569"/>
                    <a:pt x="2239" y="950"/>
                  </a:cubicBezTo>
                  <a:cubicBezTo>
                    <a:pt x="2566" y="684"/>
                    <a:pt x="3009" y="512"/>
                    <a:pt x="3432" y="512"/>
                  </a:cubicBezTo>
                  <a:close/>
                  <a:moveTo>
                    <a:pt x="3365" y="0"/>
                  </a:moveTo>
                  <a:cubicBezTo>
                    <a:pt x="3220" y="0"/>
                    <a:pt x="3074" y="15"/>
                    <a:pt x="2930" y="45"/>
                  </a:cubicBezTo>
                  <a:cubicBezTo>
                    <a:pt x="2049" y="236"/>
                    <a:pt x="1394" y="962"/>
                    <a:pt x="989" y="1748"/>
                  </a:cubicBezTo>
                  <a:cubicBezTo>
                    <a:pt x="763" y="2164"/>
                    <a:pt x="608" y="2617"/>
                    <a:pt x="465" y="3069"/>
                  </a:cubicBezTo>
                  <a:cubicBezTo>
                    <a:pt x="429" y="3105"/>
                    <a:pt x="406" y="3141"/>
                    <a:pt x="394" y="3188"/>
                  </a:cubicBezTo>
                  <a:cubicBezTo>
                    <a:pt x="1" y="5058"/>
                    <a:pt x="489" y="7034"/>
                    <a:pt x="1584" y="8582"/>
                  </a:cubicBezTo>
                  <a:cubicBezTo>
                    <a:pt x="2668" y="10118"/>
                    <a:pt x="4311" y="11213"/>
                    <a:pt x="6085" y="11808"/>
                  </a:cubicBezTo>
                  <a:cubicBezTo>
                    <a:pt x="7217" y="12197"/>
                    <a:pt x="8418" y="12395"/>
                    <a:pt x="9615" y="12395"/>
                  </a:cubicBezTo>
                  <a:cubicBezTo>
                    <a:pt x="12231" y="12395"/>
                    <a:pt x="14831" y="11451"/>
                    <a:pt x="16670" y="9499"/>
                  </a:cubicBezTo>
                  <a:cubicBezTo>
                    <a:pt x="17884" y="8201"/>
                    <a:pt x="18717" y="6510"/>
                    <a:pt x="18932" y="4724"/>
                  </a:cubicBezTo>
                  <a:cubicBezTo>
                    <a:pt x="19015" y="3926"/>
                    <a:pt x="19134" y="2760"/>
                    <a:pt x="18384" y="2224"/>
                  </a:cubicBezTo>
                  <a:cubicBezTo>
                    <a:pt x="18192" y="2087"/>
                    <a:pt x="18004" y="2029"/>
                    <a:pt x="17823" y="2029"/>
                  </a:cubicBezTo>
                  <a:cubicBezTo>
                    <a:pt x="17184" y="2029"/>
                    <a:pt x="16632" y="2747"/>
                    <a:pt x="16289" y="3248"/>
                  </a:cubicBezTo>
                  <a:cubicBezTo>
                    <a:pt x="15729" y="4093"/>
                    <a:pt x="15241" y="4962"/>
                    <a:pt x="14467" y="5629"/>
                  </a:cubicBezTo>
                  <a:cubicBezTo>
                    <a:pt x="13764" y="6224"/>
                    <a:pt x="12834" y="6691"/>
                    <a:pt x="11893" y="6691"/>
                  </a:cubicBezTo>
                  <a:cubicBezTo>
                    <a:pt x="11799" y="6691"/>
                    <a:pt x="11704" y="6687"/>
                    <a:pt x="11609" y="6677"/>
                  </a:cubicBezTo>
                  <a:cubicBezTo>
                    <a:pt x="11359" y="6653"/>
                    <a:pt x="11121" y="6582"/>
                    <a:pt x="11038" y="6320"/>
                  </a:cubicBezTo>
                  <a:cubicBezTo>
                    <a:pt x="10966" y="6093"/>
                    <a:pt x="11014" y="5831"/>
                    <a:pt x="11014" y="5605"/>
                  </a:cubicBezTo>
                  <a:cubicBezTo>
                    <a:pt x="11014" y="5069"/>
                    <a:pt x="10931" y="4546"/>
                    <a:pt x="10764" y="4046"/>
                  </a:cubicBezTo>
                  <a:cubicBezTo>
                    <a:pt x="10470" y="3175"/>
                    <a:pt x="9851" y="2712"/>
                    <a:pt x="8941" y="2712"/>
                  </a:cubicBezTo>
                  <a:cubicBezTo>
                    <a:pt x="8930" y="2712"/>
                    <a:pt x="8918" y="2712"/>
                    <a:pt x="8907" y="2712"/>
                  </a:cubicBezTo>
                  <a:cubicBezTo>
                    <a:pt x="8172" y="2712"/>
                    <a:pt x="7438" y="3043"/>
                    <a:pt x="6704" y="3043"/>
                  </a:cubicBezTo>
                  <a:cubicBezTo>
                    <a:pt x="6557" y="3043"/>
                    <a:pt x="6410" y="3030"/>
                    <a:pt x="6263" y="2998"/>
                  </a:cubicBezTo>
                  <a:cubicBezTo>
                    <a:pt x="5275" y="2772"/>
                    <a:pt x="5370" y="1640"/>
                    <a:pt x="4989" y="914"/>
                  </a:cubicBezTo>
                  <a:cubicBezTo>
                    <a:pt x="4667" y="309"/>
                    <a:pt x="4025" y="0"/>
                    <a:pt x="33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4"/>
            <p:cNvSpPr/>
            <p:nvPr/>
          </p:nvSpPr>
          <p:spPr>
            <a:xfrm rot="726627">
              <a:off x="616273" y="4491680"/>
              <a:ext cx="108384" cy="106333"/>
            </a:xfrm>
            <a:custGeom>
              <a:rect b="b" l="l" r="r" t="t"/>
              <a:pathLst>
                <a:path extrusionOk="0" h="4509" w="4596">
                  <a:moveTo>
                    <a:pt x="2232" y="511"/>
                  </a:moveTo>
                  <a:cubicBezTo>
                    <a:pt x="2670" y="511"/>
                    <a:pt x="3101" y="647"/>
                    <a:pt x="3429" y="959"/>
                  </a:cubicBezTo>
                  <a:cubicBezTo>
                    <a:pt x="3941" y="1436"/>
                    <a:pt x="4072" y="2269"/>
                    <a:pt x="3798" y="2888"/>
                  </a:cubicBezTo>
                  <a:cubicBezTo>
                    <a:pt x="3501" y="3543"/>
                    <a:pt x="2810" y="3960"/>
                    <a:pt x="2096" y="3996"/>
                  </a:cubicBezTo>
                  <a:cubicBezTo>
                    <a:pt x="2060" y="3998"/>
                    <a:pt x="2025" y="3999"/>
                    <a:pt x="1989" y="3999"/>
                  </a:cubicBezTo>
                  <a:cubicBezTo>
                    <a:pt x="1631" y="3999"/>
                    <a:pt x="1270" y="3889"/>
                    <a:pt x="988" y="3650"/>
                  </a:cubicBezTo>
                  <a:cubicBezTo>
                    <a:pt x="703" y="3412"/>
                    <a:pt x="560" y="3043"/>
                    <a:pt x="524" y="2674"/>
                  </a:cubicBezTo>
                  <a:cubicBezTo>
                    <a:pt x="441" y="1829"/>
                    <a:pt x="929" y="1031"/>
                    <a:pt x="1643" y="590"/>
                  </a:cubicBezTo>
                  <a:cubicBezTo>
                    <a:pt x="1835" y="539"/>
                    <a:pt x="2034" y="511"/>
                    <a:pt x="2232" y="511"/>
                  </a:cubicBezTo>
                  <a:close/>
                  <a:moveTo>
                    <a:pt x="2216" y="0"/>
                  </a:moveTo>
                  <a:cubicBezTo>
                    <a:pt x="1859" y="0"/>
                    <a:pt x="1499" y="72"/>
                    <a:pt x="1167" y="209"/>
                  </a:cubicBezTo>
                  <a:cubicBezTo>
                    <a:pt x="1072" y="257"/>
                    <a:pt x="1036" y="328"/>
                    <a:pt x="1024" y="412"/>
                  </a:cubicBezTo>
                  <a:cubicBezTo>
                    <a:pt x="405" y="924"/>
                    <a:pt x="0" y="1698"/>
                    <a:pt x="0" y="2519"/>
                  </a:cubicBezTo>
                  <a:cubicBezTo>
                    <a:pt x="0" y="3543"/>
                    <a:pt x="715" y="4388"/>
                    <a:pt x="1750" y="4496"/>
                  </a:cubicBezTo>
                  <a:cubicBezTo>
                    <a:pt x="1835" y="4504"/>
                    <a:pt x="1920" y="4509"/>
                    <a:pt x="2004" y="4509"/>
                  </a:cubicBezTo>
                  <a:cubicBezTo>
                    <a:pt x="2837" y="4509"/>
                    <a:pt x="3654" y="4090"/>
                    <a:pt x="4108" y="3376"/>
                  </a:cubicBezTo>
                  <a:cubicBezTo>
                    <a:pt x="4596" y="2614"/>
                    <a:pt x="4548" y="1579"/>
                    <a:pt x="4025" y="852"/>
                  </a:cubicBezTo>
                  <a:cubicBezTo>
                    <a:pt x="3592" y="271"/>
                    <a:pt x="2911" y="0"/>
                    <a:pt x="2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4"/>
            <p:cNvSpPr/>
            <p:nvPr/>
          </p:nvSpPr>
          <p:spPr>
            <a:xfrm rot="726627">
              <a:off x="716109" y="4583175"/>
              <a:ext cx="59286" cy="52730"/>
            </a:xfrm>
            <a:custGeom>
              <a:rect b="b" l="l" r="r" t="t"/>
              <a:pathLst>
                <a:path extrusionOk="0" h="2236" w="2514">
                  <a:moveTo>
                    <a:pt x="1243" y="509"/>
                  </a:moveTo>
                  <a:cubicBezTo>
                    <a:pt x="1387" y="509"/>
                    <a:pt x="1529" y="554"/>
                    <a:pt x="1644" y="644"/>
                  </a:cubicBezTo>
                  <a:cubicBezTo>
                    <a:pt x="1668" y="656"/>
                    <a:pt x="1692" y="680"/>
                    <a:pt x="1715" y="704"/>
                  </a:cubicBezTo>
                  <a:cubicBezTo>
                    <a:pt x="1715" y="716"/>
                    <a:pt x="1727" y="727"/>
                    <a:pt x="1739" y="727"/>
                  </a:cubicBezTo>
                  <a:cubicBezTo>
                    <a:pt x="1739" y="739"/>
                    <a:pt x="1751" y="763"/>
                    <a:pt x="1763" y="775"/>
                  </a:cubicBezTo>
                  <a:cubicBezTo>
                    <a:pt x="1775" y="787"/>
                    <a:pt x="1787" y="811"/>
                    <a:pt x="1799" y="823"/>
                  </a:cubicBezTo>
                  <a:cubicBezTo>
                    <a:pt x="1799" y="823"/>
                    <a:pt x="1811" y="835"/>
                    <a:pt x="1811" y="847"/>
                  </a:cubicBezTo>
                  <a:cubicBezTo>
                    <a:pt x="1834" y="882"/>
                    <a:pt x="1846" y="918"/>
                    <a:pt x="1858" y="954"/>
                  </a:cubicBezTo>
                  <a:cubicBezTo>
                    <a:pt x="1870" y="978"/>
                    <a:pt x="1870" y="989"/>
                    <a:pt x="1870" y="1001"/>
                  </a:cubicBezTo>
                  <a:cubicBezTo>
                    <a:pt x="1882" y="1013"/>
                    <a:pt x="1882" y="1013"/>
                    <a:pt x="1882" y="1013"/>
                  </a:cubicBezTo>
                  <a:cubicBezTo>
                    <a:pt x="1882" y="1013"/>
                    <a:pt x="1882" y="1025"/>
                    <a:pt x="1882" y="1025"/>
                  </a:cubicBezTo>
                  <a:cubicBezTo>
                    <a:pt x="1882" y="1061"/>
                    <a:pt x="1894" y="1108"/>
                    <a:pt x="1894" y="1144"/>
                  </a:cubicBezTo>
                  <a:cubicBezTo>
                    <a:pt x="1894" y="1156"/>
                    <a:pt x="1894" y="1168"/>
                    <a:pt x="1894" y="1180"/>
                  </a:cubicBezTo>
                  <a:cubicBezTo>
                    <a:pt x="1894" y="1192"/>
                    <a:pt x="1894" y="1204"/>
                    <a:pt x="1894" y="1204"/>
                  </a:cubicBezTo>
                  <a:cubicBezTo>
                    <a:pt x="1882" y="1228"/>
                    <a:pt x="1882" y="1251"/>
                    <a:pt x="1882" y="1263"/>
                  </a:cubicBezTo>
                  <a:cubicBezTo>
                    <a:pt x="1882" y="1274"/>
                    <a:pt x="1862" y="1324"/>
                    <a:pt x="1868" y="1324"/>
                  </a:cubicBezTo>
                  <a:cubicBezTo>
                    <a:pt x="1868" y="1324"/>
                    <a:pt x="1869" y="1324"/>
                    <a:pt x="1870" y="1323"/>
                  </a:cubicBezTo>
                  <a:lnTo>
                    <a:pt x="1870" y="1323"/>
                  </a:lnTo>
                  <a:cubicBezTo>
                    <a:pt x="1834" y="1430"/>
                    <a:pt x="1751" y="1549"/>
                    <a:pt x="1644" y="1620"/>
                  </a:cubicBezTo>
                  <a:cubicBezTo>
                    <a:pt x="1620" y="1632"/>
                    <a:pt x="1596" y="1656"/>
                    <a:pt x="1573" y="1668"/>
                  </a:cubicBezTo>
                  <a:lnTo>
                    <a:pt x="1561" y="1668"/>
                  </a:lnTo>
                  <a:cubicBezTo>
                    <a:pt x="1537" y="1680"/>
                    <a:pt x="1513" y="1692"/>
                    <a:pt x="1501" y="1692"/>
                  </a:cubicBezTo>
                  <a:cubicBezTo>
                    <a:pt x="1477" y="1704"/>
                    <a:pt x="1453" y="1716"/>
                    <a:pt x="1442" y="1716"/>
                  </a:cubicBezTo>
                  <a:lnTo>
                    <a:pt x="1430" y="1716"/>
                  </a:lnTo>
                  <a:cubicBezTo>
                    <a:pt x="1382" y="1728"/>
                    <a:pt x="1323" y="1728"/>
                    <a:pt x="1275" y="1728"/>
                  </a:cubicBezTo>
                  <a:cubicBezTo>
                    <a:pt x="1120" y="1716"/>
                    <a:pt x="930" y="1656"/>
                    <a:pt x="799" y="1561"/>
                  </a:cubicBezTo>
                  <a:cubicBezTo>
                    <a:pt x="751" y="1525"/>
                    <a:pt x="691" y="1478"/>
                    <a:pt x="668" y="1442"/>
                  </a:cubicBezTo>
                  <a:cubicBezTo>
                    <a:pt x="656" y="1418"/>
                    <a:pt x="644" y="1406"/>
                    <a:pt x="632" y="1394"/>
                  </a:cubicBezTo>
                  <a:cubicBezTo>
                    <a:pt x="632" y="1382"/>
                    <a:pt x="620" y="1382"/>
                    <a:pt x="620" y="1382"/>
                  </a:cubicBezTo>
                  <a:cubicBezTo>
                    <a:pt x="620" y="1370"/>
                    <a:pt x="620" y="1370"/>
                    <a:pt x="620" y="1370"/>
                  </a:cubicBezTo>
                  <a:cubicBezTo>
                    <a:pt x="596" y="1335"/>
                    <a:pt x="584" y="1287"/>
                    <a:pt x="572" y="1239"/>
                  </a:cubicBezTo>
                  <a:cubicBezTo>
                    <a:pt x="572" y="1239"/>
                    <a:pt x="560" y="1216"/>
                    <a:pt x="560" y="1204"/>
                  </a:cubicBezTo>
                  <a:cubicBezTo>
                    <a:pt x="560" y="1180"/>
                    <a:pt x="560" y="1156"/>
                    <a:pt x="549" y="1132"/>
                  </a:cubicBezTo>
                  <a:cubicBezTo>
                    <a:pt x="549" y="1120"/>
                    <a:pt x="549" y="1097"/>
                    <a:pt x="549" y="1085"/>
                  </a:cubicBezTo>
                  <a:cubicBezTo>
                    <a:pt x="549" y="1073"/>
                    <a:pt x="549" y="1073"/>
                    <a:pt x="549" y="1061"/>
                  </a:cubicBezTo>
                  <a:cubicBezTo>
                    <a:pt x="549" y="1061"/>
                    <a:pt x="549" y="1061"/>
                    <a:pt x="560" y="1049"/>
                  </a:cubicBezTo>
                  <a:cubicBezTo>
                    <a:pt x="572" y="942"/>
                    <a:pt x="572" y="930"/>
                    <a:pt x="632" y="835"/>
                  </a:cubicBezTo>
                  <a:cubicBezTo>
                    <a:pt x="634" y="826"/>
                    <a:pt x="636" y="820"/>
                    <a:pt x="637" y="816"/>
                  </a:cubicBezTo>
                  <a:lnTo>
                    <a:pt x="637" y="816"/>
                  </a:lnTo>
                  <a:cubicBezTo>
                    <a:pt x="636" y="818"/>
                    <a:pt x="634" y="821"/>
                    <a:pt x="632" y="823"/>
                  </a:cubicBezTo>
                  <a:cubicBezTo>
                    <a:pt x="634" y="819"/>
                    <a:pt x="636" y="815"/>
                    <a:pt x="639" y="811"/>
                  </a:cubicBezTo>
                  <a:lnTo>
                    <a:pt x="639" y="811"/>
                  </a:lnTo>
                  <a:cubicBezTo>
                    <a:pt x="638" y="812"/>
                    <a:pt x="638" y="814"/>
                    <a:pt x="637" y="816"/>
                  </a:cubicBezTo>
                  <a:lnTo>
                    <a:pt x="637" y="816"/>
                  </a:lnTo>
                  <a:cubicBezTo>
                    <a:pt x="639" y="813"/>
                    <a:pt x="640" y="810"/>
                    <a:pt x="640" y="808"/>
                  </a:cubicBezTo>
                  <a:lnTo>
                    <a:pt x="640" y="808"/>
                  </a:lnTo>
                  <a:cubicBezTo>
                    <a:pt x="640" y="809"/>
                    <a:pt x="639" y="810"/>
                    <a:pt x="639" y="811"/>
                  </a:cubicBezTo>
                  <a:lnTo>
                    <a:pt x="639" y="811"/>
                  </a:lnTo>
                  <a:cubicBezTo>
                    <a:pt x="640" y="808"/>
                    <a:pt x="641" y="806"/>
                    <a:pt x="641" y="806"/>
                  </a:cubicBezTo>
                  <a:lnTo>
                    <a:pt x="641" y="806"/>
                  </a:lnTo>
                  <a:cubicBezTo>
                    <a:pt x="641" y="806"/>
                    <a:pt x="641" y="807"/>
                    <a:pt x="640" y="808"/>
                  </a:cubicBezTo>
                  <a:lnTo>
                    <a:pt x="640" y="808"/>
                  </a:lnTo>
                  <a:cubicBezTo>
                    <a:pt x="653" y="790"/>
                    <a:pt x="670" y="773"/>
                    <a:pt x="680" y="763"/>
                  </a:cubicBezTo>
                  <a:cubicBezTo>
                    <a:pt x="691" y="751"/>
                    <a:pt x="703" y="739"/>
                    <a:pt x="715" y="727"/>
                  </a:cubicBezTo>
                  <a:cubicBezTo>
                    <a:pt x="727" y="716"/>
                    <a:pt x="727" y="704"/>
                    <a:pt x="727" y="704"/>
                  </a:cubicBezTo>
                  <a:cubicBezTo>
                    <a:pt x="727" y="704"/>
                    <a:pt x="739" y="704"/>
                    <a:pt x="739" y="692"/>
                  </a:cubicBezTo>
                  <a:cubicBezTo>
                    <a:pt x="834" y="632"/>
                    <a:pt x="858" y="608"/>
                    <a:pt x="965" y="585"/>
                  </a:cubicBezTo>
                  <a:cubicBezTo>
                    <a:pt x="989" y="573"/>
                    <a:pt x="1025" y="549"/>
                    <a:pt x="1049" y="537"/>
                  </a:cubicBezTo>
                  <a:cubicBezTo>
                    <a:pt x="1112" y="518"/>
                    <a:pt x="1177" y="509"/>
                    <a:pt x="1243" y="509"/>
                  </a:cubicBezTo>
                  <a:close/>
                  <a:moveTo>
                    <a:pt x="1239" y="0"/>
                  </a:moveTo>
                  <a:cubicBezTo>
                    <a:pt x="1003" y="0"/>
                    <a:pt x="764" y="66"/>
                    <a:pt x="560" y="192"/>
                  </a:cubicBezTo>
                  <a:cubicBezTo>
                    <a:pt x="549" y="204"/>
                    <a:pt x="537" y="216"/>
                    <a:pt x="525" y="227"/>
                  </a:cubicBezTo>
                  <a:cubicBezTo>
                    <a:pt x="203" y="442"/>
                    <a:pt x="1" y="823"/>
                    <a:pt x="49" y="1204"/>
                  </a:cubicBezTo>
                  <a:cubicBezTo>
                    <a:pt x="72" y="1454"/>
                    <a:pt x="179" y="1692"/>
                    <a:pt x="358" y="1859"/>
                  </a:cubicBezTo>
                  <a:cubicBezTo>
                    <a:pt x="549" y="2049"/>
                    <a:pt x="799" y="2156"/>
                    <a:pt x="1049" y="2204"/>
                  </a:cubicBezTo>
                  <a:cubicBezTo>
                    <a:pt x="1138" y="2225"/>
                    <a:pt x="1226" y="2235"/>
                    <a:pt x="1313" y="2235"/>
                  </a:cubicBezTo>
                  <a:cubicBezTo>
                    <a:pt x="1714" y="2235"/>
                    <a:pt x="2079" y="2016"/>
                    <a:pt x="2275" y="1644"/>
                  </a:cubicBezTo>
                  <a:cubicBezTo>
                    <a:pt x="2513" y="1216"/>
                    <a:pt x="2394" y="680"/>
                    <a:pt x="2061" y="335"/>
                  </a:cubicBezTo>
                  <a:cubicBezTo>
                    <a:pt x="1840" y="108"/>
                    <a:pt x="1541" y="0"/>
                    <a:pt x="1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4"/>
            <p:cNvSpPr/>
            <p:nvPr/>
          </p:nvSpPr>
          <p:spPr>
            <a:xfrm rot="726627">
              <a:off x="747543" y="4537795"/>
              <a:ext cx="16578" cy="12098"/>
            </a:xfrm>
            <a:custGeom>
              <a:rect b="b" l="l" r="r" t="t"/>
              <a:pathLst>
                <a:path extrusionOk="0" h="513" w="703">
                  <a:moveTo>
                    <a:pt x="333" y="1"/>
                  </a:moveTo>
                  <a:cubicBezTo>
                    <a:pt x="0" y="1"/>
                    <a:pt x="48" y="513"/>
                    <a:pt x="381" y="513"/>
                  </a:cubicBezTo>
                  <a:cubicBezTo>
                    <a:pt x="703" y="513"/>
                    <a:pt x="655" y="1"/>
                    <a:pt x="3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4"/>
            <p:cNvSpPr/>
            <p:nvPr/>
          </p:nvSpPr>
          <p:spPr>
            <a:xfrm rot="726627">
              <a:off x="784196" y="4520291"/>
              <a:ext cx="14055" cy="12970"/>
            </a:xfrm>
            <a:custGeom>
              <a:rect b="b" l="l" r="r" t="t"/>
              <a:pathLst>
                <a:path extrusionOk="0" h="550" w="596">
                  <a:moveTo>
                    <a:pt x="340" y="1"/>
                  </a:moveTo>
                  <a:cubicBezTo>
                    <a:pt x="307" y="1"/>
                    <a:pt x="276" y="9"/>
                    <a:pt x="250" y="18"/>
                  </a:cubicBezTo>
                  <a:lnTo>
                    <a:pt x="179" y="53"/>
                  </a:lnTo>
                  <a:cubicBezTo>
                    <a:pt x="143" y="65"/>
                    <a:pt x="119" y="77"/>
                    <a:pt x="96" y="101"/>
                  </a:cubicBezTo>
                  <a:cubicBezTo>
                    <a:pt x="60" y="125"/>
                    <a:pt x="48" y="149"/>
                    <a:pt x="36" y="184"/>
                  </a:cubicBezTo>
                  <a:cubicBezTo>
                    <a:pt x="12" y="220"/>
                    <a:pt x="12" y="244"/>
                    <a:pt x="12" y="280"/>
                  </a:cubicBezTo>
                  <a:cubicBezTo>
                    <a:pt x="0" y="315"/>
                    <a:pt x="12" y="351"/>
                    <a:pt x="24" y="387"/>
                  </a:cubicBezTo>
                  <a:cubicBezTo>
                    <a:pt x="36" y="399"/>
                    <a:pt x="48" y="422"/>
                    <a:pt x="60" y="446"/>
                  </a:cubicBezTo>
                  <a:cubicBezTo>
                    <a:pt x="84" y="482"/>
                    <a:pt x="119" y="506"/>
                    <a:pt x="155" y="530"/>
                  </a:cubicBezTo>
                  <a:cubicBezTo>
                    <a:pt x="179" y="530"/>
                    <a:pt x="191" y="542"/>
                    <a:pt x="215" y="542"/>
                  </a:cubicBezTo>
                  <a:cubicBezTo>
                    <a:pt x="234" y="546"/>
                    <a:pt x="254" y="549"/>
                    <a:pt x="274" y="549"/>
                  </a:cubicBezTo>
                  <a:cubicBezTo>
                    <a:pt x="302" y="549"/>
                    <a:pt x="330" y="544"/>
                    <a:pt x="358" y="530"/>
                  </a:cubicBezTo>
                  <a:cubicBezTo>
                    <a:pt x="381" y="518"/>
                    <a:pt x="405" y="506"/>
                    <a:pt x="429" y="494"/>
                  </a:cubicBezTo>
                  <a:cubicBezTo>
                    <a:pt x="453" y="482"/>
                    <a:pt x="488" y="470"/>
                    <a:pt x="512" y="446"/>
                  </a:cubicBezTo>
                  <a:cubicBezTo>
                    <a:pt x="536" y="422"/>
                    <a:pt x="548" y="399"/>
                    <a:pt x="572" y="363"/>
                  </a:cubicBezTo>
                  <a:cubicBezTo>
                    <a:pt x="584" y="339"/>
                    <a:pt x="584" y="303"/>
                    <a:pt x="584" y="268"/>
                  </a:cubicBezTo>
                  <a:cubicBezTo>
                    <a:pt x="596" y="232"/>
                    <a:pt x="584" y="196"/>
                    <a:pt x="572" y="172"/>
                  </a:cubicBezTo>
                  <a:cubicBezTo>
                    <a:pt x="560" y="149"/>
                    <a:pt x="548" y="125"/>
                    <a:pt x="548" y="113"/>
                  </a:cubicBezTo>
                  <a:cubicBezTo>
                    <a:pt x="512" y="77"/>
                    <a:pt x="488" y="41"/>
                    <a:pt x="441" y="30"/>
                  </a:cubicBezTo>
                  <a:cubicBezTo>
                    <a:pt x="417" y="18"/>
                    <a:pt x="405" y="18"/>
                    <a:pt x="381" y="6"/>
                  </a:cubicBezTo>
                  <a:cubicBezTo>
                    <a:pt x="367" y="2"/>
                    <a:pt x="353" y="1"/>
                    <a:pt x="3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4"/>
            <p:cNvSpPr/>
            <p:nvPr/>
          </p:nvSpPr>
          <p:spPr>
            <a:xfrm rot="726627">
              <a:off x="790242" y="4567866"/>
              <a:ext cx="13230" cy="13796"/>
            </a:xfrm>
            <a:custGeom>
              <a:rect b="b" l="l" r="r" t="t"/>
              <a:pathLst>
                <a:path extrusionOk="0" h="585" w="561">
                  <a:moveTo>
                    <a:pt x="275" y="1"/>
                  </a:moveTo>
                  <a:cubicBezTo>
                    <a:pt x="239" y="1"/>
                    <a:pt x="203" y="1"/>
                    <a:pt x="168" y="24"/>
                  </a:cubicBezTo>
                  <a:cubicBezTo>
                    <a:pt x="156" y="36"/>
                    <a:pt x="132" y="36"/>
                    <a:pt x="120" y="48"/>
                  </a:cubicBezTo>
                  <a:cubicBezTo>
                    <a:pt x="84" y="72"/>
                    <a:pt x="49" y="108"/>
                    <a:pt x="37" y="155"/>
                  </a:cubicBezTo>
                  <a:cubicBezTo>
                    <a:pt x="25" y="167"/>
                    <a:pt x="13" y="191"/>
                    <a:pt x="13" y="215"/>
                  </a:cubicBezTo>
                  <a:cubicBezTo>
                    <a:pt x="1" y="263"/>
                    <a:pt x="1" y="310"/>
                    <a:pt x="25" y="346"/>
                  </a:cubicBezTo>
                  <a:cubicBezTo>
                    <a:pt x="37" y="370"/>
                    <a:pt x="49" y="394"/>
                    <a:pt x="61" y="417"/>
                  </a:cubicBezTo>
                  <a:cubicBezTo>
                    <a:pt x="72" y="453"/>
                    <a:pt x="84" y="477"/>
                    <a:pt x="108" y="501"/>
                  </a:cubicBezTo>
                  <a:cubicBezTo>
                    <a:pt x="132" y="525"/>
                    <a:pt x="156" y="548"/>
                    <a:pt x="191" y="560"/>
                  </a:cubicBezTo>
                  <a:cubicBezTo>
                    <a:pt x="215" y="584"/>
                    <a:pt x="251" y="584"/>
                    <a:pt x="287" y="584"/>
                  </a:cubicBezTo>
                  <a:cubicBezTo>
                    <a:pt x="322" y="584"/>
                    <a:pt x="358" y="584"/>
                    <a:pt x="382" y="572"/>
                  </a:cubicBezTo>
                  <a:cubicBezTo>
                    <a:pt x="406" y="560"/>
                    <a:pt x="430" y="548"/>
                    <a:pt x="442" y="536"/>
                  </a:cubicBezTo>
                  <a:cubicBezTo>
                    <a:pt x="477" y="513"/>
                    <a:pt x="513" y="477"/>
                    <a:pt x="525" y="441"/>
                  </a:cubicBezTo>
                  <a:cubicBezTo>
                    <a:pt x="537" y="417"/>
                    <a:pt x="549" y="394"/>
                    <a:pt x="549" y="382"/>
                  </a:cubicBezTo>
                  <a:cubicBezTo>
                    <a:pt x="561" y="334"/>
                    <a:pt x="549" y="286"/>
                    <a:pt x="537" y="239"/>
                  </a:cubicBezTo>
                  <a:lnTo>
                    <a:pt x="501" y="167"/>
                  </a:lnTo>
                  <a:cubicBezTo>
                    <a:pt x="489" y="144"/>
                    <a:pt x="477" y="108"/>
                    <a:pt x="453" y="84"/>
                  </a:cubicBezTo>
                  <a:cubicBezTo>
                    <a:pt x="430" y="60"/>
                    <a:pt x="406" y="36"/>
                    <a:pt x="370" y="24"/>
                  </a:cubicBezTo>
                  <a:cubicBezTo>
                    <a:pt x="346" y="13"/>
                    <a:pt x="311" y="1"/>
                    <a:pt x="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4"/>
            <p:cNvSpPr/>
            <p:nvPr/>
          </p:nvSpPr>
          <p:spPr>
            <a:xfrm rot="726627">
              <a:off x="508224" y="4699529"/>
              <a:ext cx="12381" cy="12900"/>
            </a:xfrm>
            <a:custGeom>
              <a:rect b="b" l="l" r="r" t="t"/>
              <a:pathLst>
                <a:path extrusionOk="0" h="547" w="525">
                  <a:moveTo>
                    <a:pt x="270" y="1"/>
                  </a:moveTo>
                  <a:cubicBezTo>
                    <a:pt x="260" y="1"/>
                    <a:pt x="249" y="2"/>
                    <a:pt x="239" y="6"/>
                  </a:cubicBezTo>
                  <a:cubicBezTo>
                    <a:pt x="215" y="6"/>
                    <a:pt x="191" y="6"/>
                    <a:pt x="168" y="18"/>
                  </a:cubicBezTo>
                  <a:cubicBezTo>
                    <a:pt x="132" y="30"/>
                    <a:pt x="96" y="53"/>
                    <a:pt x="60" y="89"/>
                  </a:cubicBezTo>
                  <a:cubicBezTo>
                    <a:pt x="48" y="113"/>
                    <a:pt x="37" y="125"/>
                    <a:pt x="25" y="149"/>
                  </a:cubicBezTo>
                  <a:cubicBezTo>
                    <a:pt x="13" y="184"/>
                    <a:pt x="1" y="232"/>
                    <a:pt x="1" y="280"/>
                  </a:cubicBezTo>
                  <a:lnTo>
                    <a:pt x="1" y="315"/>
                  </a:lnTo>
                  <a:cubicBezTo>
                    <a:pt x="13" y="351"/>
                    <a:pt x="13" y="375"/>
                    <a:pt x="37" y="411"/>
                  </a:cubicBezTo>
                  <a:cubicBezTo>
                    <a:pt x="48" y="434"/>
                    <a:pt x="72" y="470"/>
                    <a:pt x="96" y="482"/>
                  </a:cubicBezTo>
                  <a:cubicBezTo>
                    <a:pt x="120" y="506"/>
                    <a:pt x="156" y="530"/>
                    <a:pt x="179" y="530"/>
                  </a:cubicBezTo>
                  <a:cubicBezTo>
                    <a:pt x="205" y="538"/>
                    <a:pt x="230" y="547"/>
                    <a:pt x="255" y="547"/>
                  </a:cubicBezTo>
                  <a:cubicBezTo>
                    <a:pt x="266" y="547"/>
                    <a:pt x="276" y="545"/>
                    <a:pt x="287" y="542"/>
                  </a:cubicBezTo>
                  <a:cubicBezTo>
                    <a:pt x="310" y="542"/>
                    <a:pt x="322" y="530"/>
                    <a:pt x="346" y="530"/>
                  </a:cubicBezTo>
                  <a:cubicBezTo>
                    <a:pt x="394" y="518"/>
                    <a:pt x="429" y="494"/>
                    <a:pt x="453" y="458"/>
                  </a:cubicBezTo>
                  <a:cubicBezTo>
                    <a:pt x="465" y="434"/>
                    <a:pt x="477" y="423"/>
                    <a:pt x="489" y="399"/>
                  </a:cubicBezTo>
                  <a:cubicBezTo>
                    <a:pt x="513" y="363"/>
                    <a:pt x="525" y="315"/>
                    <a:pt x="513" y="268"/>
                  </a:cubicBezTo>
                  <a:lnTo>
                    <a:pt x="513" y="232"/>
                  </a:lnTo>
                  <a:cubicBezTo>
                    <a:pt x="513" y="196"/>
                    <a:pt x="501" y="161"/>
                    <a:pt x="489" y="137"/>
                  </a:cubicBezTo>
                  <a:cubicBezTo>
                    <a:pt x="477" y="101"/>
                    <a:pt x="453" y="77"/>
                    <a:pt x="429" y="53"/>
                  </a:cubicBezTo>
                  <a:cubicBezTo>
                    <a:pt x="406" y="42"/>
                    <a:pt x="370" y="18"/>
                    <a:pt x="334" y="18"/>
                  </a:cubicBezTo>
                  <a:cubicBezTo>
                    <a:pt x="317" y="9"/>
                    <a:pt x="295" y="1"/>
                    <a:pt x="2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4"/>
            <p:cNvSpPr/>
            <p:nvPr/>
          </p:nvSpPr>
          <p:spPr>
            <a:xfrm rot="726627">
              <a:off x="541476" y="4683107"/>
              <a:ext cx="16578" cy="12098"/>
            </a:xfrm>
            <a:custGeom>
              <a:rect b="b" l="l" r="r" t="t"/>
              <a:pathLst>
                <a:path extrusionOk="0" h="513" w="703">
                  <a:moveTo>
                    <a:pt x="322" y="1"/>
                  </a:moveTo>
                  <a:cubicBezTo>
                    <a:pt x="0" y="1"/>
                    <a:pt x="48" y="513"/>
                    <a:pt x="369" y="513"/>
                  </a:cubicBezTo>
                  <a:cubicBezTo>
                    <a:pt x="703" y="513"/>
                    <a:pt x="655" y="1"/>
                    <a:pt x="3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4"/>
            <p:cNvSpPr/>
            <p:nvPr/>
          </p:nvSpPr>
          <p:spPr>
            <a:xfrm rot="726627">
              <a:off x="543475" y="4762822"/>
              <a:ext cx="14079" cy="12947"/>
            </a:xfrm>
            <a:custGeom>
              <a:rect b="b" l="l" r="r" t="t"/>
              <a:pathLst>
                <a:path extrusionOk="0" h="549" w="597">
                  <a:moveTo>
                    <a:pt x="275" y="1"/>
                  </a:moveTo>
                  <a:cubicBezTo>
                    <a:pt x="239" y="1"/>
                    <a:pt x="203" y="1"/>
                    <a:pt x="179" y="25"/>
                  </a:cubicBezTo>
                  <a:cubicBezTo>
                    <a:pt x="144" y="36"/>
                    <a:pt x="120" y="48"/>
                    <a:pt x="96" y="72"/>
                  </a:cubicBezTo>
                  <a:cubicBezTo>
                    <a:pt x="72" y="96"/>
                    <a:pt x="49" y="120"/>
                    <a:pt x="37" y="155"/>
                  </a:cubicBezTo>
                  <a:cubicBezTo>
                    <a:pt x="25" y="167"/>
                    <a:pt x="25" y="191"/>
                    <a:pt x="13" y="215"/>
                  </a:cubicBezTo>
                  <a:cubicBezTo>
                    <a:pt x="1" y="263"/>
                    <a:pt x="13" y="310"/>
                    <a:pt x="25" y="346"/>
                  </a:cubicBezTo>
                  <a:cubicBezTo>
                    <a:pt x="37" y="370"/>
                    <a:pt x="49" y="394"/>
                    <a:pt x="60" y="406"/>
                  </a:cubicBezTo>
                  <a:cubicBezTo>
                    <a:pt x="84" y="441"/>
                    <a:pt x="120" y="477"/>
                    <a:pt x="156" y="489"/>
                  </a:cubicBezTo>
                  <a:cubicBezTo>
                    <a:pt x="179" y="501"/>
                    <a:pt x="203" y="513"/>
                    <a:pt x="227" y="525"/>
                  </a:cubicBezTo>
                  <a:cubicBezTo>
                    <a:pt x="263" y="548"/>
                    <a:pt x="287" y="548"/>
                    <a:pt x="322" y="548"/>
                  </a:cubicBezTo>
                  <a:cubicBezTo>
                    <a:pt x="358" y="548"/>
                    <a:pt x="394" y="548"/>
                    <a:pt x="430" y="536"/>
                  </a:cubicBezTo>
                  <a:cubicBezTo>
                    <a:pt x="453" y="525"/>
                    <a:pt x="489" y="513"/>
                    <a:pt x="513" y="477"/>
                  </a:cubicBezTo>
                  <a:cubicBezTo>
                    <a:pt x="537" y="465"/>
                    <a:pt x="549" y="441"/>
                    <a:pt x="572" y="406"/>
                  </a:cubicBezTo>
                  <a:cubicBezTo>
                    <a:pt x="572" y="382"/>
                    <a:pt x="584" y="358"/>
                    <a:pt x="584" y="346"/>
                  </a:cubicBezTo>
                  <a:cubicBezTo>
                    <a:pt x="596" y="298"/>
                    <a:pt x="596" y="251"/>
                    <a:pt x="572" y="203"/>
                  </a:cubicBezTo>
                  <a:cubicBezTo>
                    <a:pt x="560" y="191"/>
                    <a:pt x="560" y="167"/>
                    <a:pt x="549" y="144"/>
                  </a:cubicBezTo>
                  <a:cubicBezTo>
                    <a:pt x="525" y="108"/>
                    <a:pt x="489" y="84"/>
                    <a:pt x="441" y="60"/>
                  </a:cubicBezTo>
                  <a:cubicBezTo>
                    <a:pt x="418" y="48"/>
                    <a:pt x="394" y="36"/>
                    <a:pt x="370" y="25"/>
                  </a:cubicBezTo>
                  <a:cubicBezTo>
                    <a:pt x="346" y="13"/>
                    <a:pt x="310" y="1"/>
                    <a:pt x="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4"/>
            <p:cNvSpPr/>
            <p:nvPr/>
          </p:nvSpPr>
          <p:spPr>
            <a:xfrm rot="726627">
              <a:off x="596213" y="4733810"/>
              <a:ext cx="12947" cy="12947"/>
            </a:xfrm>
            <a:custGeom>
              <a:rect b="b" l="l" r="r" t="t"/>
              <a:pathLst>
                <a:path extrusionOk="0" h="549" w="549">
                  <a:moveTo>
                    <a:pt x="239" y="1"/>
                  </a:moveTo>
                  <a:cubicBezTo>
                    <a:pt x="203" y="1"/>
                    <a:pt x="167" y="13"/>
                    <a:pt x="132" y="37"/>
                  </a:cubicBezTo>
                  <a:cubicBezTo>
                    <a:pt x="108" y="48"/>
                    <a:pt x="84" y="72"/>
                    <a:pt x="60" y="96"/>
                  </a:cubicBezTo>
                  <a:cubicBezTo>
                    <a:pt x="48" y="108"/>
                    <a:pt x="36" y="132"/>
                    <a:pt x="25" y="144"/>
                  </a:cubicBezTo>
                  <a:cubicBezTo>
                    <a:pt x="1" y="191"/>
                    <a:pt x="1" y="239"/>
                    <a:pt x="1" y="287"/>
                  </a:cubicBezTo>
                  <a:cubicBezTo>
                    <a:pt x="1" y="298"/>
                    <a:pt x="13" y="322"/>
                    <a:pt x="13" y="346"/>
                  </a:cubicBezTo>
                  <a:cubicBezTo>
                    <a:pt x="36" y="394"/>
                    <a:pt x="60" y="429"/>
                    <a:pt x="96" y="453"/>
                  </a:cubicBezTo>
                  <a:lnTo>
                    <a:pt x="132" y="489"/>
                  </a:lnTo>
                  <a:cubicBezTo>
                    <a:pt x="155" y="513"/>
                    <a:pt x="179" y="525"/>
                    <a:pt x="215" y="537"/>
                  </a:cubicBezTo>
                  <a:cubicBezTo>
                    <a:pt x="239" y="549"/>
                    <a:pt x="275" y="549"/>
                    <a:pt x="310" y="549"/>
                  </a:cubicBezTo>
                  <a:cubicBezTo>
                    <a:pt x="346" y="549"/>
                    <a:pt x="382" y="537"/>
                    <a:pt x="406" y="525"/>
                  </a:cubicBezTo>
                  <a:cubicBezTo>
                    <a:pt x="441" y="501"/>
                    <a:pt x="465" y="489"/>
                    <a:pt x="489" y="453"/>
                  </a:cubicBezTo>
                  <a:cubicBezTo>
                    <a:pt x="501" y="441"/>
                    <a:pt x="513" y="418"/>
                    <a:pt x="525" y="406"/>
                  </a:cubicBezTo>
                  <a:cubicBezTo>
                    <a:pt x="536" y="358"/>
                    <a:pt x="548" y="322"/>
                    <a:pt x="548" y="275"/>
                  </a:cubicBezTo>
                  <a:lnTo>
                    <a:pt x="525" y="203"/>
                  </a:lnTo>
                  <a:cubicBezTo>
                    <a:pt x="513" y="168"/>
                    <a:pt x="489" y="132"/>
                    <a:pt x="453" y="96"/>
                  </a:cubicBezTo>
                  <a:lnTo>
                    <a:pt x="417" y="60"/>
                  </a:lnTo>
                  <a:cubicBezTo>
                    <a:pt x="394" y="37"/>
                    <a:pt x="370" y="25"/>
                    <a:pt x="334" y="13"/>
                  </a:cubicBezTo>
                  <a:cubicBezTo>
                    <a:pt x="298" y="1"/>
                    <a:pt x="263" y="1"/>
                    <a:pt x="2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4"/>
            <p:cNvSpPr/>
            <p:nvPr/>
          </p:nvSpPr>
          <p:spPr>
            <a:xfrm rot="726627">
              <a:off x="600816" y="4786600"/>
              <a:ext cx="16578" cy="12098"/>
            </a:xfrm>
            <a:custGeom>
              <a:rect b="b" l="l" r="r" t="t"/>
              <a:pathLst>
                <a:path extrusionOk="0" h="513" w="703">
                  <a:moveTo>
                    <a:pt x="322" y="0"/>
                  </a:moveTo>
                  <a:cubicBezTo>
                    <a:pt x="1" y="0"/>
                    <a:pt x="48" y="512"/>
                    <a:pt x="370" y="512"/>
                  </a:cubicBezTo>
                  <a:cubicBezTo>
                    <a:pt x="703" y="512"/>
                    <a:pt x="655" y="0"/>
                    <a:pt x="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4"/>
            <p:cNvSpPr/>
            <p:nvPr/>
          </p:nvSpPr>
          <p:spPr>
            <a:xfrm rot="726627">
              <a:off x="655057" y="4797656"/>
              <a:ext cx="16578" cy="11815"/>
            </a:xfrm>
            <a:custGeom>
              <a:rect b="b" l="l" r="r" t="t"/>
              <a:pathLst>
                <a:path extrusionOk="0" h="501" w="703">
                  <a:moveTo>
                    <a:pt x="322" y="0"/>
                  </a:moveTo>
                  <a:cubicBezTo>
                    <a:pt x="0" y="0"/>
                    <a:pt x="48" y="500"/>
                    <a:pt x="369" y="500"/>
                  </a:cubicBezTo>
                  <a:cubicBezTo>
                    <a:pt x="703" y="500"/>
                    <a:pt x="655" y="0"/>
                    <a:pt x="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4"/>
            <p:cNvSpPr/>
            <p:nvPr/>
          </p:nvSpPr>
          <p:spPr>
            <a:xfrm rot="726627">
              <a:off x="501570" y="4649557"/>
              <a:ext cx="16578" cy="12098"/>
            </a:xfrm>
            <a:custGeom>
              <a:rect b="b" l="l" r="r" t="t"/>
              <a:pathLst>
                <a:path extrusionOk="0" h="513" w="703">
                  <a:moveTo>
                    <a:pt x="322" y="1"/>
                  </a:moveTo>
                  <a:cubicBezTo>
                    <a:pt x="1" y="1"/>
                    <a:pt x="36" y="513"/>
                    <a:pt x="370" y="513"/>
                  </a:cubicBezTo>
                  <a:cubicBezTo>
                    <a:pt x="703" y="513"/>
                    <a:pt x="655" y="1"/>
                    <a:pt x="3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4"/>
            <p:cNvSpPr/>
            <p:nvPr/>
          </p:nvSpPr>
          <p:spPr>
            <a:xfrm rot="726627">
              <a:off x="537361" y="4605841"/>
              <a:ext cx="16602" cy="12098"/>
            </a:xfrm>
            <a:custGeom>
              <a:rect b="b" l="l" r="r" t="t"/>
              <a:pathLst>
                <a:path extrusionOk="0" h="513" w="704">
                  <a:moveTo>
                    <a:pt x="334" y="1"/>
                  </a:moveTo>
                  <a:cubicBezTo>
                    <a:pt x="1" y="1"/>
                    <a:pt x="49" y="513"/>
                    <a:pt x="382" y="513"/>
                  </a:cubicBezTo>
                  <a:cubicBezTo>
                    <a:pt x="703" y="513"/>
                    <a:pt x="656" y="1"/>
                    <a:pt x="3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4"/>
            <p:cNvSpPr/>
            <p:nvPr/>
          </p:nvSpPr>
          <p:spPr>
            <a:xfrm rot="726627">
              <a:off x="530981" y="4653684"/>
              <a:ext cx="12098" cy="12947"/>
            </a:xfrm>
            <a:custGeom>
              <a:rect b="b" l="l" r="r" t="t"/>
              <a:pathLst>
                <a:path extrusionOk="0" h="549" w="513">
                  <a:moveTo>
                    <a:pt x="239" y="0"/>
                  </a:moveTo>
                  <a:cubicBezTo>
                    <a:pt x="215" y="12"/>
                    <a:pt x="191" y="12"/>
                    <a:pt x="167" y="24"/>
                  </a:cubicBezTo>
                  <a:cubicBezTo>
                    <a:pt x="132" y="36"/>
                    <a:pt x="96" y="60"/>
                    <a:pt x="60" y="96"/>
                  </a:cubicBezTo>
                  <a:cubicBezTo>
                    <a:pt x="48" y="108"/>
                    <a:pt x="36" y="131"/>
                    <a:pt x="24" y="143"/>
                  </a:cubicBezTo>
                  <a:cubicBezTo>
                    <a:pt x="13" y="191"/>
                    <a:pt x="1" y="239"/>
                    <a:pt x="1" y="286"/>
                  </a:cubicBezTo>
                  <a:lnTo>
                    <a:pt x="1" y="322"/>
                  </a:lnTo>
                  <a:cubicBezTo>
                    <a:pt x="1" y="346"/>
                    <a:pt x="13" y="381"/>
                    <a:pt x="36" y="417"/>
                  </a:cubicBezTo>
                  <a:cubicBezTo>
                    <a:pt x="48" y="441"/>
                    <a:pt x="72" y="465"/>
                    <a:pt x="96" y="489"/>
                  </a:cubicBezTo>
                  <a:cubicBezTo>
                    <a:pt x="120" y="512"/>
                    <a:pt x="143" y="524"/>
                    <a:pt x="179" y="536"/>
                  </a:cubicBezTo>
                  <a:cubicBezTo>
                    <a:pt x="215" y="548"/>
                    <a:pt x="251" y="548"/>
                    <a:pt x="274" y="548"/>
                  </a:cubicBezTo>
                  <a:cubicBezTo>
                    <a:pt x="298" y="548"/>
                    <a:pt x="322" y="536"/>
                    <a:pt x="346" y="536"/>
                  </a:cubicBezTo>
                  <a:cubicBezTo>
                    <a:pt x="394" y="512"/>
                    <a:pt x="429" y="489"/>
                    <a:pt x="453" y="453"/>
                  </a:cubicBezTo>
                  <a:cubicBezTo>
                    <a:pt x="465" y="441"/>
                    <a:pt x="477" y="417"/>
                    <a:pt x="489" y="405"/>
                  </a:cubicBezTo>
                  <a:cubicBezTo>
                    <a:pt x="513" y="358"/>
                    <a:pt x="513" y="322"/>
                    <a:pt x="513" y="274"/>
                  </a:cubicBezTo>
                  <a:lnTo>
                    <a:pt x="513" y="239"/>
                  </a:lnTo>
                  <a:cubicBezTo>
                    <a:pt x="513" y="203"/>
                    <a:pt x="501" y="167"/>
                    <a:pt x="477" y="143"/>
                  </a:cubicBezTo>
                  <a:cubicBezTo>
                    <a:pt x="465" y="108"/>
                    <a:pt x="453" y="84"/>
                    <a:pt x="417" y="60"/>
                  </a:cubicBezTo>
                  <a:cubicBezTo>
                    <a:pt x="394" y="36"/>
                    <a:pt x="370" y="24"/>
                    <a:pt x="334" y="12"/>
                  </a:cubicBezTo>
                  <a:cubicBezTo>
                    <a:pt x="298" y="0"/>
                    <a:pt x="274" y="0"/>
                    <a:pt x="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35"/>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pic>
        <p:nvPicPr>
          <p:cNvPr id="1584" name="Google Shape;1584;p35" title="Gráfico">
            <a:hlinkClick r:id="rId3"/>
          </p:cNvPr>
          <p:cNvPicPr preferRelativeResize="0"/>
          <p:nvPr/>
        </p:nvPicPr>
        <p:blipFill rotWithShape="1">
          <a:blip r:embed="rId4">
            <a:alphaModFix/>
          </a:blip>
          <a:srcRect b="0" l="0" r="2305" t="8391"/>
          <a:stretch/>
        </p:blipFill>
        <p:spPr>
          <a:xfrm>
            <a:off x="3172675" y="1144550"/>
            <a:ext cx="5514126" cy="3197100"/>
          </a:xfrm>
          <a:prstGeom prst="rect">
            <a:avLst/>
          </a:prstGeom>
          <a:noFill/>
          <a:ln>
            <a:noFill/>
          </a:ln>
        </p:spPr>
      </p:pic>
      <p:cxnSp>
        <p:nvCxnSpPr>
          <p:cNvPr id="1585" name="Google Shape;1585;p35"/>
          <p:cNvCxnSpPr/>
          <p:nvPr/>
        </p:nvCxnSpPr>
        <p:spPr>
          <a:xfrm>
            <a:off x="3591600" y="4107525"/>
            <a:ext cx="5095200" cy="0"/>
          </a:xfrm>
          <a:prstGeom prst="straightConnector1">
            <a:avLst/>
          </a:prstGeom>
          <a:noFill/>
          <a:ln cap="flat" cmpd="sng" w="28575">
            <a:solidFill>
              <a:srgbClr val="FFFFFF"/>
            </a:solidFill>
            <a:prstDash val="solid"/>
            <a:round/>
            <a:headEnd len="med" w="med" type="none"/>
            <a:tailEnd len="med" w="med" type="none"/>
          </a:ln>
        </p:spPr>
      </p:cxnSp>
      <p:sp>
        <p:nvSpPr>
          <p:cNvPr id="1586" name="Google Shape;1586;p35"/>
          <p:cNvSpPr txBox="1"/>
          <p:nvPr/>
        </p:nvSpPr>
        <p:spPr>
          <a:xfrm>
            <a:off x="736800" y="4504450"/>
            <a:ext cx="7950000" cy="2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To modify this graph, click on it, follow the link, change the data and paste the new graph here</a:t>
            </a:r>
            <a:endParaRPr>
              <a:solidFill>
                <a:schemeClr val="lt1"/>
              </a:solidFill>
              <a:latin typeface="Catamaran"/>
              <a:ea typeface="Catamaran"/>
              <a:cs typeface="Catamaran"/>
              <a:sym typeface="Catamaran"/>
            </a:endParaRPr>
          </a:p>
        </p:txBody>
      </p:sp>
      <p:grpSp>
        <p:nvGrpSpPr>
          <p:cNvPr id="1587" name="Google Shape;1587;p35"/>
          <p:cNvGrpSpPr/>
          <p:nvPr/>
        </p:nvGrpSpPr>
        <p:grpSpPr>
          <a:xfrm>
            <a:off x="457188" y="3108800"/>
            <a:ext cx="2463913" cy="1063400"/>
            <a:chOff x="457188" y="3108800"/>
            <a:chExt cx="2463913" cy="1063400"/>
          </a:xfrm>
        </p:grpSpPr>
        <p:sp>
          <p:nvSpPr>
            <p:cNvPr id="1588" name="Google Shape;1588;p35"/>
            <p:cNvSpPr txBox="1"/>
            <p:nvPr/>
          </p:nvSpPr>
          <p:spPr>
            <a:xfrm>
              <a:off x="1421700" y="3476500"/>
              <a:ext cx="1499400" cy="69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Yes, </a:t>
              </a:r>
              <a:r>
                <a:rPr lang="en">
                  <a:solidFill>
                    <a:schemeClr val="lt1"/>
                  </a:solidFill>
                  <a:latin typeface="Catamaran"/>
                  <a:ea typeface="Catamaran"/>
                  <a:cs typeface="Catamaran"/>
                  <a:sym typeface="Catamaran"/>
                </a:rPr>
                <a:t>Saturn is a gas giant with several rings</a:t>
              </a:r>
              <a:endParaRPr>
                <a:solidFill>
                  <a:schemeClr val="lt1"/>
                </a:solidFill>
                <a:latin typeface="Catamaran"/>
                <a:ea typeface="Catamaran"/>
                <a:cs typeface="Catamaran"/>
                <a:sym typeface="Catamaran"/>
              </a:endParaRPr>
            </a:p>
          </p:txBody>
        </p:sp>
        <p:sp>
          <p:nvSpPr>
            <p:cNvPr id="1589" name="Google Shape;1589;p35"/>
            <p:cNvSpPr txBox="1"/>
            <p:nvPr/>
          </p:nvSpPr>
          <p:spPr>
            <a:xfrm>
              <a:off x="1421700" y="314108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sp>
          <p:nvSpPr>
            <p:cNvPr id="1590" name="Google Shape;1590;p35"/>
            <p:cNvSpPr txBox="1"/>
            <p:nvPr/>
          </p:nvSpPr>
          <p:spPr>
            <a:xfrm>
              <a:off x="457188" y="3108800"/>
              <a:ext cx="964500" cy="45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55%</a:t>
              </a:r>
              <a:endParaRPr sz="3000">
                <a:solidFill>
                  <a:schemeClr val="lt1"/>
                </a:solidFill>
                <a:latin typeface="Love Ya Like A Sister"/>
                <a:ea typeface="Love Ya Like A Sister"/>
                <a:cs typeface="Love Ya Like A Sister"/>
                <a:sym typeface="Love Ya Like A Sister"/>
              </a:endParaRPr>
            </a:p>
          </p:txBody>
        </p:sp>
      </p:grpSp>
      <p:cxnSp>
        <p:nvCxnSpPr>
          <p:cNvPr id="1591" name="Google Shape;1591;p35"/>
          <p:cNvCxnSpPr/>
          <p:nvPr/>
        </p:nvCxnSpPr>
        <p:spPr>
          <a:xfrm>
            <a:off x="470750" y="3001500"/>
            <a:ext cx="2450400" cy="0"/>
          </a:xfrm>
          <a:prstGeom prst="straightConnector1">
            <a:avLst/>
          </a:prstGeom>
          <a:noFill/>
          <a:ln cap="flat" cmpd="sng" w="19050">
            <a:solidFill>
              <a:schemeClr val="lt1"/>
            </a:solidFill>
            <a:prstDash val="solid"/>
            <a:round/>
            <a:headEnd len="med" w="med" type="none"/>
            <a:tailEnd len="med" w="med" type="none"/>
          </a:ln>
        </p:spPr>
      </p:cxnSp>
      <p:grpSp>
        <p:nvGrpSpPr>
          <p:cNvPr id="1592" name="Google Shape;1592;p35"/>
          <p:cNvGrpSpPr/>
          <p:nvPr/>
        </p:nvGrpSpPr>
        <p:grpSpPr>
          <a:xfrm>
            <a:off x="457188" y="1412750"/>
            <a:ext cx="2463913" cy="1063400"/>
            <a:chOff x="457188" y="1412750"/>
            <a:chExt cx="2463913" cy="1063400"/>
          </a:xfrm>
        </p:grpSpPr>
        <p:sp>
          <p:nvSpPr>
            <p:cNvPr id="1593" name="Google Shape;1593;p35"/>
            <p:cNvSpPr txBox="1"/>
            <p:nvPr/>
          </p:nvSpPr>
          <p:spPr>
            <a:xfrm>
              <a:off x="1421700" y="1780450"/>
              <a:ext cx="1499400" cy="69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594" name="Google Shape;1594;p35"/>
            <p:cNvSpPr txBox="1"/>
            <p:nvPr/>
          </p:nvSpPr>
          <p:spPr>
            <a:xfrm>
              <a:off x="1421700" y="144503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1595" name="Google Shape;1595;p35"/>
            <p:cNvSpPr txBox="1"/>
            <p:nvPr/>
          </p:nvSpPr>
          <p:spPr>
            <a:xfrm>
              <a:off x="457188" y="1412750"/>
              <a:ext cx="964500" cy="45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4</a:t>
              </a:r>
              <a:r>
                <a:rPr lang="en" sz="3000">
                  <a:solidFill>
                    <a:schemeClr val="lt1"/>
                  </a:solidFill>
                  <a:latin typeface="Love Ya Like A Sister"/>
                  <a:ea typeface="Love Ya Like A Sister"/>
                  <a:cs typeface="Love Ya Like A Sister"/>
                  <a:sym typeface="Love Ya Like A Sister"/>
                </a:rPr>
                <a:t>5%</a:t>
              </a:r>
              <a:endParaRPr sz="3000">
                <a:solidFill>
                  <a:schemeClr val="lt1"/>
                </a:solidFill>
                <a:latin typeface="Love Ya Like A Sister"/>
                <a:ea typeface="Love Ya Like A Sister"/>
                <a:cs typeface="Love Ya Like A Sister"/>
                <a:sym typeface="Love Ya Like A Sister"/>
              </a:endParaRPr>
            </a:p>
          </p:txBody>
        </p:sp>
      </p:grpSp>
      <p:cxnSp>
        <p:nvCxnSpPr>
          <p:cNvPr id="1596" name="Google Shape;1596;p35"/>
          <p:cNvCxnSpPr/>
          <p:nvPr/>
        </p:nvCxnSpPr>
        <p:spPr>
          <a:xfrm>
            <a:off x="470750" y="1305450"/>
            <a:ext cx="2450400" cy="0"/>
          </a:xfrm>
          <a:prstGeom prst="straightConnector1">
            <a:avLst/>
          </a:prstGeom>
          <a:noFill/>
          <a:ln cap="flat" cmpd="sng" w="19050">
            <a:solidFill>
              <a:schemeClr val="lt1"/>
            </a:solidFill>
            <a:prstDash val="dash"/>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sp>
        <p:nvSpPr>
          <p:cNvPr id="1601" name="Google Shape;1601;p36"/>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aphicFrame>
        <p:nvGraphicFramePr>
          <p:cNvPr id="1602" name="Google Shape;1602;p36"/>
          <p:cNvGraphicFramePr/>
          <p:nvPr/>
        </p:nvGraphicFramePr>
        <p:xfrm>
          <a:off x="457200" y="1227050"/>
          <a:ext cx="3000000" cy="3000000"/>
        </p:xfrm>
        <a:graphic>
          <a:graphicData uri="http://schemas.openxmlformats.org/drawingml/2006/table">
            <a:tbl>
              <a:tblPr>
                <a:noFill/>
                <a:tableStyleId>{C5D616C1-2566-4984-BB78-A55419A40D4D}</a:tableStyleId>
              </a:tblPr>
              <a:tblGrid>
                <a:gridCol w="1371600"/>
                <a:gridCol w="1371600"/>
                <a:gridCol w="1371600"/>
                <a:gridCol w="1371600"/>
                <a:gridCol w="1371600"/>
                <a:gridCol w="1371600"/>
              </a:tblGrid>
              <a:tr h="457175">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Monday</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Tuesday</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Wednesday</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Thursday</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Friday</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457175">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1</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Venus has a very nice name</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Pluto</a:t>
                      </a:r>
                      <a:r>
                        <a:rPr lang="en">
                          <a:solidFill>
                            <a:schemeClr val="lt1"/>
                          </a:solidFill>
                          <a:latin typeface="Catamaran"/>
                          <a:ea typeface="Catamaran"/>
                          <a:cs typeface="Catamaran"/>
                          <a:sym typeface="Catamaran"/>
                        </a:rPr>
                        <a:t> is a small dwarf planet</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57175">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2</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Jupiter is the biggest planet</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57175">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3</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Despite being red, it is cold</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57175">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4</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Saturn is a giant with rings</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Mercury is the smallest planet</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57175">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5</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dash"/>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Earth is the planet with life</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Neptune is the farthest planet</a:t>
                      </a:r>
                      <a:endParaRPr>
                        <a:solidFill>
                          <a:schemeClr val="lt1"/>
                        </a:solidFill>
                        <a:latin typeface="Catamaran"/>
                        <a:ea typeface="Catamaran"/>
                        <a:cs typeface="Catamaran"/>
                        <a:sym typeface="Catamar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6" name="Shape 1606"/>
        <p:cNvGrpSpPr/>
        <p:nvPr/>
      </p:nvGrpSpPr>
      <p:grpSpPr>
        <a:xfrm>
          <a:off x="0" y="0"/>
          <a:ext cx="0" cy="0"/>
          <a:chOff x="0" y="0"/>
          <a:chExt cx="0" cy="0"/>
        </a:xfrm>
      </p:grpSpPr>
      <p:grpSp>
        <p:nvGrpSpPr>
          <p:cNvPr id="1607" name="Google Shape;1607;p37"/>
          <p:cNvGrpSpPr/>
          <p:nvPr/>
        </p:nvGrpSpPr>
        <p:grpSpPr>
          <a:xfrm>
            <a:off x="457212" y="1113350"/>
            <a:ext cx="8229696" cy="3559328"/>
            <a:chOff x="457212" y="1113350"/>
            <a:chExt cx="8229696" cy="3559328"/>
          </a:xfrm>
        </p:grpSpPr>
        <p:sp>
          <p:nvSpPr>
            <p:cNvPr id="1608" name="Google Shape;1608;p37"/>
            <p:cNvSpPr/>
            <p:nvPr/>
          </p:nvSpPr>
          <p:spPr>
            <a:xfrm>
              <a:off x="6311225" y="1113350"/>
              <a:ext cx="2375684" cy="1655815"/>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solidFill>
              <a:schemeClr val="lt1"/>
            </a:solidFill>
            <a:ln>
              <a:noFill/>
            </a:ln>
          </p:spPr>
        </p:sp>
        <p:sp>
          <p:nvSpPr>
            <p:cNvPr id="1609" name="Google Shape;1609;p37"/>
            <p:cNvSpPr/>
            <p:nvPr/>
          </p:nvSpPr>
          <p:spPr>
            <a:xfrm>
              <a:off x="457212" y="1735300"/>
              <a:ext cx="2375684" cy="2529182"/>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solidFill>
              <a:schemeClr val="lt1"/>
            </a:solidFill>
            <a:ln>
              <a:noFill/>
            </a:ln>
          </p:spPr>
        </p:sp>
        <p:sp>
          <p:nvSpPr>
            <p:cNvPr id="1610" name="Google Shape;1610;p37"/>
            <p:cNvSpPr/>
            <p:nvPr/>
          </p:nvSpPr>
          <p:spPr>
            <a:xfrm>
              <a:off x="3384225" y="3187462"/>
              <a:ext cx="2375684" cy="1314634"/>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sp>
          <p:nvSpPr>
            <p:cNvPr id="1611" name="Google Shape;1611;p37"/>
            <p:cNvSpPr/>
            <p:nvPr/>
          </p:nvSpPr>
          <p:spPr>
            <a:xfrm>
              <a:off x="3384225" y="1305438"/>
              <a:ext cx="2375684" cy="1314634"/>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cap="flat" cmpd="sng" w="19050">
              <a:solidFill>
                <a:schemeClr val="lt1"/>
              </a:solidFill>
              <a:prstDash val="solid"/>
              <a:round/>
              <a:headEnd len="med" w="med" type="none"/>
              <a:tailEnd len="med" w="med" type="none"/>
            </a:ln>
          </p:spPr>
        </p:sp>
        <p:sp>
          <p:nvSpPr>
            <p:cNvPr id="1612" name="Google Shape;1612;p37"/>
            <p:cNvSpPr/>
            <p:nvPr/>
          </p:nvSpPr>
          <p:spPr>
            <a:xfrm>
              <a:off x="6311225" y="3016863"/>
              <a:ext cx="2375684" cy="1655815"/>
            </a:xfrm>
            <a:custGeom>
              <a:rect b="b" l="l" r="r" t="t"/>
              <a:pathLst>
                <a:path extrusionOk="0" h="37804" w="107061">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solidFill>
              <a:schemeClr val="lt1"/>
            </a:solidFill>
            <a:ln>
              <a:noFill/>
            </a:ln>
          </p:spPr>
        </p:sp>
        <p:grpSp>
          <p:nvGrpSpPr>
            <p:cNvPr id="1613" name="Google Shape;1613;p37"/>
            <p:cNvGrpSpPr/>
            <p:nvPr/>
          </p:nvGrpSpPr>
          <p:grpSpPr>
            <a:xfrm>
              <a:off x="2717328" y="1642607"/>
              <a:ext cx="3502399" cy="2637953"/>
              <a:chOff x="2717328" y="1642607"/>
              <a:chExt cx="3502399" cy="2637953"/>
            </a:xfrm>
          </p:grpSpPr>
          <p:grpSp>
            <p:nvGrpSpPr>
              <p:cNvPr id="1614" name="Google Shape;1614;p37"/>
              <p:cNvGrpSpPr/>
              <p:nvPr/>
            </p:nvGrpSpPr>
            <p:grpSpPr>
              <a:xfrm rot="-4934331">
                <a:off x="2792779" y="1669838"/>
                <a:ext cx="400107" cy="395383"/>
                <a:chOff x="6152895" y="3723620"/>
                <a:chExt cx="692718" cy="684655"/>
              </a:xfrm>
            </p:grpSpPr>
            <p:sp>
              <p:nvSpPr>
                <p:cNvPr id="1615" name="Google Shape;1615;p37"/>
                <p:cNvSpPr/>
                <p:nvPr/>
              </p:nvSpPr>
              <p:spPr>
                <a:xfrm rot="540967">
                  <a:off x="6194320" y="3767843"/>
                  <a:ext cx="609868" cy="57675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7"/>
                <p:cNvSpPr/>
                <p:nvPr/>
              </p:nvSpPr>
              <p:spPr>
                <a:xfrm rot="540967">
                  <a:off x="6623512" y="4212057"/>
                  <a:ext cx="162069" cy="184659"/>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7" name="Google Shape;1617;p37"/>
              <p:cNvGrpSpPr/>
              <p:nvPr/>
            </p:nvGrpSpPr>
            <p:grpSpPr>
              <a:xfrm rot="-1983603">
                <a:off x="2792770" y="3808050"/>
                <a:ext cx="400125" cy="395373"/>
                <a:chOff x="6152895" y="3723620"/>
                <a:chExt cx="692718" cy="684655"/>
              </a:xfrm>
            </p:grpSpPr>
            <p:sp>
              <p:nvSpPr>
                <p:cNvPr id="1618" name="Google Shape;1618;p37"/>
                <p:cNvSpPr/>
                <p:nvPr/>
              </p:nvSpPr>
              <p:spPr>
                <a:xfrm rot="540967">
                  <a:off x="6194320" y="3767843"/>
                  <a:ext cx="609868" cy="576758"/>
                </a:xfrm>
                <a:custGeom>
                  <a:rect b="b" l="l" r="r" t="t"/>
                  <a:pathLst>
                    <a:path extrusionOk="0" h="15242" w="16117">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7"/>
                <p:cNvSpPr/>
                <p:nvPr/>
              </p:nvSpPr>
              <p:spPr>
                <a:xfrm rot="540967">
                  <a:off x="6623512" y="4212057"/>
                  <a:ext cx="162069" cy="184659"/>
                </a:xfrm>
                <a:custGeom>
                  <a:rect b="b" l="l" r="r" t="t"/>
                  <a:pathLst>
                    <a:path extrusionOk="0" h="4880" w="4283">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0" name="Google Shape;1620;p37"/>
              <p:cNvGrpSpPr/>
              <p:nvPr/>
            </p:nvGrpSpPr>
            <p:grpSpPr>
              <a:xfrm rot="-8898391">
                <a:off x="5901536" y="1801741"/>
                <a:ext cx="268062" cy="256118"/>
                <a:chOff x="5072449" y="3591321"/>
                <a:chExt cx="401347" cy="383466"/>
              </a:xfrm>
            </p:grpSpPr>
            <p:sp>
              <p:nvSpPr>
                <p:cNvPr id="1621" name="Google Shape;1621;p37"/>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7"/>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3" name="Google Shape;1623;p37"/>
              <p:cNvGrpSpPr/>
              <p:nvPr/>
            </p:nvGrpSpPr>
            <p:grpSpPr>
              <a:xfrm rot="-8547454">
                <a:off x="5901379" y="3782108"/>
                <a:ext cx="268070" cy="256127"/>
                <a:chOff x="5072449" y="3591321"/>
                <a:chExt cx="401347" cy="383466"/>
              </a:xfrm>
            </p:grpSpPr>
            <p:sp>
              <p:nvSpPr>
                <p:cNvPr id="1624" name="Google Shape;1624;p37"/>
                <p:cNvSpPr/>
                <p:nvPr/>
              </p:nvSpPr>
              <p:spPr>
                <a:xfrm rot="540967">
                  <a:off x="5106440" y="3616161"/>
                  <a:ext cx="343323" cy="333787"/>
                </a:xfrm>
                <a:custGeom>
                  <a:rect b="b" l="l" r="r" t="t"/>
                  <a:pathLst>
                    <a:path extrusionOk="0" h="8821" w="9073">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7"/>
                <p:cNvSpPr/>
                <p:nvPr/>
              </p:nvSpPr>
              <p:spPr>
                <a:xfrm rot="540967">
                  <a:off x="5081734" y="3813818"/>
                  <a:ext cx="195028" cy="133878"/>
                </a:xfrm>
                <a:custGeom>
                  <a:rect b="b" l="l" r="r" t="t"/>
                  <a:pathLst>
                    <a:path extrusionOk="0" h="3538" w="5154">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626" name="Google Shape;1626;p37"/>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627" name="Google Shape;1627;p37"/>
          <p:cNvGrpSpPr/>
          <p:nvPr/>
        </p:nvGrpSpPr>
        <p:grpSpPr>
          <a:xfrm>
            <a:off x="688650" y="2092450"/>
            <a:ext cx="1912800" cy="1814875"/>
            <a:chOff x="726650" y="2092450"/>
            <a:chExt cx="1912800" cy="1814875"/>
          </a:xfrm>
        </p:grpSpPr>
        <p:sp>
          <p:nvSpPr>
            <p:cNvPr id="1628" name="Google Shape;1628;p37"/>
            <p:cNvSpPr txBox="1"/>
            <p:nvPr/>
          </p:nvSpPr>
          <p:spPr>
            <a:xfrm>
              <a:off x="726650" y="2427725"/>
              <a:ext cx="1912800" cy="147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latin typeface="Catamaran"/>
                  <a:ea typeface="Catamaran"/>
                  <a:cs typeface="Catamaran"/>
                  <a:sym typeface="Catamaran"/>
                </a:rPr>
                <a:t>Saturn is a gas giant and has several rings. It's composed mostly of hydrogen and helium. It was named after the Roman god of wealth and agriculture</a:t>
              </a:r>
              <a:endParaRPr>
                <a:solidFill>
                  <a:schemeClr val="dk2"/>
                </a:solidFill>
                <a:latin typeface="Catamaran"/>
                <a:ea typeface="Catamaran"/>
                <a:cs typeface="Catamaran"/>
                <a:sym typeface="Catamaran"/>
              </a:endParaRPr>
            </a:p>
          </p:txBody>
        </p:sp>
        <p:sp>
          <p:nvSpPr>
            <p:cNvPr id="1629" name="Google Shape;1629;p37"/>
            <p:cNvSpPr txBox="1"/>
            <p:nvPr/>
          </p:nvSpPr>
          <p:spPr>
            <a:xfrm>
              <a:off x="726650" y="2092450"/>
              <a:ext cx="19128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Saturn</a:t>
              </a:r>
              <a:endParaRPr sz="2000">
                <a:solidFill>
                  <a:schemeClr val="dk2"/>
                </a:solidFill>
                <a:latin typeface="Love Ya Like A Sister"/>
                <a:ea typeface="Love Ya Like A Sister"/>
                <a:cs typeface="Love Ya Like A Sister"/>
                <a:sym typeface="Love Ya Like A Sister"/>
              </a:endParaRPr>
            </a:p>
          </p:txBody>
        </p:sp>
      </p:grpSp>
      <p:grpSp>
        <p:nvGrpSpPr>
          <p:cNvPr id="1630" name="Google Shape;1630;p37"/>
          <p:cNvGrpSpPr/>
          <p:nvPr/>
        </p:nvGrpSpPr>
        <p:grpSpPr>
          <a:xfrm>
            <a:off x="3615600" y="1426663"/>
            <a:ext cx="1912800" cy="1072213"/>
            <a:chOff x="3615600" y="1426663"/>
            <a:chExt cx="1912800" cy="1072213"/>
          </a:xfrm>
        </p:grpSpPr>
        <p:sp>
          <p:nvSpPr>
            <p:cNvPr id="1631" name="Google Shape;1631;p37"/>
            <p:cNvSpPr txBox="1"/>
            <p:nvPr/>
          </p:nvSpPr>
          <p:spPr>
            <a:xfrm>
              <a:off x="3615600" y="1748575"/>
              <a:ext cx="1912800" cy="75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actually a cold place full of iron oxide dust</a:t>
              </a:r>
              <a:endParaRPr>
                <a:solidFill>
                  <a:schemeClr val="lt1"/>
                </a:solidFill>
                <a:latin typeface="Catamaran"/>
                <a:ea typeface="Catamaran"/>
                <a:cs typeface="Catamaran"/>
                <a:sym typeface="Catamaran"/>
              </a:endParaRPr>
            </a:p>
          </p:txBody>
        </p:sp>
        <p:sp>
          <p:nvSpPr>
            <p:cNvPr id="1632" name="Google Shape;1632;p37"/>
            <p:cNvSpPr txBox="1"/>
            <p:nvPr/>
          </p:nvSpPr>
          <p:spPr>
            <a:xfrm>
              <a:off x="3615600" y="1426663"/>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1633" name="Google Shape;1633;p37"/>
          <p:cNvGrpSpPr/>
          <p:nvPr/>
        </p:nvGrpSpPr>
        <p:grpSpPr>
          <a:xfrm>
            <a:off x="3615600" y="3308664"/>
            <a:ext cx="1912800" cy="1072211"/>
            <a:chOff x="3615600" y="3308664"/>
            <a:chExt cx="1912800" cy="1072211"/>
          </a:xfrm>
        </p:grpSpPr>
        <p:sp>
          <p:nvSpPr>
            <p:cNvPr id="1634" name="Google Shape;1634;p37"/>
            <p:cNvSpPr txBox="1"/>
            <p:nvPr/>
          </p:nvSpPr>
          <p:spPr>
            <a:xfrm>
              <a:off x="3615600" y="3630576"/>
              <a:ext cx="1912800" cy="75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Venus has a nice name and is the second planet from the Sun</a:t>
              </a:r>
              <a:endParaRPr>
                <a:solidFill>
                  <a:schemeClr val="lt1"/>
                </a:solidFill>
                <a:latin typeface="Catamaran"/>
                <a:ea typeface="Catamaran"/>
                <a:cs typeface="Catamaran"/>
                <a:sym typeface="Catamaran"/>
              </a:endParaRPr>
            </a:p>
          </p:txBody>
        </p:sp>
        <p:sp>
          <p:nvSpPr>
            <p:cNvPr id="1635" name="Google Shape;1635;p37"/>
            <p:cNvSpPr txBox="1"/>
            <p:nvPr/>
          </p:nvSpPr>
          <p:spPr>
            <a:xfrm>
              <a:off x="3615600" y="3308664"/>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
        <p:nvSpPr>
          <p:cNvPr id="1636" name="Google Shape;1636;p37"/>
          <p:cNvSpPr txBox="1"/>
          <p:nvPr/>
        </p:nvSpPr>
        <p:spPr>
          <a:xfrm>
            <a:off x="6542675" y="1243988"/>
            <a:ext cx="1912800" cy="13716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1</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2</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3</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4</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5</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6</a:t>
            </a:r>
            <a:endParaRPr>
              <a:solidFill>
                <a:schemeClr val="dk2"/>
              </a:solidFill>
              <a:latin typeface="Catamaran"/>
              <a:ea typeface="Catamaran"/>
              <a:cs typeface="Catamaran"/>
              <a:sym typeface="Catamaran"/>
            </a:endParaRPr>
          </a:p>
        </p:txBody>
      </p:sp>
      <p:sp>
        <p:nvSpPr>
          <p:cNvPr id="1637" name="Google Shape;1637;p37"/>
          <p:cNvSpPr txBox="1"/>
          <p:nvPr/>
        </p:nvSpPr>
        <p:spPr>
          <a:xfrm>
            <a:off x="6542675" y="3147500"/>
            <a:ext cx="1912800" cy="13716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1</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2</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3</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4</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5</a:t>
            </a:r>
            <a:endParaRPr>
              <a:solidFill>
                <a:schemeClr val="dk2"/>
              </a:solidFill>
              <a:latin typeface="Catamaran"/>
              <a:ea typeface="Catamaran"/>
              <a:cs typeface="Catamaran"/>
              <a:sym typeface="Catamaran"/>
            </a:endParaRPr>
          </a:p>
          <a:p>
            <a:pPr indent="-317500" lvl="0" marL="457200" rtl="0" algn="l">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6</a:t>
            </a:r>
            <a:endParaRPr>
              <a:solidFill>
                <a:schemeClr val="dk2"/>
              </a:solidFill>
              <a:latin typeface="Catamaran"/>
              <a:ea typeface="Catamaran"/>
              <a:cs typeface="Catamaran"/>
              <a:sym typeface="Catamar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1" name="Shape 1641"/>
        <p:cNvGrpSpPr/>
        <p:nvPr/>
      </p:nvGrpSpPr>
      <p:grpSpPr>
        <a:xfrm>
          <a:off x="0" y="0"/>
          <a:ext cx="0" cy="0"/>
          <a:chOff x="0" y="0"/>
          <a:chExt cx="0" cy="0"/>
        </a:xfrm>
      </p:grpSpPr>
      <p:grpSp>
        <p:nvGrpSpPr>
          <p:cNvPr id="1642" name="Google Shape;1642;p38"/>
          <p:cNvGrpSpPr/>
          <p:nvPr/>
        </p:nvGrpSpPr>
        <p:grpSpPr>
          <a:xfrm>
            <a:off x="900818" y="2112969"/>
            <a:ext cx="2229175" cy="2148100"/>
            <a:chOff x="900818" y="2112969"/>
            <a:chExt cx="2229175" cy="2148100"/>
          </a:xfrm>
        </p:grpSpPr>
        <p:sp>
          <p:nvSpPr>
            <p:cNvPr id="1643" name="Google Shape;1643;p38"/>
            <p:cNvSpPr/>
            <p:nvPr/>
          </p:nvSpPr>
          <p:spPr>
            <a:xfrm>
              <a:off x="900818" y="2112969"/>
              <a:ext cx="2229175" cy="2148100"/>
            </a:xfrm>
            <a:custGeom>
              <a:rect b="b" l="l" r="r" t="t"/>
              <a:pathLst>
                <a:path extrusionOk="0" h="85924" w="89167">
                  <a:moveTo>
                    <a:pt x="9157" y="2517"/>
                  </a:moveTo>
                  <a:cubicBezTo>
                    <a:pt x="419" y="6517"/>
                    <a:pt x="1773" y="12364"/>
                    <a:pt x="1035" y="25040"/>
                  </a:cubicBezTo>
                  <a:cubicBezTo>
                    <a:pt x="297" y="37717"/>
                    <a:pt x="-2165" y="68484"/>
                    <a:pt x="4727" y="78576"/>
                  </a:cubicBezTo>
                  <a:cubicBezTo>
                    <a:pt x="11619" y="88668"/>
                    <a:pt x="29157" y="85345"/>
                    <a:pt x="42387" y="85591"/>
                  </a:cubicBezTo>
                  <a:cubicBezTo>
                    <a:pt x="55617" y="85837"/>
                    <a:pt x="76452" y="87034"/>
                    <a:pt x="84108" y="80053"/>
                  </a:cubicBezTo>
                  <a:cubicBezTo>
                    <a:pt x="91764" y="73072"/>
                    <a:pt x="88508" y="55887"/>
                    <a:pt x="88323" y="43703"/>
                  </a:cubicBezTo>
                  <a:cubicBezTo>
                    <a:pt x="88139" y="31519"/>
                    <a:pt x="88811" y="14058"/>
                    <a:pt x="83001" y="6948"/>
                  </a:cubicBezTo>
                  <a:cubicBezTo>
                    <a:pt x="77191" y="-162"/>
                    <a:pt x="65770" y="1780"/>
                    <a:pt x="53463" y="1041"/>
                  </a:cubicBezTo>
                  <a:cubicBezTo>
                    <a:pt x="41156" y="303"/>
                    <a:pt x="17895" y="-1483"/>
                    <a:pt x="9157" y="2517"/>
                  </a:cubicBezTo>
                  <a:close/>
                </a:path>
              </a:pathLst>
            </a:custGeom>
            <a:noFill/>
            <a:ln cap="flat" cmpd="sng" w="19050">
              <a:solidFill>
                <a:schemeClr val="lt1"/>
              </a:solidFill>
              <a:prstDash val="solid"/>
              <a:round/>
              <a:headEnd len="med" w="med" type="none"/>
              <a:tailEnd len="med" w="med" type="none"/>
            </a:ln>
          </p:spPr>
        </p:sp>
        <p:cxnSp>
          <p:nvCxnSpPr>
            <p:cNvPr id="1644" name="Google Shape;1644;p38"/>
            <p:cNvCxnSpPr/>
            <p:nvPr/>
          </p:nvCxnSpPr>
          <p:spPr>
            <a:xfrm>
              <a:off x="926688" y="3468163"/>
              <a:ext cx="2196900" cy="0"/>
            </a:xfrm>
            <a:prstGeom prst="straightConnector1">
              <a:avLst/>
            </a:prstGeom>
            <a:noFill/>
            <a:ln cap="flat" cmpd="sng" w="19050">
              <a:solidFill>
                <a:schemeClr val="lt1"/>
              </a:solidFill>
              <a:prstDash val="dash"/>
              <a:round/>
              <a:headEnd len="med" w="med" type="none"/>
              <a:tailEnd len="med" w="med" type="none"/>
            </a:ln>
          </p:spPr>
        </p:cxnSp>
      </p:grpSp>
      <p:grpSp>
        <p:nvGrpSpPr>
          <p:cNvPr id="1645" name="Google Shape;1645;p38"/>
          <p:cNvGrpSpPr/>
          <p:nvPr/>
        </p:nvGrpSpPr>
        <p:grpSpPr>
          <a:xfrm>
            <a:off x="3437793" y="980107"/>
            <a:ext cx="2229175" cy="2148100"/>
            <a:chOff x="3437793" y="980107"/>
            <a:chExt cx="2229175" cy="2148100"/>
          </a:xfrm>
        </p:grpSpPr>
        <p:sp>
          <p:nvSpPr>
            <p:cNvPr id="1646" name="Google Shape;1646;p38"/>
            <p:cNvSpPr/>
            <p:nvPr/>
          </p:nvSpPr>
          <p:spPr>
            <a:xfrm>
              <a:off x="3437793" y="980107"/>
              <a:ext cx="2229175" cy="2148100"/>
            </a:xfrm>
            <a:custGeom>
              <a:rect b="b" l="l" r="r" t="t"/>
              <a:pathLst>
                <a:path extrusionOk="0" h="85924" w="89167">
                  <a:moveTo>
                    <a:pt x="9157" y="2517"/>
                  </a:moveTo>
                  <a:cubicBezTo>
                    <a:pt x="419" y="6517"/>
                    <a:pt x="1773" y="12364"/>
                    <a:pt x="1035" y="25040"/>
                  </a:cubicBezTo>
                  <a:cubicBezTo>
                    <a:pt x="297" y="37717"/>
                    <a:pt x="-2165" y="68484"/>
                    <a:pt x="4727" y="78576"/>
                  </a:cubicBezTo>
                  <a:cubicBezTo>
                    <a:pt x="11619" y="88668"/>
                    <a:pt x="29157" y="85345"/>
                    <a:pt x="42387" y="85591"/>
                  </a:cubicBezTo>
                  <a:cubicBezTo>
                    <a:pt x="55617" y="85837"/>
                    <a:pt x="76452" y="87034"/>
                    <a:pt x="84108" y="80053"/>
                  </a:cubicBezTo>
                  <a:cubicBezTo>
                    <a:pt x="91764" y="73072"/>
                    <a:pt x="88508" y="55887"/>
                    <a:pt x="88323" y="43703"/>
                  </a:cubicBezTo>
                  <a:cubicBezTo>
                    <a:pt x="88139" y="31519"/>
                    <a:pt x="88811" y="14058"/>
                    <a:pt x="83001" y="6948"/>
                  </a:cubicBezTo>
                  <a:cubicBezTo>
                    <a:pt x="77191" y="-162"/>
                    <a:pt x="65770" y="1780"/>
                    <a:pt x="53463" y="1041"/>
                  </a:cubicBezTo>
                  <a:cubicBezTo>
                    <a:pt x="41156" y="303"/>
                    <a:pt x="17895" y="-1483"/>
                    <a:pt x="9157" y="2517"/>
                  </a:cubicBezTo>
                  <a:close/>
                </a:path>
              </a:pathLst>
            </a:custGeom>
            <a:noFill/>
            <a:ln cap="flat" cmpd="sng" w="19050">
              <a:solidFill>
                <a:schemeClr val="lt1"/>
              </a:solidFill>
              <a:prstDash val="solid"/>
              <a:round/>
              <a:headEnd len="med" w="med" type="none"/>
              <a:tailEnd len="med" w="med" type="none"/>
            </a:ln>
          </p:spPr>
        </p:sp>
        <p:cxnSp>
          <p:nvCxnSpPr>
            <p:cNvPr id="1647" name="Google Shape;1647;p38"/>
            <p:cNvCxnSpPr/>
            <p:nvPr/>
          </p:nvCxnSpPr>
          <p:spPr>
            <a:xfrm>
              <a:off x="3463663" y="2335300"/>
              <a:ext cx="2196900" cy="0"/>
            </a:xfrm>
            <a:prstGeom prst="straightConnector1">
              <a:avLst/>
            </a:prstGeom>
            <a:noFill/>
            <a:ln cap="flat" cmpd="sng" w="19050">
              <a:solidFill>
                <a:schemeClr val="lt1"/>
              </a:solidFill>
              <a:prstDash val="dash"/>
              <a:round/>
              <a:headEnd len="med" w="med" type="none"/>
              <a:tailEnd len="med" w="med" type="none"/>
            </a:ln>
          </p:spPr>
        </p:cxnSp>
      </p:grpSp>
      <p:grpSp>
        <p:nvGrpSpPr>
          <p:cNvPr id="1648" name="Google Shape;1648;p38"/>
          <p:cNvGrpSpPr/>
          <p:nvPr/>
        </p:nvGrpSpPr>
        <p:grpSpPr>
          <a:xfrm>
            <a:off x="5974768" y="2112969"/>
            <a:ext cx="2229175" cy="2148100"/>
            <a:chOff x="5974768" y="2112969"/>
            <a:chExt cx="2229175" cy="2148100"/>
          </a:xfrm>
        </p:grpSpPr>
        <p:sp>
          <p:nvSpPr>
            <p:cNvPr id="1649" name="Google Shape;1649;p38"/>
            <p:cNvSpPr/>
            <p:nvPr/>
          </p:nvSpPr>
          <p:spPr>
            <a:xfrm>
              <a:off x="5974768" y="2112969"/>
              <a:ext cx="2229175" cy="2148100"/>
            </a:xfrm>
            <a:custGeom>
              <a:rect b="b" l="l" r="r" t="t"/>
              <a:pathLst>
                <a:path extrusionOk="0" h="85924" w="89167">
                  <a:moveTo>
                    <a:pt x="9157" y="2517"/>
                  </a:moveTo>
                  <a:cubicBezTo>
                    <a:pt x="419" y="6517"/>
                    <a:pt x="1773" y="12364"/>
                    <a:pt x="1035" y="25040"/>
                  </a:cubicBezTo>
                  <a:cubicBezTo>
                    <a:pt x="297" y="37717"/>
                    <a:pt x="-2165" y="68484"/>
                    <a:pt x="4727" y="78576"/>
                  </a:cubicBezTo>
                  <a:cubicBezTo>
                    <a:pt x="11619" y="88668"/>
                    <a:pt x="29157" y="85345"/>
                    <a:pt x="42387" y="85591"/>
                  </a:cubicBezTo>
                  <a:cubicBezTo>
                    <a:pt x="55617" y="85837"/>
                    <a:pt x="76452" y="87034"/>
                    <a:pt x="84108" y="80053"/>
                  </a:cubicBezTo>
                  <a:cubicBezTo>
                    <a:pt x="91764" y="73072"/>
                    <a:pt x="88508" y="55887"/>
                    <a:pt x="88323" y="43703"/>
                  </a:cubicBezTo>
                  <a:cubicBezTo>
                    <a:pt x="88139" y="31519"/>
                    <a:pt x="88811" y="14058"/>
                    <a:pt x="83001" y="6948"/>
                  </a:cubicBezTo>
                  <a:cubicBezTo>
                    <a:pt x="77191" y="-162"/>
                    <a:pt x="65770" y="1780"/>
                    <a:pt x="53463" y="1041"/>
                  </a:cubicBezTo>
                  <a:cubicBezTo>
                    <a:pt x="41156" y="303"/>
                    <a:pt x="17895" y="-1483"/>
                    <a:pt x="9157" y="2517"/>
                  </a:cubicBezTo>
                  <a:close/>
                </a:path>
              </a:pathLst>
            </a:custGeom>
            <a:noFill/>
            <a:ln cap="flat" cmpd="sng" w="19050">
              <a:solidFill>
                <a:schemeClr val="lt1"/>
              </a:solidFill>
              <a:prstDash val="solid"/>
              <a:round/>
              <a:headEnd len="med" w="med" type="none"/>
              <a:tailEnd len="med" w="med" type="none"/>
            </a:ln>
          </p:spPr>
        </p:sp>
        <p:cxnSp>
          <p:nvCxnSpPr>
            <p:cNvPr id="1650" name="Google Shape;1650;p38"/>
            <p:cNvCxnSpPr/>
            <p:nvPr/>
          </p:nvCxnSpPr>
          <p:spPr>
            <a:xfrm>
              <a:off x="6000638" y="3468163"/>
              <a:ext cx="2196900" cy="0"/>
            </a:xfrm>
            <a:prstGeom prst="straightConnector1">
              <a:avLst/>
            </a:prstGeom>
            <a:noFill/>
            <a:ln cap="flat" cmpd="sng" w="19050">
              <a:solidFill>
                <a:schemeClr val="lt1"/>
              </a:solidFill>
              <a:prstDash val="dash"/>
              <a:round/>
              <a:headEnd len="med" w="med" type="none"/>
              <a:tailEnd len="med" w="med" type="none"/>
            </a:ln>
          </p:spPr>
        </p:cxnSp>
      </p:grpSp>
      <p:sp>
        <p:nvSpPr>
          <p:cNvPr id="1651" name="Google Shape;1651;p38"/>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652" name="Google Shape;1652;p38"/>
          <p:cNvGrpSpPr/>
          <p:nvPr/>
        </p:nvGrpSpPr>
        <p:grpSpPr>
          <a:xfrm>
            <a:off x="1068738" y="2348937"/>
            <a:ext cx="1912800" cy="1817127"/>
            <a:chOff x="1068738" y="2348937"/>
            <a:chExt cx="1912800" cy="1817127"/>
          </a:xfrm>
        </p:grpSpPr>
        <p:sp>
          <p:nvSpPr>
            <p:cNvPr id="1653" name="Google Shape;1653;p38"/>
            <p:cNvSpPr txBox="1"/>
            <p:nvPr/>
          </p:nvSpPr>
          <p:spPr>
            <a:xfrm>
              <a:off x="1068738" y="3538764"/>
              <a:ext cx="1912800" cy="62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654" name="Google Shape;1654;p38"/>
            <p:cNvSpPr txBox="1"/>
            <p:nvPr/>
          </p:nvSpPr>
          <p:spPr>
            <a:xfrm>
              <a:off x="1068738" y="2348937"/>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1655" name="Google Shape;1655;p38"/>
            <p:cNvSpPr txBox="1"/>
            <p:nvPr/>
          </p:nvSpPr>
          <p:spPr>
            <a:xfrm>
              <a:off x="1068738" y="2956675"/>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sp>
        <p:nvSpPr>
          <p:cNvPr id="1656" name="Google Shape;1656;p38"/>
          <p:cNvSpPr/>
          <p:nvPr/>
        </p:nvSpPr>
        <p:spPr>
          <a:xfrm>
            <a:off x="2224292" y="2262366"/>
            <a:ext cx="515139" cy="508541"/>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a:t>
            </a:r>
            <a:endParaRPr sz="1800">
              <a:solidFill>
                <a:srgbClr val="FFFFFF"/>
              </a:solidFill>
              <a:latin typeface="Love Ya Like A Sister"/>
              <a:ea typeface="Love Ya Like A Sister"/>
              <a:cs typeface="Love Ya Like A Sister"/>
              <a:sym typeface="Love Ya Like A Sister"/>
            </a:endParaRPr>
          </a:p>
        </p:txBody>
      </p:sp>
      <p:grpSp>
        <p:nvGrpSpPr>
          <p:cNvPr id="1657" name="Google Shape;1657;p38"/>
          <p:cNvGrpSpPr/>
          <p:nvPr/>
        </p:nvGrpSpPr>
        <p:grpSpPr>
          <a:xfrm>
            <a:off x="3052367" y="3242779"/>
            <a:ext cx="3039577" cy="1489310"/>
            <a:chOff x="3052367" y="3242779"/>
            <a:chExt cx="3039577" cy="1489310"/>
          </a:xfrm>
        </p:grpSpPr>
        <p:sp>
          <p:nvSpPr>
            <p:cNvPr id="1658" name="Google Shape;1658;p38"/>
            <p:cNvSpPr/>
            <p:nvPr/>
          </p:nvSpPr>
          <p:spPr>
            <a:xfrm>
              <a:off x="4498421" y="4212940"/>
              <a:ext cx="201630" cy="272001"/>
            </a:xfrm>
            <a:custGeom>
              <a:rect b="b" l="l" r="r" t="t"/>
              <a:pathLst>
                <a:path extrusionOk="0" h="5736" w="4252">
                  <a:moveTo>
                    <a:pt x="2681" y="1"/>
                  </a:moveTo>
                  <a:cubicBezTo>
                    <a:pt x="1878" y="1"/>
                    <a:pt x="1182" y="518"/>
                    <a:pt x="787" y="1196"/>
                  </a:cubicBezTo>
                  <a:cubicBezTo>
                    <a:pt x="1" y="2589"/>
                    <a:pt x="168" y="5054"/>
                    <a:pt x="1906" y="5649"/>
                  </a:cubicBezTo>
                  <a:cubicBezTo>
                    <a:pt x="2083" y="5707"/>
                    <a:pt x="2268" y="5735"/>
                    <a:pt x="2451" y="5735"/>
                  </a:cubicBezTo>
                  <a:cubicBezTo>
                    <a:pt x="3095" y="5735"/>
                    <a:pt x="3728" y="5389"/>
                    <a:pt x="3978" y="4768"/>
                  </a:cubicBezTo>
                  <a:cubicBezTo>
                    <a:pt x="4057" y="4563"/>
                    <a:pt x="3879" y="4399"/>
                    <a:pt x="3716" y="4399"/>
                  </a:cubicBezTo>
                  <a:cubicBezTo>
                    <a:pt x="3633" y="4399"/>
                    <a:pt x="3553" y="4441"/>
                    <a:pt x="3513" y="4542"/>
                  </a:cubicBezTo>
                  <a:cubicBezTo>
                    <a:pt x="3331" y="4997"/>
                    <a:pt x="2912" y="5220"/>
                    <a:pt x="2474" y="5220"/>
                  </a:cubicBezTo>
                  <a:cubicBezTo>
                    <a:pt x="2226" y="5220"/>
                    <a:pt x="1971" y="5148"/>
                    <a:pt x="1751" y="5006"/>
                  </a:cubicBezTo>
                  <a:cubicBezTo>
                    <a:pt x="1001" y="4530"/>
                    <a:pt x="799" y="3565"/>
                    <a:pt x="870" y="2732"/>
                  </a:cubicBezTo>
                  <a:cubicBezTo>
                    <a:pt x="953" y="1910"/>
                    <a:pt x="1275" y="994"/>
                    <a:pt x="2085" y="636"/>
                  </a:cubicBezTo>
                  <a:cubicBezTo>
                    <a:pt x="2255" y="563"/>
                    <a:pt x="2438" y="527"/>
                    <a:pt x="2619" y="527"/>
                  </a:cubicBezTo>
                  <a:cubicBezTo>
                    <a:pt x="3197" y="527"/>
                    <a:pt x="3746" y="894"/>
                    <a:pt x="3728" y="1565"/>
                  </a:cubicBezTo>
                  <a:cubicBezTo>
                    <a:pt x="3728" y="1714"/>
                    <a:pt x="3835" y="1784"/>
                    <a:pt x="3951" y="1784"/>
                  </a:cubicBezTo>
                  <a:cubicBezTo>
                    <a:pt x="4086" y="1784"/>
                    <a:pt x="4233" y="1690"/>
                    <a:pt x="4240" y="1518"/>
                  </a:cubicBezTo>
                  <a:cubicBezTo>
                    <a:pt x="4252" y="732"/>
                    <a:pt x="3573" y="77"/>
                    <a:pt x="2811" y="5"/>
                  </a:cubicBezTo>
                  <a:cubicBezTo>
                    <a:pt x="2767" y="2"/>
                    <a:pt x="2724" y="1"/>
                    <a:pt x="26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8"/>
            <p:cNvSpPr/>
            <p:nvPr/>
          </p:nvSpPr>
          <p:spPr>
            <a:xfrm>
              <a:off x="4251747" y="4347183"/>
              <a:ext cx="169432" cy="110299"/>
            </a:xfrm>
            <a:custGeom>
              <a:rect b="b" l="l" r="r" t="t"/>
              <a:pathLst>
                <a:path extrusionOk="0" h="2326" w="3573">
                  <a:moveTo>
                    <a:pt x="3187" y="0"/>
                  </a:moveTo>
                  <a:cubicBezTo>
                    <a:pt x="3142" y="0"/>
                    <a:pt x="3095" y="13"/>
                    <a:pt x="3048" y="44"/>
                  </a:cubicBezTo>
                  <a:cubicBezTo>
                    <a:pt x="2107" y="651"/>
                    <a:pt x="1167" y="1258"/>
                    <a:pt x="238" y="1865"/>
                  </a:cubicBezTo>
                  <a:cubicBezTo>
                    <a:pt x="1" y="2014"/>
                    <a:pt x="166" y="2326"/>
                    <a:pt x="385" y="2326"/>
                  </a:cubicBezTo>
                  <a:cubicBezTo>
                    <a:pt x="430" y="2326"/>
                    <a:pt x="477" y="2313"/>
                    <a:pt x="524" y="2282"/>
                  </a:cubicBezTo>
                  <a:lnTo>
                    <a:pt x="3346" y="461"/>
                  </a:lnTo>
                  <a:cubicBezTo>
                    <a:pt x="3573" y="312"/>
                    <a:pt x="3407" y="0"/>
                    <a:pt x="31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8"/>
            <p:cNvSpPr/>
            <p:nvPr/>
          </p:nvSpPr>
          <p:spPr>
            <a:xfrm>
              <a:off x="4323967" y="4405509"/>
              <a:ext cx="151365" cy="110157"/>
            </a:xfrm>
            <a:custGeom>
              <a:rect b="b" l="l" r="r" t="t"/>
              <a:pathLst>
                <a:path extrusionOk="0" h="2323" w="3192">
                  <a:moveTo>
                    <a:pt x="2892" y="1"/>
                  </a:moveTo>
                  <a:cubicBezTo>
                    <a:pt x="2841" y="1"/>
                    <a:pt x="2791" y="16"/>
                    <a:pt x="2751" y="52"/>
                  </a:cubicBezTo>
                  <a:cubicBezTo>
                    <a:pt x="1942" y="743"/>
                    <a:pt x="1073" y="1350"/>
                    <a:pt x="144" y="1862"/>
                  </a:cubicBezTo>
                  <a:cubicBezTo>
                    <a:pt x="13" y="1921"/>
                    <a:pt x="1" y="2112"/>
                    <a:pt x="72" y="2219"/>
                  </a:cubicBezTo>
                  <a:cubicBezTo>
                    <a:pt x="129" y="2290"/>
                    <a:pt x="203" y="2323"/>
                    <a:pt x="278" y="2323"/>
                  </a:cubicBezTo>
                  <a:cubicBezTo>
                    <a:pt x="329" y="2323"/>
                    <a:pt x="381" y="2307"/>
                    <a:pt x="430" y="2279"/>
                  </a:cubicBezTo>
                  <a:cubicBezTo>
                    <a:pt x="1370" y="1767"/>
                    <a:pt x="2239" y="1159"/>
                    <a:pt x="3049" y="469"/>
                  </a:cubicBezTo>
                  <a:cubicBezTo>
                    <a:pt x="3156" y="374"/>
                    <a:pt x="3192" y="231"/>
                    <a:pt x="3108" y="112"/>
                  </a:cubicBezTo>
                  <a:cubicBezTo>
                    <a:pt x="3064" y="45"/>
                    <a:pt x="2977" y="1"/>
                    <a:pt x="28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8"/>
            <p:cNvSpPr/>
            <p:nvPr/>
          </p:nvSpPr>
          <p:spPr>
            <a:xfrm>
              <a:off x="4007254" y="4478487"/>
              <a:ext cx="197078" cy="233449"/>
            </a:xfrm>
            <a:custGeom>
              <a:rect b="b" l="l" r="r" t="t"/>
              <a:pathLst>
                <a:path extrusionOk="0" h="4923" w="4156">
                  <a:moveTo>
                    <a:pt x="2413" y="0"/>
                  </a:moveTo>
                  <a:cubicBezTo>
                    <a:pt x="1719" y="0"/>
                    <a:pt x="1099" y="456"/>
                    <a:pt x="739" y="1025"/>
                  </a:cubicBezTo>
                  <a:cubicBezTo>
                    <a:pt x="1" y="2180"/>
                    <a:pt x="179" y="4061"/>
                    <a:pt x="1477" y="4752"/>
                  </a:cubicBezTo>
                  <a:cubicBezTo>
                    <a:pt x="1708" y="4872"/>
                    <a:pt x="1943" y="4922"/>
                    <a:pt x="2177" y="4922"/>
                  </a:cubicBezTo>
                  <a:cubicBezTo>
                    <a:pt x="2801" y="4922"/>
                    <a:pt x="3419" y="4566"/>
                    <a:pt x="3930" y="4228"/>
                  </a:cubicBezTo>
                  <a:cubicBezTo>
                    <a:pt x="4155" y="4081"/>
                    <a:pt x="4001" y="3764"/>
                    <a:pt x="3786" y="3764"/>
                  </a:cubicBezTo>
                  <a:cubicBezTo>
                    <a:pt x="3740" y="3764"/>
                    <a:pt x="3692" y="3778"/>
                    <a:pt x="3644" y="3811"/>
                  </a:cubicBezTo>
                  <a:cubicBezTo>
                    <a:pt x="3211" y="4092"/>
                    <a:pt x="2697" y="4405"/>
                    <a:pt x="2197" y="4405"/>
                  </a:cubicBezTo>
                  <a:cubicBezTo>
                    <a:pt x="1954" y="4405"/>
                    <a:pt x="1714" y="4331"/>
                    <a:pt x="1489" y="4145"/>
                  </a:cubicBezTo>
                  <a:cubicBezTo>
                    <a:pt x="965" y="3704"/>
                    <a:pt x="751" y="2954"/>
                    <a:pt x="822" y="2299"/>
                  </a:cubicBezTo>
                  <a:cubicBezTo>
                    <a:pt x="894" y="1621"/>
                    <a:pt x="1263" y="942"/>
                    <a:pt x="1894" y="644"/>
                  </a:cubicBezTo>
                  <a:cubicBezTo>
                    <a:pt x="2065" y="561"/>
                    <a:pt x="2235" y="523"/>
                    <a:pt x="2397" y="523"/>
                  </a:cubicBezTo>
                  <a:cubicBezTo>
                    <a:pt x="2885" y="523"/>
                    <a:pt x="3301" y="870"/>
                    <a:pt x="3489" y="1371"/>
                  </a:cubicBezTo>
                  <a:cubicBezTo>
                    <a:pt x="3533" y="1484"/>
                    <a:pt x="3624" y="1532"/>
                    <a:pt x="3717" y="1532"/>
                  </a:cubicBezTo>
                  <a:cubicBezTo>
                    <a:pt x="3877" y="1532"/>
                    <a:pt x="4041" y="1388"/>
                    <a:pt x="3965" y="1192"/>
                  </a:cubicBezTo>
                  <a:cubicBezTo>
                    <a:pt x="3727" y="561"/>
                    <a:pt x="3180" y="25"/>
                    <a:pt x="2465" y="1"/>
                  </a:cubicBezTo>
                  <a:cubicBezTo>
                    <a:pt x="2448" y="1"/>
                    <a:pt x="2430" y="0"/>
                    <a:pt x="241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8"/>
            <p:cNvSpPr/>
            <p:nvPr/>
          </p:nvSpPr>
          <p:spPr>
            <a:xfrm>
              <a:off x="4984562" y="4493092"/>
              <a:ext cx="169195" cy="238997"/>
            </a:xfrm>
            <a:custGeom>
              <a:rect b="b" l="l" r="r" t="t"/>
              <a:pathLst>
                <a:path extrusionOk="0" h="5040" w="3568">
                  <a:moveTo>
                    <a:pt x="1670" y="0"/>
                  </a:moveTo>
                  <a:cubicBezTo>
                    <a:pt x="1595" y="0"/>
                    <a:pt x="1518" y="9"/>
                    <a:pt x="1441" y="27"/>
                  </a:cubicBezTo>
                  <a:cubicBezTo>
                    <a:pt x="774" y="193"/>
                    <a:pt x="357" y="1039"/>
                    <a:pt x="191" y="1634"/>
                  </a:cubicBezTo>
                  <a:cubicBezTo>
                    <a:pt x="0" y="2289"/>
                    <a:pt x="24" y="3015"/>
                    <a:pt x="250" y="3646"/>
                  </a:cubicBezTo>
                  <a:cubicBezTo>
                    <a:pt x="488" y="4301"/>
                    <a:pt x="988" y="5027"/>
                    <a:pt x="1739" y="5039"/>
                  </a:cubicBezTo>
                  <a:cubicBezTo>
                    <a:pt x="1752" y="5040"/>
                    <a:pt x="1765" y="5040"/>
                    <a:pt x="1778" y="5040"/>
                  </a:cubicBezTo>
                  <a:cubicBezTo>
                    <a:pt x="2671" y="5040"/>
                    <a:pt x="3219" y="4242"/>
                    <a:pt x="3489" y="3491"/>
                  </a:cubicBezTo>
                  <a:cubicBezTo>
                    <a:pt x="3568" y="3295"/>
                    <a:pt x="3391" y="3129"/>
                    <a:pt x="3228" y="3129"/>
                  </a:cubicBezTo>
                  <a:cubicBezTo>
                    <a:pt x="3145" y="3129"/>
                    <a:pt x="3065" y="3172"/>
                    <a:pt x="3024" y="3277"/>
                  </a:cubicBezTo>
                  <a:cubicBezTo>
                    <a:pt x="2844" y="3798"/>
                    <a:pt x="2435" y="4537"/>
                    <a:pt x="1808" y="4537"/>
                  </a:cubicBezTo>
                  <a:cubicBezTo>
                    <a:pt x="1732" y="4537"/>
                    <a:pt x="1654" y="4526"/>
                    <a:pt x="1572" y="4503"/>
                  </a:cubicBezTo>
                  <a:cubicBezTo>
                    <a:pt x="1239" y="4408"/>
                    <a:pt x="1000" y="4051"/>
                    <a:pt x="858" y="3753"/>
                  </a:cubicBezTo>
                  <a:cubicBezTo>
                    <a:pt x="715" y="3480"/>
                    <a:pt x="631" y="3182"/>
                    <a:pt x="596" y="2872"/>
                  </a:cubicBezTo>
                  <a:cubicBezTo>
                    <a:pt x="512" y="2229"/>
                    <a:pt x="655" y="1563"/>
                    <a:pt x="1012" y="1027"/>
                  </a:cubicBezTo>
                  <a:cubicBezTo>
                    <a:pt x="1179" y="791"/>
                    <a:pt x="1387" y="523"/>
                    <a:pt x="1674" y="523"/>
                  </a:cubicBezTo>
                  <a:cubicBezTo>
                    <a:pt x="1736" y="523"/>
                    <a:pt x="1801" y="535"/>
                    <a:pt x="1870" y="563"/>
                  </a:cubicBezTo>
                  <a:cubicBezTo>
                    <a:pt x="2191" y="693"/>
                    <a:pt x="2370" y="1015"/>
                    <a:pt x="2382" y="1348"/>
                  </a:cubicBezTo>
                  <a:cubicBezTo>
                    <a:pt x="2387" y="1503"/>
                    <a:pt x="2500" y="1576"/>
                    <a:pt x="2619" y="1576"/>
                  </a:cubicBezTo>
                  <a:cubicBezTo>
                    <a:pt x="2756" y="1576"/>
                    <a:pt x="2900" y="1479"/>
                    <a:pt x="2893" y="1301"/>
                  </a:cubicBezTo>
                  <a:cubicBezTo>
                    <a:pt x="2872" y="670"/>
                    <a:pt x="2332" y="0"/>
                    <a:pt x="16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8"/>
            <p:cNvSpPr/>
            <p:nvPr/>
          </p:nvSpPr>
          <p:spPr>
            <a:xfrm>
              <a:off x="4745854" y="4410962"/>
              <a:ext cx="155206" cy="146480"/>
            </a:xfrm>
            <a:custGeom>
              <a:rect b="b" l="l" r="r" t="t"/>
              <a:pathLst>
                <a:path extrusionOk="0" h="3089" w="3273">
                  <a:moveTo>
                    <a:pt x="360" y="0"/>
                  </a:moveTo>
                  <a:cubicBezTo>
                    <a:pt x="161" y="0"/>
                    <a:pt x="1" y="282"/>
                    <a:pt x="188" y="461"/>
                  </a:cubicBezTo>
                  <a:cubicBezTo>
                    <a:pt x="1105" y="1271"/>
                    <a:pt x="1974" y="2128"/>
                    <a:pt x="2808" y="3033"/>
                  </a:cubicBezTo>
                  <a:cubicBezTo>
                    <a:pt x="2847" y="3072"/>
                    <a:pt x="2902" y="3089"/>
                    <a:pt x="2959" y="3089"/>
                  </a:cubicBezTo>
                  <a:cubicBezTo>
                    <a:pt x="3041" y="3089"/>
                    <a:pt x="3128" y="3053"/>
                    <a:pt x="3177" y="2997"/>
                  </a:cubicBezTo>
                  <a:cubicBezTo>
                    <a:pt x="3272" y="2878"/>
                    <a:pt x="3236" y="2735"/>
                    <a:pt x="3141" y="2640"/>
                  </a:cubicBezTo>
                  <a:cubicBezTo>
                    <a:pt x="2308" y="1735"/>
                    <a:pt x="1427" y="878"/>
                    <a:pt x="522" y="68"/>
                  </a:cubicBezTo>
                  <a:cubicBezTo>
                    <a:pt x="469" y="20"/>
                    <a:pt x="413" y="0"/>
                    <a:pt x="3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8"/>
            <p:cNvSpPr/>
            <p:nvPr/>
          </p:nvSpPr>
          <p:spPr>
            <a:xfrm>
              <a:off x="5187232" y="4471374"/>
              <a:ext cx="163267" cy="77532"/>
            </a:xfrm>
            <a:custGeom>
              <a:rect b="b" l="l" r="r" t="t"/>
              <a:pathLst>
                <a:path extrusionOk="0" h="1635" w="3443">
                  <a:moveTo>
                    <a:pt x="3057" y="1"/>
                  </a:moveTo>
                  <a:cubicBezTo>
                    <a:pt x="3012" y="1"/>
                    <a:pt x="2964" y="14"/>
                    <a:pt x="2918" y="44"/>
                  </a:cubicBezTo>
                  <a:cubicBezTo>
                    <a:pt x="2072" y="556"/>
                    <a:pt x="1156" y="925"/>
                    <a:pt x="191" y="1140"/>
                  </a:cubicBezTo>
                  <a:cubicBezTo>
                    <a:pt x="48" y="1175"/>
                    <a:pt x="1" y="1354"/>
                    <a:pt x="36" y="1473"/>
                  </a:cubicBezTo>
                  <a:cubicBezTo>
                    <a:pt x="85" y="1589"/>
                    <a:pt x="181" y="1635"/>
                    <a:pt x="292" y="1635"/>
                  </a:cubicBezTo>
                  <a:cubicBezTo>
                    <a:pt x="317" y="1635"/>
                    <a:pt x="343" y="1632"/>
                    <a:pt x="370" y="1628"/>
                  </a:cubicBezTo>
                  <a:cubicBezTo>
                    <a:pt x="1370" y="1402"/>
                    <a:pt x="2334" y="997"/>
                    <a:pt x="3215" y="461"/>
                  </a:cubicBezTo>
                  <a:cubicBezTo>
                    <a:pt x="3443" y="313"/>
                    <a:pt x="3276" y="1"/>
                    <a:pt x="305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8"/>
            <p:cNvSpPr/>
            <p:nvPr/>
          </p:nvSpPr>
          <p:spPr>
            <a:xfrm>
              <a:off x="4552669" y="3977124"/>
              <a:ext cx="27693" cy="162745"/>
            </a:xfrm>
            <a:custGeom>
              <a:rect b="b" l="l" r="r" t="t"/>
              <a:pathLst>
                <a:path extrusionOk="0" h="3432" w="584">
                  <a:moveTo>
                    <a:pt x="318" y="1"/>
                  </a:moveTo>
                  <a:cubicBezTo>
                    <a:pt x="311" y="1"/>
                    <a:pt x="304" y="1"/>
                    <a:pt x="298" y="2"/>
                  </a:cubicBezTo>
                  <a:cubicBezTo>
                    <a:pt x="155" y="14"/>
                    <a:pt x="71" y="145"/>
                    <a:pt x="71" y="275"/>
                  </a:cubicBezTo>
                  <a:lnTo>
                    <a:pt x="12" y="3193"/>
                  </a:lnTo>
                  <a:cubicBezTo>
                    <a:pt x="1" y="3328"/>
                    <a:pt x="139" y="3432"/>
                    <a:pt x="266" y="3432"/>
                  </a:cubicBezTo>
                  <a:cubicBezTo>
                    <a:pt x="272" y="3432"/>
                    <a:pt x="279" y="3431"/>
                    <a:pt x="286" y="3431"/>
                  </a:cubicBezTo>
                  <a:cubicBezTo>
                    <a:pt x="429" y="3419"/>
                    <a:pt x="512" y="3288"/>
                    <a:pt x="512" y="3145"/>
                  </a:cubicBezTo>
                  <a:cubicBezTo>
                    <a:pt x="536" y="2180"/>
                    <a:pt x="560" y="1204"/>
                    <a:pt x="583" y="240"/>
                  </a:cubicBezTo>
                  <a:cubicBezTo>
                    <a:pt x="583" y="104"/>
                    <a:pt x="444" y="1"/>
                    <a:pt x="3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8"/>
            <p:cNvSpPr/>
            <p:nvPr/>
          </p:nvSpPr>
          <p:spPr>
            <a:xfrm>
              <a:off x="3793821" y="4400814"/>
              <a:ext cx="195892" cy="150179"/>
            </a:xfrm>
            <a:custGeom>
              <a:rect b="b" l="l" r="r" t="t"/>
              <a:pathLst>
                <a:path extrusionOk="0" h="3167" w="4131">
                  <a:moveTo>
                    <a:pt x="290" y="1"/>
                  </a:moveTo>
                  <a:cubicBezTo>
                    <a:pt x="244" y="1"/>
                    <a:pt x="199" y="14"/>
                    <a:pt x="156" y="44"/>
                  </a:cubicBezTo>
                  <a:cubicBezTo>
                    <a:pt x="49" y="115"/>
                    <a:pt x="1" y="306"/>
                    <a:pt x="96" y="401"/>
                  </a:cubicBezTo>
                  <a:cubicBezTo>
                    <a:pt x="1108" y="1520"/>
                    <a:pt x="2311" y="2449"/>
                    <a:pt x="3656" y="3140"/>
                  </a:cubicBezTo>
                  <a:cubicBezTo>
                    <a:pt x="3695" y="3158"/>
                    <a:pt x="3733" y="3167"/>
                    <a:pt x="3768" y="3167"/>
                  </a:cubicBezTo>
                  <a:cubicBezTo>
                    <a:pt x="4001" y="3167"/>
                    <a:pt x="4131" y="2799"/>
                    <a:pt x="3882" y="2675"/>
                  </a:cubicBezTo>
                  <a:cubicBezTo>
                    <a:pt x="2620" y="2032"/>
                    <a:pt x="1465" y="1163"/>
                    <a:pt x="513" y="103"/>
                  </a:cubicBezTo>
                  <a:cubicBezTo>
                    <a:pt x="452" y="42"/>
                    <a:pt x="371" y="1"/>
                    <a:pt x="2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8"/>
            <p:cNvSpPr/>
            <p:nvPr/>
          </p:nvSpPr>
          <p:spPr>
            <a:xfrm>
              <a:off x="5576805" y="4119679"/>
              <a:ext cx="515139" cy="508541"/>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3</a:t>
              </a:r>
              <a:endParaRPr sz="1800">
                <a:solidFill>
                  <a:srgbClr val="FFFFFF"/>
                </a:solidFill>
                <a:latin typeface="Love Ya Like A Sister"/>
                <a:ea typeface="Love Ya Like A Sister"/>
                <a:cs typeface="Love Ya Like A Sister"/>
                <a:sym typeface="Love Ya Like A Sister"/>
              </a:endParaRPr>
            </a:p>
          </p:txBody>
        </p:sp>
        <p:sp>
          <p:nvSpPr>
            <p:cNvPr id="1668" name="Google Shape;1668;p38"/>
            <p:cNvSpPr/>
            <p:nvPr/>
          </p:nvSpPr>
          <p:spPr>
            <a:xfrm>
              <a:off x="3052367" y="4119679"/>
              <a:ext cx="515139" cy="508541"/>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1</a:t>
              </a:r>
              <a:endParaRPr sz="1800">
                <a:solidFill>
                  <a:srgbClr val="FFFFFF"/>
                </a:solidFill>
                <a:latin typeface="Love Ya Like A Sister"/>
                <a:ea typeface="Love Ya Like A Sister"/>
                <a:cs typeface="Love Ya Like A Sister"/>
                <a:sym typeface="Love Ya Like A Sister"/>
              </a:endParaRPr>
            </a:p>
          </p:txBody>
        </p:sp>
        <p:sp>
          <p:nvSpPr>
            <p:cNvPr id="1669" name="Google Shape;1669;p38"/>
            <p:cNvSpPr/>
            <p:nvPr/>
          </p:nvSpPr>
          <p:spPr>
            <a:xfrm>
              <a:off x="4294817" y="3242779"/>
              <a:ext cx="515139" cy="508541"/>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2</a:t>
              </a:r>
              <a:endParaRPr sz="1800">
                <a:solidFill>
                  <a:srgbClr val="FFFFFF"/>
                </a:solidFill>
                <a:latin typeface="Love Ya Like A Sister"/>
                <a:ea typeface="Love Ya Like A Sister"/>
                <a:cs typeface="Love Ya Like A Sister"/>
                <a:sym typeface="Love Ya Like A Sister"/>
              </a:endParaRPr>
            </a:p>
          </p:txBody>
        </p:sp>
      </p:grpSp>
      <p:grpSp>
        <p:nvGrpSpPr>
          <p:cNvPr id="1670" name="Google Shape;1670;p38"/>
          <p:cNvGrpSpPr/>
          <p:nvPr/>
        </p:nvGrpSpPr>
        <p:grpSpPr>
          <a:xfrm>
            <a:off x="3605713" y="1216074"/>
            <a:ext cx="1912800" cy="1817127"/>
            <a:chOff x="3605713" y="1216074"/>
            <a:chExt cx="1912800" cy="1817127"/>
          </a:xfrm>
        </p:grpSpPr>
        <p:sp>
          <p:nvSpPr>
            <p:cNvPr id="1671" name="Google Shape;1671;p38"/>
            <p:cNvSpPr txBox="1"/>
            <p:nvPr/>
          </p:nvSpPr>
          <p:spPr>
            <a:xfrm>
              <a:off x="3605713" y="2405902"/>
              <a:ext cx="1912800" cy="62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672" name="Google Shape;1672;p38"/>
            <p:cNvSpPr txBox="1"/>
            <p:nvPr/>
          </p:nvSpPr>
          <p:spPr>
            <a:xfrm>
              <a:off x="3605713" y="1216074"/>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1673" name="Google Shape;1673;p38"/>
            <p:cNvSpPr txBox="1"/>
            <p:nvPr/>
          </p:nvSpPr>
          <p:spPr>
            <a:xfrm>
              <a:off x="3605713" y="1823813"/>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674" name="Google Shape;1674;p38"/>
          <p:cNvSpPr/>
          <p:nvPr/>
        </p:nvSpPr>
        <p:spPr>
          <a:xfrm>
            <a:off x="4761267" y="1724416"/>
            <a:ext cx="515139" cy="508541"/>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a:t>
            </a:r>
            <a:endParaRPr sz="1800">
              <a:solidFill>
                <a:srgbClr val="FFFFFF"/>
              </a:solidFill>
              <a:latin typeface="Love Ya Like A Sister"/>
              <a:ea typeface="Love Ya Like A Sister"/>
              <a:cs typeface="Love Ya Like A Sister"/>
              <a:sym typeface="Love Ya Like A Sister"/>
            </a:endParaRPr>
          </a:p>
        </p:txBody>
      </p:sp>
      <p:grpSp>
        <p:nvGrpSpPr>
          <p:cNvPr id="1675" name="Google Shape;1675;p38"/>
          <p:cNvGrpSpPr/>
          <p:nvPr/>
        </p:nvGrpSpPr>
        <p:grpSpPr>
          <a:xfrm>
            <a:off x="6142688" y="2348937"/>
            <a:ext cx="1912800" cy="1817127"/>
            <a:chOff x="6142688" y="2348937"/>
            <a:chExt cx="1912800" cy="1817127"/>
          </a:xfrm>
        </p:grpSpPr>
        <p:sp>
          <p:nvSpPr>
            <p:cNvPr id="1676" name="Google Shape;1676;p38"/>
            <p:cNvSpPr txBox="1"/>
            <p:nvPr/>
          </p:nvSpPr>
          <p:spPr>
            <a:xfrm>
              <a:off x="6142688" y="3538764"/>
              <a:ext cx="1912800" cy="62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677" name="Google Shape;1677;p38"/>
            <p:cNvSpPr txBox="1"/>
            <p:nvPr/>
          </p:nvSpPr>
          <p:spPr>
            <a:xfrm>
              <a:off x="6142688" y="2348937"/>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1678" name="Google Shape;1678;p38"/>
            <p:cNvSpPr txBox="1"/>
            <p:nvPr/>
          </p:nvSpPr>
          <p:spPr>
            <a:xfrm>
              <a:off x="6142688" y="2956675"/>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
        <p:nvSpPr>
          <p:cNvPr id="1679" name="Google Shape;1679;p38"/>
          <p:cNvSpPr/>
          <p:nvPr/>
        </p:nvSpPr>
        <p:spPr>
          <a:xfrm>
            <a:off x="7298242" y="2262366"/>
            <a:ext cx="515139" cy="508541"/>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a:t>
            </a:r>
            <a:endParaRPr sz="1800">
              <a:solidFill>
                <a:srgbClr val="FFFFFF"/>
              </a:solidFill>
              <a:latin typeface="Love Ya Like A Sister"/>
              <a:ea typeface="Love Ya Like A Sister"/>
              <a:cs typeface="Love Ya Like A Sister"/>
              <a:sym typeface="Love Ya Like A Sist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grpSp>
        <p:nvGrpSpPr>
          <p:cNvPr id="1684" name="Google Shape;1684;p39"/>
          <p:cNvGrpSpPr/>
          <p:nvPr/>
        </p:nvGrpSpPr>
        <p:grpSpPr>
          <a:xfrm>
            <a:off x="853125" y="1824213"/>
            <a:ext cx="7432213" cy="2048870"/>
            <a:chOff x="853125" y="1824213"/>
            <a:chExt cx="7432213" cy="2048870"/>
          </a:xfrm>
        </p:grpSpPr>
        <p:grpSp>
          <p:nvGrpSpPr>
            <p:cNvPr id="1685" name="Google Shape;1685;p39"/>
            <p:cNvGrpSpPr/>
            <p:nvPr/>
          </p:nvGrpSpPr>
          <p:grpSpPr>
            <a:xfrm flipH="1" rot="8876467">
              <a:off x="1753605" y="2772439"/>
              <a:ext cx="1211623" cy="843391"/>
              <a:chOff x="3701825" y="520275"/>
              <a:chExt cx="1160025" cy="807475"/>
            </a:xfrm>
          </p:grpSpPr>
          <p:sp>
            <p:nvSpPr>
              <p:cNvPr id="1686" name="Google Shape;1686;p39"/>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9"/>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8" name="Google Shape;1688;p39"/>
            <p:cNvGrpSpPr/>
            <p:nvPr/>
          </p:nvGrpSpPr>
          <p:grpSpPr>
            <a:xfrm rot="1923533">
              <a:off x="3963418" y="2081464"/>
              <a:ext cx="1211623" cy="843391"/>
              <a:chOff x="3701825" y="520275"/>
              <a:chExt cx="1160025" cy="807475"/>
            </a:xfrm>
          </p:grpSpPr>
          <p:sp>
            <p:nvSpPr>
              <p:cNvPr id="1689" name="Google Shape;1689;p39"/>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9"/>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1" name="Google Shape;1691;p39"/>
            <p:cNvGrpSpPr/>
            <p:nvPr/>
          </p:nvGrpSpPr>
          <p:grpSpPr>
            <a:xfrm flipH="1" rot="8876467">
              <a:off x="6170530" y="2772439"/>
              <a:ext cx="1211623" cy="843391"/>
              <a:chOff x="3701825" y="520275"/>
              <a:chExt cx="1160025" cy="807475"/>
            </a:xfrm>
          </p:grpSpPr>
          <p:sp>
            <p:nvSpPr>
              <p:cNvPr id="1692" name="Google Shape;1692;p39"/>
              <p:cNvSpPr/>
              <p:nvPr/>
            </p:nvSpPr>
            <p:spPr>
              <a:xfrm>
                <a:off x="3701825" y="562700"/>
                <a:ext cx="1140025" cy="765050"/>
              </a:xfrm>
              <a:custGeom>
                <a:rect b="b" l="l" r="r" t="t"/>
                <a:pathLst>
                  <a:path extrusionOk="0" h="30602" w="45601">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9"/>
              <p:cNvSpPr/>
              <p:nvPr/>
            </p:nvSpPr>
            <p:spPr>
              <a:xfrm>
                <a:off x="4766325" y="520275"/>
                <a:ext cx="95525" cy="140275"/>
              </a:xfrm>
              <a:custGeom>
                <a:rect b="b" l="l" r="r" t="t"/>
                <a:pathLst>
                  <a:path extrusionOk="0" h="5611" w="3821">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4" name="Google Shape;1694;p39"/>
            <p:cNvSpPr/>
            <p:nvPr/>
          </p:nvSpPr>
          <p:spPr>
            <a:xfrm>
              <a:off x="853125" y="2514000"/>
              <a:ext cx="808363" cy="669314"/>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rgbClr val="FFFFFF"/>
                </a:solidFill>
                <a:latin typeface="Love Ya Like A Sister"/>
                <a:ea typeface="Love Ya Like A Sister"/>
                <a:cs typeface="Love Ya Like A Sister"/>
                <a:sym typeface="Love Ya Like A Sister"/>
              </a:endParaRPr>
            </a:p>
          </p:txBody>
        </p:sp>
        <p:sp>
          <p:nvSpPr>
            <p:cNvPr id="1695" name="Google Shape;1695;p39"/>
            <p:cNvSpPr/>
            <p:nvPr/>
          </p:nvSpPr>
          <p:spPr>
            <a:xfrm>
              <a:off x="3095525" y="2514000"/>
              <a:ext cx="808363" cy="669314"/>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rgbClr val="FFFFFF"/>
                </a:solidFill>
                <a:latin typeface="Love Ya Like A Sister"/>
                <a:ea typeface="Love Ya Like A Sister"/>
                <a:cs typeface="Love Ya Like A Sister"/>
                <a:sym typeface="Love Ya Like A Sister"/>
              </a:endParaRPr>
            </a:p>
          </p:txBody>
        </p:sp>
        <p:sp>
          <p:nvSpPr>
            <p:cNvPr id="1696" name="Google Shape;1696;p39"/>
            <p:cNvSpPr/>
            <p:nvPr/>
          </p:nvSpPr>
          <p:spPr>
            <a:xfrm>
              <a:off x="5272725" y="2514000"/>
              <a:ext cx="808363" cy="669314"/>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rgbClr val="FFFFFF"/>
                </a:solidFill>
                <a:latin typeface="Love Ya Like A Sister"/>
                <a:ea typeface="Love Ya Like A Sister"/>
                <a:cs typeface="Love Ya Like A Sister"/>
                <a:sym typeface="Love Ya Like A Sister"/>
              </a:endParaRPr>
            </a:p>
          </p:txBody>
        </p:sp>
        <p:sp>
          <p:nvSpPr>
            <p:cNvPr id="1697" name="Google Shape;1697;p39"/>
            <p:cNvSpPr/>
            <p:nvPr/>
          </p:nvSpPr>
          <p:spPr>
            <a:xfrm>
              <a:off x="7476975" y="2514000"/>
              <a:ext cx="808363" cy="669314"/>
            </a:xfrm>
            <a:custGeom>
              <a:rect b="b" l="l" r="r" t="t"/>
              <a:pathLst>
                <a:path extrusionOk="0" h="31218" w="31623">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rgbClr val="FFFFFF"/>
                </a:solidFill>
                <a:latin typeface="Love Ya Like A Sister"/>
                <a:ea typeface="Love Ya Like A Sister"/>
                <a:cs typeface="Love Ya Like A Sister"/>
                <a:sym typeface="Love Ya Like A Sister"/>
              </a:endParaRPr>
            </a:p>
          </p:txBody>
        </p:sp>
      </p:grpSp>
      <p:sp>
        <p:nvSpPr>
          <p:cNvPr id="1698" name="Google Shape;1698;p39"/>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699" name="Google Shape;1699;p39"/>
          <p:cNvGrpSpPr/>
          <p:nvPr/>
        </p:nvGrpSpPr>
        <p:grpSpPr>
          <a:xfrm>
            <a:off x="7086625" y="2680950"/>
            <a:ext cx="1600200" cy="1575547"/>
            <a:chOff x="7086625" y="2680950"/>
            <a:chExt cx="1600200" cy="1575547"/>
          </a:xfrm>
        </p:grpSpPr>
        <p:sp>
          <p:nvSpPr>
            <p:cNvPr id="1700" name="Google Shape;1700;p39"/>
            <p:cNvSpPr txBox="1"/>
            <p:nvPr/>
          </p:nvSpPr>
          <p:spPr>
            <a:xfrm>
              <a:off x="7547725" y="26809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nvGrpSpPr>
            <p:cNvPr id="1701" name="Google Shape;1701;p39"/>
            <p:cNvGrpSpPr/>
            <p:nvPr/>
          </p:nvGrpSpPr>
          <p:grpSpPr>
            <a:xfrm>
              <a:off x="7086625" y="3414538"/>
              <a:ext cx="1600200" cy="841959"/>
              <a:chOff x="7086625" y="3890113"/>
              <a:chExt cx="1600200" cy="841959"/>
            </a:xfrm>
          </p:grpSpPr>
          <p:sp>
            <p:nvSpPr>
              <p:cNvPr id="1702" name="Google Shape;1702;p39"/>
              <p:cNvSpPr txBox="1"/>
              <p:nvPr/>
            </p:nvSpPr>
            <p:spPr>
              <a:xfrm>
                <a:off x="7086625" y="4225372"/>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Jupiter is the biggest planet</a:t>
                </a:r>
                <a:endParaRPr>
                  <a:solidFill>
                    <a:schemeClr val="lt1"/>
                  </a:solidFill>
                  <a:latin typeface="Catamaran"/>
                  <a:ea typeface="Catamaran"/>
                  <a:cs typeface="Catamaran"/>
                  <a:sym typeface="Catamaran"/>
                </a:endParaRPr>
              </a:p>
            </p:txBody>
          </p:sp>
          <p:sp>
            <p:nvSpPr>
              <p:cNvPr id="1703" name="Google Shape;1703;p39"/>
              <p:cNvSpPr txBox="1"/>
              <p:nvPr/>
            </p:nvSpPr>
            <p:spPr>
              <a:xfrm>
                <a:off x="7287475" y="38901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grpSp>
        <p:nvGrpSpPr>
          <p:cNvPr id="1704" name="Google Shape;1704;p39"/>
          <p:cNvGrpSpPr/>
          <p:nvPr/>
        </p:nvGrpSpPr>
        <p:grpSpPr>
          <a:xfrm>
            <a:off x="457200" y="1377500"/>
            <a:ext cx="1600200" cy="1638850"/>
            <a:chOff x="457200" y="1377500"/>
            <a:chExt cx="1600200" cy="1638850"/>
          </a:xfrm>
        </p:grpSpPr>
        <p:grpSp>
          <p:nvGrpSpPr>
            <p:cNvPr id="1705" name="Google Shape;1705;p39"/>
            <p:cNvGrpSpPr/>
            <p:nvPr/>
          </p:nvGrpSpPr>
          <p:grpSpPr>
            <a:xfrm>
              <a:off x="457200" y="1377500"/>
              <a:ext cx="1600200" cy="841950"/>
              <a:chOff x="457200" y="1275800"/>
              <a:chExt cx="1600200" cy="841950"/>
            </a:xfrm>
          </p:grpSpPr>
          <p:sp>
            <p:nvSpPr>
              <p:cNvPr id="1706" name="Google Shape;1706;p39"/>
              <p:cNvSpPr txBox="1"/>
              <p:nvPr/>
            </p:nvSpPr>
            <p:spPr>
              <a:xfrm>
                <a:off x="457200" y="1611050"/>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it is a cold place</a:t>
                </a:r>
                <a:endParaRPr>
                  <a:solidFill>
                    <a:schemeClr val="lt1"/>
                  </a:solidFill>
                  <a:latin typeface="Catamaran"/>
                  <a:ea typeface="Catamaran"/>
                  <a:cs typeface="Catamaran"/>
                  <a:sym typeface="Catamaran"/>
                </a:endParaRPr>
              </a:p>
            </p:txBody>
          </p:sp>
          <p:sp>
            <p:nvSpPr>
              <p:cNvPr id="1707" name="Google Shape;1707;p39"/>
              <p:cNvSpPr txBox="1"/>
              <p:nvPr/>
            </p:nvSpPr>
            <p:spPr>
              <a:xfrm>
                <a:off x="658050" y="127580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708" name="Google Shape;1708;p39"/>
            <p:cNvSpPr txBox="1"/>
            <p:nvPr/>
          </p:nvSpPr>
          <p:spPr>
            <a:xfrm>
              <a:off x="918300" y="26809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1709" name="Google Shape;1709;p39"/>
          <p:cNvGrpSpPr/>
          <p:nvPr/>
        </p:nvGrpSpPr>
        <p:grpSpPr>
          <a:xfrm>
            <a:off x="4876817" y="1377488"/>
            <a:ext cx="1600200" cy="1638863"/>
            <a:chOff x="4876817" y="1377488"/>
            <a:chExt cx="1600200" cy="1638863"/>
          </a:xfrm>
        </p:grpSpPr>
        <p:grpSp>
          <p:nvGrpSpPr>
            <p:cNvPr id="1710" name="Google Shape;1710;p39"/>
            <p:cNvGrpSpPr/>
            <p:nvPr/>
          </p:nvGrpSpPr>
          <p:grpSpPr>
            <a:xfrm>
              <a:off x="4876817" y="1377488"/>
              <a:ext cx="1600200" cy="841959"/>
              <a:chOff x="4876817" y="3890113"/>
              <a:chExt cx="1600200" cy="841959"/>
            </a:xfrm>
          </p:grpSpPr>
          <p:sp>
            <p:nvSpPr>
              <p:cNvPr id="1711" name="Google Shape;1711;p39"/>
              <p:cNvSpPr txBox="1"/>
              <p:nvPr/>
            </p:nvSpPr>
            <p:spPr>
              <a:xfrm>
                <a:off x="4876817" y="4225372"/>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It is the farthest one from the Sun</a:t>
                </a:r>
                <a:endParaRPr>
                  <a:solidFill>
                    <a:schemeClr val="lt1"/>
                  </a:solidFill>
                  <a:latin typeface="Catamaran"/>
                  <a:ea typeface="Catamaran"/>
                  <a:cs typeface="Catamaran"/>
                  <a:sym typeface="Catamaran"/>
                </a:endParaRPr>
              </a:p>
            </p:txBody>
          </p:sp>
          <p:sp>
            <p:nvSpPr>
              <p:cNvPr id="1712" name="Google Shape;1712;p39"/>
              <p:cNvSpPr txBox="1"/>
              <p:nvPr/>
            </p:nvSpPr>
            <p:spPr>
              <a:xfrm>
                <a:off x="5077667" y="389011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713" name="Google Shape;1713;p39"/>
            <p:cNvSpPr txBox="1"/>
            <p:nvPr/>
          </p:nvSpPr>
          <p:spPr>
            <a:xfrm>
              <a:off x="5337917" y="26809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1714" name="Google Shape;1714;p39"/>
          <p:cNvGrpSpPr/>
          <p:nvPr/>
        </p:nvGrpSpPr>
        <p:grpSpPr>
          <a:xfrm>
            <a:off x="2667008" y="2680950"/>
            <a:ext cx="1600200" cy="1575550"/>
            <a:chOff x="2667008" y="2680950"/>
            <a:chExt cx="1600200" cy="1575550"/>
          </a:xfrm>
        </p:grpSpPr>
        <p:grpSp>
          <p:nvGrpSpPr>
            <p:cNvPr id="1715" name="Google Shape;1715;p39"/>
            <p:cNvGrpSpPr/>
            <p:nvPr/>
          </p:nvGrpSpPr>
          <p:grpSpPr>
            <a:xfrm>
              <a:off x="2667008" y="3414550"/>
              <a:ext cx="1600200" cy="841950"/>
              <a:chOff x="2667008" y="1275800"/>
              <a:chExt cx="1600200" cy="841950"/>
            </a:xfrm>
          </p:grpSpPr>
          <p:sp>
            <p:nvSpPr>
              <p:cNvPr id="1716" name="Google Shape;1716;p39"/>
              <p:cNvSpPr txBox="1"/>
              <p:nvPr/>
            </p:nvSpPr>
            <p:spPr>
              <a:xfrm>
                <a:off x="2667008" y="1611050"/>
                <a:ext cx="16002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It is the closest planet to the Sun</a:t>
                </a:r>
                <a:endParaRPr>
                  <a:solidFill>
                    <a:schemeClr val="lt1"/>
                  </a:solidFill>
                  <a:latin typeface="Catamaran"/>
                  <a:ea typeface="Catamaran"/>
                  <a:cs typeface="Catamaran"/>
                  <a:sym typeface="Catamaran"/>
                </a:endParaRPr>
              </a:p>
            </p:txBody>
          </p:sp>
          <p:sp>
            <p:nvSpPr>
              <p:cNvPr id="1717" name="Google Shape;1717;p39"/>
              <p:cNvSpPr txBox="1"/>
              <p:nvPr/>
            </p:nvSpPr>
            <p:spPr>
              <a:xfrm>
                <a:off x="2867858" y="127580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718" name="Google Shape;1718;p39"/>
            <p:cNvSpPr txBox="1"/>
            <p:nvPr/>
          </p:nvSpPr>
          <p:spPr>
            <a:xfrm>
              <a:off x="3128108" y="2680950"/>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1719" name="Google Shape;1719;p39"/>
          <p:cNvGrpSpPr/>
          <p:nvPr/>
        </p:nvGrpSpPr>
        <p:grpSpPr>
          <a:xfrm>
            <a:off x="2054631" y="2834724"/>
            <a:ext cx="378135" cy="353893"/>
            <a:chOff x="2057406" y="2834724"/>
            <a:chExt cx="378135" cy="353893"/>
          </a:xfrm>
        </p:grpSpPr>
        <p:sp>
          <p:nvSpPr>
            <p:cNvPr id="1720" name="Google Shape;1720;p39"/>
            <p:cNvSpPr/>
            <p:nvPr/>
          </p:nvSpPr>
          <p:spPr>
            <a:xfrm rot="540967">
              <a:off x="2079259" y="2859043"/>
              <a:ext cx="334430" cy="305256"/>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9"/>
            <p:cNvSpPr/>
            <p:nvPr/>
          </p:nvSpPr>
          <p:spPr>
            <a:xfrm rot="540967">
              <a:off x="2321537" y="2916121"/>
              <a:ext cx="23991" cy="22091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9"/>
            <p:cNvSpPr/>
            <p:nvPr/>
          </p:nvSpPr>
          <p:spPr>
            <a:xfrm rot="540967">
              <a:off x="2239493" y="2875312"/>
              <a:ext cx="22780" cy="289098"/>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9"/>
            <p:cNvSpPr/>
            <p:nvPr/>
          </p:nvSpPr>
          <p:spPr>
            <a:xfrm rot="540967">
              <a:off x="2166091" y="2872470"/>
              <a:ext cx="24028" cy="253755"/>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4" name="Google Shape;1724;p39"/>
          <p:cNvGrpSpPr/>
          <p:nvPr/>
        </p:nvGrpSpPr>
        <p:grpSpPr>
          <a:xfrm>
            <a:off x="4337842" y="1567177"/>
            <a:ext cx="498100" cy="465683"/>
            <a:chOff x="4107842" y="1205227"/>
            <a:chExt cx="498100" cy="465683"/>
          </a:xfrm>
        </p:grpSpPr>
        <p:sp>
          <p:nvSpPr>
            <p:cNvPr id="1725" name="Google Shape;1725;p39"/>
            <p:cNvSpPr/>
            <p:nvPr/>
          </p:nvSpPr>
          <p:spPr>
            <a:xfrm rot="540967">
              <a:off x="4136587" y="1237270"/>
              <a:ext cx="440609" cy="401596"/>
            </a:xfrm>
            <a:custGeom>
              <a:rect b="b" l="l" r="r" t="t"/>
              <a:pathLst>
                <a:path extrusionOk="0" h="10613" w="11644">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9"/>
            <p:cNvSpPr/>
            <p:nvPr/>
          </p:nvSpPr>
          <p:spPr>
            <a:xfrm rot="540967">
              <a:off x="4268726" y="1455541"/>
              <a:ext cx="30310" cy="24028"/>
            </a:xfrm>
            <a:custGeom>
              <a:rect b="b" l="l" r="r" t="t"/>
              <a:pathLst>
                <a:path extrusionOk="0" h="635" w="801">
                  <a:moveTo>
                    <a:pt x="400" y="1"/>
                  </a:moveTo>
                  <a:cubicBezTo>
                    <a:pt x="0" y="1"/>
                    <a:pt x="0" y="635"/>
                    <a:pt x="400" y="635"/>
                  </a:cubicBezTo>
                  <a:cubicBezTo>
                    <a:pt x="801" y="635"/>
                    <a:pt x="801" y="1"/>
                    <a:pt x="40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9"/>
            <p:cNvSpPr/>
            <p:nvPr/>
          </p:nvSpPr>
          <p:spPr>
            <a:xfrm rot="540967">
              <a:off x="4300269" y="1377483"/>
              <a:ext cx="30310" cy="24028"/>
            </a:xfrm>
            <a:custGeom>
              <a:rect b="b" l="l" r="r" t="t"/>
              <a:pathLst>
                <a:path extrusionOk="0" h="635" w="801">
                  <a:moveTo>
                    <a:pt x="401" y="1"/>
                  </a:moveTo>
                  <a:cubicBezTo>
                    <a:pt x="0" y="1"/>
                    <a:pt x="0" y="634"/>
                    <a:pt x="401" y="634"/>
                  </a:cubicBezTo>
                  <a:cubicBezTo>
                    <a:pt x="801" y="634"/>
                    <a:pt x="801" y="1"/>
                    <a:pt x="4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9"/>
            <p:cNvSpPr/>
            <p:nvPr/>
          </p:nvSpPr>
          <p:spPr>
            <a:xfrm rot="540967">
              <a:off x="4337046" y="1491978"/>
              <a:ext cx="30348" cy="23991"/>
            </a:xfrm>
            <a:custGeom>
              <a:rect b="b" l="l" r="r" t="t"/>
              <a:pathLst>
                <a:path extrusionOk="0" h="634" w="802">
                  <a:moveTo>
                    <a:pt x="401" y="0"/>
                  </a:moveTo>
                  <a:cubicBezTo>
                    <a:pt x="1" y="0"/>
                    <a:pt x="1" y="634"/>
                    <a:pt x="401" y="634"/>
                  </a:cubicBezTo>
                  <a:cubicBezTo>
                    <a:pt x="801" y="634"/>
                    <a:pt x="801" y="0"/>
                    <a:pt x="4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9"/>
            <p:cNvSpPr/>
            <p:nvPr/>
          </p:nvSpPr>
          <p:spPr>
            <a:xfrm rot="540967">
              <a:off x="4417097" y="1430540"/>
              <a:ext cx="30310" cy="24028"/>
            </a:xfrm>
            <a:custGeom>
              <a:rect b="b" l="l" r="r" t="t"/>
              <a:pathLst>
                <a:path extrusionOk="0" h="635" w="801">
                  <a:moveTo>
                    <a:pt x="401" y="0"/>
                  </a:moveTo>
                  <a:cubicBezTo>
                    <a:pt x="0" y="0"/>
                    <a:pt x="0" y="634"/>
                    <a:pt x="401" y="634"/>
                  </a:cubicBezTo>
                  <a:cubicBezTo>
                    <a:pt x="801" y="634"/>
                    <a:pt x="801" y="0"/>
                    <a:pt x="4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9"/>
            <p:cNvSpPr/>
            <p:nvPr/>
          </p:nvSpPr>
          <p:spPr>
            <a:xfrm rot="540967">
              <a:off x="4386800" y="1340097"/>
              <a:ext cx="30348" cy="22742"/>
            </a:xfrm>
            <a:custGeom>
              <a:rect b="b" l="l" r="r" t="t"/>
              <a:pathLst>
                <a:path extrusionOk="0" h="601" w="802">
                  <a:moveTo>
                    <a:pt x="401" y="0"/>
                  </a:moveTo>
                  <a:cubicBezTo>
                    <a:pt x="1" y="0"/>
                    <a:pt x="1" y="601"/>
                    <a:pt x="401" y="601"/>
                  </a:cubicBezTo>
                  <a:cubicBezTo>
                    <a:pt x="801" y="601"/>
                    <a:pt x="801" y="0"/>
                    <a:pt x="4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9"/>
            <p:cNvSpPr/>
            <p:nvPr/>
          </p:nvSpPr>
          <p:spPr>
            <a:xfrm rot="540967">
              <a:off x="4356662" y="1424884"/>
              <a:ext cx="31596" cy="24028"/>
            </a:xfrm>
            <a:custGeom>
              <a:rect b="b" l="l" r="r" t="t"/>
              <a:pathLst>
                <a:path extrusionOk="0" h="635" w="835">
                  <a:moveTo>
                    <a:pt x="434" y="0"/>
                  </a:moveTo>
                  <a:cubicBezTo>
                    <a:pt x="0" y="0"/>
                    <a:pt x="0" y="634"/>
                    <a:pt x="434" y="634"/>
                  </a:cubicBezTo>
                  <a:cubicBezTo>
                    <a:pt x="834" y="634"/>
                    <a:pt x="834"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9"/>
            <p:cNvSpPr/>
            <p:nvPr/>
          </p:nvSpPr>
          <p:spPr>
            <a:xfrm rot="540967">
              <a:off x="4425575" y="1522607"/>
              <a:ext cx="30348" cy="22780"/>
            </a:xfrm>
            <a:custGeom>
              <a:rect b="b" l="l" r="r" t="t"/>
              <a:pathLst>
                <a:path extrusionOk="0" h="602" w="802">
                  <a:moveTo>
                    <a:pt x="401" y="1"/>
                  </a:moveTo>
                  <a:cubicBezTo>
                    <a:pt x="1" y="1"/>
                    <a:pt x="1" y="601"/>
                    <a:pt x="401" y="601"/>
                  </a:cubicBezTo>
                  <a:cubicBezTo>
                    <a:pt x="801" y="601"/>
                    <a:pt x="801" y="1"/>
                    <a:pt x="4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3" name="Google Shape;1733;p39"/>
          <p:cNvGrpSpPr/>
          <p:nvPr/>
        </p:nvGrpSpPr>
        <p:grpSpPr>
          <a:xfrm>
            <a:off x="6705686" y="2839107"/>
            <a:ext cx="378164" cy="345091"/>
            <a:chOff x="8674669" y="2489996"/>
            <a:chExt cx="276254" cy="252094"/>
          </a:xfrm>
        </p:grpSpPr>
        <p:sp>
          <p:nvSpPr>
            <p:cNvPr id="1734" name="Google Shape;1734;p39"/>
            <p:cNvSpPr/>
            <p:nvPr/>
          </p:nvSpPr>
          <p:spPr>
            <a:xfrm>
              <a:off x="8674669" y="2489996"/>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9"/>
            <p:cNvSpPr/>
            <p:nvPr/>
          </p:nvSpPr>
          <p:spPr>
            <a:xfrm rot="5400000">
              <a:off x="8802363" y="2504283"/>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40"/>
          <p:cNvSpPr/>
          <p:nvPr/>
        </p:nvSpPr>
        <p:spPr>
          <a:xfrm>
            <a:off x="7807026" y="1741402"/>
            <a:ext cx="879833" cy="879859"/>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dk2"/>
          </a:solidFill>
          <a:ln cap="flat" cmpd="sng" w="19050">
            <a:solidFill>
              <a:schemeClr val="lt1"/>
            </a:solidFill>
            <a:prstDash val="solid"/>
            <a:round/>
            <a:headEnd len="med" w="med" type="none"/>
            <a:tailEnd len="med" w="med" type="none"/>
          </a:ln>
        </p:spPr>
      </p:sp>
      <p:sp>
        <p:nvSpPr>
          <p:cNvPr id="1741" name="Google Shape;1741;p40"/>
          <p:cNvSpPr/>
          <p:nvPr/>
        </p:nvSpPr>
        <p:spPr>
          <a:xfrm>
            <a:off x="5822863" y="1666600"/>
            <a:ext cx="2610274" cy="2610357"/>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a:noFill/>
          </a:ln>
        </p:spPr>
      </p:sp>
      <p:sp>
        <p:nvSpPr>
          <p:cNvPr id="1742" name="Google Shape;1742;p40"/>
          <p:cNvSpPr/>
          <p:nvPr/>
        </p:nvSpPr>
        <p:spPr>
          <a:xfrm>
            <a:off x="1168632" y="1666594"/>
            <a:ext cx="1695932" cy="1696016"/>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dk2"/>
          </a:solidFill>
          <a:ln cap="flat" cmpd="sng" w="19050">
            <a:solidFill>
              <a:schemeClr val="lt1"/>
            </a:solidFill>
            <a:prstDash val="solid"/>
            <a:round/>
            <a:headEnd len="med" w="med" type="none"/>
            <a:tailEnd len="med" w="med" type="none"/>
          </a:ln>
        </p:spPr>
      </p:sp>
      <p:sp>
        <p:nvSpPr>
          <p:cNvPr id="1743" name="Google Shape;1743;p40"/>
          <p:cNvSpPr/>
          <p:nvPr/>
        </p:nvSpPr>
        <p:spPr>
          <a:xfrm>
            <a:off x="2529251" y="1788449"/>
            <a:ext cx="2366533" cy="2366649"/>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a:noFill/>
          </a:ln>
        </p:spPr>
      </p:sp>
      <p:sp>
        <p:nvSpPr>
          <p:cNvPr id="1744" name="Google Shape;1744;p40"/>
          <p:cNvSpPr/>
          <p:nvPr/>
        </p:nvSpPr>
        <p:spPr>
          <a:xfrm>
            <a:off x="4415213" y="1040495"/>
            <a:ext cx="2033720" cy="2033816"/>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dk2"/>
          </a:solidFill>
          <a:ln cap="flat" cmpd="sng" w="19050">
            <a:solidFill>
              <a:schemeClr val="lt1"/>
            </a:solidFill>
            <a:prstDash val="solid"/>
            <a:round/>
            <a:headEnd len="med" w="med" type="none"/>
            <a:tailEnd len="med" w="med" type="none"/>
          </a:ln>
        </p:spPr>
      </p:sp>
      <p:sp>
        <p:nvSpPr>
          <p:cNvPr id="1745" name="Google Shape;1745;p40"/>
          <p:cNvSpPr/>
          <p:nvPr/>
        </p:nvSpPr>
        <p:spPr>
          <a:xfrm>
            <a:off x="787204" y="2589195"/>
            <a:ext cx="550284" cy="550241"/>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accent3"/>
          </a:solidFill>
          <a:ln cap="flat" cmpd="sng" w="19050">
            <a:solidFill>
              <a:schemeClr val="accent2"/>
            </a:solidFill>
            <a:prstDash val="solid"/>
            <a:round/>
            <a:headEnd len="med" w="med" type="none"/>
            <a:tailEnd len="med" w="med" type="none"/>
          </a:ln>
        </p:spPr>
      </p:sp>
      <p:sp>
        <p:nvSpPr>
          <p:cNvPr id="1746" name="Google Shape;1746;p40"/>
          <p:cNvSpPr/>
          <p:nvPr/>
        </p:nvSpPr>
        <p:spPr>
          <a:xfrm>
            <a:off x="2426054" y="3272007"/>
            <a:ext cx="550284" cy="550241"/>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19050">
            <a:solidFill>
              <a:schemeClr val="dk2"/>
            </a:solidFill>
            <a:prstDash val="solid"/>
            <a:round/>
            <a:headEnd len="med" w="med" type="none"/>
            <a:tailEnd len="med" w="med" type="none"/>
          </a:ln>
        </p:spPr>
      </p:sp>
      <p:sp>
        <p:nvSpPr>
          <p:cNvPr id="1747" name="Google Shape;1747;p40"/>
          <p:cNvSpPr/>
          <p:nvPr/>
        </p:nvSpPr>
        <p:spPr>
          <a:xfrm>
            <a:off x="2138923" y="3471827"/>
            <a:ext cx="390329" cy="39025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19050">
            <a:solidFill>
              <a:schemeClr val="dk2"/>
            </a:solidFill>
            <a:prstDash val="solid"/>
            <a:round/>
            <a:headEnd len="med" w="med" type="none"/>
            <a:tailEnd len="med" w="med" type="none"/>
          </a:ln>
        </p:spPr>
      </p:sp>
      <p:sp>
        <p:nvSpPr>
          <p:cNvPr id="1748" name="Google Shape;1748;p40"/>
          <p:cNvSpPr/>
          <p:nvPr/>
        </p:nvSpPr>
        <p:spPr>
          <a:xfrm>
            <a:off x="7602524" y="3657602"/>
            <a:ext cx="1084402" cy="1084264"/>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dk2"/>
          </a:solidFill>
          <a:ln cap="flat" cmpd="sng" w="19050">
            <a:solidFill>
              <a:schemeClr val="lt1"/>
            </a:solidFill>
            <a:prstDash val="solid"/>
            <a:round/>
            <a:headEnd len="med" w="med" type="none"/>
            <a:tailEnd len="med" w="med" type="none"/>
          </a:ln>
        </p:spPr>
      </p:sp>
      <p:sp>
        <p:nvSpPr>
          <p:cNvPr id="1749" name="Google Shape;1749;p40"/>
          <p:cNvSpPr/>
          <p:nvPr/>
        </p:nvSpPr>
        <p:spPr>
          <a:xfrm>
            <a:off x="457200" y="419700"/>
            <a:ext cx="335456" cy="3354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rgbClr val="FFFFFF">
              <a:alpha val="86590"/>
            </a:srgbClr>
          </a:solidFill>
          <a:ln>
            <a:noFill/>
          </a:ln>
        </p:spPr>
      </p:sp>
      <p:sp>
        <p:nvSpPr>
          <p:cNvPr id="1750" name="Google Shape;1750;p40"/>
          <p:cNvSpPr/>
          <p:nvPr/>
        </p:nvSpPr>
        <p:spPr>
          <a:xfrm>
            <a:off x="8433127" y="675776"/>
            <a:ext cx="253846" cy="253789"/>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rgbClr val="FFFFFF">
              <a:alpha val="25140"/>
            </a:srgbClr>
          </a:solidFill>
          <a:ln>
            <a:noFill/>
          </a:ln>
        </p:spPr>
      </p:sp>
      <p:sp>
        <p:nvSpPr>
          <p:cNvPr id="1751" name="Google Shape;1751;p40"/>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752" name="Google Shape;1752;p40"/>
          <p:cNvGrpSpPr/>
          <p:nvPr/>
        </p:nvGrpSpPr>
        <p:grpSpPr>
          <a:xfrm>
            <a:off x="457195" y="3390888"/>
            <a:ext cx="995437" cy="1341169"/>
            <a:chOff x="457200" y="3192100"/>
            <a:chExt cx="1142998" cy="1539980"/>
          </a:xfrm>
        </p:grpSpPr>
        <p:sp>
          <p:nvSpPr>
            <p:cNvPr id="1753" name="Google Shape;1753;p40"/>
            <p:cNvSpPr/>
            <p:nvPr/>
          </p:nvSpPr>
          <p:spPr>
            <a:xfrm>
              <a:off x="864888" y="3346389"/>
              <a:ext cx="735310" cy="1385691"/>
            </a:xfrm>
            <a:custGeom>
              <a:rect b="b" l="l" r="r" t="t"/>
              <a:pathLst>
                <a:path extrusionOk="0" h="9969" w="5290">
                  <a:moveTo>
                    <a:pt x="2916" y="198"/>
                  </a:moveTo>
                  <a:lnTo>
                    <a:pt x="3002" y="207"/>
                  </a:lnTo>
                  <a:lnTo>
                    <a:pt x="3096" y="215"/>
                  </a:lnTo>
                  <a:lnTo>
                    <a:pt x="3182" y="241"/>
                  </a:lnTo>
                  <a:lnTo>
                    <a:pt x="3260" y="267"/>
                  </a:lnTo>
                  <a:lnTo>
                    <a:pt x="3329" y="301"/>
                  </a:lnTo>
                  <a:lnTo>
                    <a:pt x="3389" y="344"/>
                  </a:lnTo>
                  <a:lnTo>
                    <a:pt x="3432" y="405"/>
                  </a:lnTo>
                  <a:lnTo>
                    <a:pt x="3466" y="465"/>
                  </a:lnTo>
                  <a:lnTo>
                    <a:pt x="3475" y="508"/>
                  </a:lnTo>
                  <a:lnTo>
                    <a:pt x="3475" y="542"/>
                  </a:lnTo>
                  <a:lnTo>
                    <a:pt x="3458" y="577"/>
                  </a:lnTo>
                  <a:lnTo>
                    <a:pt x="3423" y="602"/>
                  </a:lnTo>
                  <a:lnTo>
                    <a:pt x="3389" y="637"/>
                  </a:lnTo>
                  <a:lnTo>
                    <a:pt x="3346" y="663"/>
                  </a:lnTo>
                  <a:lnTo>
                    <a:pt x="3243" y="706"/>
                  </a:lnTo>
                  <a:lnTo>
                    <a:pt x="3131" y="749"/>
                  </a:lnTo>
                  <a:lnTo>
                    <a:pt x="3019" y="774"/>
                  </a:lnTo>
                  <a:lnTo>
                    <a:pt x="2873" y="809"/>
                  </a:lnTo>
                  <a:lnTo>
                    <a:pt x="2709" y="826"/>
                  </a:lnTo>
                  <a:lnTo>
                    <a:pt x="2537" y="826"/>
                  </a:lnTo>
                  <a:lnTo>
                    <a:pt x="2443" y="783"/>
                  </a:lnTo>
                  <a:lnTo>
                    <a:pt x="2340" y="740"/>
                  </a:lnTo>
                  <a:lnTo>
                    <a:pt x="2271" y="714"/>
                  </a:lnTo>
                  <a:lnTo>
                    <a:pt x="2202" y="688"/>
                  </a:lnTo>
                  <a:lnTo>
                    <a:pt x="2142" y="645"/>
                  </a:lnTo>
                  <a:lnTo>
                    <a:pt x="2082" y="602"/>
                  </a:lnTo>
                  <a:lnTo>
                    <a:pt x="2064" y="585"/>
                  </a:lnTo>
                  <a:lnTo>
                    <a:pt x="2047" y="559"/>
                  </a:lnTo>
                  <a:lnTo>
                    <a:pt x="2047" y="542"/>
                  </a:lnTo>
                  <a:lnTo>
                    <a:pt x="2047" y="516"/>
                  </a:lnTo>
                  <a:lnTo>
                    <a:pt x="2073" y="473"/>
                  </a:lnTo>
                  <a:lnTo>
                    <a:pt x="2107" y="430"/>
                  </a:lnTo>
                  <a:lnTo>
                    <a:pt x="2150" y="396"/>
                  </a:lnTo>
                  <a:lnTo>
                    <a:pt x="2193" y="362"/>
                  </a:lnTo>
                  <a:lnTo>
                    <a:pt x="2271" y="319"/>
                  </a:lnTo>
                  <a:lnTo>
                    <a:pt x="2322" y="293"/>
                  </a:lnTo>
                  <a:lnTo>
                    <a:pt x="2391" y="267"/>
                  </a:lnTo>
                  <a:lnTo>
                    <a:pt x="2546" y="224"/>
                  </a:lnTo>
                  <a:lnTo>
                    <a:pt x="2727" y="207"/>
                  </a:lnTo>
                  <a:lnTo>
                    <a:pt x="2821" y="198"/>
                  </a:lnTo>
                  <a:close/>
                  <a:moveTo>
                    <a:pt x="3294" y="886"/>
                  </a:moveTo>
                  <a:lnTo>
                    <a:pt x="3243" y="972"/>
                  </a:lnTo>
                  <a:lnTo>
                    <a:pt x="3200" y="1050"/>
                  </a:lnTo>
                  <a:lnTo>
                    <a:pt x="3174" y="1144"/>
                  </a:lnTo>
                  <a:lnTo>
                    <a:pt x="3148" y="1230"/>
                  </a:lnTo>
                  <a:lnTo>
                    <a:pt x="3122" y="1514"/>
                  </a:lnTo>
                  <a:lnTo>
                    <a:pt x="3088" y="1824"/>
                  </a:lnTo>
                  <a:lnTo>
                    <a:pt x="3071" y="2133"/>
                  </a:lnTo>
                  <a:lnTo>
                    <a:pt x="3062" y="2297"/>
                  </a:lnTo>
                  <a:lnTo>
                    <a:pt x="3071" y="2451"/>
                  </a:lnTo>
                  <a:lnTo>
                    <a:pt x="3071" y="2684"/>
                  </a:lnTo>
                  <a:lnTo>
                    <a:pt x="3028" y="3208"/>
                  </a:lnTo>
                  <a:lnTo>
                    <a:pt x="2985" y="3733"/>
                  </a:lnTo>
                  <a:lnTo>
                    <a:pt x="2959" y="3974"/>
                  </a:lnTo>
                  <a:lnTo>
                    <a:pt x="2950" y="4206"/>
                  </a:lnTo>
                  <a:lnTo>
                    <a:pt x="2959" y="4438"/>
                  </a:lnTo>
                  <a:lnTo>
                    <a:pt x="2976" y="4662"/>
                  </a:lnTo>
                  <a:lnTo>
                    <a:pt x="3002" y="4885"/>
                  </a:lnTo>
                  <a:lnTo>
                    <a:pt x="3053" y="5100"/>
                  </a:lnTo>
                  <a:lnTo>
                    <a:pt x="3122" y="5324"/>
                  </a:lnTo>
                  <a:lnTo>
                    <a:pt x="3208" y="5556"/>
                  </a:lnTo>
                  <a:lnTo>
                    <a:pt x="3294" y="5763"/>
                  </a:lnTo>
                  <a:lnTo>
                    <a:pt x="3389" y="5960"/>
                  </a:lnTo>
                  <a:lnTo>
                    <a:pt x="3329" y="5969"/>
                  </a:lnTo>
                  <a:lnTo>
                    <a:pt x="3260" y="5986"/>
                  </a:lnTo>
                  <a:lnTo>
                    <a:pt x="3200" y="6003"/>
                  </a:lnTo>
                  <a:lnTo>
                    <a:pt x="3139" y="6038"/>
                  </a:lnTo>
                  <a:lnTo>
                    <a:pt x="3088" y="6072"/>
                  </a:lnTo>
                  <a:lnTo>
                    <a:pt x="3028" y="6115"/>
                  </a:lnTo>
                  <a:lnTo>
                    <a:pt x="2924" y="6210"/>
                  </a:lnTo>
                  <a:lnTo>
                    <a:pt x="2856" y="6261"/>
                  </a:lnTo>
                  <a:lnTo>
                    <a:pt x="2795" y="6304"/>
                  </a:lnTo>
                  <a:lnTo>
                    <a:pt x="2735" y="6330"/>
                  </a:lnTo>
                  <a:lnTo>
                    <a:pt x="2675" y="6339"/>
                  </a:lnTo>
                  <a:lnTo>
                    <a:pt x="2546" y="6339"/>
                  </a:lnTo>
                  <a:lnTo>
                    <a:pt x="2486" y="6322"/>
                  </a:lnTo>
                  <a:lnTo>
                    <a:pt x="2426" y="6304"/>
                  </a:lnTo>
                  <a:lnTo>
                    <a:pt x="2176" y="6210"/>
                  </a:lnTo>
                  <a:lnTo>
                    <a:pt x="2116" y="6184"/>
                  </a:lnTo>
                  <a:lnTo>
                    <a:pt x="2047" y="6167"/>
                  </a:lnTo>
                  <a:lnTo>
                    <a:pt x="1978" y="6158"/>
                  </a:lnTo>
                  <a:lnTo>
                    <a:pt x="1910" y="6158"/>
                  </a:lnTo>
                  <a:lnTo>
                    <a:pt x="1858" y="6167"/>
                  </a:lnTo>
                  <a:lnTo>
                    <a:pt x="1918" y="6064"/>
                  </a:lnTo>
                  <a:lnTo>
                    <a:pt x="2142" y="5668"/>
                  </a:lnTo>
                  <a:lnTo>
                    <a:pt x="2254" y="5470"/>
                  </a:lnTo>
                  <a:lnTo>
                    <a:pt x="2357" y="5264"/>
                  </a:lnTo>
                  <a:lnTo>
                    <a:pt x="2374" y="5212"/>
                  </a:lnTo>
                  <a:lnTo>
                    <a:pt x="2383" y="5152"/>
                  </a:lnTo>
                  <a:lnTo>
                    <a:pt x="2383" y="5092"/>
                  </a:lnTo>
                  <a:lnTo>
                    <a:pt x="2374" y="5023"/>
                  </a:lnTo>
                  <a:lnTo>
                    <a:pt x="2383" y="3922"/>
                  </a:lnTo>
                  <a:lnTo>
                    <a:pt x="2383" y="2821"/>
                  </a:lnTo>
                  <a:lnTo>
                    <a:pt x="2383" y="2658"/>
                  </a:lnTo>
                  <a:lnTo>
                    <a:pt x="2391" y="2494"/>
                  </a:lnTo>
                  <a:lnTo>
                    <a:pt x="2391" y="1970"/>
                  </a:lnTo>
                  <a:lnTo>
                    <a:pt x="2391" y="1712"/>
                  </a:lnTo>
                  <a:lnTo>
                    <a:pt x="2391" y="1445"/>
                  </a:lnTo>
                  <a:lnTo>
                    <a:pt x="2383" y="1325"/>
                  </a:lnTo>
                  <a:lnTo>
                    <a:pt x="2374" y="1204"/>
                  </a:lnTo>
                  <a:lnTo>
                    <a:pt x="2348" y="1084"/>
                  </a:lnTo>
                  <a:lnTo>
                    <a:pt x="2314" y="972"/>
                  </a:lnTo>
                  <a:lnTo>
                    <a:pt x="2408" y="998"/>
                  </a:lnTo>
                  <a:lnTo>
                    <a:pt x="2512" y="1007"/>
                  </a:lnTo>
                  <a:lnTo>
                    <a:pt x="2606" y="1015"/>
                  </a:lnTo>
                  <a:lnTo>
                    <a:pt x="2709" y="1015"/>
                  </a:lnTo>
                  <a:lnTo>
                    <a:pt x="2813" y="1007"/>
                  </a:lnTo>
                  <a:lnTo>
                    <a:pt x="2907" y="998"/>
                  </a:lnTo>
                  <a:lnTo>
                    <a:pt x="3088" y="964"/>
                  </a:lnTo>
                  <a:lnTo>
                    <a:pt x="3182" y="929"/>
                  </a:lnTo>
                  <a:lnTo>
                    <a:pt x="3294" y="886"/>
                  </a:lnTo>
                  <a:close/>
                  <a:moveTo>
                    <a:pt x="3346" y="6184"/>
                  </a:moveTo>
                  <a:lnTo>
                    <a:pt x="3397" y="6193"/>
                  </a:lnTo>
                  <a:lnTo>
                    <a:pt x="3449" y="6210"/>
                  </a:lnTo>
                  <a:lnTo>
                    <a:pt x="3501" y="6236"/>
                  </a:lnTo>
                  <a:lnTo>
                    <a:pt x="3544" y="6261"/>
                  </a:lnTo>
                  <a:lnTo>
                    <a:pt x="3810" y="6760"/>
                  </a:lnTo>
                  <a:lnTo>
                    <a:pt x="4068" y="7259"/>
                  </a:lnTo>
                  <a:lnTo>
                    <a:pt x="4283" y="7689"/>
                  </a:lnTo>
                  <a:lnTo>
                    <a:pt x="4395" y="7904"/>
                  </a:lnTo>
                  <a:lnTo>
                    <a:pt x="4507" y="8111"/>
                  </a:lnTo>
                  <a:lnTo>
                    <a:pt x="4619" y="8317"/>
                  </a:lnTo>
                  <a:lnTo>
                    <a:pt x="4670" y="8412"/>
                  </a:lnTo>
                  <a:lnTo>
                    <a:pt x="4722" y="8506"/>
                  </a:lnTo>
                  <a:lnTo>
                    <a:pt x="4756" y="8601"/>
                  </a:lnTo>
                  <a:lnTo>
                    <a:pt x="4782" y="8695"/>
                  </a:lnTo>
                  <a:lnTo>
                    <a:pt x="4808" y="8799"/>
                  </a:lnTo>
                  <a:lnTo>
                    <a:pt x="4816" y="8902"/>
                  </a:lnTo>
                  <a:lnTo>
                    <a:pt x="4808" y="8953"/>
                  </a:lnTo>
                  <a:lnTo>
                    <a:pt x="4799" y="9005"/>
                  </a:lnTo>
                  <a:lnTo>
                    <a:pt x="4782" y="9048"/>
                  </a:lnTo>
                  <a:lnTo>
                    <a:pt x="4756" y="9091"/>
                  </a:lnTo>
                  <a:lnTo>
                    <a:pt x="4730" y="9134"/>
                  </a:lnTo>
                  <a:lnTo>
                    <a:pt x="4696" y="9168"/>
                  </a:lnTo>
                  <a:lnTo>
                    <a:pt x="4619" y="9246"/>
                  </a:lnTo>
                  <a:lnTo>
                    <a:pt x="4524" y="9306"/>
                  </a:lnTo>
                  <a:lnTo>
                    <a:pt x="4412" y="9366"/>
                  </a:lnTo>
                  <a:lnTo>
                    <a:pt x="4292" y="9418"/>
                  </a:lnTo>
                  <a:lnTo>
                    <a:pt x="4171" y="9461"/>
                  </a:lnTo>
                  <a:lnTo>
                    <a:pt x="4042" y="9495"/>
                  </a:lnTo>
                  <a:lnTo>
                    <a:pt x="3913" y="9530"/>
                  </a:lnTo>
                  <a:lnTo>
                    <a:pt x="3655" y="9573"/>
                  </a:lnTo>
                  <a:lnTo>
                    <a:pt x="3432" y="9607"/>
                  </a:lnTo>
                  <a:lnTo>
                    <a:pt x="3260" y="9624"/>
                  </a:lnTo>
                  <a:lnTo>
                    <a:pt x="2967" y="9633"/>
                  </a:lnTo>
                  <a:lnTo>
                    <a:pt x="2675" y="9641"/>
                  </a:lnTo>
                  <a:lnTo>
                    <a:pt x="2383" y="9624"/>
                  </a:lnTo>
                  <a:lnTo>
                    <a:pt x="2090" y="9598"/>
                  </a:lnTo>
                  <a:lnTo>
                    <a:pt x="1953" y="9573"/>
                  </a:lnTo>
                  <a:lnTo>
                    <a:pt x="1815" y="9564"/>
                  </a:lnTo>
                  <a:lnTo>
                    <a:pt x="1652" y="9530"/>
                  </a:lnTo>
                  <a:lnTo>
                    <a:pt x="1488" y="9495"/>
                  </a:lnTo>
                  <a:lnTo>
                    <a:pt x="1333" y="9452"/>
                  </a:lnTo>
                  <a:lnTo>
                    <a:pt x="1161" y="9392"/>
                  </a:lnTo>
                  <a:lnTo>
                    <a:pt x="989" y="9315"/>
                  </a:lnTo>
                  <a:lnTo>
                    <a:pt x="817" y="9229"/>
                  </a:lnTo>
                  <a:lnTo>
                    <a:pt x="731" y="9177"/>
                  </a:lnTo>
                  <a:lnTo>
                    <a:pt x="654" y="9125"/>
                  </a:lnTo>
                  <a:lnTo>
                    <a:pt x="576" y="9065"/>
                  </a:lnTo>
                  <a:lnTo>
                    <a:pt x="508" y="9005"/>
                  </a:lnTo>
                  <a:lnTo>
                    <a:pt x="439" y="8936"/>
                  </a:lnTo>
                  <a:lnTo>
                    <a:pt x="387" y="8867"/>
                  </a:lnTo>
                  <a:lnTo>
                    <a:pt x="336" y="8790"/>
                  </a:lnTo>
                  <a:lnTo>
                    <a:pt x="301" y="8713"/>
                  </a:lnTo>
                  <a:lnTo>
                    <a:pt x="301" y="8652"/>
                  </a:lnTo>
                  <a:lnTo>
                    <a:pt x="310" y="8592"/>
                  </a:lnTo>
                  <a:lnTo>
                    <a:pt x="336" y="8523"/>
                  </a:lnTo>
                  <a:lnTo>
                    <a:pt x="370" y="8455"/>
                  </a:lnTo>
                  <a:lnTo>
                    <a:pt x="654" y="8042"/>
                  </a:lnTo>
                  <a:lnTo>
                    <a:pt x="938" y="7629"/>
                  </a:lnTo>
                  <a:lnTo>
                    <a:pt x="1273" y="7113"/>
                  </a:lnTo>
                  <a:lnTo>
                    <a:pt x="1591" y="6597"/>
                  </a:lnTo>
                  <a:lnTo>
                    <a:pt x="1720" y="6502"/>
                  </a:lnTo>
                  <a:lnTo>
                    <a:pt x="1789" y="6459"/>
                  </a:lnTo>
                  <a:lnTo>
                    <a:pt x="1858" y="6425"/>
                  </a:lnTo>
                  <a:lnTo>
                    <a:pt x="1935" y="6399"/>
                  </a:lnTo>
                  <a:lnTo>
                    <a:pt x="2013" y="6399"/>
                  </a:lnTo>
                  <a:lnTo>
                    <a:pt x="2090" y="6408"/>
                  </a:lnTo>
                  <a:lnTo>
                    <a:pt x="2185" y="6433"/>
                  </a:lnTo>
                  <a:lnTo>
                    <a:pt x="2288" y="6485"/>
                  </a:lnTo>
                  <a:lnTo>
                    <a:pt x="2400" y="6537"/>
                  </a:lnTo>
                  <a:lnTo>
                    <a:pt x="2460" y="6554"/>
                  </a:lnTo>
                  <a:lnTo>
                    <a:pt x="2520" y="6571"/>
                  </a:lnTo>
                  <a:lnTo>
                    <a:pt x="2580" y="6580"/>
                  </a:lnTo>
                  <a:lnTo>
                    <a:pt x="2632" y="6580"/>
                  </a:lnTo>
                  <a:lnTo>
                    <a:pt x="2718" y="6571"/>
                  </a:lnTo>
                  <a:lnTo>
                    <a:pt x="2804" y="6554"/>
                  </a:lnTo>
                  <a:lnTo>
                    <a:pt x="2873" y="6519"/>
                  </a:lnTo>
                  <a:lnTo>
                    <a:pt x="2907" y="6502"/>
                  </a:lnTo>
                  <a:lnTo>
                    <a:pt x="2942" y="6468"/>
                  </a:lnTo>
                  <a:lnTo>
                    <a:pt x="3131" y="6287"/>
                  </a:lnTo>
                  <a:lnTo>
                    <a:pt x="3182" y="6236"/>
                  </a:lnTo>
                  <a:lnTo>
                    <a:pt x="3243" y="6201"/>
                  </a:lnTo>
                  <a:lnTo>
                    <a:pt x="3294" y="6184"/>
                  </a:lnTo>
                  <a:close/>
                  <a:moveTo>
                    <a:pt x="2795" y="0"/>
                  </a:moveTo>
                  <a:lnTo>
                    <a:pt x="2684" y="9"/>
                  </a:lnTo>
                  <a:lnTo>
                    <a:pt x="2580" y="18"/>
                  </a:lnTo>
                  <a:lnTo>
                    <a:pt x="2469" y="43"/>
                  </a:lnTo>
                  <a:lnTo>
                    <a:pt x="2365" y="69"/>
                  </a:lnTo>
                  <a:lnTo>
                    <a:pt x="2262" y="112"/>
                  </a:lnTo>
                  <a:lnTo>
                    <a:pt x="2168" y="155"/>
                  </a:lnTo>
                  <a:lnTo>
                    <a:pt x="2082" y="207"/>
                  </a:lnTo>
                  <a:lnTo>
                    <a:pt x="2004" y="258"/>
                  </a:lnTo>
                  <a:lnTo>
                    <a:pt x="1935" y="327"/>
                  </a:lnTo>
                  <a:lnTo>
                    <a:pt x="1901" y="370"/>
                  </a:lnTo>
                  <a:lnTo>
                    <a:pt x="1884" y="405"/>
                  </a:lnTo>
                  <a:lnTo>
                    <a:pt x="1867" y="448"/>
                  </a:lnTo>
                  <a:lnTo>
                    <a:pt x="1858" y="491"/>
                  </a:lnTo>
                  <a:lnTo>
                    <a:pt x="1849" y="534"/>
                  </a:lnTo>
                  <a:lnTo>
                    <a:pt x="1858" y="568"/>
                  </a:lnTo>
                  <a:lnTo>
                    <a:pt x="1849" y="628"/>
                  </a:lnTo>
                  <a:lnTo>
                    <a:pt x="1858" y="688"/>
                  </a:lnTo>
                  <a:lnTo>
                    <a:pt x="1901" y="774"/>
                  </a:lnTo>
                  <a:lnTo>
                    <a:pt x="1944" y="843"/>
                  </a:lnTo>
                  <a:lnTo>
                    <a:pt x="2039" y="972"/>
                  </a:lnTo>
                  <a:lnTo>
                    <a:pt x="2082" y="1032"/>
                  </a:lnTo>
                  <a:lnTo>
                    <a:pt x="2116" y="1110"/>
                  </a:lnTo>
                  <a:lnTo>
                    <a:pt x="2142" y="1196"/>
                  </a:lnTo>
                  <a:lnTo>
                    <a:pt x="2159" y="1299"/>
                  </a:lnTo>
                  <a:lnTo>
                    <a:pt x="2176" y="1523"/>
                  </a:lnTo>
                  <a:lnTo>
                    <a:pt x="2185" y="1746"/>
                  </a:lnTo>
                  <a:lnTo>
                    <a:pt x="2185" y="2193"/>
                  </a:lnTo>
                  <a:lnTo>
                    <a:pt x="2185" y="2417"/>
                  </a:lnTo>
                  <a:lnTo>
                    <a:pt x="2176" y="2615"/>
                  </a:lnTo>
                  <a:lnTo>
                    <a:pt x="2176" y="2718"/>
                  </a:lnTo>
                  <a:lnTo>
                    <a:pt x="2176" y="2813"/>
                  </a:lnTo>
                  <a:lnTo>
                    <a:pt x="2176" y="3828"/>
                  </a:lnTo>
                  <a:lnTo>
                    <a:pt x="2176" y="4842"/>
                  </a:lnTo>
                  <a:lnTo>
                    <a:pt x="2116" y="5057"/>
                  </a:lnTo>
                  <a:lnTo>
                    <a:pt x="2047" y="5264"/>
                  </a:lnTo>
                  <a:lnTo>
                    <a:pt x="1961" y="5470"/>
                  </a:lnTo>
                  <a:lnTo>
                    <a:pt x="1849" y="5677"/>
                  </a:lnTo>
                  <a:lnTo>
                    <a:pt x="1540" y="6201"/>
                  </a:lnTo>
                  <a:lnTo>
                    <a:pt x="1213" y="6726"/>
                  </a:lnTo>
                  <a:lnTo>
                    <a:pt x="1067" y="6941"/>
                  </a:lnTo>
                  <a:lnTo>
                    <a:pt x="920" y="7164"/>
                  </a:lnTo>
                  <a:lnTo>
                    <a:pt x="602" y="7612"/>
                  </a:lnTo>
                  <a:lnTo>
                    <a:pt x="447" y="7827"/>
                  </a:lnTo>
                  <a:lnTo>
                    <a:pt x="301" y="8059"/>
                  </a:lnTo>
                  <a:lnTo>
                    <a:pt x="164" y="8283"/>
                  </a:lnTo>
                  <a:lnTo>
                    <a:pt x="43" y="8523"/>
                  </a:lnTo>
                  <a:lnTo>
                    <a:pt x="17" y="8592"/>
                  </a:lnTo>
                  <a:lnTo>
                    <a:pt x="0" y="8661"/>
                  </a:lnTo>
                  <a:lnTo>
                    <a:pt x="0" y="8721"/>
                  </a:lnTo>
                  <a:lnTo>
                    <a:pt x="9" y="8790"/>
                  </a:lnTo>
                  <a:lnTo>
                    <a:pt x="35" y="8859"/>
                  </a:lnTo>
                  <a:lnTo>
                    <a:pt x="60" y="8919"/>
                  </a:lnTo>
                  <a:lnTo>
                    <a:pt x="103" y="8979"/>
                  </a:lnTo>
                  <a:lnTo>
                    <a:pt x="146" y="9039"/>
                  </a:lnTo>
                  <a:lnTo>
                    <a:pt x="241" y="9143"/>
                  </a:lnTo>
                  <a:lnTo>
                    <a:pt x="353" y="9246"/>
                  </a:lnTo>
                  <a:lnTo>
                    <a:pt x="465" y="9332"/>
                  </a:lnTo>
                  <a:lnTo>
                    <a:pt x="568" y="9409"/>
                  </a:lnTo>
                  <a:lnTo>
                    <a:pt x="671" y="9487"/>
                  </a:lnTo>
                  <a:lnTo>
                    <a:pt x="774" y="9547"/>
                  </a:lnTo>
                  <a:lnTo>
                    <a:pt x="886" y="9607"/>
                  </a:lnTo>
                  <a:lnTo>
                    <a:pt x="1006" y="9659"/>
                  </a:lnTo>
                  <a:lnTo>
                    <a:pt x="1127" y="9702"/>
                  </a:lnTo>
                  <a:lnTo>
                    <a:pt x="1256" y="9745"/>
                  </a:lnTo>
                  <a:lnTo>
                    <a:pt x="1376" y="9770"/>
                  </a:lnTo>
                  <a:lnTo>
                    <a:pt x="1505" y="9796"/>
                  </a:lnTo>
                  <a:lnTo>
                    <a:pt x="1677" y="9839"/>
                  </a:lnTo>
                  <a:lnTo>
                    <a:pt x="1858" y="9874"/>
                  </a:lnTo>
                  <a:lnTo>
                    <a:pt x="2039" y="9908"/>
                  </a:lnTo>
                  <a:lnTo>
                    <a:pt x="2219" y="9934"/>
                  </a:lnTo>
                  <a:lnTo>
                    <a:pt x="2400" y="9942"/>
                  </a:lnTo>
                  <a:lnTo>
                    <a:pt x="2589" y="9960"/>
                  </a:lnTo>
                  <a:lnTo>
                    <a:pt x="2950" y="9960"/>
                  </a:lnTo>
                  <a:lnTo>
                    <a:pt x="3157" y="9968"/>
                  </a:lnTo>
                  <a:lnTo>
                    <a:pt x="3354" y="9968"/>
                  </a:lnTo>
                  <a:lnTo>
                    <a:pt x="3561" y="9960"/>
                  </a:lnTo>
                  <a:lnTo>
                    <a:pt x="3767" y="9942"/>
                  </a:lnTo>
                  <a:lnTo>
                    <a:pt x="3905" y="9925"/>
                  </a:lnTo>
                  <a:lnTo>
                    <a:pt x="4042" y="9908"/>
                  </a:lnTo>
                  <a:lnTo>
                    <a:pt x="4180" y="9882"/>
                  </a:lnTo>
                  <a:lnTo>
                    <a:pt x="4309" y="9848"/>
                  </a:lnTo>
                  <a:lnTo>
                    <a:pt x="4447" y="9805"/>
                  </a:lnTo>
                  <a:lnTo>
                    <a:pt x="4576" y="9753"/>
                  </a:lnTo>
                  <a:lnTo>
                    <a:pt x="4696" y="9693"/>
                  </a:lnTo>
                  <a:lnTo>
                    <a:pt x="4816" y="9624"/>
                  </a:lnTo>
                  <a:lnTo>
                    <a:pt x="4920" y="9547"/>
                  </a:lnTo>
                  <a:lnTo>
                    <a:pt x="5006" y="9469"/>
                  </a:lnTo>
                  <a:lnTo>
                    <a:pt x="5057" y="9444"/>
                  </a:lnTo>
                  <a:lnTo>
                    <a:pt x="5109" y="9409"/>
                  </a:lnTo>
                  <a:lnTo>
                    <a:pt x="5161" y="9375"/>
                  </a:lnTo>
                  <a:lnTo>
                    <a:pt x="5204" y="9332"/>
                  </a:lnTo>
                  <a:lnTo>
                    <a:pt x="5238" y="9289"/>
                  </a:lnTo>
                  <a:lnTo>
                    <a:pt x="5264" y="9237"/>
                  </a:lnTo>
                  <a:lnTo>
                    <a:pt x="5281" y="9177"/>
                  </a:lnTo>
                  <a:lnTo>
                    <a:pt x="5290" y="9108"/>
                  </a:lnTo>
                  <a:lnTo>
                    <a:pt x="5290" y="9022"/>
                  </a:lnTo>
                  <a:lnTo>
                    <a:pt x="5281" y="8936"/>
                  </a:lnTo>
                  <a:lnTo>
                    <a:pt x="5264" y="8850"/>
                  </a:lnTo>
                  <a:lnTo>
                    <a:pt x="5238" y="8764"/>
                  </a:lnTo>
                  <a:lnTo>
                    <a:pt x="5204" y="8678"/>
                  </a:lnTo>
                  <a:lnTo>
                    <a:pt x="5169" y="8592"/>
                  </a:lnTo>
                  <a:lnTo>
                    <a:pt x="5075" y="8429"/>
                  </a:lnTo>
                  <a:lnTo>
                    <a:pt x="4980" y="8265"/>
                  </a:lnTo>
                  <a:lnTo>
                    <a:pt x="4877" y="8102"/>
                  </a:lnTo>
                  <a:lnTo>
                    <a:pt x="4773" y="7947"/>
                  </a:lnTo>
                  <a:lnTo>
                    <a:pt x="4687" y="7801"/>
                  </a:lnTo>
                  <a:lnTo>
                    <a:pt x="4326" y="7113"/>
                  </a:lnTo>
                  <a:lnTo>
                    <a:pt x="3974" y="6425"/>
                  </a:lnTo>
                  <a:lnTo>
                    <a:pt x="3802" y="6072"/>
                  </a:lnTo>
                  <a:lnTo>
                    <a:pt x="3638" y="5720"/>
                  </a:lnTo>
                  <a:lnTo>
                    <a:pt x="3483" y="5358"/>
                  </a:lnTo>
                  <a:lnTo>
                    <a:pt x="3337" y="5006"/>
                  </a:lnTo>
                  <a:lnTo>
                    <a:pt x="3294" y="4799"/>
                  </a:lnTo>
                  <a:lnTo>
                    <a:pt x="3251" y="4584"/>
                  </a:lnTo>
                  <a:lnTo>
                    <a:pt x="3251" y="4197"/>
                  </a:lnTo>
                  <a:lnTo>
                    <a:pt x="3260" y="4180"/>
                  </a:lnTo>
                  <a:lnTo>
                    <a:pt x="3268" y="4154"/>
                  </a:lnTo>
                  <a:lnTo>
                    <a:pt x="3268" y="2778"/>
                  </a:lnTo>
                  <a:lnTo>
                    <a:pt x="3286" y="2675"/>
                  </a:lnTo>
                  <a:lnTo>
                    <a:pt x="3294" y="2572"/>
                  </a:lnTo>
                  <a:lnTo>
                    <a:pt x="3294" y="2357"/>
                  </a:lnTo>
                  <a:lnTo>
                    <a:pt x="3286" y="2142"/>
                  </a:lnTo>
                  <a:lnTo>
                    <a:pt x="3277" y="1927"/>
                  </a:lnTo>
                  <a:lnTo>
                    <a:pt x="3268" y="1712"/>
                  </a:lnTo>
                  <a:lnTo>
                    <a:pt x="3277" y="1609"/>
                  </a:lnTo>
                  <a:lnTo>
                    <a:pt x="3286" y="1505"/>
                  </a:lnTo>
                  <a:lnTo>
                    <a:pt x="3294" y="1394"/>
                  </a:lnTo>
                  <a:lnTo>
                    <a:pt x="3320" y="1299"/>
                  </a:lnTo>
                  <a:lnTo>
                    <a:pt x="3346" y="1196"/>
                  </a:lnTo>
                  <a:lnTo>
                    <a:pt x="3380" y="1101"/>
                  </a:lnTo>
                  <a:lnTo>
                    <a:pt x="3415" y="1024"/>
                  </a:lnTo>
                  <a:lnTo>
                    <a:pt x="3458" y="955"/>
                  </a:lnTo>
                  <a:lnTo>
                    <a:pt x="3544" y="835"/>
                  </a:lnTo>
                  <a:lnTo>
                    <a:pt x="3587" y="766"/>
                  </a:lnTo>
                  <a:lnTo>
                    <a:pt x="3621" y="706"/>
                  </a:lnTo>
                  <a:lnTo>
                    <a:pt x="3647" y="645"/>
                  </a:lnTo>
                  <a:lnTo>
                    <a:pt x="3664" y="577"/>
                  </a:lnTo>
                  <a:lnTo>
                    <a:pt x="3673" y="542"/>
                  </a:lnTo>
                  <a:lnTo>
                    <a:pt x="3681" y="499"/>
                  </a:lnTo>
                  <a:lnTo>
                    <a:pt x="3673" y="465"/>
                  </a:lnTo>
                  <a:lnTo>
                    <a:pt x="3673" y="430"/>
                  </a:lnTo>
                  <a:lnTo>
                    <a:pt x="3655" y="387"/>
                  </a:lnTo>
                  <a:lnTo>
                    <a:pt x="3638" y="353"/>
                  </a:lnTo>
                  <a:lnTo>
                    <a:pt x="3612" y="310"/>
                  </a:lnTo>
                  <a:lnTo>
                    <a:pt x="3578" y="276"/>
                  </a:lnTo>
                  <a:lnTo>
                    <a:pt x="3501" y="207"/>
                  </a:lnTo>
                  <a:lnTo>
                    <a:pt x="3423" y="147"/>
                  </a:lnTo>
                  <a:lnTo>
                    <a:pt x="3329" y="95"/>
                  </a:lnTo>
                  <a:lnTo>
                    <a:pt x="3234" y="61"/>
                  </a:lnTo>
                  <a:lnTo>
                    <a:pt x="3131" y="35"/>
                  </a:lnTo>
                  <a:lnTo>
                    <a:pt x="3019" y="9"/>
                  </a:lnTo>
                  <a:lnTo>
                    <a:pt x="290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40"/>
            <p:cNvSpPr/>
            <p:nvPr/>
          </p:nvSpPr>
          <p:spPr>
            <a:xfrm>
              <a:off x="1148170" y="4362474"/>
              <a:ext cx="44341" cy="49206"/>
            </a:xfrm>
            <a:custGeom>
              <a:rect b="b" l="l" r="r" t="t"/>
              <a:pathLst>
                <a:path extrusionOk="0" h="354" w="319">
                  <a:moveTo>
                    <a:pt x="147" y="1"/>
                  </a:moveTo>
                  <a:lnTo>
                    <a:pt x="121" y="9"/>
                  </a:lnTo>
                  <a:lnTo>
                    <a:pt x="87" y="18"/>
                  </a:lnTo>
                  <a:lnTo>
                    <a:pt x="61" y="35"/>
                  </a:lnTo>
                  <a:lnTo>
                    <a:pt x="35" y="61"/>
                  </a:lnTo>
                  <a:lnTo>
                    <a:pt x="9" y="95"/>
                  </a:lnTo>
                  <a:lnTo>
                    <a:pt x="1" y="130"/>
                  </a:lnTo>
                  <a:lnTo>
                    <a:pt x="1" y="164"/>
                  </a:lnTo>
                  <a:lnTo>
                    <a:pt x="1" y="198"/>
                  </a:lnTo>
                  <a:lnTo>
                    <a:pt x="9" y="233"/>
                  </a:lnTo>
                  <a:lnTo>
                    <a:pt x="26" y="267"/>
                  </a:lnTo>
                  <a:lnTo>
                    <a:pt x="44" y="302"/>
                  </a:lnTo>
                  <a:lnTo>
                    <a:pt x="78" y="328"/>
                  </a:lnTo>
                  <a:lnTo>
                    <a:pt x="104" y="345"/>
                  </a:lnTo>
                  <a:lnTo>
                    <a:pt x="138" y="353"/>
                  </a:lnTo>
                  <a:lnTo>
                    <a:pt x="198" y="353"/>
                  </a:lnTo>
                  <a:lnTo>
                    <a:pt x="233" y="345"/>
                  </a:lnTo>
                  <a:lnTo>
                    <a:pt x="259" y="328"/>
                  </a:lnTo>
                  <a:lnTo>
                    <a:pt x="293" y="310"/>
                  </a:lnTo>
                  <a:lnTo>
                    <a:pt x="310" y="284"/>
                  </a:lnTo>
                  <a:lnTo>
                    <a:pt x="319" y="250"/>
                  </a:lnTo>
                  <a:lnTo>
                    <a:pt x="319" y="216"/>
                  </a:lnTo>
                  <a:lnTo>
                    <a:pt x="310" y="181"/>
                  </a:lnTo>
                  <a:lnTo>
                    <a:pt x="276" y="130"/>
                  </a:lnTo>
                  <a:lnTo>
                    <a:pt x="267" y="87"/>
                  </a:lnTo>
                  <a:lnTo>
                    <a:pt x="250" y="61"/>
                  </a:lnTo>
                  <a:lnTo>
                    <a:pt x="224" y="35"/>
                  </a:lnTo>
                  <a:lnTo>
                    <a:pt x="198" y="18"/>
                  </a:lnTo>
                  <a:lnTo>
                    <a:pt x="173" y="9"/>
                  </a:lnTo>
                  <a:lnTo>
                    <a:pt x="1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40"/>
            <p:cNvSpPr/>
            <p:nvPr/>
          </p:nvSpPr>
          <p:spPr>
            <a:xfrm>
              <a:off x="1240189" y="4362474"/>
              <a:ext cx="25298" cy="25298"/>
            </a:xfrm>
            <a:custGeom>
              <a:rect b="b" l="l" r="r" t="t"/>
              <a:pathLst>
                <a:path extrusionOk="0" h="182" w="182">
                  <a:moveTo>
                    <a:pt x="70" y="1"/>
                  </a:moveTo>
                  <a:lnTo>
                    <a:pt x="52" y="9"/>
                  </a:lnTo>
                  <a:lnTo>
                    <a:pt x="35" y="18"/>
                  </a:lnTo>
                  <a:lnTo>
                    <a:pt x="18" y="26"/>
                  </a:lnTo>
                  <a:lnTo>
                    <a:pt x="9" y="52"/>
                  </a:lnTo>
                  <a:lnTo>
                    <a:pt x="1" y="69"/>
                  </a:lnTo>
                  <a:lnTo>
                    <a:pt x="9" y="95"/>
                  </a:lnTo>
                  <a:lnTo>
                    <a:pt x="27" y="138"/>
                  </a:lnTo>
                  <a:lnTo>
                    <a:pt x="44" y="164"/>
                  </a:lnTo>
                  <a:lnTo>
                    <a:pt x="70" y="181"/>
                  </a:lnTo>
                  <a:lnTo>
                    <a:pt x="121" y="181"/>
                  </a:lnTo>
                  <a:lnTo>
                    <a:pt x="147" y="164"/>
                  </a:lnTo>
                  <a:lnTo>
                    <a:pt x="173" y="138"/>
                  </a:lnTo>
                  <a:lnTo>
                    <a:pt x="181" y="112"/>
                  </a:lnTo>
                  <a:lnTo>
                    <a:pt x="181" y="87"/>
                  </a:lnTo>
                  <a:lnTo>
                    <a:pt x="173" y="61"/>
                  </a:lnTo>
                  <a:lnTo>
                    <a:pt x="156" y="44"/>
                  </a:lnTo>
                  <a:lnTo>
                    <a:pt x="121" y="9"/>
                  </a:lnTo>
                  <a:lnTo>
                    <a:pt x="9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40"/>
            <p:cNvSpPr/>
            <p:nvPr/>
          </p:nvSpPr>
          <p:spPr>
            <a:xfrm>
              <a:off x="1285642" y="4315910"/>
              <a:ext cx="21684" cy="21684"/>
            </a:xfrm>
            <a:custGeom>
              <a:rect b="b" l="l" r="r" t="t"/>
              <a:pathLst>
                <a:path extrusionOk="0" h="156" w="156">
                  <a:moveTo>
                    <a:pt x="69" y="0"/>
                  </a:moveTo>
                  <a:lnTo>
                    <a:pt x="44" y="9"/>
                  </a:lnTo>
                  <a:lnTo>
                    <a:pt x="26" y="26"/>
                  </a:lnTo>
                  <a:lnTo>
                    <a:pt x="9" y="43"/>
                  </a:lnTo>
                  <a:lnTo>
                    <a:pt x="1" y="69"/>
                  </a:lnTo>
                  <a:lnTo>
                    <a:pt x="1" y="86"/>
                  </a:lnTo>
                  <a:lnTo>
                    <a:pt x="9" y="112"/>
                  </a:lnTo>
                  <a:lnTo>
                    <a:pt x="18" y="121"/>
                  </a:lnTo>
                  <a:lnTo>
                    <a:pt x="44" y="146"/>
                  </a:lnTo>
                  <a:lnTo>
                    <a:pt x="69" y="155"/>
                  </a:lnTo>
                  <a:lnTo>
                    <a:pt x="78" y="155"/>
                  </a:lnTo>
                  <a:lnTo>
                    <a:pt x="104" y="146"/>
                  </a:lnTo>
                  <a:lnTo>
                    <a:pt x="121" y="129"/>
                  </a:lnTo>
                  <a:lnTo>
                    <a:pt x="138" y="112"/>
                  </a:lnTo>
                  <a:lnTo>
                    <a:pt x="147" y="95"/>
                  </a:lnTo>
                  <a:lnTo>
                    <a:pt x="155" y="69"/>
                  </a:lnTo>
                  <a:lnTo>
                    <a:pt x="147" y="52"/>
                  </a:lnTo>
                  <a:lnTo>
                    <a:pt x="138" y="26"/>
                  </a:lnTo>
                  <a:lnTo>
                    <a:pt x="112" y="9"/>
                  </a:lnTo>
                  <a:lnTo>
                    <a:pt x="9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40"/>
            <p:cNvSpPr/>
            <p:nvPr/>
          </p:nvSpPr>
          <p:spPr>
            <a:xfrm>
              <a:off x="1322755" y="4498833"/>
              <a:ext cx="38364" cy="45453"/>
            </a:xfrm>
            <a:custGeom>
              <a:rect b="b" l="l" r="r" t="t"/>
              <a:pathLst>
                <a:path extrusionOk="0" h="327" w="276">
                  <a:moveTo>
                    <a:pt x="138" y="0"/>
                  </a:moveTo>
                  <a:lnTo>
                    <a:pt x="112" y="9"/>
                  </a:lnTo>
                  <a:lnTo>
                    <a:pt x="78" y="17"/>
                  </a:lnTo>
                  <a:lnTo>
                    <a:pt x="52" y="35"/>
                  </a:lnTo>
                  <a:lnTo>
                    <a:pt x="35" y="60"/>
                  </a:lnTo>
                  <a:lnTo>
                    <a:pt x="17" y="103"/>
                  </a:lnTo>
                  <a:lnTo>
                    <a:pt x="0" y="146"/>
                  </a:lnTo>
                  <a:lnTo>
                    <a:pt x="0" y="189"/>
                  </a:lnTo>
                  <a:lnTo>
                    <a:pt x="17" y="232"/>
                  </a:lnTo>
                  <a:lnTo>
                    <a:pt x="35" y="275"/>
                  </a:lnTo>
                  <a:lnTo>
                    <a:pt x="69" y="301"/>
                  </a:lnTo>
                  <a:lnTo>
                    <a:pt x="103" y="318"/>
                  </a:lnTo>
                  <a:lnTo>
                    <a:pt x="138" y="327"/>
                  </a:lnTo>
                  <a:lnTo>
                    <a:pt x="181" y="318"/>
                  </a:lnTo>
                  <a:lnTo>
                    <a:pt x="215" y="301"/>
                  </a:lnTo>
                  <a:lnTo>
                    <a:pt x="241" y="275"/>
                  </a:lnTo>
                  <a:lnTo>
                    <a:pt x="267" y="232"/>
                  </a:lnTo>
                  <a:lnTo>
                    <a:pt x="275" y="189"/>
                  </a:lnTo>
                  <a:lnTo>
                    <a:pt x="275" y="146"/>
                  </a:lnTo>
                  <a:lnTo>
                    <a:pt x="267" y="103"/>
                  </a:lnTo>
                  <a:lnTo>
                    <a:pt x="250" y="60"/>
                  </a:lnTo>
                  <a:lnTo>
                    <a:pt x="224" y="26"/>
                  </a:lnTo>
                  <a:lnTo>
                    <a:pt x="198" y="9"/>
                  </a:lnTo>
                  <a:lnTo>
                    <a:pt x="17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0"/>
            <p:cNvSpPr/>
            <p:nvPr/>
          </p:nvSpPr>
          <p:spPr>
            <a:xfrm>
              <a:off x="1285642" y="4574031"/>
              <a:ext cx="31275" cy="32526"/>
            </a:xfrm>
            <a:custGeom>
              <a:rect b="b" l="l" r="r" t="t"/>
              <a:pathLst>
                <a:path extrusionOk="0" h="234" w="225">
                  <a:moveTo>
                    <a:pt x="87" y="1"/>
                  </a:moveTo>
                  <a:lnTo>
                    <a:pt x="61" y="10"/>
                  </a:lnTo>
                  <a:lnTo>
                    <a:pt x="26" y="35"/>
                  </a:lnTo>
                  <a:lnTo>
                    <a:pt x="9" y="70"/>
                  </a:lnTo>
                  <a:lnTo>
                    <a:pt x="1" y="113"/>
                  </a:lnTo>
                  <a:lnTo>
                    <a:pt x="9" y="156"/>
                  </a:lnTo>
                  <a:lnTo>
                    <a:pt x="26" y="199"/>
                  </a:lnTo>
                  <a:lnTo>
                    <a:pt x="61" y="225"/>
                  </a:lnTo>
                  <a:lnTo>
                    <a:pt x="87" y="225"/>
                  </a:lnTo>
                  <a:lnTo>
                    <a:pt x="112" y="233"/>
                  </a:lnTo>
                  <a:lnTo>
                    <a:pt x="138" y="225"/>
                  </a:lnTo>
                  <a:lnTo>
                    <a:pt x="164" y="225"/>
                  </a:lnTo>
                  <a:lnTo>
                    <a:pt x="198" y="199"/>
                  </a:lnTo>
                  <a:lnTo>
                    <a:pt x="216" y="156"/>
                  </a:lnTo>
                  <a:lnTo>
                    <a:pt x="224" y="113"/>
                  </a:lnTo>
                  <a:lnTo>
                    <a:pt x="216" y="70"/>
                  </a:lnTo>
                  <a:lnTo>
                    <a:pt x="198" y="35"/>
                  </a:lnTo>
                  <a:lnTo>
                    <a:pt x="164" y="10"/>
                  </a:lnTo>
                  <a:lnTo>
                    <a:pt x="1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0"/>
            <p:cNvSpPr/>
            <p:nvPr/>
          </p:nvSpPr>
          <p:spPr>
            <a:xfrm>
              <a:off x="1267711" y="4514262"/>
              <a:ext cx="22796" cy="24047"/>
            </a:xfrm>
            <a:custGeom>
              <a:rect b="b" l="l" r="r" t="t"/>
              <a:pathLst>
                <a:path extrusionOk="0" h="173" w="164">
                  <a:moveTo>
                    <a:pt x="87" y="1"/>
                  </a:moveTo>
                  <a:lnTo>
                    <a:pt x="52" y="10"/>
                  </a:lnTo>
                  <a:lnTo>
                    <a:pt x="26" y="27"/>
                  </a:lnTo>
                  <a:lnTo>
                    <a:pt x="1" y="53"/>
                  </a:lnTo>
                  <a:lnTo>
                    <a:pt x="1" y="87"/>
                  </a:lnTo>
                  <a:lnTo>
                    <a:pt x="9" y="130"/>
                  </a:lnTo>
                  <a:lnTo>
                    <a:pt x="9" y="139"/>
                  </a:lnTo>
                  <a:lnTo>
                    <a:pt x="35" y="164"/>
                  </a:lnTo>
                  <a:lnTo>
                    <a:pt x="61" y="173"/>
                  </a:lnTo>
                  <a:lnTo>
                    <a:pt x="112" y="173"/>
                  </a:lnTo>
                  <a:lnTo>
                    <a:pt x="130" y="156"/>
                  </a:lnTo>
                  <a:lnTo>
                    <a:pt x="147" y="130"/>
                  </a:lnTo>
                  <a:lnTo>
                    <a:pt x="164" y="104"/>
                  </a:lnTo>
                  <a:lnTo>
                    <a:pt x="164" y="70"/>
                  </a:lnTo>
                  <a:lnTo>
                    <a:pt x="155" y="61"/>
                  </a:lnTo>
                  <a:lnTo>
                    <a:pt x="147" y="27"/>
                  </a:lnTo>
                  <a:lnTo>
                    <a:pt x="121" y="10"/>
                  </a:lnTo>
                  <a:lnTo>
                    <a:pt x="8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0"/>
            <p:cNvSpPr/>
            <p:nvPr/>
          </p:nvSpPr>
          <p:spPr>
            <a:xfrm>
              <a:off x="1039333" y="4517876"/>
              <a:ext cx="36001" cy="39615"/>
            </a:xfrm>
            <a:custGeom>
              <a:rect b="b" l="l" r="r" t="t"/>
              <a:pathLst>
                <a:path extrusionOk="0" h="285" w="259">
                  <a:moveTo>
                    <a:pt x="96" y="1"/>
                  </a:moveTo>
                  <a:lnTo>
                    <a:pt x="61" y="18"/>
                  </a:lnTo>
                  <a:lnTo>
                    <a:pt x="35" y="35"/>
                  </a:lnTo>
                  <a:lnTo>
                    <a:pt x="18" y="70"/>
                  </a:lnTo>
                  <a:lnTo>
                    <a:pt x="10" y="95"/>
                  </a:lnTo>
                  <a:lnTo>
                    <a:pt x="1" y="130"/>
                  </a:lnTo>
                  <a:lnTo>
                    <a:pt x="1" y="173"/>
                  </a:lnTo>
                  <a:lnTo>
                    <a:pt x="10" y="207"/>
                  </a:lnTo>
                  <a:lnTo>
                    <a:pt x="27" y="233"/>
                  </a:lnTo>
                  <a:lnTo>
                    <a:pt x="35" y="259"/>
                  </a:lnTo>
                  <a:lnTo>
                    <a:pt x="61" y="267"/>
                  </a:lnTo>
                  <a:lnTo>
                    <a:pt x="78" y="285"/>
                  </a:lnTo>
                  <a:lnTo>
                    <a:pt x="147" y="285"/>
                  </a:lnTo>
                  <a:lnTo>
                    <a:pt x="173" y="276"/>
                  </a:lnTo>
                  <a:lnTo>
                    <a:pt x="190" y="259"/>
                  </a:lnTo>
                  <a:lnTo>
                    <a:pt x="225" y="224"/>
                  </a:lnTo>
                  <a:lnTo>
                    <a:pt x="250" y="199"/>
                  </a:lnTo>
                  <a:lnTo>
                    <a:pt x="259" y="164"/>
                  </a:lnTo>
                  <a:lnTo>
                    <a:pt x="259" y="130"/>
                  </a:lnTo>
                  <a:lnTo>
                    <a:pt x="259" y="104"/>
                  </a:lnTo>
                  <a:lnTo>
                    <a:pt x="242" y="70"/>
                  </a:lnTo>
                  <a:lnTo>
                    <a:pt x="225" y="44"/>
                  </a:lnTo>
                  <a:lnTo>
                    <a:pt x="199" y="18"/>
                  </a:lnTo>
                  <a:lnTo>
                    <a:pt x="16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0"/>
            <p:cNvSpPr/>
            <p:nvPr/>
          </p:nvSpPr>
          <p:spPr>
            <a:xfrm>
              <a:off x="1101605" y="4568054"/>
              <a:ext cx="32387" cy="33638"/>
            </a:xfrm>
            <a:custGeom>
              <a:rect b="b" l="l" r="r" t="t"/>
              <a:pathLst>
                <a:path extrusionOk="0" h="242" w="233">
                  <a:moveTo>
                    <a:pt x="121" y="1"/>
                  </a:moveTo>
                  <a:lnTo>
                    <a:pt x="95" y="10"/>
                  </a:lnTo>
                  <a:lnTo>
                    <a:pt x="69" y="18"/>
                  </a:lnTo>
                  <a:lnTo>
                    <a:pt x="52" y="35"/>
                  </a:lnTo>
                  <a:lnTo>
                    <a:pt x="52" y="27"/>
                  </a:lnTo>
                  <a:lnTo>
                    <a:pt x="17" y="70"/>
                  </a:lnTo>
                  <a:lnTo>
                    <a:pt x="9" y="113"/>
                  </a:lnTo>
                  <a:lnTo>
                    <a:pt x="9" y="121"/>
                  </a:lnTo>
                  <a:lnTo>
                    <a:pt x="0" y="121"/>
                  </a:lnTo>
                  <a:lnTo>
                    <a:pt x="0" y="139"/>
                  </a:lnTo>
                  <a:lnTo>
                    <a:pt x="0" y="147"/>
                  </a:lnTo>
                  <a:lnTo>
                    <a:pt x="9" y="164"/>
                  </a:lnTo>
                  <a:lnTo>
                    <a:pt x="26" y="199"/>
                  </a:lnTo>
                  <a:lnTo>
                    <a:pt x="43" y="216"/>
                  </a:lnTo>
                  <a:lnTo>
                    <a:pt x="69" y="233"/>
                  </a:lnTo>
                  <a:lnTo>
                    <a:pt x="95" y="242"/>
                  </a:lnTo>
                  <a:lnTo>
                    <a:pt x="121" y="242"/>
                  </a:lnTo>
                  <a:lnTo>
                    <a:pt x="155" y="233"/>
                  </a:lnTo>
                  <a:lnTo>
                    <a:pt x="181" y="225"/>
                  </a:lnTo>
                  <a:lnTo>
                    <a:pt x="207" y="190"/>
                  </a:lnTo>
                  <a:lnTo>
                    <a:pt x="215" y="164"/>
                  </a:lnTo>
                  <a:lnTo>
                    <a:pt x="224" y="139"/>
                  </a:lnTo>
                  <a:lnTo>
                    <a:pt x="232" y="104"/>
                  </a:lnTo>
                  <a:lnTo>
                    <a:pt x="224" y="78"/>
                  </a:lnTo>
                  <a:lnTo>
                    <a:pt x="207" y="44"/>
                  </a:lnTo>
                  <a:lnTo>
                    <a:pt x="189" y="27"/>
                  </a:lnTo>
                  <a:lnTo>
                    <a:pt x="164" y="10"/>
                  </a:lnTo>
                  <a:lnTo>
                    <a:pt x="1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0"/>
            <p:cNvSpPr/>
            <p:nvPr/>
          </p:nvSpPr>
          <p:spPr>
            <a:xfrm>
              <a:off x="1090763" y="4487991"/>
              <a:ext cx="33638" cy="37252"/>
            </a:xfrm>
            <a:custGeom>
              <a:rect b="b" l="l" r="r" t="t"/>
              <a:pathLst>
                <a:path extrusionOk="0" h="268" w="242">
                  <a:moveTo>
                    <a:pt x="104" y="1"/>
                  </a:moveTo>
                  <a:lnTo>
                    <a:pt x="70" y="9"/>
                  </a:lnTo>
                  <a:lnTo>
                    <a:pt x="35" y="27"/>
                  </a:lnTo>
                  <a:lnTo>
                    <a:pt x="18" y="52"/>
                  </a:lnTo>
                  <a:lnTo>
                    <a:pt x="1" y="87"/>
                  </a:lnTo>
                  <a:lnTo>
                    <a:pt x="1" y="104"/>
                  </a:lnTo>
                  <a:lnTo>
                    <a:pt x="1" y="138"/>
                  </a:lnTo>
                  <a:lnTo>
                    <a:pt x="1" y="164"/>
                  </a:lnTo>
                  <a:lnTo>
                    <a:pt x="9" y="190"/>
                  </a:lnTo>
                  <a:lnTo>
                    <a:pt x="27" y="216"/>
                  </a:lnTo>
                  <a:lnTo>
                    <a:pt x="44" y="233"/>
                  </a:lnTo>
                  <a:lnTo>
                    <a:pt x="61" y="250"/>
                  </a:lnTo>
                  <a:lnTo>
                    <a:pt x="87" y="259"/>
                  </a:lnTo>
                  <a:lnTo>
                    <a:pt x="121" y="267"/>
                  </a:lnTo>
                  <a:lnTo>
                    <a:pt x="156" y="259"/>
                  </a:lnTo>
                  <a:lnTo>
                    <a:pt x="190" y="250"/>
                  </a:lnTo>
                  <a:lnTo>
                    <a:pt x="207" y="233"/>
                  </a:lnTo>
                  <a:lnTo>
                    <a:pt x="224" y="207"/>
                  </a:lnTo>
                  <a:lnTo>
                    <a:pt x="242" y="173"/>
                  </a:lnTo>
                  <a:lnTo>
                    <a:pt x="242" y="147"/>
                  </a:lnTo>
                  <a:lnTo>
                    <a:pt x="242" y="113"/>
                  </a:lnTo>
                  <a:lnTo>
                    <a:pt x="233" y="78"/>
                  </a:lnTo>
                  <a:lnTo>
                    <a:pt x="216" y="52"/>
                  </a:lnTo>
                  <a:lnTo>
                    <a:pt x="199" y="27"/>
                  </a:lnTo>
                  <a:lnTo>
                    <a:pt x="173" y="9"/>
                  </a:lnTo>
                  <a:lnTo>
                    <a:pt x="1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0"/>
            <p:cNvSpPr/>
            <p:nvPr/>
          </p:nvSpPr>
          <p:spPr>
            <a:xfrm>
              <a:off x="1099103" y="3242418"/>
              <a:ext cx="39615" cy="49067"/>
            </a:xfrm>
            <a:custGeom>
              <a:rect b="b" l="l" r="r" t="t"/>
              <a:pathLst>
                <a:path extrusionOk="0" h="353" w="285">
                  <a:moveTo>
                    <a:pt x="70" y="0"/>
                  </a:moveTo>
                  <a:lnTo>
                    <a:pt x="44" y="9"/>
                  </a:lnTo>
                  <a:lnTo>
                    <a:pt x="27" y="9"/>
                  </a:lnTo>
                  <a:lnTo>
                    <a:pt x="18" y="26"/>
                  </a:lnTo>
                  <a:lnTo>
                    <a:pt x="10" y="43"/>
                  </a:lnTo>
                  <a:lnTo>
                    <a:pt x="1" y="60"/>
                  </a:lnTo>
                  <a:lnTo>
                    <a:pt x="18" y="112"/>
                  </a:lnTo>
                  <a:lnTo>
                    <a:pt x="35" y="172"/>
                  </a:lnTo>
                  <a:lnTo>
                    <a:pt x="61" y="224"/>
                  </a:lnTo>
                  <a:lnTo>
                    <a:pt x="96" y="275"/>
                  </a:lnTo>
                  <a:lnTo>
                    <a:pt x="121" y="301"/>
                  </a:lnTo>
                  <a:lnTo>
                    <a:pt x="164" y="335"/>
                  </a:lnTo>
                  <a:lnTo>
                    <a:pt x="190" y="344"/>
                  </a:lnTo>
                  <a:lnTo>
                    <a:pt x="216" y="353"/>
                  </a:lnTo>
                  <a:lnTo>
                    <a:pt x="233" y="353"/>
                  </a:lnTo>
                  <a:lnTo>
                    <a:pt x="250" y="335"/>
                  </a:lnTo>
                  <a:lnTo>
                    <a:pt x="268" y="318"/>
                  </a:lnTo>
                  <a:lnTo>
                    <a:pt x="276" y="292"/>
                  </a:lnTo>
                  <a:lnTo>
                    <a:pt x="285" y="232"/>
                  </a:lnTo>
                  <a:lnTo>
                    <a:pt x="268" y="172"/>
                  </a:lnTo>
                  <a:lnTo>
                    <a:pt x="242" y="112"/>
                  </a:lnTo>
                  <a:lnTo>
                    <a:pt x="207" y="60"/>
                  </a:lnTo>
                  <a:lnTo>
                    <a:pt x="156" y="17"/>
                  </a:lnTo>
                  <a:lnTo>
                    <a:pt x="130" y="9"/>
                  </a:lnTo>
                  <a:lnTo>
                    <a:pt x="10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0"/>
            <p:cNvSpPr/>
            <p:nvPr/>
          </p:nvSpPr>
          <p:spPr>
            <a:xfrm>
              <a:off x="1206690" y="3221985"/>
              <a:ext cx="25298" cy="41978"/>
            </a:xfrm>
            <a:custGeom>
              <a:rect b="b" l="l" r="r" t="t"/>
              <a:pathLst>
                <a:path extrusionOk="0" h="302" w="182">
                  <a:moveTo>
                    <a:pt x="61" y="1"/>
                  </a:moveTo>
                  <a:lnTo>
                    <a:pt x="35" y="18"/>
                  </a:lnTo>
                  <a:lnTo>
                    <a:pt x="18" y="44"/>
                  </a:lnTo>
                  <a:lnTo>
                    <a:pt x="1" y="113"/>
                  </a:lnTo>
                  <a:lnTo>
                    <a:pt x="10" y="181"/>
                  </a:lnTo>
                  <a:lnTo>
                    <a:pt x="18" y="216"/>
                  </a:lnTo>
                  <a:lnTo>
                    <a:pt x="35" y="250"/>
                  </a:lnTo>
                  <a:lnTo>
                    <a:pt x="53" y="276"/>
                  </a:lnTo>
                  <a:lnTo>
                    <a:pt x="87" y="293"/>
                  </a:lnTo>
                  <a:lnTo>
                    <a:pt x="96" y="302"/>
                  </a:lnTo>
                  <a:lnTo>
                    <a:pt x="104" y="293"/>
                  </a:lnTo>
                  <a:lnTo>
                    <a:pt x="139" y="267"/>
                  </a:lnTo>
                  <a:lnTo>
                    <a:pt x="164" y="233"/>
                  </a:lnTo>
                  <a:lnTo>
                    <a:pt x="173" y="199"/>
                  </a:lnTo>
                  <a:lnTo>
                    <a:pt x="182" y="156"/>
                  </a:lnTo>
                  <a:lnTo>
                    <a:pt x="173" y="121"/>
                  </a:lnTo>
                  <a:lnTo>
                    <a:pt x="164" y="78"/>
                  </a:lnTo>
                  <a:lnTo>
                    <a:pt x="147" y="44"/>
                  </a:lnTo>
                  <a:lnTo>
                    <a:pt x="121" y="18"/>
                  </a:lnTo>
                  <a:lnTo>
                    <a:pt x="8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40"/>
            <p:cNvSpPr/>
            <p:nvPr/>
          </p:nvSpPr>
          <p:spPr>
            <a:xfrm>
              <a:off x="1285642" y="3192100"/>
              <a:ext cx="38364" cy="77840"/>
            </a:xfrm>
            <a:custGeom>
              <a:rect b="b" l="l" r="r" t="t"/>
              <a:pathLst>
                <a:path extrusionOk="0" h="560" w="276">
                  <a:moveTo>
                    <a:pt x="207" y="1"/>
                  </a:moveTo>
                  <a:lnTo>
                    <a:pt x="181" y="18"/>
                  </a:lnTo>
                  <a:lnTo>
                    <a:pt x="138" y="70"/>
                  </a:lnTo>
                  <a:lnTo>
                    <a:pt x="104" y="130"/>
                  </a:lnTo>
                  <a:lnTo>
                    <a:pt x="61" y="190"/>
                  </a:lnTo>
                  <a:lnTo>
                    <a:pt x="35" y="259"/>
                  </a:lnTo>
                  <a:lnTo>
                    <a:pt x="18" y="328"/>
                  </a:lnTo>
                  <a:lnTo>
                    <a:pt x="1" y="396"/>
                  </a:lnTo>
                  <a:lnTo>
                    <a:pt x="9" y="465"/>
                  </a:lnTo>
                  <a:lnTo>
                    <a:pt x="35" y="525"/>
                  </a:lnTo>
                  <a:lnTo>
                    <a:pt x="52" y="551"/>
                  </a:lnTo>
                  <a:lnTo>
                    <a:pt x="78" y="560"/>
                  </a:lnTo>
                  <a:lnTo>
                    <a:pt x="95" y="551"/>
                  </a:lnTo>
                  <a:lnTo>
                    <a:pt x="121" y="543"/>
                  </a:lnTo>
                  <a:lnTo>
                    <a:pt x="164" y="491"/>
                  </a:lnTo>
                  <a:lnTo>
                    <a:pt x="198" y="431"/>
                  </a:lnTo>
                  <a:lnTo>
                    <a:pt x="216" y="371"/>
                  </a:lnTo>
                  <a:lnTo>
                    <a:pt x="233" y="310"/>
                  </a:lnTo>
                  <a:lnTo>
                    <a:pt x="259" y="242"/>
                  </a:lnTo>
                  <a:lnTo>
                    <a:pt x="267" y="173"/>
                  </a:lnTo>
                  <a:lnTo>
                    <a:pt x="276" y="104"/>
                  </a:lnTo>
                  <a:lnTo>
                    <a:pt x="259" y="35"/>
                  </a:lnTo>
                  <a:lnTo>
                    <a:pt x="250" y="18"/>
                  </a:lnTo>
                  <a:lnTo>
                    <a:pt x="2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0"/>
            <p:cNvSpPr/>
            <p:nvPr/>
          </p:nvSpPr>
          <p:spPr>
            <a:xfrm>
              <a:off x="1390865" y="3230464"/>
              <a:ext cx="39615" cy="53932"/>
            </a:xfrm>
            <a:custGeom>
              <a:rect b="b" l="l" r="r" t="t"/>
              <a:pathLst>
                <a:path extrusionOk="0" h="388" w="285">
                  <a:moveTo>
                    <a:pt x="241" y="0"/>
                  </a:moveTo>
                  <a:lnTo>
                    <a:pt x="207" y="9"/>
                  </a:lnTo>
                  <a:lnTo>
                    <a:pt x="181" y="17"/>
                  </a:lnTo>
                  <a:lnTo>
                    <a:pt x="164" y="26"/>
                  </a:lnTo>
                  <a:lnTo>
                    <a:pt x="129" y="69"/>
                  </a:lnTo>
                  <a:lnTo>
                    <a:pt x="78" y="146"/>
                  </a:lnTo>
                  <a:lnTo>
                    <a:pt x="43" y="198"/>
                  </a:lnTo>
                  <a:lnTo>
                    <a:pt x="18" y="249"/>
                  </a:lnTo>
                  <a:lnTo>
                    <a:pt x="0" y="310"/>
                  </a:lnTo>
                  <a:lnTo>
                    <a:pt x="0" y="370"/>
                  </a:lnTo>
                  <a:lnTo>
                    <a:pt x="9" y="378"/>
                  </a:lnTo>
                  <a:lnTo>
                    <a:pt x="18" y="387"/>
                  </a:lnTo>
                  <a:lnTo>
                    <a:pt x="26" y="387"/>
                  </a:lnTo>
                  <a:lnTo>
                    <a:pt x="104" y="353"/>
                  </a:lnTo>
                  <a:lnTo>
                    <a:pt x="164" y="318"/>
                  </a:lnTo>
                  <a:lnTo>
                    <a:pt x="215" y="275"/>
                  </a:lnTo>
                  <a:lnTo>
                    <a:pt x="258" y="206"/>
                  </a:lnTo>
                  <a:lnTo>
                    <a:pt x="284" y="155"/>
                  </a:lnTo>
                  <a:lnTo>
                    <a:pt x="284" y="112"/>
                  </a:lnTo>
                  <a:lnTo>
                    <a:pt x="284" y="77"/>
                  </a:lnTo>
                  <a:lnTo>
                    <a:pt x="276" y="43"/>
                  </a:lnTo>
                  <a:lnTo>
                    <a:pt x="267" y="17"/>
                  </a:lnTo>
                  <a:lnTo>
                    <a:pt x="2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0"/>
            <p:cNvSpPr/>
            <p:nvPr/>
          </p:nvSpPr>
          <p:spPr>
            <a:xfrm>
              <a:off x="1222258" y="4094762"/>
              <a:ext cx="28912" cy="27522"/>
            </a:xfrm>
            <a:custGeom>
              <a:rect b="b" l="l" r="r" t="t"/>
              <a:pathLst>
                <a:path extrusionOk="0" h="198" w="208">
                  <a:moveTo>
                    <a:pt x="78" y="0"/>
                  </a:moveTo>
                  <a:lnTo>
                    <a:pt x="44" y="17"/>
                  </a:lnTo>
                  <a:lnTo>
                    <a:pt x="27" y="43"/>
                  </a:lnTo>
                  <a:lnTo>
                    <a:pt x="18" y="52"/>
                  </a:lnTo>
                  <a:lnTo>
                    <a:pt x="9" y="78"/>
                  </a:lnTo>
                  <a:lnTo>
                    <a:pt x="1" y="112"/>
                  </a:lnTo>
                  <a:lnTo>
                    <a:pt x="9" y="138"/>
                  </a:lnTo>
                  <a:lnTo>
                    <a:pt x="27" y="164"/>
                  </a:lnTo>
                  <a:lnTo>
                    <a:pt x="44" y="181"/>
                  </a:lnTo>
                  <a:lnTo>
                    <a:pt x="70" y="198"/>
                  </a:lnTo>
                  <a:lnTo>
                    <a:pt x="130" y="198"/>
                  </a:lnTo>
                  <a:lnTo>
                    <a:pt x="156" y="189"/>
                  </a:lnTo>
                  <a:lnTo>
                    <a:pt x="181" y="164"/>
                  </a:lnTo>
                  <a:lnTo>
                    <a:pt x="199" y="138"/>
                  </a:lnTo>
                  <a:lnTo>
                    <a:pt x="207" y="112"/>
                  </a:lnTo>
                  <a:lnTo>
                    <a:pt x="207" y="86"/>
                  </a:lnTo>
                  <a:lnTo>
                    <a:pt x="199" y="60"/>
                  </a:lnTo>
                  <a:lnTo>
                    <a:pt x="181" y="35"/>
                  </a:lnTo>
                  <a:lnTo>
                    <a:pt x="156" y="17"/>
                  </a:lnTo>
                  <a:lnTo>
                    <a:pt x="147" y="9"/>
                  </a:lnTo>
                  <a:lnTo>
                    <a:pt x="11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0"/>
            <p:cNvSpPr/>
            <p:nvPr/>
          </p:nvSpPr>
          <p:spPr>
            <a:xfrm>
              <a:off x="1221146" y="4027764"/>
              <a:ext cx="22796" cy="22796"/>
            </a:xfrm>
            <a:custGeom>
              <a:rect b="b" l="l" r="r" t="t"/>
              <a:pathLst>
                <a:path extrusionOk="0" h="164" w="164">
                  <a:moveTo>
                    <a:pt x="43" y="1"/>
                  </a:moveTo>
                  <a:lnTo>
                    <a:pt x="26" y="9"/>
                  </a:lnTo>
                  <a:lnTo>
                    <a:pt x="17" y="26"/>
                  </a:lnTo>
                  <a:lnTo>
                    <a:pt x="9" y="52"/>
                  </a:lnTo>
                  <a:lnTo>
                    <a:pt x="0" y="78"/>
                  </a:lnTo>
                  <a:lnTo>
                    <a:pt x="0" y="95"/>
                  </a:lnTo>
                  <a:lnTo>
                    <a:pt x="9" y="130"/>
                  </a:lnTo>
                  <a:lnTo>
                    <a:pt x="26" y="155"/>
                  </a:lnTo>
                  <a:lnTo>
                    <a:pt x="60" y="164"/>
                  </a:lnTo>
                  <a:lnTo>
                    <a:pt x="112" y="164"/>
                  </a:lnTo>
                  <a:lnTo>
                    <a:pt x="121" y="147"/>
                  </a:lnTo>
                  <a:lnTo>
                    <a:pt x="146" y="130"/>
                  </a:lnTo>
                  <a:lnTo>
                    <a:pt x="164" y="112"/>
                  </a:lnTo>
                  <a:lnTo>
                    <a:pt x="164" y="87"/>
                  </a:lnTo>
                  <a:lnTo>
                    <a:pt x="164" y="69"/>
                  </a:lnTo>
                  <a:lnTo>
                    <a:pt x="146" y="35"/>
                  </a:lnTo>
                  <a:lnTo>
                    <a:pt x="121" y="9"/>
                  </a:lnTo>
                  <a:lnTo>
                    <a:pt x="7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40"/>
            <p:cNvSpPr/>
            <p:nvPr/>
          </p:nvSpPr>
          <p:spPr>
            <a:xfrm>
              <a:off x="1234212" y="3890294"/>
              <a:ext cx="15707" cy="16819"/>
            </a:xfrm>
            <a:custGeom>
              <a:rect b="b" l="l" r="r" t="t"/>
              <a:pathLst>
                <a:path extrusionOk="0" h="121" w="113">
                  <a:moveTo>
                    <a:pt x="35" y="1"/>
                  </a:moveTo>
                  <a:lnTo>
                    <a:pt x="18" y="18"/>
                  </a:lnTo>
                  <a:lnTo>
                    <a:pt x="9" y="35"/>
                  </a:lnTo>
                  <a:lnTo>
                    <a:pt x="1" y="52"/>
                  </a:lnTo>
                  <a:lnTo>
                    <a:pt x="9" y="95"/>
                  </a:lnTo>
                  <a:lnTo>
                    <a:pt x="9" y="104"/>
                  </a:lnTo>
                  <a:lnTo>
                    <a:pt x="18" y="112"/>
                  </a:lnTo>
                  <a:lnTo>
                    <a:pt x="27" y="121"/>
                  </a:lnTo>
                  <a:lnTo>
                    <a:pt x="44" y="112"/>
                  </a:lnTo>
                  <a:lnTo>
                    <a:pt x="78" y="104"/>
                  </a:lnTo>
                  <a:lnTo>
                    <a:pt x="95" y="95"/>
                  </a:lnTo>
                  <a:lnTo>
                    <a:pt x="104" y="87"/>
                  </a:lnTo>
                  <a:lnTo>
                    <a:pt x="113" y="61"/>
                  </a:lnTo>
                  <a:lnTo>
                    <a:pt x="113" y="44"/>
                  </a:lnTo>
                  <a:lnTo>
                    <a:pt x="104" y="18"/>
                  </a:lnTo>
                  <a:lnTo>
                    <a:pt x="87" y="9"/>
                  </a:lnTo>
                  <a:lnTo>
                    <a:pt x="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40"/>
            <p:cNvSpPr/>
            <p:nvPr/>
          </p:nvSpPr>
          <p:spPr>
            <a:xfrm>
              <a:off x="768005" y="3532787"/>
              <a:ext cx="131633" cy="716267"/>
            </a:xfrm>
            <a:custGeom>
              <a:rect b="b" l="l" r="r" t="t"/>
              <a:pathLst>
                <a:path extrusionOk="0" h="5153" w="947">
                  <a:moveTo>
                    <a:pt x="413" y="1"/>
                  </a:moveTo>
                  <a:lnTo>
                    <a:pt x="388" y="10"/>
                  </a:lnTo>
                  <a:lnTo>
                    <a:pt x="370" y="27"/>
                  </a:lnTo>
                  <a:lnTo>
                    <a:pt x="353" y="44"/>
                  </a:lnTo>
                  <a:lnTo>
                    <a:pt x="250" y="242"/>
                  </a:lnTo>
                  <a:lnTo>
                    <a:pt x="155" y="431"/>
                  </a:lnTo>
                  <a:lnTo>
                    <a:pt x="69" y="629"/>
                  </a:lnTo>
                  <a:lnTo>
                    <a:pt x="26" y="732"/>
                  </a:lnTo>
                  <a:lnTo>
                    <a:pt x="1" y="835"/>
                  </a:lnTo>
                  <a:lnTo>
                    <a:pt x="1" y="861"/>
                  </a:lnTo>
                  <a:lnTo>
                    <a:pt x="18" y="878"/>
                  </a:lnTo>
                  <a:lnTo>
                    <a:pt x="35" y="878"/>
                  </a:lnTo>
                  <a:lnTo>
                    <a:pt x="52" y="870"/>
                  </a:lnTo>
                  <a:lnTo>
                    <a:pt x="155" y="749"/>
                  </a:lnTo>
                  <a:lnTo>
                    <a:pt x="250" y="620"/>
                  </a:lnTo>
                  <a:lnTo>
                    <a:pt x="327" y="483"/>
                  </a:lnTo>
                  <a:lnTo>
                    <a:pt x="405" y="345"/>
                  </a:lnTo>
                  <a:lnTo>
                    <a:pt x="422" y="457"/>
                  </a:lnTo>
                  <a:lnTo>
                    <a:pt x="431" y="569"/>
                  </a:lnTo>
                  <a:lnTo>
                    <a:pt x="439" y="801"/>
                  </a:lnTo>
                  <a:lnTo>
                    <a:pt x="448" y="1248"/>
                  </a:lnTo>
                  <a:lnTo>
                    <a:pt x="474" y="1841"/>
                  </a:lnTo>
                  <a:lnTo>
                    <a:pt x="499" y="2435"/>
                  </a:lnTo>
                  <a:lnTo>
                    <a:pt x="542" y="3114"/>
                  </a:lnTo>
                  <a:lnTo>
                    <a:pt x="577" y="3794"/>
                  </a:lnTo>
                  <a:lnTo>
                    <a:pt x="620" y="4465"/>
                  </a:lnTo>
                  <a:lnTo>
                    <a:pt x="646" y="4809"/>
                  </a:lnTo>
                  <a:lnTo>
                    <a:pt x="680" y="5144"/>
                  </a:lnTo>
                  <a:lnTo>
                    <a:pt x="680" y="5153"/>
                  </a:lnTo>
                  <a:lnTo>
                    <a:pt x="697" y="5153"/>
                  </a:lnTo>
                  <a:lnTo>
                    <a:pt x="706" y="5144"/>
                  </a:lnTo>
                  <a:lnTo>
                    <a:pt x="723" y="4809"/>
                  </a:lnTo>
                  <a:lnTo>
                    <a:pt x="732" y="4465"/>
                  </a:lnTo>
                  <a:lnTo>
                    <a:pt x="723" y="4129"/>
                  </a:lnTo>
                  <a:lnTo>
                    <a:pt x="714" y="3794"/>
                  </a:lnTo>
                  <a:lnTo>
                    <a:pt x="689" y="3114"/>
                  </a:lnTo>
                  <a:lnTo>
                    <a:pt x="646" y="2435"/>
                  </a:lnTo>
                  <a:lnTo>
                    <a:pt x="646" y="2203"/>
                  </a:lnTo>
                  <a:lnTo>
                    <a:pt x="637" y="1962"/>
                  </a:lnTo>
                  <a:lnTo>
                    <a:pt x="637" y="1472"/>
                  </a:lnTo>
                  <a:lnTo>
                    <a:pt x="637" y="1222"/>
                  </a:lnTo>
                  <a:lnTo>
                    <a:pt x="628" y="981"/>
                  </a:lnTo>
                  <a:lnTo>
                    <a:pt x="620" y="741"/>
                  </a:lnTo>
                  <a:lnTo>
                    <a:pt x="594" y="500"/>
                  </a:lnTo>
                  <a:lnTo>
                    <a:pt x="663" y="586"/>
                  </a:lnTo>
                  <a:lnTo>
                    <a:pt x="740" y="672"/>
                  </a:lnTo>
                  <a:lnTo>
                    <a:pt x="818" y="749"/>
                  </a:lnTo>
                  <a:lnTo>
                    <a:pt x="912" y="818"/>
                  </a:lnTo>
                  <a:lnTo>
                    <a:pt x="921" y="827"/>
                  </a:lnTo>
                  <a:lnTo>
                    <a:pt x="938" y="827"/>
                  </a:lnTo>
                  <a:lnTo>
                    <a:pt x="947" y="818"/>
                  </a:lnTo>
                  <a:lnTo>
                    <a:pt x="947" y="801"/>
                  </a:lnTo>
                  <a:lnTo>
                    <a:pt x="929" y="741"/>
                  </a:lnTo>
                  <a:lnTo>
                    <a:pt x="912" y="680"/>
                  </a:lnTo>
                  <a:lnTo>
                    <a:pt x="861" y="577"/>
                  </a:lnTo>
                  <a:lnTo>
                    <a:pt x="800" y="483"/>
                  </a:lnTo>
                  <a:lnTo>
                    <a:pt x="732" y="379"/>
                  </a:lnTo>
                  <a:lnTo>
                    <a:pt x="680" y="311"/>
                  </a:lnTo>
                  <a:lnTo>
                    <a:pt x="637" y="225"/>
                  </a:lnTo>
                  <a:lnTo>
                    <a:pt x="577" y="139"/>
                  </a:lnTo>
                  <a:lnTo>
                    <a:pt x="551" y="104"/>
                  </a:lnTo>
                  <a:lnTo>
                    <a:pt x="517" y="70"/>
                  </a:lnTo>
                  <a:lnTo>
                    <a:pt x="508" y="44"/>
                  </a:lnTo>
                  <a:lnTo>
                    <a:pt x="491" y="18"/>
                  </a:lnTo>
                  <a:lnTo>
                    <a:pt x="465" y="10"/>
                  </a:lnTo>
                  <a:lnTo>
                    <a:pt x="4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0"/>
            <p:cNvSpPr/>
            <p:nvPr/>
          </p:nvSpPr>
          <p:spPr>
            <a:xfrm>
              <a:off x="457200" y="3846092"/>
              <a:ext cx="106474" cy="150676"/>
            </a:xfrm>
            <a:custGeom>
              <a:rect b="b" l="l" r="r" t="t"/>
              <a:pathLst>
                <a:path extrusionOk="0" h="1084" w="766">
                  <a:moveTo>
                    <a:pt x="448" y="0"/>
                  </a:moveTo>
                  <a:lnTo>
                    <a:pt x="413" y="9"/>
                  </a:lnTo>
                  <a:lnTo>
                    <a:pt x="336" y="43"/>
                  </a:lnTo>
                  <a:lnTo>
                    <a:pt x="293" y="78"/>
                  </a:lnTo>
                  <a:lnTo>
                    <a:pt x="241" y="121"/>
                  </a:lnTo>
                  <a:lnTo>
                    <a:pt x="207" y="164"/>
                  </a:lnTo>
                  <a:lnTo>
                    <a:pt x="164" y="215"/>
                  </a:lnTo>
                  <a:lnTo>
                    <a:pt x="104" y="319"/>
                  </a:lnTo>
                  <a:lnTo>
                    <a:pt x="52" y="430"/>
                  </a:lnTo>
                  <a:lnTo>
                    <a:pt x="26" y="491"/>
                  </a:lnTo>
                  <a:lnTo>
                    <a:pt x="9" y="551"/>
                  </a:lnTo>
                  <a:lnTo>
                    <a:pt x="0" y="611"/>
                  </a:lnTo>
                  <a:lnTo>
                    <a:pt x="0" y="671"/>
                  </a:lnTo>
                  <a:lnTo>
                    <a:pt x="0" y="731"/>
                  </a:lnTo>
                  <a:lnTo>
                    <a:pt x="9" y="792"/>
                  </a:lnTo>
                  <a:lnTo>
                    <a:pt x="26" y="843"/>
                  </a:lnTo>
                  <a:lnTo>
                    <a:pt x="43" y="895"/>
                  </a:lnTo>
                  <a:lnTo>
                    <a:pt x="69" y="938"/>
                  </a:lnTo>
                  <a:lnTo>
                    <a:pt x="104" y="981"/>
                  </a:lnTo>
                  <a:lnTo>
                    <a:pt x="147" y="1015"/>
                  </a:lnTo>
                  <a:lnTo>
                    <a:pt x="190" y="1041"/>
                  </a:lnTo>
                  <a:lnTo>
                    <a:pt x="241" y="1067"/>
                  </a:lnTo>
                  <a:lnTo>
                    <a:pt x="302" y="1075"/>
                  </a:lnTo>
                  <a:lnTo>
                    <a:pt x="370" y="1084"/>
                  </a:lnTo>
                  <a:lnTo>
                    <a:pt x="439" y="1084"/>
                  </a:lnTo>
                  <a:lnTo>
                    <a:pt x="534" y="1075"/>
                  </a:lnTo>
                  <a:lnTo>
                    <a:pt x="620" y="1050"/>
                  </a:lnTo>
                  <a:lnTo>
                    <a:pt x="663" y="1032"/>
                  </a:lnTo>
                  <a:lnTo>
                    <a:pt x="697" y="1007"/>
                  </a:lnTo>
                  <a:lnTo>
                    <a:pt x="732" y="981"/>
                  </a:lnTo>
                  <a:lnTo>
                    <a:pt x="757" y="938"/>
                  </a:lnTo>
                  <a:lnTo>
                    <a:pt x="766" y="912"/>
                  </a:lnTo>
                  <a:lnTo>
                    <a:pt x="766" y="886"/>
                  </a:lnTo>
                  <a:lnTo>
                    <a:pt x="749" y="869"/>
                  </a:lnTo>
                  <a:lnTo>
                    <a:pt x="732" y="852"/>
                  </a:lnTo>
                  <a:lnTo>
                    <a:pt x="680" y="835"/>
                  </a:lnTo>
                  <a:lnTo>
                    <a:pt x="628" y="835"/>
                  </a:lnTo>
                  <a:lnTo>
                    <a:pt x="568" y="843"/>
                  </a:lnTo>
                  <a:lnTo>
                    <a:pt x="508" y="860"/>
                  </a:lnTo>
                  <a:lnTo>
                    <a:pt x="439" y="878"/>
                  </a:lnTo>
                  <a:lnTo>
                    <a:pt x="370" y="886"/>
                  </a:lnTo>
                  <a:lnTo>
                    <a:pt x="302" y="886"/>
                  </a:lnTo>
                  <a:lnTo>
                    <a:pt x="276" y="878"/>
                  </a:lnTo>
                  <a:lnTo>
                    <a:pt x="250" y="869"/>
                  </a:lnTo>
                  <a:lnTo>
                    <a:pt x="224" y="852"/>
                  </a:lnTo>
                  <a:lnTo>
                    <a:pt x="198" y="835"/>
                  </a:lnTo>
                  <a:lnTo>
                    <a:pt x="181" y="809"/>
                  </a:lnTo>
                  <a:lnTo>
                    <a:pt x="164" y="766"/>
                  </a:lnTo>
                  <a:lnTo>
                    <a:pt x="155" y="723"/>
                  </a:lnTo>
                  <a:lnTo>
                    <a:pt x="147" y="663"/>
                  </a:lnTo>
                  <a:lnTo>
                    <a:pt x="155" y="602"/>
                  </a:lnTo>
                  <a:lnTo>
                    <a:pt x="155" y="542"/>
                  </a:lnTo>
                  <a:lnTo>
                    <a:pt x="173" y="482"/>
                  </a:lnTo>
                  <a:lnTo>
                    <a:pt x="190" y="422"/>
                  </a:lnTo>
                  <a:lnTo>
                    <a:pt x="216" y="362"/>
                  </a:lnTo>
                  <a:lnTo>
                    <a:pt x="241" y="310"/>
                  </a:lnTo>
                  <a:lnTo>
                    <a:pt x="276" y="250"/>
                  </a:lnTo>
                  <a:lnTo>
                    <a:pt x="319" y="207"/>
                  </a:lnTo>
                  <a:lnTo>
                    <a:pt x="353" y="164"/>
                  </a:lnTo>
                  <a:lnTo>
                    <a:pt x="405" y="129"/>
                  </a:lnTo>
                  <a:lnTo>
                    <a:pt x="448" y="95"/>
                  </a:lnTo>
                  <a:lnTo>
                    <a:pt x="499" y="78"/>
                  </a:lnTo>
                  <a:lnTo>
                    <a:pt x="628" y="78"/>
                  </a:lnTo>
                  <a:lnTo>
                    <a:pt x="628" y="69"/>
                  </a:lnTo>
                  <a:lnTo>
                    <a:pt x="628" y="60"/>
                  </a:lnTo>
                  <a:lnTo>
                    <a:pt x="603" y="26"/>
                  </a:lnTo>
                  <a:lnTo>
                    <a:pt x="568" y="9"/>
                  </a:lnTo>
                  <a:lnTo>
                    <a:pt x="5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0"/>
            <p:cNvSpPr/>
            <p:nvPr/>
          </p:nvSpPr>
          <p:spPr>
            <a:xfrm>
              <a:off x="582717" y="3843729"/>
              <a:ext cx="128019" cy="153039"/>
            </a:xfrm>
            <a:custGeom>
              <a:rect b="b" l="l" r="r" t="t"/>
              <a:pathLst>
                <a:path extrusionOk="0" h="1101" w="921">
                  <a:moveTo>
                    <a:pt x="474" y="181"/>
                  </a:moveTo>
                  <a:lnTo>
                    <a:pt x="508" y="189"/>
                  </a:lnTo>
                  <a:lnTo>
                    <a:pt x="542" y="198"/>
                  </a:lnTo>
                  <a:lnTo>
                    <a:pt x="577" y="224"/>
                  </a:lnTo>
                  <a:lnTo>
                    <a:pt x="637" y="275"/>
                  </a:lnTo>
                  <a:lnTo>
                    <a:pt x="689" y="344"/>
                  </a:lnTo>
                  <a:lnTo>
                    <a:pt x="723" y="422"/>
                  </a:lnTo>
                  <a:lnTo>
                    <a:pt x="740" y="499"/>
                  </a:lnTo>
                  <a:lnTo>
                    <a:pt x="732" y="585"/>
                  </a:lnTo>
                  <a:lnTo>
                    <a:pt x="714" y="654"/>
                  </a:lnTo>
                  <a:lnTo>
                    <a:pt x="680" y="723"/>
                  </a:lnTo>
                  <a:lnTo>
                    <a:pt x="637" y="783"/>
                  </a:lnTo>
                  <a:lnTo>
                    <a:pt x="585" y="834"/>
                  </a:lnTo>
                  <a:lnTo>
                    <a:pt x="525" y="877"/>
                  </a:lnTo>
                  <a:lnTo>
                    <a:pt x="465" y="903"/>
                  </a:lnTo>
                  <a:lnTo>
                    <a:pt x="396" y="920"/>
                  </a:lnTo>
                  <a:lnTo>
                    <a:pt x="336" y="860"/>
                  </a:lnTo>
                  <a:lnTo>
                    <a:pt x="284" y="800"/>
                  </a:lnTo>
                  <a:lnTo>
                    <a:pt x="233" y="731"/>
                  </a:lnTo>
                  <a:lnTo>
                    <a:pt x="216" y="697"/>
                  </a:lnTo>
                  <a:lnTo>
                    <a:pt x="198" y="662"/>
                  </a:lnTo>
                  <a:lnTo>
                    <a:pt x="190" y="611"/>
                  </a:lnTo>
                  <a:lnTo>
                    <a:pt x="190" y="559"/>
                  </a:lnTo>
                  <a:lnTo>
                    <a:pt x="190" y="508"/>
                  </a:lnTo>
                  <a:lnTo>
                    <a:pt x="198" y="456"/>
                  </a:lnTo>
                  <a:lnTo>
                    <a:pt x="216" y="404"/>
                  </a:lnTo>
                  <a:lnTo>
                    <a:pt x="233" y="361"/>
                  </a:lnTo>
                  <a:lnTo>
                    <a:pt x="259" y="310"/>
                  </a:lnTo>
                  <a:lnTo>
                    <a:pt x="293" y="275"/>
                  </a:lnTo>
                  <a:lnTo>
                    <a:pt x="327" y="232"/>
                  </a:lnTo>
                  <a:lnTo>
                    <a:pt x="362" y="206"/>
                  </a:lnTo>
                  <a:lnTo>
                    <a:pt x="396" y="189"/>
                  </a:lnTo>
                  <a:lnTo>
                    <a:pt x="439" y="181"/>
                  </a:lnTo>
                  <a:close/>
                  <a:moveTo>
                    <a:pt x="405" y="0"/>
                  </a:moveTo>
                  <a:lnTo>
                    <a:pt x="345" y="17"/>
                  </a:lnTo>
                  <a:lnTo>
                    <a:pt x="293" y="34"/>
                  </a:lnTo>
                  <a:lnTo>
                    <a:pt x="233" y="69"/>
                  </a:lnTo>
                  <a:lnTo>
                    <a:pt x="181" y="112"/>
                  </a:lnTo>
                  <a:lnTo>
                    <a:pt x="138" y="163"/>
                  </a:lnTo>
                  <a:lnTo>
                    <a:pt x="104" y="198"/>
                  </a:lnTo>
                  <a:lnTo>
                    <a:pt x="78" y="250"/>
                  </a:lnTo>
                  <a:lnTo>
                    <a:pt x="35" y="344"/>
                  </a:lnTo>
                  <a:lnTo>
                    <a:pt x="18" y="447"/>
                  </a:lnTo>
                  <a:lnTo>
                    <a:pt x="1" y="559"/>
                  </a:lnTo>
                  <a:lnTo>
                    <a:pt x="9" y="671"/>
                  </a:lnTo>
                  <a:lnTo>
                    <a:pt x="35" y="766"/>
                  </a:lnTo>
                  <a:lnTo>
                    <a:pt x="52" y="817"/>
                  </a:lnTo>
                  <a:lnTo>
                    <a:pt x="78" y="860"/>
                  </a:lnTo>
                  <a:lnTo>
                    <a:pt x="104" y="895"/>
                  </a:lnTo>
                  <a:lnTo>
                    <a:pt x="138" y="938"/>
                  </a:lnTo>
                  <a:lnTo>
                    <a:pt x="164" y="981"/>
                  </a:lnTo>
                  <a:lnTo>
                    <a:pt x="198" y="1024"/>
                  </a:lnTo>
                  <a:lnTo>
                    <a:pt x="233" y="1058"/>
                  </a:lnTo>
                  <a:lnTo>
                    <a:pt x="267" y="1075"/>
                  </a:lnTo>
                  <a:lnTo>
                    <a:pt x="310" y="1092"/>
                  </a:lnTo>
                  <a:lnTo>
                    <a:pt x="353" y="1092"/>
                  </a:lnTo>
                  <a:lnTo>
                    <a:pt x="439" y="1101"/>
                  </a:lnTo>
                  <a:lnTo>
                    <a:pt x="525" y="1084"/>
                  </a:lnTo>
                  <a:lnTo>
                    <a:pt x="577" y="1067"/>
                  </a:lnTo>
                  <a:lnTo>
                    <a:pt x="637" y="1041"/>
                  </a:lnTo>
                  <a:lnTo>
                    <a:pt x="680" y="1006"/>
                  </a:lnTo>
                  <a:lnTo>
                    <a:pt x="723" y="972"/>
                  </a:lnTo>
                  <a:lnTo>
                    <a:pt x="766" y="938"/>
                  </a:lnTo>
                  <a:lnTo>
                    <a:pt x="800" y="895"/>
                  </a:lnTo>
                  <a:lnTo>
                    <a:pt x="835" y="852"/>
                  </a:lnTo>
                  <a:lnTo>
                    <a:pt x="861" y="800"/>
                  </a:lnTo>
                  <a:lnTo>
                    <a:pt x="904" y="697"/>
                  </a:lnTo>
                  <a:lnTo>
                    <a:pt x="921" y="585"/>
                  </a:lnTo>
                  <a:lnTo>
                    <a:pt x="921" y="473"/>
                  </a:lnTo>
                  <a:lnTo>
                    <a:pt x="904" y="361"/>
                  </a:lnTo>
                  <a:lnTo>
                    <a:pt x="886" y="293"/>
                  </a:lnTo>
                  <a:lnTo>
                    <a:pt x="861" y="232"/>
                  </a:lnTo>
                  <a:lnTo>
                    <a:pt x="826" y="181"/>
                  </a:lnTo>
                  <a:lnTo>
                    <a:pt x="783" y="138"/>
                  </a:lnTo>
                  <a:lnTo>
                    <a:pt x="740" y="95"/>
                  </a:lnTo>
                  <a:lnTo>
                    <a:pt x="689" y="60"/>
                  </a:lnTo>
                  <a:lnTo>
                    <a:pt x="637" y="34"/>
                  </a:lnTo>
                  <a:lnTo>
                    <a:pt x="577" y="17"/>
                  </a:lnTo>
                  <a:lnTo>
                    <a:pt x="5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0"/>
            <p:cNvSpPr/>
            <p:nvPr/>
          </p:nvSpPr>
          <p:spPr>
            <a:xfrm>
              <a:off x="716575" y="3956040"/>
              <a:ext cx="61160" cy="89794"/>
            </a:xfrm>
            <a:custGeom>
              <a:rect b="b" l="l" r="r" t="t"/>
              <a:pathLst>
                <a:path extrusionOk="0" h="646" w="440">
                  <a:moveTo>
                    <a:pt x="224" y="1"/>
                  </a:moveTo>
                  <a:lnTo>
                    <a:pt x="173" y="9"/>
                  </a:lnTo>
                  <a:lnTo>
                    <a:pt x="113" y="44"/>
                  </a:lnTo>
                  <a:lnTo>
                    <a:pt x="95" y="61"/>
                  </a:lnTo>
                  <a:lnTo>
                    <a:pt x="78" y="78"/>
                  </a:lnTo>
                  <a:lnTo>
                    <a:pt x="70" y="104"/>
                  </a:lnTo>
                  <a:lnTo>
                    <a:pt x="87" y="130"/>
                  </a:lnTo>
                  <a:lnTo>
                    <a:pt x="95" y="138"/>
                  </a:lnTo>
                  <a:lnTo>
                    <a:pt x="113" y="147"/>
                  </a:lnTo>
                  <a:lnTo>
                    <a:pt x="216" y="147"/>
                  </a:lnTo>
                  <a:lnTo>
                    <a:pt x="224" y="164"/>
                  </a:lnTo>
                  <a:lnTo>
                    <a:pt x="216" y="181"/>
                  </a:lnTo>
                  <a:lnTo>
                    <a:pt x="190" y="233"/>
                  </a:lnTo>
                  <a:lnTo>
                    <a:pt x="147" y="293"/>
                  </a:lnTo>
                  <a:lnTo>
                    <a:pt x="104" y="362"/>
                  </a:lnTo>
                  <a:lnTo>
                    <a:pt x="9" y="491"/>
                  </a:lnTo>
                  <a:lnTo>
                    <a:pt x="1" y="517"/>
                  </a:lnTo>
                  <a:lnTo>
                    <a:pt x="1" y="551"/>
                  </a:lnTo>
                  <a:lnTo>
                    <a:pt x="9" y="577"/>
                  </a:lnTo>
                  <a:lnTo>
                    <a:pt x="35" y="594"/>
                  </a:lnTo>
                  <a:lnTo>
                    <a:pt x="78" y="611"/>
                  </a:lnTo>
                  <a:lnTo>
                    <a:pt x="130" y="628"/>
                  </a:lnTo>
                  <a:lnTo>
                    <a:pt x="181" y="637"/>
                  </a:lnTo>
                  <a:lnTo>
                    <a:pt x="233" y="646"/>
                  </a:lnTo>
                  <a:lnTo>
                    <a:pt x="293" y="637"/>
                  </a:lnTo>
                  <a:lnTo>
                    <a:pt x="336" y="620"/>
                  </a:lnTo>
                  <a:lnTo>
                    <a:pt x="422" y="577"/>
                  </a:lnTo>
                  <a:lnTo>
                    <a:pt x="431" y="568"/>
                  </a:lnTo>
                  <a:lnTo>
                    <a:pt x="439" y="560"/>
                  </a:lnTo>
                  <a:lnTo>
                    <a:pt x="439" y="542"/>
                  </a:lnTo>
                  <a:lnTo>
                    <a:pt x="422" y="534"/>
                  </a:lnTo>
                  <a:lnTo>
                    <a:pt x="362" y="499"/>
                  </a:lnTo>
                  <a:lnTo>
                    <a:pt x="328" y="491"/>
                  </a:lnTo>
                  <a:lnTo>
                    <a:pt x="302" y="482"/>
                  </a:lnTo>
                  <a:lnTo>
                    <a:pt x="199" y="482"/>
                  </a:lnTo>
                  <a:lnTo>
                    <a:pt x="259" y="405"/>
                  </a:lnTo>
                  <a:lnTo>
                    <a:pt x="319" y="327"/>
                  </a:lnTo>
                  <a:lnTo>
                    <a:pt x="345" y="284"/>
                  </a:lnTo>
                  <a:lnTo>
                    <a:pt x="362" y="241"/>
                  </a:lnTo>
                  <a:lnTo>
                    <a:pt x="371" y="198"/>
                  </a:lnTo>
                  <a:lnTo>
                    <a:pt x="379" y="147"/>
                  </a:lnTo>
                  <a:lnTo>
                    <a:pt x="371" y="121"/>
                  </a:lnTo>
                  <a:lnTo>
                    <a:pt x="362" y="95"/>
                  </a:lnTo>
                  <a:lnTo>
                    <a:pt x="353" y="69"/>
                  </a:lnTo>
                  <a:lnTo>
                    <a:pt x="328" y="44"/>
                  </a:lnTo>
                  <a:lnTo>
                    <a:pt x="310" y="26"/>
                  </a:lnTo>
                  <a:lnTo>
                    <a:pt x="276" y="9"/>
                  </a:lnTo>
                  <a:lnTo>
                    <a:pt x="2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4" name="Google Shape;1774;p40"/>
          <p:cNvGrpSpPr/>
          <p:nvPr/>
        </p:nvGrpSpPr>
        <p:grpSpPr>
          <a:xfrm>
            <a:off x="1280400" y="2014575"/>
            <a:ext cx="1472400" cy="1000050"/>
            <a:chOff x="1280400" y="2014575"/>
            <a:chExt cx="1472400" cy="1000050"/>
          </a:xfrm>
        </p:grpSpPr>
        <p:sp>
          <p:nvSpPr>
            <p:cNvPr id="1775" name="Google Shape;1775;p40"/>
            <p:cNvSpPr txBox="1"/>
            <p:nvPr/>
          </p:nvSpPr>
          <p:spPr>
            <a:xfrm>
              <a:off x="1280400" y="2349825"/>
              <a:ext cx="1472400" cy="66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776" name="Google Shape;1776;p40"/>
            <p:cNvSpPr txBox="1"/>
            <p:nvPr/>
          </p:nvSpPr>
          <p:spPr>
            <a:xfrm>
              <a:off x="1337500" y="2014575"/>
              <a:ext cx="13581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grpSp>
        <p:nvGrpSpPr>
          <p:cNvPr id="1777" name="Google Shape;1777;p40"/>
          <p:cNvGrpSpPr/>
          <p:nvPr/>
        </p:nvGrpSpPr>
        <p:grpSpPr>
          <a:xfrm>
            <a:off x="2976350" y="2471775"/>
            <a:ext cx="1472400" cy="1000050"/>
            <a:chOff x="2976350" y="2471775"/>
            <a:chExt cx="1472400" cy="1000050"/>
          </a:xfrm>
        </p:grpSpPr>
        <p:sp>
          <p:nvSpPr>
            <p:cNvPr id="1778" name="Google Shape;1778;p40"/>
            <p:cNvSpPr txBox="1"/>
            <p:nvPr/>
          </p:nvSpPr>
          <p:spPr>
            <a:xfrm>
              <a:off x="2976350" y="2807025"/>
              <a:ext cx="1472400" cy="66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2"/>
                  </a:solidFill>
                  <a:latin typeface="Catamaran"/>
                  <a:ea typeface="Catamaran"/>
                  <a:cs typeface="Catamaran"/>
                  <a:sym typeface="Catamaran"/>
                </a:rPr>
                <a:t>Saturn is a big gas giant with several rings</a:t>
              </a:r>
              <a:endParaRPr>
                <a:solidFill>
                  <a:schemeClr val="dk2"/>
                </a:solidFill>
                <a:latin typeface="Catamaran"/>
                <a:ea typeface="Catamaran"/>
                <a:cs typeface="Catamaran"/>
                <a:sym typeface="Catamaran"/>
              </a:endParaRPr>
            </a:p>
          </p:txBody>
        </p:sp>
        <p:sp>
          <p:nvSpPr>
            <p:cNvPr id="1779" name="Google Shape;1779;p40"/>
            <p:cNvSpPr txBox="1"/>
            <p:nvPr/>
          </p:nvSpPr>
          <p:spPr>
            <a:xfrm>
              <a:off x="3033450" y="2471775"/>
              <a:ext cx="13581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Saturn</a:t>
              </a:r>
              <a:endParaRPr sz="2000">
                <a:solidFill>
                  <a:schemeClr val="dk2"/>
                </a:solidFill>
                <a:latin typeface="Love Ya Like A Sister"/>
                <a:ea typeface="Love Ya Like A Sister"/>
                <a:cs typeface="Love Ya Like A Sister"/>
                <a:sym typeface="Love Ya Like A Sister"/>
              </a:endParaRPr>
            </a:p>
          </p:txBody>
        </p:sp>
      </p:grpSp>
      <p:grpSp>
        <p:nvGrpSpPr>
          <p:cNvPr id="1780" name="Google Shape;1780;p40"/>
          <p:cNvGrpSpPr/>
          <p:nvPr/>
        </p:nvGrpSpPr>
        <p:grpSpPr>
          <a:xfrm>
            <a:off x="4695875" y="1557375"/>
            <a:ext cx="1472400" cy="1000050"/>
            <a:chOff x="4695875" y="1557375"/>
            <a:chExt cx="1472400" cy="1000050"/>
          </a:xfrm>
        </p:grpSpPr>
        <p:sp>
          <p:nvSpPr>
            <p:cNvPr id="1781" name="Google Shape;1781;p40"/>
            <p:cNvSpPr txBox="1"/>
            <p:nvPr/>
          </p:nvSpPr>
          <p:spPr>
            <a:xfrm>
              <a:off x="4695875" y="1892625"/>
              <a:ext cx="1472400" cy="66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782" name="Google Shape;1782;p40"/>
            <p:cNvSpPr txBox="1"/>
            <p:nvPr/>
          </p:nvSpPr>
          <p:spPr>
            <a:xfrm>
              <a:off x="4752975" y="1557375"/>
              <a:ext cx="13581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grpSp>
        <p:nvGrpSpPr>
          <p:cNvPr id="1783" name="Google Shape;1783;p40"/>
          <p:cNvGrpSpPr/>
          <p:nvPr/>
        </p:nvGrpSpPr>
        <p:grpSpPr>
          <a:xfrm>
            <a:off x="6391825" y="2471775"/>
            <a:ext cx="1472400" cy="1000050"/>
            <a:chOff x="6391825" y="2471775"/>
            <a:chExt cx="1472400" cy="1000050"/>
          </a:xfrm>
        </p:grpSpPr>
        <p:sp>
          <p:nvSpPr>
            <p:cNvPr id="1784" name="Google Shape;1784;p40"/>
            <p:cNvSpPr txBox="1"/>
            <p:nvPr/>
          </p:nvSpPr>
          <p:spPr>
            <a:xfrm>
              <a:off x="6391825" y="2807025"/>
              <a:ext cx="1472400" cy="66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Catamaran"/>
                  <a:ea typeface="Catamaran"/>
                  <a:cs typeface="Catamaran"/>
                  <a:sym typeface="Catamaran"/>
                </a:rPr>
                <a:t>Despite being red, Mars is a very cold place</a:t>
              </a:r>
              <a:endParaRPr>
                <a:solidFill>
                  <a:schemeClr val="dk2"/>
                </a:solidFill>
                <a:latin typeface="Catamaran"/>
                <a:ea typeface="Catamaran"/>
                <a:cs typeface="Catamaran"/>
                <a:sym typeface="Catamaran"/>
              </a:endParaRPr>
            </a:p>
          </p:txBody>
        </p:sp>
        <p:sp>
          <p:nvSpPr>
            <p:cNvPr id="1785" name="Google Shape;1785;p40"/>
            <p:cNvSpPr txBox="1"/>
            <p:nvPr/>
          </p:nvSpPr>
          <p:spPr>
            <a:xfrm>
              <a:off x="6448925" y="2471775"/>
              <a:ext cx="13581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Mars</a:t>
              </a:r>
              <a:endParaRPr sz="2000">
                <a:solidFill>
                  <a:schemeClr val="dk2"/>
                </a:solidFill>
                <a:latin typeface="Love Ya Like A Sister"/>
                <a:ea typeface="Love Ya Like A Sister"/>
                <a:cs typeface="Love Ya Like A Sister"/>
                <a:sym typeface="Love Ya Like A Siste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41"/>
          <p:cNvSpPr/>
          <p:nvPr/>
        </p:nvSpPr>
        <p:spPr>
          <a:xfrm>
            <a:off x="1287049" y="3163176"/>
            <a:ext cx="710326" cy="661255"/>
          </a:xfrm>
          <a:custGeom>
            <a:rect b="b" l="l" r="r" t="t"/>
            <a:pathLst>
              <a:path extrusionOk="0" h="24566" w="26389">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1"/>
          <p:cNvSpPr/>
          <p:nvPr/>
        </p:nvSpPr>
        <p:spPr>
          <a:xfrm>
            <a:off x="1287049" y="1202138"/>
            <a:ext cx="710326" cy="661255"/>
          </a:xfrm>
          <a:custGeom>
            <a:rect b="b" l="l" r="r" t="t"/>
            <a:pathLst>
              <a:path extrusionOk="0" h="24566" w="26389">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41"/>
          <p:cNvSpPr/>
          <p:nvPr/>
        </p:nvSpPr>
        <p:spPr>
          <a:xfrm>
            <a:off x="7146624" y="3163176"/>
            <a:ext cx="710326" cy="661255"/>
          </a:xfrm>
          <a:custGeom>
            <a:rect b="b" l="l" r="r" t="t"/>
            <a:pathLst>
              <a:path extrusionOk="0" h="24566" w="26389">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41"/>
          <p:cNvSpPr/>
          <p:nvPr/>
        </p:nvSpPr>
        <p:spPr>
          <a:xfrm>
            <a:off x="7146624" y="1202138"/>
            <a:ext cx="710326" cy="661255"/>
          </a:xfrm>
          <a:custGeom>
            <a:rect b="b" l="l" r="r" t="t"/>
            <a:pathLst>
              <a:path extrusionOk="0" h="24566" w="26389">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1"/>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795" name="Google Shape;1795;p41"/>
          <p:cNvGrpSpPr/>
          <p:nvPr/>
        </p:nvGrpSpPr>
        <p:grpSpPr>
          <a:xfrm>
            <a:off x="3202966" y="1700467"/>
            <a:ext cx="2738055" cy="2497661"/>
            <a:chOff x="5316524" y="1529500"/>
            <a:chExt cx="2723619" cy="2484493"/>
          </a:xfrm>
        </p:grpSpPr>
        <p:sp>
          <p:nvSpPr>
            <p:cNvPr id="1796" name="Google Shape;1796;p41"/>
            <p:cNvSpPr/>
            <p:nvPr/>
          </p:nvSpPr>
          <p:spPr>
            <a:xfrm>
              <a:off x="7506915" y="1529500"/>
              <a:ext cx="199115" cy="219226"/>
            </a:xfrm>
            <a:custGeom>
              <a:rect b="b" l="l" r="r" t="t"/>
              <a:pathLst>
                <a:path extrusionOk="0" h="2093" w="1901">
                  <a:moveTo>
                    <a:pt x="1551" y="373"/>
                  </a:moveTo>
                  <a:lnTo>
                    <a:pt x="1552" y="375"/>
                  </a:lnTo>
                  <a:lnTo>
                    <a:pt x="1578" y="593"/>
                  </a:lnTo>
                  <a:lnTo>
                    <a:pt x="1595" y="811"/>
                  </a:lnTo>
                  <a:lnTo>
                    <a:pt x="1604" y="1029"/>
                  </a:lnTo>
                  <a:lnTo>
                    <a:pt x="1604" y="1247"/>
                  </a:lnTo>
                  <a:lnTo>
                    <a:pt x="1587" y="1465"/>
                  </a:lnTo>
                  <a:lnTo>
                    <a:pt x="1569" y="1683"/>
                  </a:lnTo>
                  <a:lnTo>
                    <a:pt x="1560" y="1744"/>
                  </a:lnTo>
                  <a:lnTo>
                    <a:pt x="1560" y="1744"/>
                  </a:lnTo>
                  <a:lnTo>
                    <a:pt x="1325" y="1666"/>
                  </a:lnTo>
                  <a:lnTo>
                    <a:pt x="942" y="1535"/>
                  </a:lnTo>
                  <a:lnTo>
                    <a:pt x="576" y="1404"/>
                  </a:lnTo>
                  <a:lnTo>
                    <a:pt x="488" y="1369"/>
                  </a:lnTo>
                  <a:lnTo>
                    <a:pt x="393" y="1343"/>
                  </a:lnTo>
                  <a:lnTo>
                    <a:pt x="346" y="1335"/>
                  </a:lnTo>
                  <a:lnTo>
                    <a:pt x="346" y="1335"/>
                  </a:lnTo>
                  <a:lnTo>
                    <a:pt x="393" y="1308"/>
                  </a:lnTo>
                  <a:lnTo>
                    <a:pt x="593" y="1169"/>
                  </a:lnTo>
                  <a:lnTo>
                    <a:pt x="785" y="1012"/>
                  </a:lnTo>
                  <a:lnTo>
                    <a:pt x="977" y="864"/>
                  </a:lnTo>
                  <a:lnTo>
                    <a:pt x="1168" y="707"/>
                  </a:lnTo>
                  <a:lnTo>
                    <a:pt x="1360" y="541"/>
                  </a:lnTo>
                  <a:lnTo>
                    <a:pt x="1551" y="373"/>
                  </a:lnTo>
                  <a:close/>
                  <a:moveTo>
                    <a:pt x="1604" y="1"/>
                  </a:moveTo>
                  <a:lnTo>
                    <a:pt x="1569" y="18"/>
                  </a:lnTo>
                  <a:lnTo>
                    <a:pt x="1543" y="35"/>
                  </a:lnTo>
                  <a:lnTo>
                    <a:pt x="1378" y="201"/>
                  </a:lnTo>
                  <a:lnTo>
                    <a:pt x="1203" y="367"/>
                  </a:lnTo>
                  <a:lnTo>
                    <a:pt x="1020" y="515"/>
                  </a:lnTo>
                  <a:lnTo>
                    <a:pt x="828" y="663"/>
                  </a:lnTo>
                  <a:lnTo>
                    <a:pt x="637" y="811"/>
                  </a:lnTo>
                  <a:lnTo>
                    <a:pt x="445" y="942"/>
                  </a:lnTo>
                  <a:lnTo>
                    <a:pt x="244" y="1082"/>
                  </a:lnTo>
                  <a:lnTo>
                    <a:pt x="53" y="1221"/>
                  </a:lnTo>
                  <a:lnTo>
                    <a:pt x="35" y="1238"/>
                  </a:lnTo>
                  <a:lnTo>
                    <a:pt x="18" y="1256"/>
                  </a:lnTo>
                  <a:lnTo>
                    <a:pt x="0" y="1299"/>
                  </a:lnTo>
                  <a:lnTo>
                    <a:pt x="0" y="1343"/>
                  </a:lnTo>
                  <a:lnTo>
                    <a:pt x="18" y="1387"/>
                  </a:lnTo>
                  <a:lnTo>
                    <a:pt x="44" y="1422"/>
                  </a:lnTo>
                  <a:lnTo>
                    <a:pt x="79" y="1439"/>
                  </a:lnTo>
                  <a:lnTo>
                    <a:pt x="122" y="1448"/>
                  </a:lnTo>
                  <a:lnTo>
                    <a:pt x="148" y="1439"/>
                  </a:lnTo>
                  <a:lnTo>
                    <a:pt x="175" y="1430"/>
                  </a:lnTo>
                  <a:lnTo>
                    <a:pt x="192" y="1474"/>
                  </a:lnTo>
                  <a:lnTo>
                    <a:pt x="227" y="1509"/>
                  </a:lnTo>
                  <a:lnTo>
                    <a:pt x="262" y="1535"/>
                  </a:lnTo>
                  <a:lnTo>
                    <a:pt x="297" y="1561"/>
                  </a:lnTo>
                  <a:lnTo>
                    <a:pt x="393" y="1596"/>
                  </a:lnTo>
                  <a:lnTo>
                    <a:pt x="471" y="1631"/>
                  </a:lnTo>
                  <a:lnTo>
                    <a:pt x="855" y="1779"/>
                  </a:lnTo>
                  <a:lnTo>
                    <a:pt x="1247" y="1927"/>
                  </a:lnTo>
                  <a:lnTo>
                    <a:pt x="1639" y="2084"/>
                  </a:lnTo>
                  <a:lnTo>
                    <a:pt x="1665" y="2093"/>
                  </a:lnTo>
                  <a:lnTo>
                    <a:pt x="1691" y="2084"/>
                  </a:lnTo>
                  <a:lnTo>
                    <a:pt x="1718" y="2084"/>
                  </a:lnTo>
                  <a:lnTo>
                    <a:pt x="1752" y="2067"/>
                  </a:lnTo>
                  <a:lnTo>
                    <a:pt x="1770" y="2049"/>
                  </a:lnTo>
                  <a:lnTo>
                    <a:pt x="1796" y="2032"/>
                  </a:lnTo>
                  <a:lnTo>
                    <a:pt x="1805" y="2006"/>
                  </a:lnTo>
                  <a:lnTo>
                    <a:pt x="1822" y="1979"/>
                  </a:lnTo>
                  <a:lnTo>
                    <a:pt x="1857" y="1744"/>
                  </a:lnTo>
                  <a:lnTo>
                    <a:pt x="1883" y="1509"/>
                  </a:lnTo>
                  <a:lnTo>
                    <a:pt x="1901" y="1273"/>
                  </a:lnTo>
                  <a:lnTo>
                    <a:pt x="1901" y="1029"/>
                  </a:lnTo>
                  <a:lnTo>
                    <a:pt x="1883" y="794"/>
                  </a:lnTo>
                  <a:lnTo>
                    <a:pt x="1857" y="559"/>
                  </a:lnTo>
                  <a:lnTo>
                    <a:pt x="1813" y="323"/>
                  </a:lnTo>
                  <a:lnTo>
                    <a:pt x="1761" y="97"/>
                  </a:lnTo>
                  <a:lnTo>
                    <a:pt x="1744" y="62"/>
                  </a:lnTo>
                  <a:lnTo>
                    <a:pt x="1726" y="35"/>
                  </a:lnTo>
                  <a:lnTo>
                    <a:pt x="1700" y="18"/>
                  </a:lnTo>
                  <a:lnTo>
                    <a:pt x="1665" y="9"/>
                  </a:lnTo>
                  <a:lnTo>
                    <a:pt x="16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41"/>
            <p:cNvSpPr/>
            <p:nvPr/>
          </p:nvSpPr>
          <p:spPr>
            <a:xfrm>
              <a:off x="7540643" y="1571502"/>
              <a:ext cx="130719" cy="137946"/>
            </a:xfrm>
            <a:custGeom>
              <a:rect b="b" l="l" r="r" t="t"/>
              <a:pathLst>
                <a:path extrusionOk="0" h="1317" w="1248">
                  <a:moveTo>
                    <a:pt x="515" y="803"/>
                  </a:moveTo>
                  <a:lnTo>
                    <a:pt x="524" y="811"/>
                  </a:lnTo>
                  <a:lnTo>
                    <a:pt x="550" y="811"/>
                  </a:lnTo>
                  <a:lnTo>
                    <a:pt x="602" y="829"/>
                  </a:lnTo>
                  <a:lnTo>
                    <a:pt x="628" y="837"/>
                  </a:lnTo>
                  <a:lnTo>
                    <a:pt x="637" y="837"/>
                  </a:lnTo>
                  <a:lnTo>
                    <a:pt x="689" y="872"/>
                  </a:lnTo>
                  <a:lnTo>
                    <a:pt x="707" y="890"/>
                  </a:lnTo>
                  <a:lnTo>
                    <a:pt x="748" y="923"/>
                  </a:lnTo>
                  <a:lnTo>
                    <a:pt x="730" y="989"/>
                  </a:lnTo>
                  <a:lnTo>
                    <a:pt x="730" y="989"/>
                  </a:lnTo>
                  <a:lnTo>
                    <a:pt x="707" y="977"/>
                  </a:lnTo>
                  <a:lnTo>
                    <a:pt x="541" y="881"/>
                  </a:lnTo>
                  <a:lnTo>
                    <a:pt x="405" y="804"/>
                  </a:lnTo>
                  <a:lnTo>
                    <a:pt x="410" y="803"/>
                  </a:lnTo>
                  <a:close/>
                  <a:moveTo>
                    <a:pt x="1082" y="1"/>
                  </a:moveTo>
                  <a:lnTo>
                    <a:pt x="1038" y="18"/>
                  </a:lnTo>
                  <a:lnTo>
                    <a:pt x="995" y="44"/>
                  </a:lnTo>
                  <a:lnTo>
                    <a:pt x="986" y="70"/>
                  </a:lnTo>
                  <a:lnTo>
                    <a:pt x="977" y="96"/>
                  </a:lnTo>
                  <a:lnTo>
                    <a:pt x="829" y="620"/>
                  </a:lnTo>
                  <a:lnTo>
                    <a:pt x="822" y="645"/>
                  </a:lnTo>
                  <a:lnTo>
                    <a:pt x="822" y="645"/>
                  </a:lnTo>
                  <a:lnTo>
                    <a:pt x="768" y="611"/>
                  </a:lnTo>
                  <a:lnTo>
                    <a:pt x="698" y="576"/>
                  </a:lnTo>
                  <a:lnTo>
                    <a:pt x="620" y="550"/>
                  </a:lnTo>
                  <a:lnTo>
                    <a:pt x="541" y="532"/>
                  </a:lnTo>
                  <a:lnTo>
                    <a:pt x="384" y="532"/>
                  </a:lnTo>
                  <a:lnTo>
                    <a:pt x="306" y="550"/>
                  </a:lnTo>
                  <a:lnTo>
                    <a:pt x="227" y="567"/>
                  </a:lnTo>
                  <a:lnTo>
                    <a:pt x="158" y="602"/>
                  </a:lnTo>
                  <a:lnTo>
                    <a:pt x="97" y="654"/>
                  </a:lnTo>
                  <a:lnTo>
                    <a:pt x="44" y="707"/>
                  </a:lnTo>
                  <a:lnTo>
                    <a:pt x="27" y="733"/>
                  </a:lnTo>
                  <a:lnTo>
                    <a:pt x="10" y="759"/>
                  </a:lnTo>
                  <a:lnTo>
                    <a:pt x="1" y="794"/>
                  </a:lnTo>
                  <a:lnTo>
                    <a:pt x="1" y="820"/>
                  </a:lnTo>
                  <a:lnTo>
                    <a:pt x="10" y="846"/>
                  </a:lnTo>
                  <a:lnTo>
                    <a:pt x="18" y="881"/>
                  </a:lnTo>
                  <a:lnTo>
                    <a:pt x="44" y="898"/>
                  </a:lnTo>
                  <a:lnTo>
                    <a:pt x="71" y="916"/>
                  </a:lnTo>
                  <a:lnTo>
                    <a:pt x="410" y="1099"/>
                  </a:lnTo>
                  <a:lnTo>
                    <a:pt x="576" y="1195"/>
                  </a:lnTo>
                  <a:lnTo>
                    <a:pt x="750" y="1291"/>
                  </a:lnTo>
                  <a:lnTo>
                    <a:pt x="777" y="1299"/>
                  </a:lnTo>
                  <a:lnTo>
                    <a:pt x="803" y="1308"/>
                  </a:lnTo>
                  <a:lnTo>
                    <a:pt x="838" y="1308"/>
                  </a:lnTo>
                  <a:lnTo>
                    <a:pt x="864" y="1299"/>
                  </a:lnTo>
                  <a:lnTo>
                    <a:pt x="890" y="1282"/>
                  </a:lnTo>
                  <a:lnTo>
                    <a:pt x="907" y="1265"/>
                  </a:lnTo>
                  <a:lnTo>
                    <a:pt x="925" y="1238"/>
                  </a:lnTo>
                  <a:lnTo>
                    <a:pt x="942" y="1212"/>
                  </a:lnTo>
                  <a:lnTo>
                    <a:pt x="968" y="1115"/>
                  </a:lnTo>
                  <a:lnTo>
                    <a:pt x="968" y="1115"/>
                  </a:lnTo>
                  <a:lnTo>
                    <a:pt x="968" y="1115"/>
                  </a:lnTo>
                  <a:lnTo>
                    <a:pt x="968" y="1195"/>
                  </a:lnTo>
                  <a:lnTo>
                    <a:pt x="968" y="1221"/>
                  </a:lnTo>
                  <a:lnTo>
                    <a:pt x="977" y="1247"/>
                  </a:lnTo>
                  <a:lnTo>
                    <a:pt x="995" y="1265"/>
                  </a:lnTo>
                  <a:lnTo>
                    <a:pt x="1003" y="1282"/>
                  </a:lnTo>
                  <a:lnTo>
                    <a:pt x="1047" y="1308"/>
                  </a:lnTo>
                  <a:lnTo>
                    <a:pt x="1099" y="1317"/>
                  </a:lnTo>
                  <a:lnTo>
                    <a:pt x="1143" y="1308"/>
                  </a:lnTo>
                  <a:lnTo>
                    <a:pt x="1186" y="1282"/>
                  </a:lnTo>
                  <a:lnTo>
                    <a:pt x="1204" y="1265"/>
                  </a:lnTo>
                  <a:lnTo>
                    <a:pt x="1212" y="1247"/>
                  </a:lnTo>
                  <a:lnTo>
                    <a:pt x="1221" y="1221"/>
                  </a:lnTo>
                  <a:lnTo>
                    <a:pt x="1230" y="1195"/>
                  </a:lnTo>
                  <a:lnTo>
                    <a:pt x="1247" y="131"/>
                  </a:lnTo>
                  <a:lnTo>
                    <a:pt x="1247" y="105"/>
                  </a:lnTo>
                  <a:lnTo>
                    <a:pt x="1239" y="79"/>
                  </a:lnTo>
                  <a:lnTo>
                    <a:pt x="1212" y="35"/>
                  </a:lnTo>
                  <a:lnTo>
                    <a:pt x="1169" y="9"/>
                  </a:lnTo>
                  <a:lnTo>
                    <a:pt x="112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1"/>
            <p:cNvSpPr/>
            <p:nvPr/>
          </p:nvSpPr>
          <p:spPr>
            <a:xfrm>
              <a:off x="5935557" y="1665562"/>
              <a:ext cx="47553" cy="2348432"/>
            </a:xfrm>
            <a:custGeom>
              <a:rect b="b" l="l" r="r" t="t"/>
              <a:pathLst>
                <a:path extrusionOk="0" h="22421" w="454">
                  <a:moveTo>
                    <a:pt x="183" y="0"/>
                  </a:moveTo>
                  <a:lnTo>
                    <a:pt x="122" y="9"/>
                  </a:lnTo>
                  <a:lnTo>
                    <a:pt x="96" y="27"/>
                  </a:lnTo>
                  <a:lnTo>
                    <a:pt x="70" y="44"/>
                  </a:lnTo>
                  <a:lnTo>
                    <a:pt x="52" y="61"/>
                  </a:lnTo>
                  <a:lnTo>
                    <a:pt x="35" y="88"/>
                  </a:lnTo>
                  <a:lnTo>
                    <a:pt x="26" y="123"/>
                  </a:lnTo>
                  <a:lnTo>
                    <a:pt x="26" y="157"/>
                  </a:lnTo>
                  <a:lnTo>
                    <a:pt x="18" y="951"/>
                  </a:lnTo>
                  <a:lnTo>
                    <a:pt x="26" y="1744"/>
                  </a:lnTo>
                  <a:lnTo>
                    <a:pt x="44" y="3339"/>
                  </a:lnTo>
                  <a:lnTo>
                    <a:pt x="52" y="5762"/>
                  </a:lnTo>
                  <a:lnTo>
                    <a:pt x="61" y="8186"/>
                  </a:lnTo>
                  <a:lnTo>
                    <a:pt x="61" y="13364"/>
                  </a:lnTo>
                  <a:lnTo>
                    <a:pt x="52" y="15953"/>
                  </a:lnTo>
                  <a:lnTo>
                    <a:pt x="35" y="18550"/>
                  </a:lnTo>
                  <a:lnTo>
                    <a:pt x="26" y="20398"/>
                  </a:lnTo>
                  <a:lnTo>
                    <a:pt x="18" y="21322"/>
                  </a:lnTo>
                  <a:lnTo>
                    <a:pt x="0" y="22238"/>
                  </a:lnTo>
                  <a:lnTo>
                    <a:pt x="0" y="22281"/>
                  </a:lnTo>
                  <a:lnTo>
                    <a:pt x="18" y="22325"/>
                  </a:lnTo>
                  <a:lnTo>
                    <a:pt x="35" y="22351"/>
                  </a:lnTo>
                  <a:lnTo>
                    <a:pt x="52" y="22377"/>
                  </a:lnTo>
                  <a:lnTo>
                    <a:pt x="87" y="22395"/>
                  </a:lnTo>
                  <a:lnTo>
                    <a:pt x="114" y="22412"/>
                  </a:lnTo>
                  <a:lnTo>
                    <a:pt x="148" y="22421"/>
                  </a:lnTo>
                  <a:lnTo>
                    <a:pt x="218" y="22421"/>
                  </a:lnTo>
                  <a:lnTo>
                    <a:pt x="253" y="22412"/>
                  </a:lnTo>
                  <a:lnTo>
                    <a:pt x="288" y="22395"/>
                  </a:lnTo>
                  <a:lnTo>
                    <a:pt x="314" y="22377"/>
                  </a:lnTo>
                  <a:lnTo>
                    <a:pt x="340" y="22351"/>
                  </a:lnTo>
                  <a:lnTo>
                    <a:pt x="358" y="22325"/>
                  </a:lnTo>
                  <a:lnTo>
                    <a:pt x="375" y="22281"/>
                  </a:lnTo>
                  <a:lnTo>
                    <a:pt x="375" y="22238"/>
                  </a:lnTo>
                  <a:lnTo>
                    <a:pt x="401" y="21235"/>
                  </a:lnTo>
                  <a:lnTo>
                    <a:pt x="419" y="20233"/>
                  </a:lnTo>
                  <a:lnTo>
                    <a:pt x="436" y="18228"/>
                  </a:lnTo>
                  <a:lnTo>
                    <a:pt x="445" y="16223"/>
                  </a:lnTo>
                  <a:lnTo>
                    <a:pt x="453" y="14218"/>
                  </a:lnTo>
                  <a:lnTo>
                    <a:pt x="453" y="11629"/>
                  </a:lnTo>
                  <a:lnTo>
                    <a:pt x="453" y="9040"/>
                  </a:lnTo>
                  <a:lnTo>
                    <a:pt x="445" y="6442"/>
                  </a:lnTo>
                  <a:lnTo>
                    <a:pt x="427" y="3853"/>
                  </a:lnTo>
                  <a:lnTo>
                    <a:pt x="419" y="2929"/>
                  </a:lnTo>
                  <a:lnTo>
                    <a:pt x="419" y="2005"/>
                  </a:lnTo>
                  <a:lnTo>
                    <a:pt x="410" y="1543"/>
                  </a:lnTo>
                  <a:lnTo>
                    <a:pt x="392" y="1081"/>
                  </a:lnTo>
                  <a:lnTo>
                    <a:pt x="375" y="619"/>
                  </a:lnTo>
                  <a:lnTo>
                    <a:pt x="349" y="157"/>
                  </a:lnTo>
                  <a:lnTo>
                    <a:pt x="349" y="123"/>
                  </a:lnTo>
                  <a:lnTo>
                    <a:pt x="331" y="88"/>
                  </a:lnTo>
                  <a:lnTo>
                    <a:pt x="314" y="61"/>
                  </a:lnTo>
                  <a:lnTo>
                    <a:pt x="297" y="44"/>
                  </a:lnTo>
                  <a:lnTo>
                    <a:pt x="270" y="27"/>
                  </a:lnTo>
                  <a:lnTo>
                    <a:pt x="244" y="9"/>
                  </a:lnTo>
                  <a:lnTo>
                    <a:pt x="1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1"/>
            <p:cNvSpPr/>
            <p:nvPr/>
          </p:nvSpPr>
          <p:spPr>
            <a:xfrm>
              <a:off x="5352032" y="2923740"/>
              <a:ext cx="2688112" cy="105999"/>
            </a:xfrm>
            <a:custGeom>
              <a:rect b="b" l="l" r="r" t="t"/>
              <a:pathLst>
                <a:path extrusionOk="0" h="1012" w="25664">
                  <a:moveTo>
                    <a:pt x="25498" y="1"/>
                  </a:moveTo>
                  <a:lnTo>
                    <a:pt x="24261" y="97"/>
                  </a:lnTo>
                  <a:lnTo>
                    <a:pt x="23023" y="201"/>
                  </a:lnTo>
                  <a:lnTo>
                    <a:pt x="21785" y="306"/>
                  </a:lnTo>
                  <a:lnTo>
                    <a:pt x="20547" y="393"/>
                  </a:lnTo>
                  <a:lnTo>
                    <a:pt x="19318" y="471"/>
                  </a:lnTo>
                  <a:lnTo>
                    <a:pt x="18071" y="532"/>
                  </a:lnTo>
                  <a:lnTo>
                    <a:pt x="16834" y="585"/>
                  </a:lnTo>
                  <a:lnTo>
                    <a:pt x="15596" y="628"/>
                  </a:lnTo>
                  <a:lnTo>
                    <a:pt x="14358" y="663"/>
                  </a:lnTo>
                  <a:lnTo>
                    <a:pt x="13120" y="689"/>
                  </a:lnTo>
                  <a:lnTo>
                    <a:pt x="11882" y="698"/>
                  </a:lnTo>
                  <a:lnTo>
                    <a:pt x="10645" y="698"/>
                  </a:lnTo>
                  <a:lnTo>
                    <a:pt x="9398" y="689"/>
                  </a:lnTo>
                  <a:lnTo>
                    <a:pt x="8160" y="672"/>
                  </a:lnTo>
                  <a:lnTo>
                    <a:pt x="6922" y="646"/>
                  </a:lnTo>
                  <a:lnTo>
                    <a:pt x="5685" y="611"/>
                  </a:lnTo>
                  <a:lnTo>
                    <a:pt x="4290" y="559"/>
                  </a:lnTo>
                  <a:lnTo>
                    <a:pt x="2886" y="497"/>
                  </a:lnTo>
                  <a:lnTo>
                    <a:pt x="1492" y="436"/>
                  </a:lnTo>
                  <a:lnTo>
                    <a:pt x="97" y="375"/>
                  </a:lnTo>
                  <a:lnTo>
                    <a:pt x="53" y="384"/>
                  </a:lnTo>
                  <a:lnTo>
                    <a:pt x="27" y="402"/>
                  </a:lnTo>
                  <a:lnTo>
                    <a:pt x="10" y="428"/>
                  </a:lnTo>
                  <a:lnTo>
                    <a:pt x="1" y="463"/>
                  </a:lnTo>
                  <a:lnTo>
                    <a:pt x="10" y="497"/>
                  </a:lnTo>
                  <a:lnTo>
                    <a:pt x="27" y="532"/>
                  </a:lnTo>
                  <a:lnTo>
                    <a:pt x="53" y="559"/>
                  </a:lnTo>
                  <a:lnTo>
                    <a:pt x="97" y="567"/>
                  </a:lnTo>
                  <a:lnTo>
                    <a:pt x="707" y="628"/>
                  </a:lnTo>
                  <a:lnTo>
                    <a:pt x="1326" y="689"/>
                  </a:lnTo>
                  <a:lnTo>
                    <a:pt x="1945" y="733"/>
                  </a:lnTo>
                  <a:lnTo>
                    <a:pt x="2564" y="776"/>
                  </a:lnTo>
                  <a:lnTo>
                    <a:pt x="3802" y="855"/>
                  </a:lnTo>
                  <a:lnTo>
                    <a:pt x="5039" y="907"/>
                  </a:lnTo>
                  <a:lnTo>
                    <a:pt x="6286" y="951"/>
                  </a:lnTo>
                  <a:lnTo>
                    <a:pt x="7524" y="977"/>
                  </a:lnTo>
                  <a:lnTo>
                    <a:pt x="8762" y="994"/>
                  </a:lnTo>
                  <a:lnTo>
                    <a:pt x="9999" y="1003"/>
                  </a:lnTo>
                  <a:lnTo>
                    <a:pt x="11246" y="1012"/>
                  </a:lnTo>
                  <a:lnTo>
                    <a:pt x="12484" y="1003"/>
                  </a:lnTo>
                  <a:lnTo>
                    <a:pt x="13722" y="986"/>
                  </a:lnTo>
                  <a:lnTo>
                    <a:pt x="14959" y="959"/>
                  </a:lnTo>
                  <a:lnTo>
                    <a:pt x="16197" y="925"/>
                  </a:lnTo>
                  <a:lnTo>
                    <a:pt x="17435" y="881"/>
                  </a:lnTo>
                  <a:lnTo>
                    <a:pt x="18673" y="829"/>
                  </a:lnTo>
                  <a:lnTo>
                    <a:pt x="19911" y="768"/>
                  </a:lnTo>
                  <a:lnTo>
                    <a:pt x="21314" y="689"/>
                  </a:lnTo>
                  <a:lnTo>
                    <a:pt x="22709" y="602"/>
                  </a:lnTo>
                  <a:lnTo>
                    <a:pt x="23406" y="550"/>
                  </a:lnTo>
                  <a:lnTo>
                    <a:pt x="24104" y="489"/>
                  </a:lnTo>
                  <a:lnTo>
                    <a:pt x="24801" y="428"/>
                  </a:lnTo>
                  <a:lnTo>
                    <a:pt x="25498" y="349"/>
                  </a:lnTo>
                  <a:lnTo>
                    <a:pt x="25533" y="341"/>
                  </a:lnTo>
                  <a:lnTo>
                    <a:pt x="25568" y="323"/>
                  </a:lnTo>
                  <a:lnTo>
                    <a:pt x="25594" y="306"/>
                  </a:lnTo>
                  <a:lnTo>
                    <a:pt x="25620" y="280"/>
                  </a:lnTo>
                  <a:lnTo>
                    <a:pt x="25638" y="253"/>
                  </a:lnTo>
                  <a:lnTo>
                    <a:pt x="25647" y="227"/>
                  </a:lnTo>
                  <a:lnTo>
                    <a:pt x="25664" y="158"/>
                  </a:lnTo>
                  <a:lnTo>
                    <a:pt x="25655" y="131"/>
                  </a:lnTo>
                  <a:lnTo>
                    <a:pt x="25647" y="97"/>
                  </a:lnTo>
                  <a:lnTo>
                    <a:pt x="25638" y="70"/>
                  </a:lnTo>
                  <a:lnTo>
                    <a:pt x="25620" y="44"/>
                  </a:lnTo>
                  <a:lnTo>
                    <a:pt x="25594" y="27"/>
                  </a:lnTo>
                  <a:lnTo>
                    <a:pt x="25568" y="9"/>
                  </a:lnTo>
                  <a:lnTo>
                    <a:pt x="255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1"/>
            <p:cNvSpPr/>
            <p:nvPr/>
          </p:nvSpPr>
          <p:spPr>
            <a:xfrm>
              <a:off x="5316524" y="1691119"/>
              <a:ext cx="2279930" cy="2127530"/>
            </a:xfrm>
            <a:custGeom>
              <a:rect b="b" l="l" r="r" t="t"/>
              <a:pathLst>
                <a:path extrusionOk="0" h="20312" w="21767">
                  <a:moveTo>
                    <a:pt x="21557" y="1"/>
                  </a:moveTo>
                  <a:lnTo>
                    <a:pt x="21522" y="9"/>
                  </a:lnTo>
                  <a:lnTo>
                    <a:pt x="21496" y="18"/>
                  </a:lnTo>
                  <a:lnTo>
                    <a:pt x="21470" y="35"/>
                  </a:lnTo>
                  <a:lnTo>
                    <a:pt x="21444" y="62"/>
                  </a:lnTo>
                  <a:lnTo>
                    <a:pt x="21427" y="96"/>
                  </a:lnTo>
                  <a:lnTo>
                    <a:pt x="21252" y="489"/>
                  </a:lnTo>
                  <a:lnTo>
                    <a:pt x="21060" y="890"/>
                  </a:lnTo>
                  <a:lnTo>
                    <a:pt x="20877" y="1282"/>
                  </a:lnTo>
                  <a:lnTo>
                    <a:pt x="20677" y="1674"/>
                  </a:lnTo>
                  <a:lnTo>
                    <a:pt x="20476" y="2058"/>
                  </a:lnTo>
                  <a:lnTo>
                    <a:pt x="20276" y="2450"/>
                  </a:lnTo>
                  <a:lnTo>
                    <a:pt x="20058" y="2834"/>
                  </a:lnTo>
                  <a:lnTo>
                    <a:pt x="19840" y="3208"/>
                  </a:lnTo>
                  <a:lnTo>
                    <a:pt x="19622" y="3583"/>
                  </a:lnTo>
                  <a:lnTo>
                    <a:pt x="19395" y="3958"/>
                  </a:lnTo>
                  <a:lnTo>
                    <a:pt x="19151" y="4333"/>
                  </a:lnTo>
                  <a:lnTo>
                    <a:pt x="18916" y="4690"/>
                  </a:lnTo>
                  <a:lnTo>
                    <a:pt x="18663" y="5056"/>
                  </a:lnTo>
                  <a:lnTo>
                    <a:pt x="18410" y="5405"/>
                  </a:lnTo>
                  <a:lnTo>
                    <a:pt x="18149" y="5763"/>
                  </a:lnTo>
                  <a:lnTo>
                    <a:pt x="17879" y="6103"/>
                  </a:lnTo>
                  <a:lnTo>
                    <a:pt x="17635" y="6408"/>
                  </a:lnTo>
                  <a:lnTo>
                    <a:pt x="17364" y="6704"/>
                  </a:lnTo>
                  <a:lnTo>
                    <a:pt x="17225" y="6843"/>
                  </a:lnTo>
                  <a:lnTo>
                    <a:pt x="17085" y="6983"/>
                  </a:lnTo>
                  <a:lnTo>
                    <a:pt x="16937" y="7114"/>
                  </a:lnTo>
                  <a:lnTo>
                    <a:pt x="16789" y="7236"/>
                  </a:lnTo>
                  <a:lnTo>
                    <a:pt x="16632" y="7358"/>
                  </a:lnTo>
                  <a:lnTo>
                    <a:pt x="16475" y="7462"/>
                  </a:lnTo>
                  <a:lnTo>
                    <a:pt x="16301" y="7567"/>
                  </a:lnTo>
                  <a:lnTo>
                    <a:pt x="16135" y="7654"/>
                  </a:lnTo>
                  <a:lnTo>
                    <a:pt x="15952" y="7741"/>
                  </a:lnTo>
                  <a:lnTo>
                    <a:pt x="15769" y="7811"/>
                  </a:lnTo>
                  <a:lnTo>
                    <a:pt x="15586" y="7863"/>
                  </a:lnTo>
                  <a:lnTo>
                    <a:pt x="15386" y="7907"/>
                  </a:lnTo>
                  <a:lnTo>
                    <a:pt x="15185" y="7942"/>
                  </a:lnTo>
                  <a:lnTo>
                    <a:pt x="14993" y="7959"/>
                  </a:lnTo>
                  <a:lnTo>
                    <a:pt x="14793" y="7959"/>
                  </a:lnTo>
                  <a:lnTo>
                    <a:pt x="14592" y="7933"/>
                  </a:lnTo>
                  <a:lnTo>
                    <a:pt x="14392" y="7898"/>
                  </a:lnTo>
                  <a:lnTo>
                    <a:pt x="14200" y="7846"/>
                  </a:lnTo>
                  <a:lnTo>
                    <a:pt x="14104" y="7811"/>
                  </a:lnTo>
                  <a:lnTo>
                    <a:pt x="14017" y="7767"/>
                  </a:lnTo>
                  <a:lnTo>
                    <a:pt x="13930" y="7724"/>
                  </a:lnTo>
                  <a:lnTo>
                    <a:pt x="13843" y="7680"/>
                  </a:lnTo>
                  <a:lnTo>
                    <a:pt x="13703" y="7584"/>
                  </a:lnTo>
                  <a:lnTo>
                    <a:pt x="13581" y="7489"/>
                  </a:lnTo>
                  <a:lnTo>
                    <a:pt x="13459" y="7375"/>
                  </a:lnTo>
                  <a:lnTo>
                    <a:pt x="13337" y="7262"/>
                  </a:lnTo>
                  <a:lnTo>
                    <a:pt x="13110" y="7027"/>
                  </a:lnTo>
                  <a:lnTo>
                    <a:pt x="12997" y="6913"/>
                  </a:lnTo>
                  <a:lnTo>
                    <a:pt x="12875" y="6800"/>
                  </a:lnTo>
                  <a:lnTo>
                    <a:pt x="12771" y="6704"/>
                  </a:lnTo>
                  <a:lnTo>
                    <a:pt x="12657" y="6608"/>
                  </a:lnTo>
                  <a:lnTo>
                    <a:pt x="12544" y="6530"/>
                  </a:lnTo>
                  <a:lnTo>
                    <a:pt x="12422" y="6451"/>
                  </a:lnTo>
                  <a:lnTo>
                    <a:pt x="12300" y="6390"/>
                  </a:lnTo>
                  <a:lnTo>
                    <a:pt x="12169" y="6338"/>
                  </a:lnTo>
                  <a:lnTo>
                    <a:pt x="12030" y="6312"/>
                  </a:lnTo>
                  <a:lnTo>
                    <a:pt x="11890" y="6294"/>
                  </a:lnTo>
                  <a:lnTo>
                    <a:pt x="11794" y="6294"/>
                  </a:lnTo>
                  <a:lnTo>
                    <a:pt x="11707" y="6303"/>
                  </a:lnTo>
                  <a:lnTo>
                    <a:pt x="11620" y="6320"/>
                  </a:lnTo>
                  <a:lnTo>
                    <a:pt x="11533" y="6338"/>
                  </a:lnTo>
                  <a:lnTo>
                    <a:pt x="11454" y="6364"/>
                  </a:lnTo>
                  <a:lnTo>
                    <a:pt x="11376" y="6399"/>
                  </a:lnTo>
                  <a:lnTo>
                    <a:pt x="11219" y="6486"/>
                  </a:lnTo>
                  <a:lnTo>
                    <a:pt x="11071" y="6582"/>
                  </a:lnTo>
                  <a:lnTo>
                    <a:pt x="10931" y="6687"/>
                  </a:lnTo>
                  <a:lnTo>
                    <a:pt x="10792" y="6800"/>
                  </a:lnTo>
                  <a:lnTo>
                    <a:pt x="10661" y="6913"/>
                  </a:lnTo>
                  <a:lnTo>
                    <a:pt x="10373" y="7175"/>
                  </a:lnTo>
                  <a:lnTo>
                    <a:pt x="10103" y="7454"/>
                  </a:lnTo>
                  <a:lnTo>
                    <a:pt x="9842" y="7733"/>
                  </a:lnTo>
                  <a:lnTo>
                    <a:pt x="9589" y="8029"/>
                  </a:lnTo>
                  <a:lnTo>
                    <a:pt x="9345" y="8334"/>
                  </a:lnTo>
                  <a:lnTo>
                    <a:pt x="9109" y="8639"/>
                  </a:lnTo>
                  <a:lnTo>
                    <a:pt x="8883" y="8953"/>
                  </a:lnTo>
                  <a:lnTo>
                    <a:pt x="8656" y="9267"/>
                  </a:lnTo>
                  <a:lnTo>
                    <a:pt x="8438" y="9598"/>
                  </a:lnTo>
                  <a:lnTo>
                    <a:pt x="8229" y="9929"/>
                  </a:lnTo>
                  <a:lnTo>
                    <a:pt x="7811" y="10609"/>
                  </a:lnTo>
                  <a:lnTo>
                    <a:pt x="7000" y="11969"/>
                  </a:lnTo>
                  <a:lnTo>
                    <a:pt x="6564" y="12675"/>
                  </a:lnTo>
                  <a:lnTo>
                    <a:pt x="6111" y="13364"/>
                  </a:lnTo>
                  <a:lnTo>
                    <a:pt x="5884" y="13704"/>
                  </a:lnTo>
                  <a:lnTo>
                    <a:pt x="5649" y="14044"/>
                  </a:lnTo>
                  <a:lnTo>
                    <a:pt x="5405" y="14384"/>
                  </a:lnTo>
                  <a:lnTo>
                    <a:pt x="5161" y="14715"/>
                  </a:lnTo>
                  <a:lnTo>
                    <a:pt x="4882" y="15090"/>
                  </a:lnTo>
                  <a:lnTo>
                    <a:pt x="4594" y="15456"/>
                  </a:lnTo>
                  <a:lnTo>
                    <a:pt x="4298" y="15822"/>
                  </a:lnTo>
                  <a:lnTo>
                    <a:pt x="4001" y="16179"/>
                  </a:lnTo>
                  <a:lnTo>
                    <a:pt x="3696" y="16537"/>
                  </a:lnTo>
                  <a:lnTo>
                    <a:pt x="3382" y="16886"/>
                  </a:lnTo>
                  <a:lnTo>
                    <a:pt x="3068" y="17226"/>
                  </a:lnTo>
                  <a:lnTo>
                    <a:pt x="2755" y="17565"/>
                  </a:lnTo>
                  <a:lnTo>
                    <a:pt x="2423" y="17905"/>
                  </a:lnTo>
                  <a:lnTo>
                    <a:pt x="2092" y="18237"/>
                  </a:lnTo>
                  <a:lnTo>
                    <a:pt x="1752" y="18568"/>
                  </a:lnTo>
                  <a:lnTo>
                    <a:pt x="1403" y="18890"/>
                  </a:lnTo>
                  <a:lnTo>
                    <a:pt x="715" y="19536"/>
                  </a:lnTo>
                  <a:lnTo>
                    <a:pt x="26" y="20172"/>
                  </a:lnTo>
                  <a:lnTo>
                    <a:pt x="9" y="20198"/>
                  </a:lnTo>
                  <a:lnTo>
                    <a:pt x="0" y="20224"/>
                  </a:lnTo>
                  <a:lnTo>
                    <a:pt x="0" y="20259"/>
                  </a:lnTo>
                  <a:lnTo>
                    <a:pt x="17" y="20285"/>
                  </a:lnTo>
                  <a:lnTo>
                    <a:pt x="35" y="20303"/>
                  </a:lnTo>
                  <a:lnTo>
                    <a:pt x="61" y="20311"/>
                  </a:lnTo>
                  <a:lnTo>
                    <a:pt x="96" y="20311"/>
                  </a:lnTo>
                  <a:lnTo>
                    <a:pt x="122" y="20303"/>
                  </a:lnTo>
                  <a:lnTo>
                    <a:pt x="453" y="20059"/>
                  </a:lnTo>
                  <a:lnTo>
                    <a:pt x="776" y="19806"/>
                  </a:lnTo>
                  <a:lnTo>
                    <a:pt x="1098" y="19553"/>
                  </a:lnTo>
                  <a:lnTo>
                    <a:pt x="1412" y="19283"/>
                  </a:lnTo>
                  <a:lnTo>
                    <a:pt x="1717" y="19013"/>
                  </a:lnTo>
                  <a:lnTo>
                    <a:pt x="2022" y="18734"/>
                  </a:lnTo>
                  <a:lnTo>
                    <a:pt x="2319" y="18446"/>
                  </a:lnTo>
                  <a:lnTo>
                    <a:pt x="2615" y="18158"/>
                  </a:lnTo>
                  <a:lnTo>
                    <a:pt x="2912" y="17862"/>
                  </a:lnTo>
                  <a:lnTo>
                    <a:pt x="3208" y="17557"/>
                  </a:lnTo>
                  <a:lnTo>
                    <a:pt x="3496" y="17252"/>
                  </a:lnTo>
                  <a:lnTo>
                    <a:pt x="3783" y="16938"/>
                  </a:lnTo>
                  <a:lnTo>
                    <a:pt x="4071" y="16615"/>
                  </a:lnTo>
                  <a:lnTo>
                    <a:pt x="4350" y="16301"/>
                  </a:lnTo>
                  <a:lnTo>
                    <a:pt x="4620" y="15970"/>
                  </a:lnTo>
                  <a:lnTo>
                    <a:pt x="4890" y="15648"/>
                  </a:lnTo>
                  <a:lnTo>
                    <a:pt x="5143" y="15325"/>
                  </a:lnTo>
                  <a:lnTo>
                    <a:pt x="5396" y="14994"/>
                  </a:lnTo>
                  <a:lnTo>
                    <a:pt x="5649" y="14663"/>
                  </a:lnTo>
                  <a:lnTo>
                    <a:pt x="5893" y="14331"/>
                  </a:lnTo>
                  <a:lnTo>
                    <a:pt x="6128" y="13991"/>
                  </a:lnTo>
                  <a:lnTo>
                    <a:pt x="6363" y="13652"/>
                  </a:lnTo>
                  <a:lnTo>
                    <a:pt x="6599" y="13312"/>
                  </a:lnTo>
                  <a:lnTo>
                    <a:pt x="6817" y="12963"/>
                  </a:lnTo>
                  <a:lnTo>
                    <a:pt x="7253" y="12274"/>
                  </a:lnTo>
                  <a:lnTo>
                    <a:pt x="7671" y="11577"/>
                  </a:lnTo>
                  <a:lnTo>
                    <a:pt x="8089" y="10879"/>
                  </a:lnTo>
                  <a:lnTo>
                    <a:pt x="8517" y="10182"/>
                  </a:lnTo>
                  <a:lnTo>
                    <a:pt x="8735" y="9851"/>
                  </a:lnTo>
                  <a:lnTo>
                    <a:pt x="8961" y="9511"/>
                  </a:lnTo>
                  <a:lnTo>
                    <a:pt x="9188" y="9180"/>
                  </a:lnTo>
                  <a:lnTo>
                    <a:pt x="9423" y="8857"/>
                  </a:lnTo>
                  <a:lnTo>
                    <a:pt x="9667" y="8535"/>
                  </a:lnTo>
                  <a:lnTo>
                    <a:pt x="9920" y="8229"/>
                  </a:lnTo>
                  <a:lnTo>
                    <a:pt x="10182" y="7924"/>
                  </a:lnTo>
                  <a:lnTo>
                    <a:pt x="10452" y="7628"/>
                  </a:lnTo>
                  <a:lnTo>
                    <a:pt x="10722" y="7349"/>
                  </a:lnTo>
                  <a:lnTo>
                    <a:pt x="10870" y="7210"/>
                  </a:lnTo>
                  <a:lnTo>
                    <a:pt x="11027" y="7061"/>
                  </a:lnTo>
                  <a:lnTo>
                    <a:pt x="11184" y="6931"/>
                  </a:lnTo>
                  <a:lnTo>
                    <a:pt x="11271" y="6870"/>
                  </a:lnTo>
                  <a:lnTo>
                    <a:pt x="11350" y="6817"/>
                  </a:lnTo>
                  <a:lnTo>
                    <a:pt x="11437" y="6774"/>
                  </a:lnTo>
                  <a:lnTo>
                    <a:pt x="11524" y="6730"/>
                  </a:lnTo>
                  <a:lnTo>
                    <a:pt x="11611" y="6695"/>
                  </a:lnTo>
                  <a:lnTo>
                    <a:pt x="11707" y="6669"/>
                  </a:lnTo>
                  <a:lnTo>
                    <a:pt x="11785" y="6660"/>
                  </a:lnTo>
                  <a:lnTo>
                    <a:pt x="11873" y="6652"/>
                  </a:lnTo>
                  <a:lnTo>
                    <a:pt x="11951" y="6660"/>
                  </a:lnTo>
                  <a:lnTo>
                    <a:pt x="12030" y="6669"/>
                  </a:lnTo>
                  <a:lnTo>
                    <a:pt x="12108" y="6695"/>
                  </a:lnTo>
                  <a:lnTo>
                    <a:pt x="12186" y="6721"/>
                  </a:lnTo>
                  <a:lnTo>
                    <a:pt x="12256" y="6756"/>
                  </a:lnTo>
                  <a:lnTo>
                    <a:pt x="12326" y="6791"/>
                  </a:lnTo>
                  <a:lnTo>
                    <a:pt x="12465" y="6887"/>
                  </a:lnTo>
                  <a:lnTo>
                    <a:pt x="12596" y="6992"/>
                  </a:lnTo>
                  <a:lnTo>
                    <a:pt x="12718" y="7105"/>
                  </a:lnTo>
                  <a:lnTo>
                    <a:pt x="12832" y="7218"/>
                  </a:lnTo>
                  <a:lnTo>
                    <a:pt x="13058" y="7445"/>
                  </a:lnTo>
                  <a:lnTo>
                    <a:pt x="13285" y="7672"/>
                  </a:lnTo>
                  <a:lnTo>
                    <a:pt x="13407" y="7776"/>
                  </a:lnTo>
                  <a:lnTo>
                    <a:pt x="13529" y="7872"/>
                  </a:lnTo>
                  <a:lnTo>
                    <a:pt x="13660" y="7959"/>
                  </a:lnTo>
                  <a:lnTo>
                    <a:pt x="13799" y="8046"/>
                  </a:lnTo>
                  <a:lnTo>
                    <a:pt x="13965" y="8116"/>
                  </a:lnTo>
                  <a:lnTo>
                    <a:pt x="14130" y="8186"/>
                  </a:lnTo>
                  <a:lnTo>
                    <a:pt x="14305" y="8238"/>
                  </a:lnTo>
                  <a:lnTo>
                    <a:pt x="14488" y="8273"/>
                  </a:lnTo>
                  <a:lnTo>
                    <a:pt x="14662" y="8299"/>
                  </a:lnTo>
                  <a:lnTo>
                    <a:pt x="14845" y="8308"/>
                  </a:lnTo>
                  <a:lnTo>
                    <a:pt x="15028" y="8308"/>
                  </a:lnTo>
                  <a:lnTo>
                    <a:pt x="15203" y="8299"/>
                  </a:lnTo>
                  <a:lnTo>
                    <a:pt x="15394" y="8273"/>
                  </a:lnTo>
                  <a:lnTo>
                    <a:pt x="15586" y="8238"/>
                  </a:lnTo>
                  <a:lnTo>
                    <a:pt x="15769" y="8186"/>
                  </a:lnTo>
                  <a:lnTo>
                    <a:pt x="15952" y="8134"/>
                  </a:lnTo>
                  <a:lnTo>
                    <a:pt x="16127" y="8064"/>
                  </a:lnTo>
                  <a:lnTo>
                    <a:pt x="16292" y="7985"/>
                  </a:lnTo>
                  <a:lnTo>
                    <a:pt x="16467" y="7898"/>
                  </a:lnTo>
                  <a:lnTo>
                    <a:pt x="16623" y="7802"/>
                  </a:lnTo>
                  <a:lnTo>
                    <a:pt x="16780" y="7706"/>
                  </a:lnTo>
                  <a:lnTo>
                    <a:pt x="16937" y="7593"/>
                  </a:lnTo>
                  <a:lnTo>
                    <a:pt x="17085" y="7480"/>
                  </a:lnTo>
                  <a:lnTo>
                    <a:pt x="17234" y="7358"/>
                  </a:lnTo>
                  <a:lnTo>
                    <a:pt x="17373" y="7236"/>
                  </a:lnTo>
                  <a:lnTo>
                    <a:pt x="17513" y="7096"/>
                  </a:lnTo>
                  <a:lnTo>
                    <a:pt x="17652" y="6965"/>
                  </a:lnTo>
                  <a:lnTo>
                    <a:pt x="17783" y="6826"/>
                  </a:lnTo>
                  <a:lnTo>
                    <a:pt x="18088" y="6469"/>
                  </a:lnTo>
                  <a:lnTo>
                    <a:pt x="18393" y="6094"/>
                  </a:lnTo>
                  <a:lnTo>
                    <a:pt x="18681" y="5710"/>
                  </a:lnTo>
                  <a:lnTo>
                    <a:pt x="18960" y="5318"/>
                  </a:lnTo>
                  <a:lnTo>
                    <a:pt x="19230" y="4926"/>
                  </a:lnTo>
                  <a:lnTo>
                    <a:pt x="19491" y="4525"/>
                  </a:lnTo>
                  <a:lnTo>
                    <a:pt x="19744" y="4115"/>
                  </a:lnTo>
                  <a:lnTo>
                    <a:pt x="19997" y="3714"/>
                  </a:lnTo>
                  <a:lnTo>
                    <a:pt x="20241" y="3296"/>
                  </a:lnTo>
                  <a:lnTo>
                    <a:pt x="20485" y="2868"/>
                  </a:lnTo>
                  <a:lnTo>
                    <a:pt x="20720" y="2441"/>
                  </a:lnTo>
                  <a:lnTo>
                    <a:pt x="20938" y="2005"/>
                  </a:lnTo>
                  <a:lnTo>
                    <a:pt x="21156" y="1570"/>
                  </a:lnTo>
                  <a:lnTo>
                    <a:pt x="21366" y="1125"/>
                  </a:lnTo>
                  <a:lnTo>
                    <a:pt x="21566" y="680"/>
                  </a:lnTo>
                  <a:lnTo>
                    <a:pt x="21758" y="227"/>
                  </a:lnTo>
                  <a:lnTo>
                    <a:pt x="21767" y="192"/>
                  </a:lnTo>
                  <a:lnTo>
                    <a:pt x="21767" y="166"/>
                  </a:lnTo>
                  <a:lnTo>
                    <a:pt x="21767" y="131"/>
                  </a:lnTo>
                  <a:lnTo>
                    <a:pt x="21749" y="105"/>
                  </a:lnTo>
                  <a:lnTo>
                    <a:pt x="21732" y="79"/>
                  </a:lnTo>
                  <a:lnTo>
                    <a:pt x="21706" y="53"/>
                  </a:lnTo>
                  <a:lnTo>
                    <a:pt x="21653" y="18"/>
                  </a:lnTo>
                  <a:lnTo>
                    <a:pt x="21592" y="9"/>
                  </a:lnTo>
                  <a:lnTo>
                    <a:pt x="2155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1"/>
            <p:cNvSpPr/>
            <p:nvPr/>
          </p:nvSpPr>
          <p:spPr>
            <a:xfrm>
              <a:off x="5948336" y="2376875"/>
              <a:ext cx="606354" cy="57608"/>
            </a:xfrm>
            <a:custGeom>
              <a:rect b="b" l="l" r="r" t="t"/>
              <a:pathLst>
                <a:path extrusionOk="0" h="550" w="5789">
                  <a:moveTo>
                    <a:pt x="5501" y="0"/>
                  </a:moveTo>
                  <a:lnTo>
                    <a:pt x="5318" y="9"/>
                  </a:lnTo>
                  <a:lnTo>
                    <a:pt x="4952" y="35"/>
                  </a:lnTo>
                  <a:lnTo>
                    <a:pt x="4585" y="70"/>
                  </a:lnTo>
                  <a:lnTo>
                    <a:pt x="4219" y="105"/>
                  </a:lnTo>
                  <a:lnTo>
                    <a:pt x="2859" y="201"/>
                  </a:lnTo>
                  <a:lnTo>
                    <a:pt x="2171" y="244"/>
                  </a:lnTo>
                  <a:lnTo>
                    <a:pt x="1822" y="262"/>
                  </a:lnTo>
                  <a:lnTo>
                    <a:pt x="1473" y="279"/>
                  </a:lnTo>
                  <a:lnTo>
                    <a:pt x="785" y="279"/>
                  </a:lnTo>
                  <a:lnTo>
                    <a:pt x="436" y="262"/>
                  </a:lnTo>
                  <a:lnTo>
                    <a:pt x="87" y="235"/>
                  </a:lnTo>
                  <a:lnTo>
                    <a:pt x="53" y="244"/>
                  </a:lnTo>
                  <a:lnTo>
                    <a:pt x="26" y="262"/>
                  </a:lnTo>
                  <a:lnTo>
                    <a:pt x="9" y="288"/>
                  </a:lnTo>
                  <a:lnTo>
                    <a:pt x="0" y="314"/>
                  </a:lnTo>
                  <a:lnTo>
                    <a:pt x="0" y="349"/>
                  </a:lnTo>
                  <a:lnTo>
                    <a:pt x="9" y="384"/>
                  </a:lnTo>
                  <a:lnTo>
                    <a:pt x="35" y="410"/>
                  </a:lnTo>
                  <a:lnTo>
                    <a:pt x="61" y="427"/>
                  </a:lnTo>
                  <a:lnTo>
                    <a:pt x="236" y="462"/>
                  </a:lnTo>
                  <a:lnTo>
                    <a:pt x="410" y="488"/>
                  </a:lnTo>
                  <a:lnTo>
                    <a:pt x="584" y="506"/>
                  </a:lnTo>
                  <a:lnTo>
                    <a:pt x="759" y="523"/>
                  </a:lnTo>
                  <a:lnTo>
                    <a:pt x="1107" y="549"/>
                  </a:lnTo>
                  <a:lnTo>
                    <a:pt x="1456" y="549"/>
                  </a:lnTo>
                  <a:lnTo>
                    <a:pt x="1805" y="532"/>
                  </a:lnTo>
                  <a:lnTo>
                    <a:pt x="2162" y="514"/>
                  </a:lnTo>
                  <a:lnTo>
                    <a:pt x="2859" y="462"/>
                  </a:lnTo>
                  <a:lnTo>
                    <a:pt x="4324" y="331"/>
                  </a:lnTo>
                  <a:lnTo>
                    <a:pt x="4664" y="314"/>
                  </a:lnTo>
                  <a:lnTo>
                    <a:pt x="5021" y="296"/>
                  </a:lnTo>
                  <a:lnTo>
                    <a:pt x="5370" y="262"/>
                  </a:lnTo>
                  <a:lnTo>
                    <a:pt x="5544" y="244"/>
                  </a:lnTo>
                  <a:lnTo>
                    <a:pt x="5710" y="218"/>
                  </a:lnTo>
                  <a:lnTo>
                    <a:pt x="5753" y="201"/>
                  </a:lnTo>
                  <a:lnTo>
                    <a:pt x="5771" y="174"/>
                  </a:lnTo>
                  <a:lnTo>
                    <a:pt x="5788" y="140"/>
                  </a:lnTo>
                  <a:lnTo>
                    <a:pt x="5788" y="105"/>
                  </a:lnTo>
                  <a:lnTo>
                    <a:pt x="5780" y="70"/>
                  </a:lnTo>
                  <a:lnTo>
                    <a:pt x="5753" y="35"/>
                  </a:lnTo>
                  <a:lnTo>
                    <a:pt x="5727" y="18"/>
                  </a:lnTo>
                  <a:lnTo>
                    <a:pt x="5684" y="9"/>
                  </a:lnTo>
                  <a:lnTo>
                    <a:pt x="550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1"/>
            <p:cNvSpPr/>
            <p:nvPr/>
          </p:nvSpPr>
          <p:spPr>
            <a:xfrm>
              <a:off x="6551866" y="2475438"/>
              <a:ext cx="22939" cy="122444"/>
            </a:xfrm>
            <a:custGeom>
              <a:rect b="b" l="l" r="r" t="t"/>
              <a:pathLst>
                <a:path extrusionOk="0" h="1169" w="219">
                  <a:moveTo>
                    <a:pt x="87" y="1"/>
                  </a:moveTo>
                  <a:lnTo>
                    <a:pt x="61" y="18"/>
                  </a:lnTo>
                  <a:lnTo>
                    <a:pt x="35" y="53"/>
                  </a:lnTo>
                  <a:lnTo>
                    <a:pt x="26" y="88"/>
                  </a:lnTo>
                  <a:lnTo>
                    <a:pt x="9" y="576"/>
                  </a:lnTo>
                  <a:lnTo>
                    <a:pt x="0" y="820"/>
                  </a:lnTo>
                  <a:lnTo>
                    <a:pt x="0" y="942"/>
                  </a:lnTo>
                  <a:lnTo>
                    <a:pt x="0" y="1064"/>
                  </a:lnTo>
                  <a:lnTo>
                    <a:pt x="9" y="1108"/>
                  </a:lnTo>
                  <a:lnTo>
                    <a:pt x="35" y="1142"/>
                  </a:lnTo>
                  <a:lnTo>
                    <a:pt x="70" y="1160"/>
                  </a:lnTo>
                  <a:lnTo>
                    <a:pt x="105" y="1169"/>
                  </a:lnTo>
                  <a:lnTo>
                    <a:pt x="148" y="1160"/>
                  </a:lnTo>
                  <a:lnTo>
                    <a:pt x="183" y="1142"/>
                  </a:lnTo>
                  <a:lnTo>
                    <a:pt x="201" y="1108"/>
                  </a:lnTo>
                  <a:lnTo>
                    <a:pt x="209" y="1064"/>
                  </a:lnTo>
                  <a:lnTo>
                    <a:pt x="218" y="942"/>
                  </a:lnTo>
                  <a:lnTo>
                    <a:pt x="218" y="820"/>
                  </a:lnTo>
                  <a:lnTo>
                    <a:pt x="218" y="576"/>
                  </a:lnTo>
                  <a:lnTo>
                    <a:pt x="218" y="88"/>
                  </a:lnTo>
                  <a:lnTo>
                    <a:pt x="209" y="53"/>
                  </a:lnTo>
                  <a:lnTo>
                    <a:pt x="192" y="18"/>
                  </a:lnTo>
                  <a:lnTo>
                    <a:pt x="15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1"/>
            <p:cNvSpPr/>
            <p:nvPr/>
          </p:nvSpPr>
          <p:spPr>
            <a:xfrm>
              <a:off x="6560036" y="2652560"/>
              <a:ext cx="17492" cy="95944"/>
            </a:xfrm>
            <a:custGeom>
              <a:rect b="b" l="l" r="r" t="t"/>
              <a:pathLst>
                <a:path extrusionOk="0" h="916" w="167">
                  <a:moveTo>
                    <a:pt x="88" y="1"/>
                  </a:moveTo>
                  <a:lnTo>
                    <a:pt x="62" y="9"/>
                  </a:lnTo>
                  <a:lnTo>
                    <a:pt x="36" y="18"/>
                  </a:lnTo>
                  <a:lnTo>
                    <a:pt x="18" y="44"/>
                  </a:lnTo>
                  <a:lnTo>
                    <a:pt x="18" y="79"/>
                  </a:lnTo>
                  <a:lnTo>
                    <a:pt x="9" y="463"/>
                  </a:lnTo>
                  <a:lnTo>
                    <a:pt x="1" y="646"/>
                  </a:lnTo>
                  <a:lnTo>
                    <a:pt x="1" y="750"/>
                  </a:lnTo>
                  <a:lnTo>
                    <a:pt x="1" y="846"/>
                  </a:lnTo>
                  <a:lnTo>
                    <a:pt x="9" y="881"/>
                  </a:lnTo>
                  <a:lnTo>
                    <a:pt x="27" y="898"/>
                  </a:lnTo>
                  <a:lnTo>
                    <a:pt x="53" y="916"/>
                  </a:lnTo>
                  <a:lnTo>
                    <a:pt x="105" y="916"/>
                  </a:lnTo>
                  <a:lnTo>
                    <a:pt x="123" y="898"/>
                  </a:lnTo>
                  <a:lnTo>
                    <a:pt x="140" y="881"/>
                  </a:lnTo>
                  <a:lnTo>
                    <a:pt x="158" y="846"/>
                  </a:lnTo>
                  <a:lnTo>
                    <a:pt x="158" y="750"/>
                  </a:lnTo>
                  <a:lnTo>
                    <a:pt x="158" y="646"/>
                  </a:lnTo>
                  <a:lnTo>
                    <a:pt x="158" y="463"/>
                  </a:lnTo>
                  <a:lnTo>
                    <a:pt x="166" y="79"/>
                  </a:lnTo>
                  <a:lnTo>
                    <a:pt x="158" y="44"/>
                  </a:lnTo>
                  <a:lnTo>
                    <a:pt x="140" y="18"/>
                  </a:lnTo>
                  <a:lnTo>
                    <a:pt x="114" y="9"/>
                  </a:lnTo>
                  <a:lnTo>
                    <a:pt x="8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1"/>
            <p:cNvSpPr/>
            <p:nvPr/>
          </p:nvSpPr>
          <p:spPr>
            <a:xfrm>
              <a:off x="6565483" y="2792287"/>
              <a:ext cx="23881" cy="64940"/>
            </a:xfrm>
            <a:custGeom>
              <a:rect b="b" l="l" r="r" t="t"/>
              <a:pathLst>
                <a:path extrusionOk="0" h="620" w="228">
                  <a:moveTo>
                    <a:pt x="132" y="0"/>
                  </a:moveTo>
                  <a:lnTo>
                    <a:pt x="106" y="9"/>
                  </a:lnTo>
                  <a:lnTo>
                    <a:pt x="88" y="35"/>
                  </a:lnTo>
                  <a:lnTo>
                    <a:pt x="45" y="157"/>
                  </a:lnTo>
                  <a:lnTo>
                    <a:pt x="27" y="227"/>
                  </a:lnTo>
                  <a:lnTo>
                    <a:pt x="10" y="297"/>
                  </a:lnTo>
                  <a:lnTo>
                    <a:pt x="1" y="366"/>
                  </a:lnTo>
                  <a:lnTo>
                    <a:pt x="1" y="436"/>
                  </a:lnTo>
                  <a:lnTo>
                    <a:pt x="10" y="506"/>
                  </a:lnTo>
                  <a:lnTo>
                    <a:pt x="18" y="576"/>
                  </a:lnTo>
                  <a:lnTo>
                    <a:pt x="27" y="602"/>
                  </a:lnTo>
                  <a:lnTo>
                    <a:pt x="45" y="611"/>
                  </a:lnTo>
                  <a:lnTo>
                    <a:pt x="71" y="619"/>
                  </a:lnTo>
                  <a:lnTo>
                    <a:pt x="114" y="619"/>
                  </a:lnTo>
                  <a:lnTo>
                    <a:pt x="132" y="602"/>
                  </a:lnTo>
                  <a:lnTo>
                    <a:pt x="140" y="584"/>
                  </a:lnTo>
                  <a:lnTo>
                    <a:pt x="149" y="558"/>
                  </a:lnTo>
                  <a:lnTo>
                    <a:pt x="140" y="445"/>
                  </a:lnTo>
                  <a:lnTo>
                    <a:pt x="149" y="332"/>
                  </a:lnTo>
                  <a:lnTo>
                    <a:pt x="175" y="218"/>
                  </a:lnTo>
                  <a:lnTo>
                    <a:pt x="219" y="105"/>
                  </a:lnTo>
                  <a:lnTo>
                    <a:pt x="228" y="79"/>
                  </a:lnTo>
                  <a:lnTo>
                    <a:pt x="219" y="53"/>
                  </a:lnTo>
                  <a:lnTo>
                    <a:pt x="210" y="27"/>
                  </a:lnTo>
                  <a:lnTo>
                    <a:pt x="193" y="9"/>
                  </a:lnTo>
                  <a:lnTo>
                    <a:pt x="1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1"/>
            <p:cNvSpPr/>
            <p:nvPr/>
          </p:nvSpPr>
          <p:spPr>
            <a:xfrm>
              <a:off x="6572815" y="2910019"/>
              <a:ext cx="14769" cy="28490"/>
            </a:xfrm>
            <a:custGeom>
              <a:rect b="b" l="l" r="r" t="t"/>
              <a:pathLst>
                <a:path extrusionOk="0" h="272" w="141">
                  <a:moveTo>
                    <a:pt x="44" y="1"/>
                  </a:moveTo>
                  <a:lnTo>
                    <a:pt x="18" y="18"/>
                  </a:lnTo>
                  <a:lnTo>
                    <a:pt x="9" y="36"/>
                  </a:lnTo>
                  <a:lnTo>
                    <a:pt x="1" y="62"/>
                  </a:lnTo>
                  <a:lnTo>
                    <a:pt x="1" y="201"/>
                  </a:lnTo>
                  <a:lnTo>
                    <a:pt x="9" y="228"/>
                  </a:lnTo>
                  <a:lnTo>
                    <a:pt x="18" y="254"/>
                  </a:lnTo>
                  <a:lnTo>
                    <a:pt x="44" y="271"/>
                  </a:lnTo>
                  <a:lnTo>
                    <a:pt x="70" y="271"/>
                  </a:lnTo>
                  <a:lnTo>
                    <a:pt x="88" y="262"/>
                  </a:lnTo>
                  <a:lnTo>
                    <a:pt x="114" y="254"/>
                  </a:lnTo>
                  <a:lnTo>
                    <a:pt x="131" y="228"/>
                  </a:lnTo>
                  <a:lnTo>
                    <a:pt x="131" y="201"/>
                  </a:lnTo>
                  <a:lnTo>
                    <a:pt x="140" y="62"/>
                  </a:lnTo>
                  <a:lnTo>
                    <a:pt x="131" y="44"/>
                  </a:lnTo>
                  <a:lnTo>
                    <a:pt x="114" y="18"/>
                  </a:lnTo>
                  <a:lnTo>
                    <a:pt x="9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1"/>
            <p:cNvSpPr/>
            <p:nvPr/>
          </p:nvSpPr>
          <p:spPr>
            <a:xfrm>
              <a:off x="5973893" y="1785179"/>
              <a:ext cx="1557730" cy="66721"/>
            </a:xfrm>
            <a:custGeom>
              <a:rect b="b" l="l" r="r" t="t"/>
              <a:pathLst>
                <a:path extrusionOk="0" h="637" w="14872">
                  <a:moveTo>
                    <a:pt x="14758" y="0"/>
                  </a:moveTo>
                  <a:lnTo>
                    <a:pt x="11899" y="105"/>
                  </a:lnTo>
                  <a:lnTo>
                    <a:pt x="9040" y="201"/>
                  </a:lnTo>
                  <a:lnTo>
                    <a:pt x="6181" y="288"/>
                  </a:lnTo>
                  <a:lnTo>
                    <a:pt x="3330" y="358"/>
                  </a:lnTo>
                  <a:lnTo>
                    <a:pt x="1700" y="393"/>
                  </a:lnTo>
                  <a:lnTo>
                    <a:pt x="889" y="428"/>
                  </a:lnTo>
                  <a:lnTo>
                    <a:pt x="480" y="445"/>
                  </a:lnTo>
                  <a:lnTo>
                    <a:pt x="70" y="471"/>
                  </a:lnTo>
                  <a:lnTo>
                    <a:pt x="44" y="480"/>
                  </a:lnTo>
                  <a:lnTo>
                    <a:pt x="18" y="497"/>
                  </a:lnTo>
                  <a:lnTo>
                    <a:pt x="9" y="515"/>
                  </a:lnTo>
                  <a:lnTo>
                    <a:pt x="0" y="541"/>
                  </a:lnTo>
                  <a:lnTo>
                    <a:pt x="9" y="567"/>
                  </a:lnTo>
                  <a:lnTo>
                    <a:pt x="18" y="593"/>
                  </a:lnTo>
                  <a:lnTo>
                    <a:pt x="44" y="611"/>
                  </a:lnTo>
                  <a:lnTo>
                    <a:pt x="70" y="619"/>
                  </a:lnTo>
                  <a:lnTo>
                    <a:pt x="785" y="637"/>
                  </a:lnTo>
                  <a:lnTo>
                    <a:pt x="2214" y="637"/>
                  </a:lnTo>
                  <a:lnTo>
                    <a:pt x="2929" y="619"/>
                  </a:lnTo>
                  <a:lnTo>
                    <a:pt x="4359" y="576"/>
                  </a:lnTo>
                  <a:lnTo>
                    <a:pt x="5788" y="532"/>
                  </a:lnTo>
                  <a:lnTo>
                    <a:pt x="8648" y="454"/>
                  </a:lnTo>
                  <a:lnTo>
                    <a:pt x="11507" y="358"/>
                  </a:lnTo>
                  <a:lnTo>
                    <a:pt x="13128" y="306"/>
                  </a:lnTo>
                  <a:lnTo>
                    <a:pt x="14758" y="236"/>
                  </a:lnTo>
                  <a:lnTo>
                    <a:pt x="14784" y="236"/>
                  </a:lnTo>
                  <a:lnTo>
                    <a:pt x="14811" y="227"/>
                  </a:lnTo>
                  <a:lnTo>
                    <a:pt x="14845" y="201"/>
                  </a:lnTo>
                  <a:lnTo>
                    <a:pt x="14863" y="157"/>
                  </a:lnTo>
                  <a:lnTo>
                    <a:pt x="14872" y="114"/>
                  </a:lnTo>
                  <a:lnTo>
                    <a:pt x="14863" y="79"/>
                  </a:lnTo>
                  <a:lnTo>
                    <a:pt x="14845" y="35"/>
                  </a:lnTo>
                  <a:lnTo>
                    <a:pt x="14811" y="9"/>
                  </a:lnTo>
                  <a:lnTo>
                    <a:pt x="14784" y="9"/>
                  </a:lnTo>
                  <a:lnTo>
                    <a:pt x="1475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1"/>
            <p:cNvSpPr/>
            <p:nvPr/>
          </p:nvSpPr>
          <p:spPr>
            <a:xfrm>
              <a:off x="7527864" y="1964081"/>
              <a:ext cx="22939" cy="112493"/>
            </a:xfrm>
            <a:custGeom>
              <a:rect b="b" l="l" r="r" t="t"/>
              <a:pathLst>
                <a:path extrusionOk="0" h="1074" w="219">
                  <a:moveTo>
                    <a:pt x="193" y="1"/>
                  </a:moveTo>
                  <a:lnTo>
                    <a:pt x="184" y="10"/>
                  </a:lnTo>
                  <a:lnTo>
                    <a:pt x="105" y="245"/>
                  </a:lnTo>
                  <a:lnTo>
                    <a:pt x="97" y="306"/>
                  </a:lnTo>
                  <a:lnTo>
                    <a:pt x="88" y="367"/>
                  </a:lnTo>
                  <a:lnTo>
                    <a:pt x="70" y="489"/>
                  </a:lnTo>
                  <a:lnTo>
                    <a:pt x="27" y="742"/>
                  </a:lnTo>
                  <a:lnTo>
                    <a:pt x="9" y="864"/>
                  </a:lnTo>
                  <a:lnTo>
                    <a:pt x="1" y="986"/>
                  </a:lnTo>
                  <a:lnTo>
                    <a:pt x="1" y="1021"/>
                  </a:lnTo>
                  <a:lnTo>
                    <a:pt x="18" y="1047"/>
                  </a:lnTo>
                  <a:lnTo>
                    <a:pt x="44" y="1064"/>
                  </a:lnTo>
                  <a:lnTo>
                    <a:pt x="79" y="1073"/>
                  </a:lnTo>
                  <a:lnTo>
                    <a:pt x="105" y="1073"/>
                  </a:lnTo>
                  <a:lnTo>
                    <a:pt x="132" y="1064"/>
                  </a:lnTo>
                  <a:lnTo>
                    <a:pt x="158" y="1047"/>
                  </a:lnTo>
                  <a:lnTo>
                    <a:pt x="166" y="1012"/>
                  </a:lnTo>
                  <a:lnTo>
                    <a:pt x="184" y="890"/>
                  </a:lnTo>
                  <a:lnTo>
                    <a:pt x="193" y="759"/>
                  </a:lnTo>
                  <a:lnTo>
                    <a:pt x="210" y="507"/>
                  </a:lnTo>
                  <a:lnTo>
                    <a:pt x="219" y="385"/>
                  </a:lnTo>
                  <a:lnTo>
                    <a:pt x="219" y="262"/>
                  </a:lnTo>
                  <a:lnTo>
                    <a:pt x="201" y="10"/>
                  </a:lnTo>
                  <a:lnTo>
                    <a:pt x="1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1"/>
            <p:cNvSpPr/>
            <p:nvPr/>
          </p:nvSpPr>
          <p:spPr>
            <a:xfrm>
              <a:off x="7527026" y="2143087"/>
              <a:ext cx="23777" cy="99610"/>
            </a:xfrm>
            <a:custGeom>
              <a:rect b="b" l="l" r="r" t="t"/>
              <a:pathLst>
                <a:path extrusionOk="0" h="951" w="227">
                  <a:moveTo>
                    <a:pt x="131" y="1"/>
                  </a:moveTo>
                  <a:lnTo>
                    <a:pt x="113" y="9"/>
                  </a:lnTo>
                  <a:lnTo>
                    <a:pt x="105" y="27"/>
                  </a:lnTo>
                  <a:lnTo>
                    <a:pt x="105" y="53"/>
                  </a:lnTo>
                  <a:lnTo>
                    <a:pt x="105" y="253"/>
                  </a:lnTo>
                  <a:lnTo>
                    <a:pt x="96" y="358"/>
                  </a:lnTo>
                  <a:lnTo>
                    <a:pt x="87" y="463"/>
                  </a:lnTo>
                  <a:lnTo>
                    <a:pt x="44" y="663"/>
                  </a:lnTo>
                  <a:lnTo>
                    <a:pt x="0" y="863"/>
                  </a:lnTo>
                  <a:lnTo>
                    <a:pt x="0" y="898"/>
                  </a:lnTo>
                  <a:lnTo>
                    <a:pt x="9" y="925"/>
                  </a:lnTo>
                  <a:lnTo>
                    <a:pt x="26" y="942"/>
                  </a:lnTo>
                  <a:lnTo>
                    <a:pt x="52" y="951"/>
                  </a:lnTo>
                  <a:lnTo>
                    <a:pt x="96" y="951"/>
                  </a:lnTo>
                  <a:lnTo>
                    <a:pt x="122" y="933"/>
                  </a:lnTo>
                  <a:lnTo>
                    <a:pt x="140" y="907"/>
                  </a:lnTo>
                  <a:lnTo>
                    <a:pt x="174" y="802"/>
                  </a:lnTo>
                  <a:lnTo>
                    <a:pt x="192" y="698"/>
                  </a:lnTo>
                  <a:lnTo>
                    <a:pt x="209" y="585"/>
                  </a:lnTo>
                  <a:lnTo>
                    <a:pt x="218" y="480"/>
                  </a:lnTo>
                  <a:lnTo>
                    <a:pt x="227" y="262"/>
                  </a:lnTo>
                  <a:lnTo>
                    <a:pt x="209" y="53"/>
                  </a:lnTo>
                  <a:lnTo>
                    <a:pt x="201" y="27"/>
                  </a:lnTo>
                  <a:lnTo>
                    <a:pt x="192" y="9"/>
                  </a:lnTo>
                  <a:lnTo>
                    <a:pt x="17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1"/>
            <p:cNvSpPr/>
            <p:nvPr/>
          </p:nvSpPr>
          <p:spPr>
            <a:xfrm>
              <a:off x="7536977" y="2323875"/>
              <a:ext cx="19273" cy="96887"/>
            </a:xfrm>
            <a:custGeom>
              <a:rect b="b" l="l" r="r" t="t"/>
              <a:pathLst>
                <a:path extrusionOk="0" h="925" w="184">
                  <a:moveTo>
                    <a:pt x="79" y="0"/>
                  </a:moveTo>
                  <a:lnTo>
                    <a:pt x="53" y="18"/>
                  </a:lnTo>
                  <a:lnTo>
                    <a:pt x="36" y="44"/>
                  </a:lnTo>
                  <a:lnTo>
                    <a:pt x="27" y="70"/>
                  </a:lnTo>
                  <a:lnTo>
                    <a:pt x="10" y="454"/>
                  </a:lnTo>
                  <a:lnTo>
                    <a:pt x="1" y="837"/>
                  </a:lnTo>
                  <a:lnTo>
                    <a:pt x="10" y="881"/>
                  </a:lnTo>
                  <a:lnTo>
                    <a:pt x="27" y="907"/>
                  </a:lnTo>
                  <a:lnTo>
                    <a:pt x="62" y="924"/>
                  </a:lnTo>
                  <a:lnTo>
                    <a:pt x="123" y="924"/>
                  </a:lnTo>
                  <a:lnTo>
                    <a:pt x="158" y="907"/>
                  </a:lnTo>
                  <a:lnTo>
                    <a:pt x="175" y="881"/>
                  </a:lnTo>
                  <a:lnTo>
                    <a:pt x="184" y="837"/>
                  </a:lnTo>
                  <a:lnTo>
                    <a:pt x="184" y="454"/>
                  </a:lnTo>
                  <a:lnTo>
                    <a:pt x="184" y="70"/>
                  </a:lnTo>
                  <a:lnTo>
                    <a:pt x="175" y="44"/>
                  </a:lnTo>
                  <a:lnTo>
                    <a:pt x="158" y="18"/>
                  </a:lnTo>
                  <a:lnTo>
                    <a:pt x="1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1"/>
            <p:cNvSpPr/>
            <p:nvPr/>
          </p:nvSpPr>
          <p:spPr>
            <a:xfrm>
              <a:off x="7549755" y="2492826"/>
              <a:ext cx="18435" cy="89555"/>
            </a:xfrm>
            <a:custGeom>
              <a:rect b="b" l="l" r="r" t="t"/>
              <a:pathLst>
                <a:path extrusionOk="0" h="855" w="176">
                  <a:moveTo>
                    <a:pt x="97" y="0"/>
                  </a:moveTo>
                  <a:lnTo>
                    <a:pt x="79" y="9"/>
                  </a:lnTo>
                  <a:lnTo>
                    <a:pt x="53" y="18"/>
                  </a:lnTo>
                  <a:lnTo>
                    <a:pt x="36" y="44"/>
                  </a:lnTo>
                  <a:lnTo>
                    <a:pt x="27" y="70"/>
                  </a:lnTo>
                  <a:lnTo>
                    <a:pt x="1" y="767"/>
                  </a:lnTo>
                  <a:lnTo>
                    <a:pt x="1" y="802"/>
                  </a:lnTo>
                  <a:lnTo>
                    <a:pt x="27" y="837"/>
                  </a:lnTo>
                  <a:lnTo>
                    <a:pt x="53" y="846"/>
                  </a:lnTo>
                  <a:lnTo>
                    <a:pt x="88" y="854"/>
                  </a:lnTo>
                  <a:lnTo>
                    <a:pt x="123" y="846"/>
                  </a:lnTo>
                  <a:lnTo>
                    <a:pt x="149" y="837"/>
                  </a:lnTo>
                  <a:lnTo>
                    <a:pt x="167" y="802"/>
                  </a:lnTo>
                  <a:lnTo>
                    <a:pt x="175" y="767"/>
                  </a:lnTo>
                  <a:lnTo>
                    <a:pt x="167" y="70"/>
                  </a:lnTo>
                  <a:lnTo>
                    <a:pt x="158" y="44"/>
                  </a:lnTo>
                  <a:lnTo>
                    <a:pt x="140" y="18"/>
                  </a:lnTo>
                  <a:lnTo>
                    <a:pt x="123" y="9"/>
                  </a:lnTo>
                  <a:lnTo>
                    <a:pt x="9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1"/>
            <p:cNvSpPr/>
            <p:nvPr/>
          </p:nvSpPr>
          <p:spPr>
            <a:xfrm>
              <a:off x="7555307" y="2659892"/>
              <a:ext cx="25662" cy="97829"/>
            </a:xfrm>
            <a:custGeom>
              <a:rect b="b" l="l" r="r" t="t"/>
              <a:pathLst>
                <a:path extrusionOk="0" h="934" w="245">
                  <a:moveTo>
                    <a:pt x="79" y="0"/>
                  </a:moveTo>
                  <a:lnTo>
                    <a:pt x="53" y="9"/>
                  </a:lnTo>
                  <a:lnTo>
                    <a:pt x="26" y="27"/>
                  </a:lnTo>
                  <a:lnTo>
                    <a:pt x="9" y="53"/>
                  </a:lnTo>
                  <a:lnTo>
                    <a:pt x="0" y="79"/>
                  </a:lnTo>
                  <a:lnTo>
                    <a:pt x="35" y="480"/>
                  </a:lnTo>
                  <a:lnTo>
                    <a:pt x="53" y="672"/>
                  </a:lnTo>
                  <a:lnTo>
                    <a:pt x="79" y="872"/>
                  </a:lnTo>
                  <a:lnTo>
                    <a:pt x="96" y="898"/>
                  </a:lnTo>
                  <a:lnTo>
                    <a:pt x="114" y="916"/>
                  </a:lnTo>
                  <a:lnTo>
                    <a:pt x="140" y="924"/>
                  </a:lnTo>
                  <a:lnTo>
                    <a:pt x="166" y="933"/>
                  </a:lnTo>
                  <a:lnTo>
                    <a:pt x="201" y="924"/>
                  </a:lnTo>
                  <a:lnTo>
                    <a:pt x="218" y="907"/>
                  </a:lnTo>
                  <a:lnTo>
                    <a:pt x="236" y="881"/>
                  </a:lnTo>
                  <a:lnTo>
                    <a:pt x="244" y="846"/>
                  </a:lnTo>
                  <a:lnTo>
                    <a:pt x="227" y="654"/>
                  </a:lnTo>
                  <a:lnTo>
                    <a:pt x="209" y="462"/>
                  </a:lnTo>
                  <a:lnTo>
                    <a:pt x="166" y="79"/>
                  </a:lnTo>
                  <a:lnTo>
                    <a:pt x="157" y="53"/>
                  </a:lnTo>
                  <a:lnTo>
                    <a:pt x="140" y="27"/>
                  </a:lnTo>
                  <a:lnTo>
                    <a:pt x="114" y="9"/>
                  </a:lnTo>
                  <a:lnTo>
                    <a:pt x="7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1"/>
            <p:cNvSpPr/>
            <p:nvPr/>
          </p:nvSpPr>
          <p:spPr>
            <a:xfrm>
              <a:off x="7554364" y="2815122"/>
              <a:ext cx="22939" cy="74053"/>
            </a:xfrm>
            <a:custGeom>
              <a:rect b="b" l="l" r="r" t="t"/>
              <a:pathLst>
                <a:path extrusionOk="0" h="707" w="219">
                  <a:moveTo>
                    <a:pt x="53" y="0"/>
                  </a:moveTo>
                  <a:lnTo>
                    <a:pt x="35" y="9"/>
                  </a:lnTo>
                  <a:lnTo>
                    <a:pt x="9" y="26"/>
                  </a:lnTo>
                  <a:lnTo>
                    <a:pt x="1" y="44"/>
                  </a:lnTo>
                  <a:lnTo>
                    <a:pt x="1" y="70"/>
                  </a:lnTo>
                  <a:lnTo>
                    <a:pt x="62" y="628"/>
                  </a:lnTo>
                  <a:lnTo>
                    <a:pt x="70" y="663"/>
                  </a:lnTo>
                  <a:lnTo>
                    <a:pt x="88" y="689"/>
                  </a:lnTo>
                  <a:lnTo>
                    <a:pt x="123" y="706"/>
                  </a:lnTo>
                  <a:lnTo>
                    <a:pt x="157" y="706"/>
                  </a:lnTo>
                  <a:lnTo>
                    <a:pt x="192" y="698"/>
                  </a:lnTo>
                  <a:lnTo>
                    <a:pt x="210" y="671"/>
                  </a:lnTo>
                  <a:lnTo>
                    <a:pt x="218" y="637"/>
                  </a:lnTo>
                  <a:lnTo>
                    <a:pt x="218" y="602"/>
                  </a:lnTo>
                  <a:lnTo>
                    <a:pt x="131" y="53"/>
                  </a:lnTo>
                  <a:lnTo>
                    <a:pt x="123" y="26"/>
                  </a:lnTo>
                  <a:lnTo>
                    <a:pt x="105" y="9"/>
                  </a:lnTo>
                  <a:lnTo>
                    <a:pt x="7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1"/>
            <p:cNvSpPr/>
            <p:nvPr/>
          </p:nvSpPr>
          <p:spPr>
            <a:xfrm>
              <a:off x="5684487" y="3073524"/>
              <a:ext cx="111446" cy="115112"/>
            </a:xfrm>
            <a:custGeom>
              <a:rect b="b" l="l" r="r" t="t"/>
              <a:pathLst>
                <a:path extrusionOk="0" h="1099" w="1064">
                  <a:moveTo>
                    <a:pt x="469" y="218"/>
                  </a:moveTo>
                  <a:lnTo>
                    <a:pt x="471" y="227"/>
                  </a:lnTo>
                  <a:lnTo>
                    <a:pt x="497" y="262"/>
                  </a:lnTo>
                  <a:lnTo>
                    <a:pt x="540" y="288"/>
                  </a:lnTo>
                  <a:lnTo>
                    <a:pt x="593" y="305"/>
                  </a:lnTo>
                  <a:lnTo>
                    <a:pt x="619" y="305"/>
                  </a:lnTo>
                  <a:lnTo>
                    <a:pt x="645" y="314"/>
                  </a:lnTo>
                  <a:lnTo>
                    <a:pt x="654" y="323"/>
                  </a:lnTo>
                  <a:lnTo>
                    <a:pt x="697" y="349"/>
                  </a:lnTo>
                  <a:lnTo>
                    <a:pt x="724" y="366"/>
                  </a:lnTo>
                  <a:lnTo>
                    <a:pt x="758" y="410"/>
                  </a:lnTo>
                  <a:lnTo>
                    <a:pt x="776" y="436"/>
                  </a:lnTo>
                  <a:lnTo>
                    <a:pt x="802" y="488"/>
                  </a:lnTo>
                  <a:lnTo>
                    <a:pt x="811" y="523"/>
                  </a:lnTo>
                  <a:lnTo>
                    <a:pt x="828" y="576"/>
                  </a:lnTo>
                  <a:lnTo>
                    <a:pt x="828" y="584"/>
                  </a:lnTo>
                  <a:lnTo>
                    <a:pt x="828" y="619"/>
                  </a:lnTo>
                  <a:lnTo>
                    <a:pt x="828" y="645"/>
                  </a:lnTo>
                  <a:lnTo>
                    <a:pt x="819" y="663"/>
                  </a:lnTo>
                  <a:lnTo>
                    <a:pt x="828" y="663"/>
                  </a:lnTo>
                  <a:lnTo>
                    <a:pt x="819" y="671"/>
                  </a:lnTo>
                  <a:lnTo>
                    <a:pt x="811" y="706"/>
                  </a:lnTo>
                  <a:lnTo>
                    <a:pt x="802" y="732"/>
                  </a:lnTo>
                  <a:lnTo>
                    <a:pt x="776" y="785"/>
                  </a:lnTo>
                  <a:lnTo>
                    <a:pt x="776" y="776"/>
                  </a:lnTo>
                  <a:lnTo>
                    <a:pt x="767" y="785"/>
                  </a:lnTo>
                  <a:lnTo>
                    <a:pt x="741" y="811"/>
                  </a:lnTo>
                  <a:lnTo>
                    <a:pt x="715" y="828"/>
                  </a:lnTo>
                  <a:lnTo>
                    <a:pt x="689" y="846"/>
                  </a:lnTo>
                  <a:lnTo>
                    <a:pt x="628" y="863"/>
                  </a:lnTo>
                  <a:lnTo>
                    <a:pt x="523" y="863"/>
                  </a:lnTo>
                  <a:lnTo>
                    <a:pt x="497" y="854"/>
                  </a:lnTo>
                  <a:lnTo>
                    <a:pt x="445" y="846"/>
                  </a:lnTo>
                  <a:lnTo>
                    <a:pt x="410" y="828"/>
                  </a:lnTo>
                  <a:lnTo>
                    <a:pt x="410" y="828"/>
                  </a:lnTo>
                  <a:lnTo>
                    <a:pt x="418" y="837"/>
                  </a:lnTo>
                  <a:lnTo>
                    <a:pt x="401" y="828"/>
                  </a:lnTo>
                  <a:lnTo>
                    <a:pt x="349" y="793"/>
                  </a:lnTo>
                  <a:lnTo>
                    <a:pt x="331" y="785"/>
                  </a:lnTo>
                  <a:lnTo>
                    <a:pt x="323" y="776"/>
                  </a:lnTo>
                  <a:lnTo>
                    <a:pt x="279" y="732"/>
                  </a:lnTo>
                  <a:lnTo>
                    <a:pt x="270" y="724"/>
                  </a:lnTo>
                  <a:lnTo>
                    <a:pt x="270" y="732"/>
                  </a:lnTo>
                  <a:lnTo>
                    <a:pt x="253" y="706"/>
                  </a:lnTo>
                  <a:lnTo>
                    <a:pt x="244" y="680"/>
                  </a:lnTo>
                  <a:lnTo>
                    <a:pt x="235" y="663"/>
                  </a:lnTo>
                  <a:lnTo>
                    <a:pt x="227" y="645"/>
                  </a:lnTo>
                  <a:lnTo>
                    <a:pt x="218" y="619"/>
                  </a:lnTo>
                  <a:lnTo>
                    <a:pt x="218" y="602"/>
                  </a:lnTo>
                  <a:lnTo>
                    <a:pt x="218" y="567"/>
                  </a:lnTo>
                  <a:lnTo>
                    <a:pt x="218" y="532"/>
                  </a:lnTo>
                  <a:lnTo>
                    <a:pt x="218" y="515"/>
                  </a:lnTo>
                  <a:lnTo>
                    <a:pt x="235" y="445"/>
                  </a:lnTo>
                  <a:lnTo>
                    <a:pt x="244" y="445"/>
                  </a:lnTo>
                  <a:lnTo>
                    <a:pt x="244" y="427"/>
                  </a:lnTo>
                  <a:lnTo>
                    <a:pt x="262" y="392"/>
                  </a:lnTo>
                  <a:lnTo>
                    <a:pt x="288" y="358"/>
                  </a:lnTo>
                  <a:lnTo>
                    <a:pt x="296" y="349"/>
                  </a:lnTo>
                  <a:lnTo>
                    <a:pt x="305" y="340"/>
                  </a:lnTo>
                  <a:lnTo>
                    <a:pt x="357" y="288"/>
                  </a:lnTo>
                  <a:lnTo>
                    <a:pt x="410" y="253"/>
                  </a:lnTo>
                  <a:lnTo>
                    <a:pt x="445" y="227"/>
                  </a:lnTo>
                  <a:lnTo>
                    <a:pt x="462" y="218"/>
                  </a:lnTo>
                  <a:close/>
                  <a:moveTo>
                    <a:pt x="540" y="0"/>
                  </a:moveTo>
                  <a:lnTo>
                    <a:pt x="445" y="18"/>
                  </a:lnTo>
                  <a:lnTo>
                    <a:pt x="357" y="53"/>
                  </a:lnTo>
                  <a:lnTo>
                    <a:pt x="270" y="96"/>
                  </a:lnTo>
                  <a:lnTo>
                    <a:pt x="200" y="148"/>
                  </a:lnTo>
                  <a:lnTo>
                    <a:pt x="131" y="218"/>
                  </a:lnTo>
                  <a:lnTo>
                    <a:pt x="78" y="288"/>
                  </a:lnTo>
                  <a:lnTo>
                    <a:pt x="35" y="366"/>
                  </a:lnTo>
                  <a:lnTo>
                    <a:pt x="9" y="454"/>
                  </a:lnTo>
                  <a:lnTo>
                    <a:pt x="0" y="541"/>
                  </a:lnTo>
                  <a:lnTo>
                    <a:pt x="0" y="628"/>
                  </a:lnTo>
                  <a:lnTo>
                    <a:pt x="17" y="715"/>
                  </a:lnTo>
                  <a:lnTo>
                    <a:pt x="44" y="793"/>
                  </a:lnTo>
                  <a:lnTo>
                    <a:pt x="96" y="863"/>
                  </a:lnTo>
                  <a:lnTo>
                    <a:pt x="157" y="933"/>
                  </a:lnTo>
                  <a:lnTo>
                    <a:pt x="218" y="985"/>
                  </a:lnTo>
                  <a:lnTo>
                    <a:pt x="279" y="1029"/>
                  </a:lnTo>
                  <a:lnTo>
                    <a:pt x="357" y="1064"/>
                  </a:lnTo>
                  <a:lnTo>
                    <a:pt x="436" y="1081"/>
                  </a:lnTo>
                  <a:lnTo>
                    <a:pt x="514" y="1099"/>
                  </a:lnTo>
                  <a:lnTo>
                    <a:pt x="593" y="1099"/>
                  </a:lnTo>
                  <a:lnTo>
                    <a:pt x="671" y="1090"/>
                  </a:lnTo>
                  <a:lnTo>
                    <a:pt x="750" y="1072"/>
                  </a:lnTo>
                  <a:lnTo>
                    <a:pt x="828" y="1029"/>
                  </a:lnTo>
                  <a:lnTo>
                    <a:pt x="898" y="985"/>
                  </a:lnTo>
                  <a:lnTo>
                    <a:pt x="950" y="933"/>
                  </a:lnTo>
                  <a:lnTo>
                    <a:pt x="994" y="863"/>
                  </a:lnTo>
                  <a:lnTo>
                    <a:pt x="1029" y="793"/>
                  </a:lnTo>
                  <a:lnTo>
                    <a:pt x="1055" y="715"/>
                  </a:lnTo>
                  <a:lnTo>
                    <a:pt x="1063" y="637"/>
                  </a:lnTo>
                  <a:lnTo>
                    <a:pt x="1063" y="549"/>
                  </a:lnTo>
                  <a:lnTo>
                    <a:pt x="1046" y="454"/>
                  </a:lnTo>
                  <a:lnTo>
                    <a:pt x="1011" y="366"/>
                  </a:lnTo>
                  <a:lnTo>
                    <a:pt x="968" y="279"/>
                  </a:lnTo>
                  <a:lnTo>
                    <a:pt x="915" y="209"/>
                  </a:lnTo>
                  <a:lnTo>
                    <a:pt x="846" y="148"/>
                  </a:lnTo>
                  <a:lnTo>
                    <a:pt x="783" y="102"/>
                  </a:lnTo>
                  <a:lnTo>
                    <a:pt x="783" y="102"/>
                  </a:lnTo>
                  <a:lnTo>
                    <a:pt x="785" y="96"/>
                  </a:lnTo>
                  <a:lnTo>
                    <a:pt x="776" y="70"/>
                  </a:lnTo>
                  <a:lnTo>
                    <a:pt x="750" y="44"/>
                  </a:lnTo>
                  <a:lnTo>
                    <a:pt x="724" y="26"/>
                  </a:lnTo>
                  <a:lnTo>
                    <a:pt x="628" y="9"/>
                  </a:lnTo>
                  <a:lnTo>
                    <a:pt x="54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1"/>
            <p:cNvSpPr/>
            <p:nvPr/>
          </p:nvSpPr>
          <p:spPr>
            <a:xfrm>
              <a:off x="6573758" y="2172311"/>
              <a:ext cx="73110" cy="112389"/>
            </a:xfrm>
            <a:custGeom>
              <a:rect b="b" l="l" r="r" t="t"/>
              <a:pathLst>
                <a:path extrusionOk="0" h="1073" w="698">
                  <a:moveTo>
                    <a:pt x="611" y="0"/>
                  </a:moveTo>
                  <a:lnTo>
                    <a:pt x="584" y="18"/>
                  </a:lnTo>
                  <a:lnTo>
                    <a:pt x="576" y="35"/>
                  </a:lnTo>
                  <a:lnTo>
                    <a:pt x="445" y="253"/>
                  </a:lnTo>
                  <a:lnTo>
                    <a:pt x="306" y="471"/>
                  </a:lnTo>
                  <a:lnTo>
                    <a:pt x="175" y="672"/>
                  </a:lnTo>
                  <a:lnTo>
                    <a:pt x="96" y="785"/>
                  </a:lnTo>
                  <a:lnTo>
                    <a:pt x="53" y="837"/>
                  </a:lnTo>
                  <a:lnTo>
                    <a:pt x="18" y="890"/>
                  </a:lnTo>
                  <a:lnTo>
                    <a:pt x="0" y="933"/>
                  </a:lnTo>
                  <a:lnTo>
                    <a:pt x="9" y="985"/>
                  </a:lnTo>
                  <a:lnTo>
                    <a:pt x="27" y="1020"/>
                  </a:lnTo>
                  <a:lnTo>
                    <a:pt x="61" y="1055"/>
                  </a:lnTo>
                  <a:lnTo>
                    <a:pt x="88" y="1064"/>
                  </a:lnTo>
                  <a:lnTo>
                    <a:pt x="105" y="1073"/>
                  </a:lnTo>
                  <a:lnTo>
                    <a:pt x="157" y="1064"/>
                  </a:lnTo>
                  <a:lnTo>
                    <a:pt x="192" y="1047"/>
                  </a:lnTo>
                  <a:lnTo>
                    <a:pt x="227" y="1012"/>
                  </a:lnTo>
                  <a:lnTo>
                    <a:pt x="262" y="959"/>
                  </a:lnTo>
                  <a:lnTo>
                    <a:pt x="297" y="898"/>
                  </a:lnTo>
                  <a:lnTo>
                    <a:pt x="358" y="785"/>
                  </a:lnTo>
                  <a:lnTo>
                    <a:pt x="480" y="558"/>
                  </a:lnTo>
                  <a:lnTo>
                    <a:pt x="593" y="323"/>
                  </a:lnTo>
                  <a:lnTo>
                    <a:pt x="689" y="88"/>
                  </a:lnTo>
                  <a:lnTo>
                    <a:pt x="698" y="61"/>
                  </a:lnTo>
                  <a:lnTo>
                    <a:pt x="689" y="35"/>
                  </a:lnTo>
                  <a:lnTo>
                    <a:pt x="672" y="18"/>
                  </a:lnTo>
                  <a:lnTo>
                    <a:pt x="654" y="9"/>
                  </a:lnTo>
                  <a:lnTo>
                    <a:pt x="63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1"/>
            <p:cNvSpPr/>
            <p:nvPr/>
          </p:nvSpPr>
          <p:spPr>
            <a:xfrm>
              <a:off x="6626758" y="2176920"/>
              <a:ext cx="52057" cy="119616"/>
            </a:xfrm>
            <a:custGeom>
              <a:rect b="b" l="l" r="r" t="t"/>
              <a:pathLst>
                <a:path extrusionOk="0" h="1142" w="497">
                  <a:moveTo>
                    <a:pt x="70" y="0"/>
                  </a:moveTo>
                  <a:lnTo>
                    <a:pt x="44" y="9"/>
                  </a:lnTo>
                  <a:lnTo>
                    <a:pt x="17" y="26"/>
                  </a:lnTo>
                  <a:lnTo>
                    <a:pt x="0" y="61"/>
                  </a:lnTo>
                  <a:lnTo>
                    <a:pt x="0" y="87"/>
                  </a:lnTo>
                  <a:lnTo>
                    <a:pt x="9" y="122"/>
                  </a:lnTo>
                  <a:lnTo>
                    <a:pt x="52" y="235"/>
                  </a:lnTo>
                  <a:lnTo>
                    <a:pt x="87" y="349"/>
                  </a:lnTo>
                  <a:lnTo>
                    <a:pt x="166" y="593"/>
                  </a:lnTo>
                  <a:lnTo>
                    <a:pt x="227" y="837"/>
                  </a:lnTo>
                  <a:lnTo>
                    <a:pt x="253" y="959"/>
                  </a:lnTo>
                  <a:lnTo>
                    <a:pt x="262" y="1020"/>
                  </a:lnTo>
                  <a:lnTo>
                    <a:pt x="279" y="1055"/>
                  </a:lnTo>
                  <a:lnTo>
                    <a:pt x="305" y="1090"/>
                  </a:lnTo>
                  <a:lnTo>
                    <a:pt x="323" y="1116"/>
                  </a:lnTo>
                  <a:lnTo>
                    <a:pt x="349" y="1133"/>
                  </a:lnTo>
                  <a:lnTo>
                    <a:pt x="384" y="1142"/>
                  </a:lnTo>
                  <a:lnTo>
                    <a:pt x="418" y="1142"/>
                  </a:lnTo>
                  <a:lnTo>
                    <a:pt x="445" y="1125"/>
                  </a:lnTo>
                  <a:lnTo>
                    <a:pt x="471" y="1098"/>
                  </a:lnTo>
                  <a:lnTo>
                    <a:pt x="488" y="1072"/>
                  </a:lnTo>
                  <a:lnTo>
                    <a:pt x="488" y="1037"/>
                  </a:lnTo>
                  <a:lnTo>
                    <a:pt x="497" y="994"/>
                  </a:lnTo>
                  <a:lnTo>
                    <a:pt x="497" y="959"/>
                  </a:lnTo>
                  <a:lnTo>
                    <a:pt x="479" y="889"/>
                  </a:lnTo>
                  <a:lnTo>
                    <a:pt x="453" y="767"/>
                  </a:lnTo>
                  <a:lnTo>
                    <a:pt x="384" y="514"/>
                  </a:lnTo>
                  <a:lnTo>
                    <a:pt x="331" y="392"/>
                  </a:lnTo>
                  <a:lnTo>
                    <a:pt x="279" y="270"/>
                  </a:lnTo>
                  <a:lnTo>
                    <a:pt x="218" y="148"/>
                  </a:lnTo>
                  <a:lnTo>
                    <a:pt x="157" y="35"/>
                  </a:lnTo>
                  <a:lnTo>
                    <a:pt x="131" y="9"/>
                  </a:lnTo>
                  <a:lnTo>
                    <a:pt x="1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1"/>
            <p:cNvSpPr/>
            <p:nvPr/>
          </p:nvSpPr>
          <p:spPr>
            <a:xfrm>
              <a:off x="6594706" y="2238928"/>
              <a:ext cx="76881" cy="24824"/>
            </a:xfrm>
            <a:custGeom>
              <a:rect b="b" l="l" r="r" t="t"/>
              <a:pathLst>
                <a:path extrusionOk="0" h="237" w="734">
                  <a:moveTo>
                    <a:pt x="541" y="1"/>
                  </a:moveTo>
                  <a:lnTo>
                    <a:pt x="463" y="18"/>
                  </a:lnTo>
                  <a:lnTo>
                    <a:pt x="315" y="44"/>
                  </a:lnTo>
                  <a:lnTo>
                    <a:pt x="175" y="71"/>
                  </a:lnTo>
                  <a:lnTo>
                    <a:pt x="106" y="79"/>
                  </a:lnTo>
                  <a:lnTo>
                    <a:pt x="62" y="97"/>
                  </a:lnTo>
                  <a:lnTo>
                    <a:pt x="27" y="123"/>
                  </a:lnTo>
                  <a:lnTo>
                    <a:pt x="18" y="132"/>
                  </a:lnTo>
                  <a:lnTo>
                    <a:pt x="10" y="140"/>
                  </a:lnTo>
                  <a:lnTo>
                    <a:pt x="1" y="175"/>
                  </a:lnTo>
                  <a:lnTo>
                    <a:pt x="18" y="201"/>
                  </a:lnTo>
                  <a:lnTo>
                    <a:pt x="44" y="219"/>
                  </a:lnTo>
                  <a:lnTo>
                    <a:pt x="79" y="227"/>
                  </a:lnTo>
                  <a:lnTo>
                    <a:pt x="123" y="236"/>
                  </a:lnTo>
                  <a:lnTo>
                    <a:pt x="193" y="236"/>
                  </a:lnTo>
                  <a:lnTo>
                    <a:pt x="341" y="227"/>
                  </a:lnTo>
                  <a:lnTo>
                    <a:pt x="568" y="227"/>
                  </a:lnTo>
                  <a:lnTo>
                    <a:pt x="655" y="210"/>
                  </a:lnTo>
                  <a:lnTo>
                    <a:pt x="690" y="193"/>
                  </a:lnTo>
                  <a:lnTo>
                    <a:pt x="716" y="166"/>
                  </a:lnTo>
                  <a:lnTo>
                    <a:pt x="733" y="132"/>
                  </a:lnTo>
                  <a:lnTo>
                    <a:pt x="733" y="88"/>
                  </a:lnTo>
                  <a:lnTo>
                    <a:pt x="716" y="53"/>
                  </a:lnTo>
                  <a:lnTo>
                    <a:pt x="698" y="27"/>
                  </a:lnTo>
                  <a:lnTo>
                    <a:pt x="663" y="10"/>
                  </a:lnTo>
                  <a:lnTo>
                    <a:pt x="62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1"/>
            <p:cNvSpPr/>
            <p:nvPr/>
          </p:nvSpPr>
          <p:spPr>
            <a:xfrm>
              <a:off x="6282467" y="3296313"/>
              <a:ext cx="109665" cy="144335"/>
            </a:xfrm>
            <a:custGeom>
              <a:rect b="b" l="l" r="r" t="t"/>
              <a:pathLst>
                <a:path extrusionOk="0" h="1378" w="1047">
                  <a:moveTo>
                    <a:pt x="654" y="0"/>
                  </a:moveTo>
                  <a:lnTo>
                    <a:pt x="585" y="18"/>
                  </a:lnTo>
                  <a:lnTo>
                    <a:pt x="524" y="35"/>
                  </a:lnTo>
                  <a:lnTo>
                    <a:pt x="454" y="61"/>
                  </a:lnTo>
                  <a:lnTo>
                    <a:pt x="393" y="96"/>
                  </a:lnTo>
                  <a:lnTo>
                    <a:pt x="332" y="131"/>
                  </a:lnTo>
                  <a:lnTo>
                    <a:pt x="280" y="166"/>
                  </a:lnTo>
                  <a:lnTo>
                    <a:pt x="227" y="218"/>
                  </a:lnTo>
                  <a:lnTo>
                    <a:pt x="175" y="262"/>
                  </a:lnTo>
                  <a:lnTo>
                    <a:pt x="131" y="314"/>
                  </a:lnTo>
                  <a:lnTo>
                    <a:pt x="97" y="375"/>
                  </a:lnTo>
                  <a:lnTo>
                    <a:pt x="62" y="427"/>
                  </a:lnTo>
                  <a:lnTo>
                    <a:pt x="36" y="497"/>
                  </a:lnTo>
                  <a:lnTo>
                    <a:pt x="18" y="558"/>
                  </a:lnTo>
                  <a:lnTo>
                    <a:pt x="9" y="628"/>
                  </a:lnTo>
                  <a:lnTo>
                    <a:pt x="1" y="698"/>
                  </a:lnTo>
                  <a:lnTo>
                    <a:pt x="1" y="767"/>
                  </a:lnTo>
                  <a:lnTo>
                    <a:pt x="9" y="837"/>
                  </a:lnTo>
                  <a:lnTo>
                    <a:pt x="36" y="898"/>
                  </a:lnTo>
                  <a:lnTo>
                    <a:pt x="62" y="968"/>
                  </a:lnTo>
                  <a:lnTo>
                    <a:pt x="88" y="1020"/>
                  </a:lnTo>
                  <a:lnTo>
                    <a:pt x="123" y="1072"/>
                  </a:lnTo>
                  <a:lnTo>
                    <a:pt x="158" y="1125"/>
                  </a:lnTo>
                  <a:lnTo>
                    <a:pt x="201" y="1168"/>
                  </a:lnTo>
                  <a:lnTo>
                    <a:pt x="253" y="1212"/>
                  </a:lnTo>
                  <a:lnTo>
                    <a:pt x="306" y="1255"/>
                  </a:lnTo>
                  <a:lnTo>
                    <a:pt x="358" y="1282"/>
                  </a:lnTo>
                  <a:lnTo>
                    <a:pt x="410" y="1316"/>
                  </a:lnTo>
                  <a:lnTo>
                    <a:pt x="489" y="1343"/>
                  </a:lnTo>
                  <a:lnTo>
                    <a:pt x="559" y="1360"/>
                  </a:lnTo>
                  <a:lnTo>
                    <a:pt x="628" y="1377"/>
                  </a:lnTo>
                  <a:lnTo>
                    <a:pt x="707" y="1377"/>
                  </a:lnTo>
                  <a:lnTo>
                    <a:pt x="776" y="1369"/>
                  </a:lnTo>
                  <a:lnTo>
                    <a:pt x="846" y="1360"/>
                  </a:lnTo>
                  <a:lnTo>
                    <a:pt x="916" y="1334"/>
                  </a:lnTo>
                  <a:lnTo>
                    <a:pt x="986" y="1290"/>
                  </a:lnTo>
                  <a:lnTo>
                    <a:pt x="1012" y="1273"/>
                  </a:lnTo>
                  <a:lnTo>
                    <a:pt x="1021" y="1255"/>
                  </a:lnTo>
                  <a:lnTo>
                    <a:pt x="1047" y="1212"/>
                  </a:lnTo>
                  <a:lnTo>
                    <a:pt x="1038" y="1168"/>
                  </a:lnTo>
                  <a:lnTo>
                    <a:pt x="1029" y="1125"/>
                  </a:lnTo>
                  <a:lnTo>
                    <a:pt x="994" y="1090"/>
                  </a:lnTo>
                  <a:lnTo>
                    <a:pt x="960" y="1064"/>
                  </a:lnTo>
                  <a:lnTo>
                    <a:pt x="890" y="1064"/>
                  </a:lnTo>
                  <a:lnTo>
                    <a:pt x="864" y="1081"/>
                  </a:lnTo>
                  <a:lnTo>
                    <a:pt x="829" y="1090"/>
                  </a:lnTo>
                  <a:lnTo>
                    <a:pt x="794" y="1107"/>
                  </a:lnTo>
                  <a:lnTo>
                    <a:pt x="750" y="1116"/>
                  </a:lnTo>
                  <a:lnTo>
                    <a:pt x="637" y="1116"/>
                  </a:lnTo>
                  <a:lnTo>
                    <a:pt x="559" y="1090"/>
                  </a:lnTo>
                  <a:lnTo>
                    <a:pt x="532" y="1081"/>
                  </a:lnTo>
                  <a:lnTo>
                    <a:pt x="524" y="1081"/>
                  </a:lnTo>
                  <a:lnTo>
                    <a:pt x="489" y="1064"/>
                  </a:lnTo>
                  <a:lnTo>
                    <a:pt x="454" y="1038"/>
                  </a:lnTo>
                  <a:lnTo>
                    <a:pt x="428" y="1020"/>
                  </a:lnTo>
                  <a:lnTo>
                    <a:pt x="419" y="1020"/>
                  </a:lnTo>
                  <a:lnTo>
                    <a:pt x="349" y="950"/>
                  </a:lnTo>
                  <a:lnTo>
                    <a:pt x="306" y="889"/>
                  </a:lnTo>
                  <a:lnTo>
                    <a:pt x="280" y="846"/>
                  </a:lnTo>
                  <a:lnTo>
                    <a:pt x="280" y="837"/>
                  </a:lnTo>
                  <a:lnTo>
                    <a:pt x="271" y="820"/>
                  </a:lnTo>
                  <a:lnTo>
                    <a:pt x="262" y="776"/>
                  </a:lnTo>
                  <a:lnTo>
                    <a:pt x="253" y="759"/>
                  </a:lnTo>
                  <a:lnTo>
                    <a:pt x="253" y="741"/>
                  </a:lnTo>
                  <a:lnTo>
                    <a:pt x="253" y="698"/>
                  </a:lnTo>
                  <a:lnTo>
                    <a:pt x="253" y="663"/>
                  </a:lnTo>
                  <a:lnTo>
                    <a:pt x="262" y="610"/>
                  </a:lnTo>
                  <a:lnTo>
                    <a:pt x="280" y="567"/>
                  </a:lnTo>
                  <a:lnTo>
                    <a:pt x="314" y="497"/>
                  </a:lnTo>
                  <a:lnTo>
                    <a:pt x="341" y="462"/>
                  </a:lnTo>
                  <a:lnTo>
                    <a:pt x="367" y="427"/>
                  </a:lnTo>
                  <a:lnTo>
                    <a:pt x="437" y="358"/>
                  </a:lnTo>
                  <a:lnTo>
                    <a:pt x="515" y="305"/>
                  </a:lnTo>
                  <a:lnTo>
                    <a:pt x="559" y="279"/>
                  </a:lnTo>
                  <a:lnTo>
                    <a:pt x="611" y="262"/>
                  </a:lnTo>
                  <a:lnTo>
                    <a:pt x="715" y="236"/>
                  </a:lnTo>
                  <a:lnTo>
                    <a:pt x="820" y="227"/>
                  </a:lnTo>
                  <a:lnTo>
                    <a:pt x="933" y="227"/>
                  </a:lnTo>
                  <a:lnTo>
                    <a:pt x="968" y="218"/>
                  </a:lnTo>
                  <a:lnTo>
                    <a:pt x="994" y="201"/>
                  </a:lnTo>
                  <a:lnTo>
                    <a:pt x="1012" y="183"/>
                  </a:lnTo>
                  <a:lnTo>
                    <a:pt x="1021" y="157"/>
                  </a:lnTo>
                  <a:lnTo>
                    <a:pt x="1021" y="131"/>
                  </a:lnTo>
                  <a:lnTo>
                    <a:pt x="1021" y="105"/>
                  </a:lnTo>
                  <a:lnTo>
                    <a:pt x="1003" y="79"/>
                  </a:lnTo>
                  <a:lnTo>
                    <a:pt x="986" y="61"/>
                  </a:lnTo>
                  <a:lnTo>
                    <a:pt x="916" y="26"/>
                  </a:lnTo>
                  <a:lnTo>
                    <a:pt x="855" y="9"/>
                  </a:lnTo>
                  <a:lnTo>
                    <a:pt x="78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1"/>
            <p:cNvSpPr/>
            <p:nvPr/>
          </p:nvSpPr>
          <p:spPr>
            <a:xfrm>
              <a:off x="6534479" y="3188532"/>
              <a:ext cx="1124934" cy="260285"/>
            </a:xfrm>
            <a:custGeom>
              <a:rect b="b" l="l" r="r" t="t"/>
              <a:pathLst>
                <a:path extrusionOk="0" h="2485" w="10740">
                  <a:moveTo>
                    <a:pt x="8308" y="1"/>
                  </a:moveTo>
                  <a:lnTo>
                    <a:pt x="5989" y="9"/>
                  </a:lnTo>
                  <a:lnTo>
                    <a:pt x="1343" y="9"/>
                  </a:lnTo>
                  <a:lnTo>
                    <a:pt x="1308" y="18"/>
                  </a:lnTo>
                  <a:lnTo>
                    <a:pt x="1265" y="44"/>
                  </a:lnTo>
                  <a:lnTo>
                    <a:pt x="1238" y="70"/>
                  </a:lnTo>
                  <a:lnTo>
                    <a:pt x="1221" y="114"/>
                  </a:lnTo>
                  <a:lnTo>
                    <a:pt x="1169" y="393"/>
                  </a:lnTo>
                  <a:lnTo>
                    <a:pt x="1116" y="672"/>
                  </a:lnTo>
                  <a:lnTo>
                    <a:pt x="1055" y="951"/>
                  </a:lnTo>
                  <a:lnTo>
                    <a:pt x="994" y="1221"/>
                  </a:lnTo>
                  <a:lnTo>
                    <a:pt x="916" y="1500"/>
                  </a:lnTo>
                  <a:lnTo>
                    <a:pt x="837" y="1770"/>
                  </a:lnTo>
                  <a:lnTo>
                    <a:pt x="758" y="2024"/>
                  </a:lnTo>
                  <a:lnTo>
                    <a:pt x="558" y="1674"/>
                  </a:lnTo>
                  <a:lnTo>
                    <a:pt x="192" y="1073"/>
                  </a:lnTo>
                  <a:lnTo>
                    <a:pt x="166" y="1047"/>
                  </a:lnTo>
                  <a:lnTo>
                    <a:pt x="123" y="1029"/>
                  </a:lnTo>
                  <a:lnTo>
                    <a:pt x="88" y="1029"/>
                  </a:lnTo>
                  <a:lnTo>
                    <a:pt x="53" y="1038"/>
                  </a:lnTo>
                  <a:lnTo>
                    <a:pt x="27" y="1064"/>
                  </a:lnTo>
                  <a:lnTo>
                    <a:pt x="9" y="1099"/>
                  </a:lnTo>
                  <a:lnTo>
                    <a:pt x="1" y="1134"/>
                  </a:lnTo>
                  <a:lnTo>
                    <a:pt x="18" y="1177"/>
                  </a:lnTo>
                  <a:lnTo>
                    <a:pt x="341" y="1805"/>
                  </a:lnTo>
                  <a:lnTo>
                    <a:pt x="672" y="2415"/>
                  </a:lnTo>
                  <a:lnTo>
                    <a:pt x="698" y="2450"/>
                  </a:lnTo>
                  <a:lnTo>
                    <a:pt x="733" y="2476"/>
                  </a:lnTo>
                  <a:lnTo>
                    <a:pt x="768" y="2485"/>
                  </a:lnTo>
                  <a:lnTo>
                    <a:pt x="803" y="2485"/>
                  </a:lnTo>
                  <a:lnTo>
                    <a:pt x="846" y="2468"/>
                  </a:lnTo>
                  <a:lnTo>
                    <a:pt x="872" y="2450"/>
                  </a:lnTo>
                  <a:lnTo>
                    <a:pt x="898" y="2424"/>
                  </a:lnTo>
                  <a:lnTo>
                    <a:pt x="925" y="2389"/>
                  </a:lnTo>
                  <a:lnTo>
                    <a:pt x="1012" y="2119"/>
                  </a:lnTo>
                  <a:lnTo>
                    <a:pt x="1090" y="1840"/>
                  </a:lnTo>
                  <a:lnTo>
                    <a:pt x="1169" y="1570"/>
                  </a:lnTo>
                  <a:lnTo>
                    <a:pt x="1238" y="1291"/>
                  </a:lnTo>
                  <a:lnTo>
                    <a:pt x="1308" y="1020"/>
                  </a:lnTo>
                  <a:lnTo>
                    <a:pt x="1369" y="742"/>
                  </a:lnTo>
                  <a:lnTo>
                    <a:pt x="1421" y="463"/>
                  </a:lnTo>
                  <a:lnTo>
                    <a:pt x="1456" y="280"/>
                  </a:lnTo>
                  <a:lnTo>
                    <a:pt x="3670" y="280"/>
                  </a:lnTo>
                  <a:lnTo>
                    <a:pt x="4830" y="271"/>
                  </a:lnTo>
                  <a:lnTo>
                    <a:pt x="5989" y="271"/>
                  </a:lnTo>
                  <a:lnTo>
                    <a:pt x="8308" y="280"/>
                  </a:lnTo>
                  <a:lnTo>
                    <a:pt x="9476" y="280"/>
                  </a:lnTo>
                  <a:lnTo>
                    <a:pt x="10051" y="271"/>
                  </a:lnTo>
                  <a:lnTo>
                    <a:pt x="10635" y="253"/>
                  </a:lnTo>
                  <a:lnTo>
                    <a:pt x="10662" y="253"/>
                  </a:lnTo>
                  <a:lnTo>
                    <a:pt x="10679" y="245"/>
                  </a:lnTo>
                  <a:lnTo>
                    <a:pt x="10714" y="218"/>
                  </a:lnTo>
                  <a:lnTo>
                    <a:pt x="10740" y="184"/>
                  </a:lnTo>
                  <a:lnTo>
                    <a:pt x="10740" y="140"/>
                  </a:lnTo>
                  <a:lnTo>
                    <a:pt x="10740" y="96"/>
                  </a:lnTo>
                  <a:lnTo>
                    <a:pt x="10714" y="62"/>
                  </a:lnTo>
                  <a:lnTo>
                    <a:pt x="10679" y="35"/>
                  </a:lnTo>
                  <a:lnTo>
                    <a:pt x="10662" y="27"/>
                  </a:lnTo>
                  <a:lnTo>
                    <a:pt x="10635" y="27"/>
                  </a:lnTo>
                  <a:lnTo>
                    <a:pt x="10051" y="9"/>
                  </a:lnTo>
                  <a:lnTo>
                    <a:pt x="947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1"/>
            <p:cNvSpPr/>
            <p:nvPr/>
          </p:nvSpPr>
          <p:spPr>
            <a:xfrm>
              <a:off x="6745432" y="3299036"/>
              <a:ext cx="54885" cy="89555"/>
            </a:xfrm>
            <a:custGeom>
              <a:rect b="b" l="l" r="r" t="t"/>
              <a:pathLst>
                <a:path extrusionOk="0" h="855" w="524">
                  <a:moveTo>
                    <a:pt x="436" y="0"/>
                  </a:moveTo>
                  <a:lnTo>
                    <a:pt x="410" y="9"/>
                  </a:lnTo>
                  <a:lnTo>
                    <a:pt x="392" y="26"/>
                  </a:lnTo>
                  <a:lnTo>
                    <a:pt x="375" y="53"/>
                  </a:lnTo>
                  <a:lnTo>
                    <a:pt x="314" y="227"/>
                  </a:lnTo>
                  <a:lnTo>
                    <a:pt x="270" y="314"/>
                  </a:lnTo>
                  <a:lnTo>
                    <a:pt x="227" y="393"/>
                  </a:lnTo>
                  <a:lnTo>
                    <a:pt x="175" y="480"/>
                  </a:lnTo>
                  <a:lnTo>
                    <a:pt x="122" y="558"/>
                  </a:lnTo>
                  <a:lnTo>
                    <a:pt x="70" y="619"/>
                  </a:lnTo>
                  <a:lnTo>
                    <a:pt x="35" y="672"/>
                  </a:lnTo>
                  <a:lnTo>
                    <a:pt x="9" y="715"/>
                  </a:lnTo>
                  <a:lnTo>
                    <a:pt x="0" y="741"/>
                  </a:lnTo>
                  <a:lnTo>
                    <a:pt x="0" y="776"/>
                  </a:lnTo>
                  <a:lnTo>
                    <a:pt x="0" y="802"/>
                  </a:lnTo>
                  <a:lnTo>
                    <a:pt x="18" y="828"/>
                  </a:lnTo>
                  <a:lnTo>
                    <a:pt x="44" y="846"/>
                  </a:lnTo>
                  <a:lnTo>
                    <a:pt x="79" y="855"/>
                  </a:lnTo>
                  <a:lnTo>
                    <a:pt x="105" y="855"/>
                  </a:lnTo>
                  <a:lnTo>
                    <a:pt x="131" y="837"/>
                  </a:lnTo>
                  <a:lnTo>
                    <a:pt x="183" y="811"/>
                  </a:lnTo>
                  <a:lnTo>
                    <a:pt x="218" y="767"/>
                  </a:lnTo>
                  <a:lnTo>
                    <a:pt x="288" y="672"/>
                  </a:lnTo>
                  <a:lnTo>
                    <a:pt x="340" y="576"/>
                  </a:lnTo>
                  <a:lnTo>
                    <a:pt x="392" y="488"/>
                  </a:lnTo>
                  <a:lnTo>
                    <a:pt x="436" y="384"/>
                  </a:lnTo>
                  <a:lnTo>
                    <a:pt x="480" y="288"/>
                  </a:lnTo>
                  <a:lnTo>
                    <a:pt x="506" y="175"/>
                  </a:lnTo>
                  <a:lnTo>
                    <a:pt x="523" y="70"/>
                  </a:lnTo>
                  <a:lnTo>
                    <a:pt x="523" y="44"/>
                  </a:lnTo>
                  <a:lnTo>
                    <a:pt x="506" y="18"/>
                  </a:lnTo>
                  <a:lnTo>
                    <a:pt x="488" y="9"/>
                  </a:lnTo>
                  <a:lnTo>
                    <a:pt x="46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1"/>
            <p:cNvSpPr/>
            <p:nvPr/>
          </p:nvSpPr>
          <p:spPr>
            <a:xfrm>
              <a:off x="6791100" y="3293590"/>
              <a:ext cx="44830" cy="99610"/>
            </a:xfrm>
            <a:custGeom>
              <a:rect b="b" l="l" r="r" t="t"/>
              <a:pathLst>
                <a:path extrusionOk="0" h="951" w="428">
                  <a:moveTo>
                    <a:pt x="70" y="0"/>
                  </a:moveTo>
                  <a:lnTo>
                    <a:pt x="44" y="9"/>
                  </a:lnTo>
                  <a:lnTo>
                    <a:pt x="18" y="26"/>
                  </a:lnTo>
                  <a:lnTo>
                    <a:pt x="9" y="52"/>
                  </a:lnTo>
                  <a:lnTo>
                    <a:pt x="0" y="78"/>
                  </a:lnTo>
                  <a:lnTo>
                    <a:pt x="9" y="113"/>
                  </a:lnTo>
                  <a:lnTo>
                    <a:pt x="87" y="296"/>
                  </a:lnTo>
                  <a:lnTo>
                    <a:pt x="157" y="488"/>
                  </a:lnTo>
                  <a:lnTo>
                    <a:pt x="201" y="680"/>
                  </a:lnTo>
                  <a:lnTo>
                    <a:pt x="218" y="776"/>
                  </a:lnTo>
                  <a:lnTo>
                    <a:pt x="227" y="819"/>
                  </a:lnTo>
                  <a:lnTo>
                    <a:pt x="244" y="889"/>
                  </a:lnTo>
                  <a:lnTo>
                    <a:pt x="262" y="924"/>
                  </a:lnTo>
                  <a:lnTo>
                    <a:pt x="279" y="941"/>
                  </a:lnTo>
                  <a:lnTo>
                    <a:pt x="314" y="950"/>
                  </a:lnTo>
                  <a:lnTo>
                    <a:pt x="340" y="950"/>
                  </a:lnTo>
                  <a:lnTo>
                    <a:pt x="375" y="941"/>
                  </a:lnTo>
                  <a:lnTo>
                    <a:pt x="392" y="924"/>
                  </a:lnTo>
                  <a:lnTo>
                    <a:pt x="418" y="898"/>
                  </a:lnTo>
                  <a:lnTo>
                    <a:pt x="418" y="863"/>
                  </a:lnTo>
                  <a:lnTo>
                    <a:pt x="427" y="811"/>
                  </a:lnTo>
                  <a:lnTo>
                    <a:pt x="418" y="741"/>
                  </a:lnTo>
                  <a:lnTo>
                    <a:pt x="401" y="636"/>
                  </a:lnTo>
                  <a:lnTo>
                    <a:pt x="375" y="532"/>
                  </a:lnTo>
                  <a:lnTo>
                    <a:pt x="340" y="427"/>
                  </a:lnTo>
                  <a:lnTo>
                    <a:pt x="296" y="323"/>
                  </a:lnTo>
                  <a:lnTo>
                    <a:pt x="253" y="227"/>
                  </a:lnTo>
                  <a:lnTo>
                    <a:pt x="201" y="131"/>
                  </a:lnTo>
                  <a:lnTo>
                    <a:pt x="140" y="35"/>
                  </a:lnTo>
                  <a:lnTo>
                    <a:pt x="122" y="9"/>
                  </a:lnTo>
                  <a:lnTo>
                    <a:pt x="9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1"/>
            <p:cNvSpPr/>
            <p:nvPr/>
          </p:nvSpPr>
          <p:spPr>
            <a:xfrm>
              <a:off x="6770047" y="3353817"/>
              <a:ext cx="61274" cy="19273"/>
            </a:xfrm>
            <a:custGeom>
              <a:rect b="b" l="l" r="r" t="t"/>
              <a:pathLst>
                <a:path extrusionOk="0" h="184" w="585">
                  <a:moveTo>
                    <a:pt x="515" y="0"/>
                  </a:moveTo>
                  <a:lnTo>
                    <a:pt x="489" y="9"/>
                  </a:lnTo>
                  <a:lnTo>
                    <a:pt x="375" y="44"/>
                  </a:lnTo>
                  <a:lnTo>
                    <a:pt x="314" y="61"/>
                  </a:lnTo>
                  <a:lnTo>
                    <a:pt x="253" y="70"/>
                  </a:lnTo>
                  <a:lnTo>
                    <a:pt x="131" y="79"/>
                  </a:lnTo>
                  <a:lnTo>
                    <a:pt x="9" y="70"/>
                  </a:lnTo>
                  <a:lnTo>
                    <a:pt x="1" y="70"/>
                  </a:lnTo>
                  <a:lnTo>
                    <a:pt x="1" y="79"/>
                  </a:lnTo>
                  <a:lnTo>
                    <a:pt x="9" y="96"/>
                  </a:lnTo>
                  <a:lnTo>
                    <a:pt x="62" y="131"/>
                  </a:lnTo>
                  <a:lnTo>
                    <a:pt x="131" y="157"/>
                  </a:lnTo>
                  <a:lnTo>
                    <a:pt x="192" y="175"/>
                  </a:lnTo>
                  <a:lnTo>
                    <a:pt x="262" y="183"/>
                  </a:lnTo>
                  <a:lnTo>
                    <a:pt x="410" y="183"/>
                  </a:lnTo>
                  <a:lnTo>
                    <a:pt x="480" y="175"/>
                  </a:lnTo>
                  <a:lnTo>
                    <a:pt x="550" y="149"/>
                  </a:lnTo>
                  <a:lnTo>
                    <a:pt x="567" y="131"/>
                  </a:lnTo>
                  <a:lnTo>
                    <a:pt x="585" y="105"/>
                  </a:lnTo>
                  <a:lnTo>
                    <a:pt x="585" y="79"/>
                  </a:lnTo>
                  <a:lnTo>
                    <a:pt x="576" y="53"/>
                  </a:lnTo>
                  <a:lnTo>
                    <a:pt x="567" y="27"/>
                  </a:lnTo>
                  <a:lnTo>
                    <a:pt x="541" y="9"/>
                  </a:lnTo>
                  <a:lnTo>
                    <a:pt x="5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1"/>
            <p:cNvSpPr/>
            <p:nvPr/>
          </p:nvSpPr>
          <p:spPr>
            <a:xfrm>
              <a:off x="6908831" y="3303540"/>
              <a:ext cx="24719" cy="100553"/>
            </a:xfrm>
            <a:custGeom>
              <a:rect b="b" l="l" r="r" t="t"/>
              <a:pathLst>
                <a:path extrusionOk="0" h="960" w="236">
                  <a:moveTo>
                    <a:pt x="53" y="1"/>
                  </a:moveTo>
                  <a:lnTo>
                    <a:pt x="27" y="18"/>
                  </a:lnTo>
                  <a:lnTo>
                    <a:pt x="9" y="53"/>
                  </a:lnTo>
                  <a:lnTo>
                    <a:pt x="1" y="79"/>
                  </a:lnTo>
                  <a:lnTo>
                    <a:pt x="9" y="498"/>
                  </a:lnTo>
                  <a:lnTo>
                    <a:pt x="9" y="698"/>
                  </a:lnTo>
                  <a:lnTo>
                    <a:pt x="18" y="803"/>
                  </a:lnTo>
                  <a:lnTo>
                    <a:pt x="27" y="873"/>
                  </a:lnTo>
                  <a:lnTo>
                    <a:pt x="35" y="899"/>
                  </a:lnTo>
                  <a:lnTo>
                    <a:pt x="53" y="934"/>
                  </a:lnTo>
                  <a:lnTo>
                    <a:pt x="79" y="951"/>
                  </a:lnTo>
                  <a:lnTo>
                    <a:pt x="96" y="960"/>
                  </a:lnTo>
                  <a:lnTo>
                    <a:pt x="140" y="960"/>
                  </a:lnTo>
                  <a:lnTo>
                    <a:pt x="175" y="942"/>
                  </a:lnTo>
                  <a:lnTo>
                    <a:pt x="210" y="916"/>
                  </a:lnTo>
                  <a:lnTo>
                    <a:pt x="227" y="890"/>
                  </a:lnTo>
                  <a:lnTo>
                    <a:pt x="227" y="864"/>
                  </a:lnTo>
                  <a:lnTo>
                    <a:pt x="236" y="812"/>
                  </a:lnTo>
                  <a:lnTo>
                    <a:pt x="227" y="698"/>
                  </a:lnTo>
                  <a:lnTo>
                    <a:pt x="210" y="489"/>
                  </a:lnTo>
                  <a:lnTo>
                    <a:pt x="175" y="79"/>
                  </a:lnTo>
                  <a:lnTo>
                    <a:pt x="166" y="53"/>
                  </a:lnTo>
                  <a:lnTo>
                    <a:pt x="149" y="18"/>
                  </a:lnTo>
                  <a:lnTo>
                    <a:pt x="12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1"/>
            <p:cNvSpPr/>
            <p:nvPr/>
          </p:nvSpPr>
          <p:spPr>
            <a:xfrm>
              <a:off x="6885055" y="3342819"/>
              <a:ext cx="86936" cy="22939"/>
            </a:xfrm>
            <a:custGeom>
              <a:rect b="b" l="l" r="r" t="t"/>
              <a:pathLst>
                <a:path extrusionOk="0" h="219" w="830">
                  <a:moveTo>
                    <a:pt x="646" y="1"/>
                  </a:moveTo>
                  <a:lnTo>
                    <a:pt x="568" y="9"/>
                  </a:lnTo>
                  <a:lnTo>
                    <a:pt x="402" y="36"/>
                  </a:lnTo>
                  <a:lnTo>
                    <a:pt x="71" y="79"/>
                  </a:lnTo>
                  <a:lnTo>
                    <a:pt x="45" y="79"/>
                  </a:lnTo>
                  <a:lnTo>
                    <a:pt x="18" y="97"/>
                  </a:lnTo>
                  <a:lnTo>
                    <a:pt x="1" y="114"/>
                  </a:lnTo>
                  <a:lnTo>
                    <a:pt x="1" y="149"/>
                  </a:lnTo>
                  <a:lnTo>
                    <a:pt x="1" y="175"/>
                  </a:lnTo>
                  <a:lnTo>
                    <a:pt x="18" y="193"/>
                  </a:lnTo>
                  <a:lnTo>
                    <a:pt x="45" y="210"/>
                  </a:lnTo>
                  <a:lnTo>
                    <a:pt x="71" y="219"/>
                  </a:lnTo>
                  <a:lnTo>
                    <a:pt x="402" y="210"/>
                  </a:lnTo>
                  <a:lnTo>
                    <a:pt x="672" y="210"/>
                  </a:lnTo>
                  <a:lnTo>
                    <a:pt x="759" y="193"/>
                  </a:lnTo>
                  <a:lnTo>
                    <a:pt x="785" y="175"/>
                  </a:lnTo>
                  <a:lnTo>
                    <a:pt x="812" y="149"/>
                  </a:lnTo>
                  <a:lnTo>
                    <a:pt x="820" y="123"/>
                  </a:lnTo>
                  <a:lnTo>
                    <a:pt x="829" y="88"/>
                  </a:lnTo>
                  <a:lnTo>
                    <a:pt x="812" y="53"/>
                  </a:lnTo>
                  <a:lnTo>
                    <a:pt x="794" y="27"/>
                  </a:lnTo>
                  <a:lnTo>
                    <a:pt x="768" y="9"/>
                  </a:lnTo>
                  <a:lnTo>
                    <a:pt x="7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1"/>
            <p:cNvSpPr/>
            <p:nvPr/>
          </p:nvSpPr>
          <p:spPr>
            <a:xfrm>
              <a:off x="7028448" y="3291704"/>
              <a:ext cx="26605" cy="96887"/>
            </a:xfrm>
            <a:custGeom>
              <a:rect b="b" l="l" r="r" t="t"/>
              <a:pathLst>
                <a:path extrusionOk="0" h="925" w="254">
                  <a:moveTo>
                    <a:pt x="88" y="1"/>
                  </a:moveTo>
                  <a:lnTo>
                    <a:pt x="53" y="9"/>
                  </a:lnTo>
                  <a:lnTo>
                    <a:pt x="27" y="27"/>
                  </a:lnTo>
                  <a:lnTo>
                    <a:pt x="9" y="62"/>
                  </a:lnTo>
                  <a:lnTo>
                    <a:pt x="1" y="88"/>
                  </a:lnTo>
                  <a:lnTo>
                    <a:pt x="27" y="463"/>
                  </a:lnTo>
                  <a:lnTo>
                    <a:pt x="35" y="663"/>
                  </a:lnTo>
                  <a:lnTo>
                    <a:pt x="44" y="759"/>
                  </a:lnTo>
                  <a:lnTo>
                    <a:pt x="62" y="855"/>
                  </a:lnTo>
                  <a:lnTo>
                    <a:pt x="79" y="881"/>
                  </a:lnTo>
                  <a:lnTo>
                    <a:pt x="96" y="907"/>
                  </a:lnTo>
                  <a:lnTo>
                    <a:pt x="131" y="925"/>
                  </a:lnTo>
                  <a:lnTo>
                    <a:pt x="166" y="925"/>
                  </a:lnTo>
                  <a:lnTo>
                    <a:pt x="201" y="907"/>
                  </a:lnTo>
                  <a:lnTo>
                    <a:pt x="227" y="890"/>
                  </a:lnTo>
                  <a:lnTo>
                    <a:pt x="236" y="864"/>
                  </a:lnTo>
                  <a:lnTo>
                    <a:pt x="245" y="829"/>
                  </a:lnTo>
                  <a:lnTo>
                    <a:pt x="253" y="733"/>
                  </a:lnTo>
                  <a:lnTo>
                    <a:pt x="236" y="637"/>
                  </a:lnTo>
                  <a:lnTo>
                    <a:pt x="218" y="463"/>
                  </a:lnTo>
                  <a:lnTo>
                    <a:pt x="175" y="88"/>
                  </a:lnTo>
                  <a:lnTo>
                    <a:pt x="166" y="62"/>
                  </a:lnTo>
                  <a:lnTo>
                    <a:pt x="149" y="27"/>
                  </a:lnTo>
                  <a:lnTo>
                    <a:pt x="123" y="9"/>
                  </a:lnTo>
                  <a:lnTo>
                    <a:pt x="8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1"/>
            <p:cNvSpPr/>
            <p:nvPr/>
          </p:nvSpPr>
          <p:spPr>
            <a:xfrm>
              <a:off x="7033895" y="3294428"/>
              <a:ext cx="80442" cy="113331"/>
            </a:xfrm>
            <a:custGeom>
              <a:rect b="b" l="l" r="r" t="t"/>
              <a:pathLst>
                <a:path extrusionOk="0" h="1082" w="768">
                  <a:moveTo>
                    <a:pt x="306" y="1"/>
                  </a:moveTo>
                  <a:lnTo>
                    <a:pt x="262" y="9"/>
                  </a:lnTo>
                  <a:lnTo>
                    <a:pt x="166" y="36"/>
                  </a:lnTo>
                  <a:lnTo>
                    <a:pt x="79" y="70"/>
                  </a:lnTo>
                  <a:lnTo>
                    <a:pt x="53" y="88"/>
                  </a:lnTo>
                  <a:lnTo>
                    <a:pt x="36" y="105"/>
                  </a:lnTo>
                  <a:lnTo>
                    <a:pt x="27" y="140"/>
                  </a:lnTo>
                  <a:lnTo>
                    <a:pt x="27" y="166"/>
                  </a:lnTo>
                  <a:lnTo>
                    <a:pt x="36" y="193"/>
                  </a:lnTo>
                  <a:lnTo>
                    <a:pt x="62" y="219"/>
                  </a:lnTo>
                  <a:lnTo>
                    <a:pt x="88" y="227"/>
                  </a:lnTo>
                  <a:lnTo>
                    <a:pt x="123" y="219"/>
                  </a:lnTo>
                  <a:lnTo>
                    <a:pt x="184" y="201"/>
                  </a:lnTo>
                  <a:lnTo>
                    <a:pt x="254" y="184"/>
                  </a:lnTo>
                  <a:lnTo>
                    <a:pt x="323" y="175"/>
                  </a:lnTo>
                  <a:lnTo>
                    <a:pt x="349" y="184"/>
                  </a:lnTo>
                  <a:lnTo>
                    <a:pt x="384" y="193"/>
                  </a:lnTo>
                  <a:lnTo>
                    <a:pt x="428" y="210"/>
                  </a:lnTo>
                  <a:lnTo>
                    <a:pt x="454" y="245"/>
                  </a:lnTo>
                  <a:lnTo>
                    <a:pt x="472" y="271"/>
                  </a:lnTo>
                  <a:lnTo>
                    <a:pt x="463" y="297"/>
                  </a:lnTo>
                  <a:lnTo>
                    <a:pt x="454" y="315"/>
                  </a:lnTo>
                  <a:lnTo>
                    <a:pt x="428" y="341"/>
                  </a:lnTo>
                  <a:lnTo>
                    <a:pt x="349" y="393"/>
                  </a:lnTo>
                  <a:lnTo>
                    <a:pt x="254" y="454"/>
                  </a:lnTo>
                  <a:lnTo>
                    <a:pt x="219" y="498"/>
                  </a:lnTo>
                  <a:lnTo>
                    <a:pt x="184" y="541"/>
                  </a:lnTo>
                  <a:lnTo>
                    <a:pt x="175" y="559"/>
                  </a:lnTo>
                  <a:lnTo>
                    <a:pt x="166" y="576"/>
                  </a:lnTo>
                  <a:lnTo>
                    <a:pt x="175" y="620"/>
                  </a:lnTo>
                  <a:lnTo>
                    <a:pt x="201" y="655"/>
                  </a:lnTo>
                  <a:lnTo>
                    <a:pt x="219" y="663"/>
                  </a:lnTo>
                  <a:lnTo>
                    <a:pt x="236" y="672"/>
                  </a:lnTo>
                  <a:lnTo>
                    <a:pt x="402" y="698"/>
                  </a:lnTo>
                  <a:lnTo>
                    <a:pt x="480" y="707"/>
                  </a:lnTo>
                  <a:lnTo>
                    <a:pt x="559" y="724"/>
                  </a:lnTo>
                  <a:lnTo>
                    <a:pt x="594" y="742"/>
                  </a:lnTo>
                  <a:lnTo>
                    <a:pt x="594" y="750"/>
                  </a:lnTo>
                  <a:lnTo>
                    <a:pt x="594" y="768"/>
                  </a:lnTo>
                  <a:lnTo>
                    <a:pt x="585" y="777"/>
                  </a:lnTo>
                  <a:lnTo>
                    <a:pt x="559" y="811"/>
                  </a:lnTo>
                  <a:lnTo>
                    <a:pt x="541" y="838"/>
                  </a:lnTo>
                  <a:lnTo>
                    <a:pt x="515" y="846"/>
                  </a:lnTo>
                  <a:lnTo>
                    <a:pt x="463" y="864"/>
                  </a:lnTo>
                  <a:lnTo>
                    <a:pt x="193" y="864"/>
                  </a:lnTo>
                  <a:lnTo>
                    <a:pt x="114" y="872"/>
                  </a:lnTo>
                  <a:lnTo>
                    <a:pt x="79" y="881"/>
                  </a:lnTo>
                  <a:lnTo>
                    <a:pt x="44" y="899"/>
                  </a:lnTo>
                  <a:lnTo>
                    <a:pt x="18" y="925"/>
                  </a:lnTo>
                  <a:lnTo>
                    <a:pt x="1" y="951"/>
                  </a:lnTo>
                  <a:lnTo>
                    <a:pt x="1" y="986"/>
                  </a:lnTo>
                  <a:lnTo>
                    <a:pt x="10" y="1021"/>
                  </a:lnTo>
                  <a:lnTo>
                    <a:pt x="27" y="1047"/>
                  </a:lnTo>
                  <a:lnTo>
                    <a:pt x="44" y="1073"/>
                  </a:lnTo>
                  <a:lnTo>
                    <a:pt x="79" y="1082"/>
                  </a:lnTo>
                  <a:lnTo>
                    <a:pt x="114" y="1073"/>
                  </a:lnTo>
                  <a:lnTo>
                    <a:pt x="193" y="1047"/>
                  </a:lnTo>
                  <a:lnTo>
                    <a:pt x="280" y="1038"/>
                  </a:lnTo>
                  <a:lnTo>
                    <a:pt x="463" y="1038"/>
                  </a:lnTo>
                  <a:lnTo>
                    <a:pt x="541" y="1021"/>
                  </a:lnTo>
                  <a:lnTo>
                    <a:pt x="620" y="986"/>
                  </a:lnTo>
                  <a:lnTo>
                    <a:pt x="681" y="933"/>
                  </a:lnTo>
                  <a:lnTo>
                    <a:pt x="707" y="907"/>
                  </a:lnTo>
                  <a:lnTo>
                    <a:pt x="733" y="872"/>
                  </a:lnTo>
                  <a:lnTo>
                    <a:pt x="750" y="829"/>
                  </a:lnTo>
                  <a:lnTo>
                    <a:pt x="759" y="794"/>
                  </a:lnTo>
                  <a:lnTo>
                    <a:pt x="768" y="759"/>
                  </a:lnTo>
                  <a:lnTo>
                    <a:pt x="759" y="716"/>
                  </a:lnTo>
                  <a:lnTo>
                    <a:pt x="750" y="681"/>
                  </a:lnTo>
                  <a:lnTo>
                    <a:pt x="733" y="646"/>
                  </a:lnTo>
                  <a:lnTo>
                    <a:pt x="716" y="611"/>
                  </a:lnTo>
                  <a:lnTo>
                    <a:pt x="681" y="585"/>
                  </a:lnTo>
                  <a:lnTo>
                    <a:pt x="637" y="567"/>
                  </a:lnTo>
                  <a:lnTo>
                    <a:pt x="594" y="550"/>
                  </a:lnTo>
                  <a:lnTo>
                    <a:pt x="498" y="532"/>
                  </a:lnTo>
                  <a:lnTo>
                    <a:pt x="476" y="529"/>
                  </a:lnTo>
                  <a:lnTo>
                    <a:pt x="476" y="529"/>
                  </a:lnTo>
                  <a:lnTo>
                    <a:pt x="515" y="506"/>
                  </a:lnTo>
                  <a:lnTo>
                    <a:pt x="567" y="454"/>
                  </a:lnTo>
                  <a:lnTo>
                    <a:pt x="611" y="402"/>
                  </a:lnTo>
                  <a:lnTo>
                    <a:pt x="628" y="376"/>
                  </a:lnTo>
                  <a:lnTo>
                    <a:pt x="646" y="341"/>
                  </a:lnTo>
                  <a:lnTo>
                    <a:pt x="655" y="306"/>
                  </a:lnTo>
                  <a:lnTo>
                    <a:pt x="655" y="262"/>
                  </a:lnTo>
                  <a:lnTo>
                    <a:pt x="646" y="227"/>
                  </a:lnTo>
                  <a:lnTo>
                    <a:pt x="637" y="184"/>
                  </a:lnTo>
                  <a:lnTo>
                    <a:pt x="611" y="149"/>
                  </a:lnTo>
                  <a:lnTo>
                    <a:pt x="594" y="114"/>
                  </a:lnTo>
                  <a:lnTo>
                    <a:pt x="559" y="79"/>
                  </a:lnTo>
                  <a:lnTo>
                    <a:pt x="524" y="53"/>
                  </a:lnTo>
                  <a:lnTo>
                    <a:pt x="489" y="36"/>
                  </a:lnTo>
                  <a:lnTo>
                    <a:pt x="454" y="18"/>
                  </a:lnTo>
                  <a:lnTo>
                    <a:pt x="402" y="9"/>
                  </a:lnTo>
                  <a:lnTo>
                    <a:pt x="3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1"/>
            <p:cNvSpPr/>
            <p:nvPr/>
          </p:nvSpPr>
          <p:spPr>
            <a:xfrm>
              <a:off x="7206512" y="3317262"/>
              <a:ext cx="26605" cy="95944"/>
            </a:xfrm>
            <a:custGeom>
              <a:rect b="b" l="l" r="r" t="t"/>
              <a:pathLst>
                <a:path extrusionOk="0" h="916" w="254">
                  <a:moveTo>
                    <a:pt x="88" y="1"/>
                  </a:moveTo>
                  <a:lnTo>
                    <a:pt x="61" y="9"/>
                  </a:lnTo>
                  <a:lnTo>
                    <a:pt x="35" y="18"/>
                  </a:lnTo>
                  <a:lnTo>
                    <a:pt x="18" y="44"/>
                  </a:lnTo>
                  <a:lnTo>
                    <a:pt x="9" y="79"/>
                  </a:lnTo>
                  <a:lnTo>
                    <a:pt x="0" y="271"/>
                  </a:lnTo>
                  <a:lnTo>
                    <a:pt x="0" y="463"/>
                  </a:lnTo>
                  <a:lnTo>
                    <a:pt x="18" y="646"/>
                  </a:lnTo>
                  <a:lnTo>
                    <a:pt x="35" y="759"/>
                  </a:lnTo>
                  <a:lnTo>
                    <a:pt x="44" y="820"/>
                  </a:lnTo>
                  <a:lnTo>
                    <a:pt x="70" y="872"/>
                  </a:lnTo>
                  <a:lnTo>
                    <a:pt x="88" y="890"/>
                  </a:lnTo>
                  <a:lnTo>
                    <a:pt x="114" y="907"/>
                  </a:lnTo>
                  <a:lnTo>
                    <a:pt x="140" y="916"/>
                  </a:lnTo>
                  <a:lnTo>
                    <a:pt x="166" y="916"/>
                  </a:lnTo>
                  <a:lnTo>
                    <a:pt x="192" y="907"/>
                  </a:lnTo>
                  <a:lnTo>
                    <a:pt x="218" y="890"/>
                  </a:lnTo>
                  <a:lnTo>
                    <a:pt x="236" y="872"/>
                  </a:lnTo>
                  <a:lnTo>
                    <a:pt x="253" y="846"/>
                  </a:lnTo>
                  <a:lnTo>
                    <a:pt x="253" y="794"/>
                  </a:lnTo>
                  <a:lnTo>
                    <a:pt x="253" y="742"/>
                  </a:lnTo>
                  <a:lnTo>
                    <a:pt x="227" y="637"/>
                  </a:lnTo>
                  <a:lnTo>
                    <a:pt x="201" y="454"/>
                  </a:lnTo>
                  <a:lnTo>
                    <a:pt x="183" y="262"/>
                  </a:lnTo>
                  <a:lnTo>
                    <a:pt x="166" y="79"/>
                  </a:lnTo>
                  <a:lnTo>
                    <a:pt x="157" y="44"/>
                  </a:lnTo>
                  <a:lnTo>
                    <a:pt x="140" y="18"/>
                  </a:lnTo>
                  <a:lnTo>
                    <a:pt x="12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1"/>
            <p:cNvSpPr/>
            <p:nvPr/>
          </p:nvSpPr>
          <p:spPr>
            <a:xfrm>
              <a:off x="7185458" y="3351932"/>
              <a:ext cx="84108" cy="22101"/>
            </a:xfrm>
            <a:custGeom>
              <a:rect b="b" l="l" r="r" t="t"/>
              <a:pathLst>
                <a:path extrusionOk="0" h="211" w="803">
                  <a:moveTo>
                    <a:pt x="698" y="1"/>
                  </a:moveTo>
                  <a:lnTo>
                    <a:pt x="384" y="27"/>
                  </a:lnTo>
                  <a:lnTo>
                    <a:pt x="79" y="62"/>
                  </a:lnTo>
                  <a:lnTo>
                    <a:pt x="53" y="71"/>
                  </a:lnTo>
                  <a:lnTo>
                    <a:pt x="27" y="88"/>
                  </a:lnTo>
                  <a:lnTo>
                    <a:pt x="10" y="106"/>
                  </a:lnTo>
                  <a:lnTo>
                    <a:pt x="1" y="140"/>
                  </a:lnTo>
                  <a:lnTo>
                    <a:pt x="10" y="167"/>
                  </a:lnTo>
                  <a:lnTo>
                    <a:pt x="27" y="193"/>
                  </a:lnTo>
                  <a:lnTo>
                    <a:pt x="53" y="210"/>
                  </a:lnTo>
                  <a:lnTo>
                    <a:pt x="384" y="210"/>
                  </a:lnTo>
                  <a:lnTo>
                    <a:pt x="698" y="201"/>
                  </a:lnTo>
                  <a:lnTo>
                    <a:pt x="733" y="193"/>
                  </a:lnTo>
                  <a:lnTo>
                    <a:pt x="768" y="167"/>
                  </a:lnTo>
                  <a:lnTo>
                    <a:pt x="794" y="140"/>
                  </a:lnTo>
                  <a:lnTo>
                    <a:pt x="803" y="97"/>
                  </a:lnTo>
                  <a:lnTo>
                    <a:pt x="794" y="62"/>
                  </a:lnTo>
                  <a:lnTo>
                    <a:pt x="768" y="27"/>
                  </a:lnTo>
                  <a:lnTo>
                    <a:pt x="7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1"/>
            <p:cNvSpPr/>
            <p:nvPr/>
          </p:nvSpPr>
          <p:spPr>
            <a:xfrm>
              <a:off x="7331575" y="3305426"/>
              <a:ext cx="25662" cy="88612"/>
            </a:xfrm>
            <a:custGeom>
              <a:rect b="b" l="l" r="r" t="t"/>
              <a:pathLst>
                <a:path extrusionOk="0" h="846" w="245">
                  <a:moveTo>
                    <a:pt x="88" y="0"/>
                  </a:moveTo>
                  <a:lnTo>
                    <a:pt x="62" y="9"/>
                  </a:lnTo>
                  <a:lnTo>
                    <a:pt x="35" y="27"/>
                  </a:lnTo>
                  <a:lnTo>
                    <a:pt x="18" y="53"/>
                  </a:lnTo>
                  <a:lnTo>
                    <a:pt x="9" y="88"/>
                  </a:lnTo>
                  <a:lnTo>
                    <a:pt x="1" y="253"/>
                  </a:lnTo>
                  <a:lnTo>
                    <a:pt x="1" y="427"/>
                  </a:lnTo>
                  <a:lnTo>
                    <a:pt x="18" y="602"/>
                  </a:lnTo>
                  <a:lnTo>
                    <a:pt x="35" y="689"/>
                  </a:lnTo>
                  <a:lnTo>
                    <a:pt x="53" y="767"/>
                  </a:lnTo>
                  <a:lnTo>
                    <a:pt x="70" y="802"/>
                  </a:lnTo>
                  <a:lnTo>
                    <a:pt x="96" y="828"/>
                  </a:lnTo>
                  <a:lnTo>
                    <a:pt x="140" y="846"/>
                  </a:lnTo>
                  <a:lnTo>
                    <a:pt x="175" y="837"/>
                  </a:lnTo>
                  <a:lnTo>
                    <a:pt x="210" y="820"/>
                  </a:lnTo>
                  <a:lnTo>
                    <a:pt x="236" y="794"/>
                  </a:lnTo>
                  <a:lnTo>
                    <a:pt x="245" y="759"/>
                  </a:lnTo>
                  <a:lnTo>
                    <a:pt x="245" y="715"/>
                  </a:lnTo>
                  <a:lnTo>
                    <a:pt x="219" y="558"/>
                  </a:lnTo>
                  <a:lnTo>
                    <a:pt x="184" y="401"/>
                  </a:lnTo>
                  <a:lnTo>
                    <a:pt x="175" y="244"/>
                  </a:lnTo>
                  <a:lnTo>
                    <a:pt x="175" y="88"/>
                  </a:lnTo>
                  <a:lnTo>
                    <a:pt x="166" y="53"/>
                  </a:lnTo>
                  <a:lnTo>
                    <a:pt x="149" y="27"/>
                  </a:lnTo>
                  <a:lnTo>
                    <a:pt x="123" y="9"/>
                  </a:lnTo>
                  <a:lnTo>
                    <a:pt x="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1"/>
            <p:cNvSpPr/>
            <p:nvPr/>
          </p:nvSpPr>
          <p:spPr>
            <a:xfrm>
              <a:off x="7335241" y="3298094"/>
              <a:ext cx="68606" cy="105999"/>
            </a:xfrm>
            <a:custGeom>
              <a:rect b="b" l="l" r="r" t="t"/>
              <a:pathLst>
                <a:path extrusionOk="0" h="1012" w="655">
                  <a:moveTo>
                    <a:pt x="253" y="1"/>
                  </a:moveTo>
                  <a:lnTo>
                    <a:pt x="175" y="9"/>
                  </a:lnTo>
                  <a:lnTo>
                    <a:pt x="131" y="18"/>
                  </a:lnTo>
                  <a:lnTo>
                    <a:pt x="96" y="35"/>
                  </a:lnTo>
                  <a:lnTo>
                    <a:pt x="61" y="62"/>
                  </a:lnTo>
                  <a:lnTo>
                    <a:pt x="27" y="88"/>
                  </a:lnTo>
                  <a:lnTo>
                    <a:pt x="9" y="114"/>
                  </a:lnTo>
                  <a:lnTo>
                    <a:pt x="0" y="140"/>
                  </a:lnTo>
                  <a:lnTo>
                    <a:pt x="9" y="175"/>
                  </a:lnTo>
                  <a:lnTo>
                    <a:pt x="27" y="201"/>
                  </a:lnTo>
                  <a:lnTo>
                    <a:pt x="53" y="219"/>
                  </a:lnTo>
                  <a:lnTo>
                    <a:pt x="79" y="227"/>
                  </a:lnTo>
                  <a:lnTo>
                    <a:pt x="114" y="219"/>
                  </a:lnTo>
                  <a:lnTo>
                    <a:pt x="140" y="201"/>
                  </a:lnTo>
                  <a:lnTo>
                    <a:pt x="184" y="175"/>
                  </a:lnTo>
                  <a:lnTo>
                    <a:pt x="227" y="166"/>
                  </a:lnTo>
                  <a:lnTo>
                    <a:pt x="279" y="175"/>
                  </a:lnTo>
                  <a:lnTo>
                    <a:pt x="314" y="184"/>
                  </a:lnTo>
                  <a:lnTo>
                    <a:pt x="323" y="184"/>
                  </a:lnTo>
                  <a:lnTo>
                    <a:pt x="358" y="210"/>
                  </a:lnTo>
                  <a:lnTo>
                    <a:pt x="367" y="210"/>
                  </a:lnTo>
                  <a:lnTo>
                    <a:pt x="393" y="236"/>
                  </a:lnTo>
                  <a:lnTo>
                    <a:pt x="410" y="253"/>
                  </a:lnTo>
                  <a:lnTo>
                    <a:pt x="428" y="280"/>
                  </a:lnTo>
                  <a:lnTo>
                    <a:pt x="436" y="297"/>
                  </a:lnTo>
                  <a:lnTo>
                    <a:pt x="445" y="332"/>
                  </a:lnTo>
                  <a:lnTo>
                    <a:pt x="445" y="358"/>
                  </a:lnTo>
                  <a:lnTo>
                    <a:pt x="454" y="428"/>
                  </a:lnTo>
                  <a:lnTo>
                    <a:pt x="436" y="497"/>
                  </a:lnTo>
                  <a:lnTo>
                    <a:pt x="428" y="524"/>
                  </a:lnTo>
                  <a:lnTo>
                    <a:pt x="410" y="559"/>
                  </a:lnTo>
                  <a:lnTo>
                    <a:pt x="384" y="593"/>
                  </a:lnTo>
                  <a:lnTo>
                    <a:pt x="367" y="611"/>
                  </a:lnTo>
                  <a:lnTo>
                    <a:pt x="314" y="672"/>
                  </a:lnTo>
                  <a:lnTo>
                    <a:pt x="253" y="715"/>
                  </a:lnTo>
                  <a:lnTo>
                    <a:pt x="166" y="768"/>
                  </a:lnTo>
                  <a:lnTo>
                    <a:pt x="79" y="820"/>
                  </a:lnTo>
                  <a:lnTo>
                    <a:pt x="53" y="846"/>
                  </a:lnTo>
                  <a:lnTo>
                    <a:pt x="35" y="872"/>
                  </a:lnTo>
                  <a:lnTo>
                    <a:pt x="35" y="907"/>
                  </a:lnTo>
                  <a:lnTo>
                    <a:pt x="44" y="951"/>
                  </a:lnTo>
                  <a:lnTo>
                    <a:pt x="61" y="977"/>
                  </a:lnTo>
                  <a:lnTo>
                    <a:pt x="88" y="1003"/>
                  </a:lnTo>
                  <a:lnTo>
                    <a:pt x="122" y="1012"/>
                  </a:lnTo>
                  <a:lnTo>
                    <a:pt x="166" y="1012"/>
                  </a:lnTo>
                  <a:lnTo>
                    <a:pt x="253" y="968"/>
                  </a:lnTo>
                  <a:lnTo>
                    <a:pt x="340" y="916"/>
                  </a:lnTo>
                  <a:lnTo>
                    <a:pt x="419" y="864"/>
                  </a:lnTo>
                  <a:lnTo>
                    <a:pt x="489" y="803"/>
                  </a:lnTo>
                  <a:lnTo>
                    <a:pt x="541" y="733"/>
                  </a:lnTo>
                  <a:lnTo>
                    <a:pt x="593" y="663"/>
                  </a:lnTo>
                  <a:lnTo>
                    <a:pt x="628" y="585"/>
                  </a:lnTo>
                  <a:lnTo>
                    <a:pt x="646" y="497"/>
                  </a:lnTo>
                  <a:lnTo>
                    <a:pt x="654" y="410"/>
                  </a:lnTo>
                  <a:lnTo>
                    <a:pt x="654" y="332"/>
                  </a:lnTo>
                  <a:lnTo>
                    <a:pt x="628" y="245"/>
                  </a:lnTo>
                  <a:lnTo>
                    <a:pt x="611" y="201"/>
                  </a:lnTo>
                  <a:lnTo>
                    <a:pt x="584" y="166"/>
                  </a:lnTo>
                  <a:lnTo>
                    <a:pt x="532" y="114"/>
                  </a:lnTo>
                  <a:lnTo>
                    <a:pt x="480" y="62"/>
                  </a:lnTo>
                  <a:lnTo>
                    <a:pt x="410" y="27"/>
                  </a:lnTo>
                  <a:lnTo>
                    <a:pt x="340" y="9"/>
                  </a:lnTo>
                  <a:lnTo>
                    <a:pt x="25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1"/>
            <p:cNvSpPr/>
            <p:nvPr/>
          </p:nvSpPr>
          <p:spPr>
            <a:xfrm>
              <a:off x="7436633" y="3268870"/>
              <a:ext cx="61274" cy="74996"/>
            </a:xfrm>
            <a:custGeom>
              <a:rect b="b" l="l" r="r" t="t"/>
              <a:pathLst>
                <a:path extrusionOk="0" h="716" w="585">
                  <a:moveTo>
                    <a:pt x="131" y="1"/>
                  </a:moveTo>
                  <a:lnTo>
                    <a:pt x="87" y="18"/>
                  </a:lnTo>
                  <a:lnTo>
                    <a:pt x="44" y="44"/>
                  </a:lnTo>
                  <a:lnTo>
                    <a:pt x="17" y="79"/>
                  </a:lnTo>
                  <a:lnTo>
                    <a:pt x="9" y="105"/>
                  </a:lnTo>
                  <a:lnTo>
                    <a:pt x="0" y="131"/>
                  </a:lnTo>
                  <a:lnTo>
                    <a:pt x="0" y="140"/>
                  </a:lnTo>
                  <a:lnTo>
                    <a:pt x="9" y="158"/>
                  </a:lnTo>
                  <a:lnTo>
                    <a:pt x="35" y="175"/>
                  </a:lnTo>
                  <a:lnTo>
                    <a:pt x="61" y="175"/>
                  </a:lnTo>
                  <a:lnTo>
                    <a:pt x="87" y="166"/>
                  </a:lnTo>
                  <a:lnTo>
                    <a:pt x="96" y="149"/>
                  </a:lnTo>
                  <a:lnTo>
                    <a:pt x="113" y="140"/>
                  </a:lnTo>
                  <a:lnTo>
                    <a:pt x="105" y="140"/>
                  </a:lnTo>
                  <a:lnTo>
                    <a:pt x="113" y="131"/>
                  </a:lnTo>
                  <a:lnTo>
                    <a:pt x="157" y="131"/>
                  </a:lnTo>
                  <a:lnTo>
                    <a:pt x="174" y="140"/>
                  </a:lnTo>
                  <a:lnTo>
                    <a:pt x="209" y="158"/>
                  </a:lnTo>
                  <a:lnTo>
                    <a:pt x="201" y="158"/>
                  </a:lnTo>
                  <a:lnTo>
                    <a:pt x="209" y="166"/>
                  </a:lnTo>
                  <a:lnTo>
                    <a:pt x="218" y="175"/>
                  </a:lnTo>
                  <a:lnTo>
                    <a:pt x="227" y="184"/>
                  </a:lnTo>
                  <a:lnTo>
                    <a:pt x="227" y="175"/>
                  </a:lnTo>
                  <a:lnTo>
                    <a:pt x="235" y="192"/>
                  </a:lnTo>
                  <a:lnTo>
                    <a:pt x="244" y="210"/>
                  </a:lnTo>
                  <a:lnTo>
                    <a:pt x="244" y="227"/>
                  </a:lnTo>
                  <a:lnTo>
                    <a:pt x="244" y="236"/>
                  </a:lnTo>
                  <a:lnTo>
                    <a:pt x="244" y="262"/>
                  </a:lnTo>
                  <a:lnTo>
                    <a:pt x="244" y="271"/>
                  </a:lnTo>
                  <a:lnTo>
                    <a:pt x="227" y="323"/>
                  </a:lnTo>
                  <a:lnTo>
                    <a:pt x="218" y="332"/>
                  </a:lnTo>
                  <a:lnTo>
                    <a:pt x="209" y="358"/>
                  </a:lnTo>
                  <a:lnTo>
                    <a:pt x="174" y="402"/>
                  </a:lnTo>
                  <a:lnTo>
                    <a:pt x="157" y="428"/>
                  </a:lnTo>
                  <a:lnTo>
                    <a:pt x="148" y="437"/>
                  </a:lnTo>
                  <a:lnTo>
                    <a:pt x="113" y="480"/>
                  </a:lnTo>
                  <a:lnTo>
                    <a:pt x="96" y="506"/>
                  </a:lnTo>
                  <a:lnTo>
                    <a:pt x="87" y="524"/>
                  </a:lnTo>
                  <a:lnTo>
                    <a:pt x="87" y="550"/>
                  </a:lnTo>
                  <a:lnTo>
                    <a:pt x="87" y="576"/>
                  </a:lnTo>
                  <a:lnTo>
                    <a:pt x="96" y="593"/>
                  </a:lnTo>
                  <a:lnTo>
                    <a:pt x="113" y="620"/>
                  </a:lnTo>
                  <a:lnTo>
                    <a:pt x="131" y="628"/>
                  </a:lnTo>
                  <a:lnTo>
                    <a:pt x="157" y="646"/>
                  </a:lnTo>
                  <a:lnTo>
                    <a:pt x="305" y="681"/>
                  </a:lnTo>
                  <a:lnTo>
                    <a:pt x="453" y="715"/>
                  </a:lnTo>
                  <a:lnTo>
                    <a:pt x="497" y="715"/>
                  </a:lnTo>
                  <a:lnTo>
                    <a:pt x="532" y="707"/>
                  </a:lnTo>
                  <a:lnTo>
                    <a:pt x="558" y="681"/>
                  </a:lnTo>
                  <a:lnTo>
                    <a:pt x="575" y="646"/>
                  </a:lnTo>
                  <a:lnTo>
                    <a:pt x="584" y="602"/>
                  </a:lnTo>
                  <a:lnTo>
                    <a:pt x="567" y="567"/>
                  </a:lnTo>
                  <a:lnTo>
                    <a:pt x="549" y="541"/>
                  </a:lnTo>
                  <a:lnTo>
                    <a:pt x="506" y="524"/>
                  </a:lnTo>
                  <a:lnTo>
                    <a:pt x="357" y="489"/>
                  </a:lnTo>
                  <a:lnTo>
                    <a:pt x="340" y="485"/>
                  </a:lnTo>
                  <a:lnTo>
                    <a:pt x="340" y="485"/>
                  </a:lnTo>
                  <a:lnTo>
                    <a:pt x="349" y="471"/>
                  </a:lnTo>
                  <a:lnTo>
                    <a:pt x="375" y="428"/>
                  </a:lnTo>
                  <a:lnTo>
                    <a:pt x="401" y="367"/>
                  </a:lnTo>
                  <a:lnTo>
                    <a:pt x="418" y="306"/>
                  </a:lnTo>
                  <a:lnTo>
                    <a:pt x="418" y="236"/>
                  </a:lnTo>
                  <a:lnTo>
                    <a:pt x="410" y="175"/>
                  </a:lnTo>
                  <a:lnTo>
                    <a:pt x="392" y="131"/>
                  </a:lnTo>
                  <a:lnTo>
                    <a:pt x="366" y="97"/>
                  </a:lnTo>
                  <a:lnTo>
                    <a:pt x="340" y="70"/>
                  </a:lnTo>
                  <a:lnTo>
                    <a:pt x="305" y="44"/>
                  </a:lnTo>
                  <a:lnTo>
                    <a:pt x="262" y="18"/>
                  </a:lnTo>
                  <a:lnTo>
                    <a:pt x="218" y="9"/>
                  </a:lnTo>
                  <a:lnTo>
                    <a:pt x="17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1"/>
            <p:cNvSpPr/>
            <p:nvPr/>
          </p:nvSpPr>
          <p:spPr>
            <a:xfrm>
              <a:off x="7601813" y="3295370"/>
              <a:ext cx="79604" cy="81385"/>
            </a:xfrm>
            <a:custGeom>
              <a:rect b="b" l="l" r="r" t="t"/>
              <a:pathLst>
                <a:path extrusionOk="0" h="777" w="760">
                  <a:moveTo>
                    <a:pt x="88" y="0"/>
                  </a:moveTo>
                  <a:lnTo>
                    <a:pt x="44" y="18"/>
                  </a:lnTo>
                  <a:lnTo>
                    <a:pt x="18" y="44"/>
                  </a:lnTo>
                  <a:lnTo>
                    <a:pt x="1" y="79"/>
                  </a:lnTo>
                  <a:lnTo>
                    <a:pt x="1" y="114"/>
                  </a:lnTo>
                  <a:lnTo>
                    <a:pt x="10" y="149"/>
                  </a:lnTo>
                  <a:lnTo>
                    <a:pt x="149" y="323"/>
                  </a:lnTo>
                  <a:lnTo>
                    <a:pt x="288" y="489"/>
                  </a:lnTo>
                  <a:lnTo>
                    <a:pt x="445" y="637"/>
                  </a:lnTo>
                  <a:lnTo>
                    <a:pt x="524" y="698"/>
                  </a:lnTo>
                  <a:lnTo>
                    <a:pt x="576" y="750"/>
                  </a:lnTo>
                  <a:lnTo>
                    <a:pt x="611" y="768"/>
                  </a:lnTo>
                  <a:lnTo>
                    <a:pt x="646" y="776"/>
                  </a:lnTo>
                  <a:lnTo>
                    <a:pt x="698" y="776"/>
                  </a:lnTo>
                  <a:lnTo>
                    <a:pt x="724" y="759"/>
                  </a:lnTo>
                  <a:lnTo>
                    <a:pt x="742" y="741"/>
                  </a:lnTo>
                  <a:lnTo>
                    <a:pt x="759" y="715"/>
                  </a:lnTo>
                  <a:lnTo>
                    <a:pt x="759" y="689"/>
                  </a:lnTo>
                  <a:lnTo>
                    <a:pt x="759" y="663"/>
                  </a:lnTo>
                  <a:lnTo>
                    <a:pt x="750" y="637"/>
                  </a:lnTo>
                  <a:lnTo>
                    <a:pt x="733" y="611"/>
                  </a:lnTo>
                  <a:lnTo>
                    <a:pt x="716" y="585"/>
                  </a:lnTo>
                  <a:lnTo>
                    <a:pt x="672" y="550"/>
                  </a:lnTo>
                  <a:lnTo>
                    <a:pt x="594" y="480"/>
                  </a:lnTo>
                  <a:lnTo>
                    <a:pt x="445" y="349"/>
                  </a:lnTo>
                  <a:lnTo>
                    <a:pt x="306" y="201"/>
                  </a:lnTo>
                  <a:lnTo>
                    <a:pt x="236" y="123"/>
                  </a:lnTo>
                  <a:lnTo>
                    <a:pt x="210" y="88"/>
                  </a:lnTo>
                  <a:lnTo>
                    <a:pt x="193" y="61"/>
                  </a:lnTo>
                  <a:lnTo>
                    <a:pt x="184" y="53"/>
                  </a:lnTo>
                  <a:lnTo>
                    <a:pt x="158" y="27"/>
                  </a:lnTo>
                  <a:lnTo>
                    <a:pt x="123" y="9"/>
                  </a:lnTo>
                  <a:lnTo>
                    <a:pt x="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1"/>
            <p:cNvSpPr/>
            <p:nvPr/>
          </p:nvSpPr>
          <p:spPr>
            <a:xfrm>
              <a:off x="7595423" y="3294428"/>
              <a:ext cx="95106" cy="104219"/>
            </a:xfrm>
            <a:custGeom>
              <a:rect b="b" l="l" r="r" t="t"/>
              <a:pathLst>
                <a:path extrusionOk="0" h="995" w="908">
                  <a:moveTo>
                    <a:pt x="803" y="1"/>
                  </a:moveTo>
                  <a:lnTo>
                    <a:pt x="768" y="18"/>
                  </a:lnTo>
                  <a:lnTo>
                    <a:pt x="567" y="201"/>
                  </a:lnTo>
                  <a:lnTo>
                    <a:pt x="376" y="402"/>
                  </a:lnTo>
                  <a:lnTo>
                    <a:pt x="193" y="602"/>
                  </a:lnTo>
                  <a:lnTo>
                    <a:pt x="97" y="716"/>
                  </a:lnTo>
                  <a:lnTo>
                    <a:pt x="53" y="768"/>
                  </a:lnTo>
                  <a:lnTo>
                    <a:pt x="10" y="829"/>
                  </a:lnTo>
                  <a:lnTo>
                    <a:pt x="1" y="872"/>
                  </a:lnTo>
                  <a:lnTo>
                    <a:pt x="1" y="907"/>
                  </a:lnTo>
                  <a:lnTo>
                    <a:pt x="18" y="942"/>
                  </a:lnTo>
                  <a:lnTo>
                    <a:pt x="44" y="968"/>
                  </a:lnTo>
                  <a:lnTo>
                    <a:pt x="79" y="986"/>
                  </a:lnTo>
                  <a:lnTo>
                    <a:pt x="114" y="994"/>
                  </a:lnTo>
                  <a:lnTo>
                    <a:pt x="149" y="986"/>
                  </a:lnTo>
                  <a:lnTo>
                    <a:pt x="184" y="960"/>
                  </a:lnTo>
                  <a:lnTo>
                    <a:pt x="271" y="855"/>
                  </a:lnTo>
                  <a:lnTo>
                    <a:pt x="349" y="750"/>
                  </a:lnTo>
                  <a:lnTo>
                    <a:pt x="524" y="541"/>
                  </a:lnTo>
                  <a:lnTo>
                    <a:pt x="707" y="341"/>
                  </a:lnTo>
                  <a:lnTo>
                    <a:pt x="881" y="140"/>
                  </a:lnTo>
                  <a:lnTo>
                    <a:pt x="907" y="105"/>
                  </a:lnTo>
                  <a:lnTo>
                    <a:pt x="907" y="79"/>
                  </a:lnTo>
                  <a:lnTo>
                    <a:pt x="899" y="44"/>
                  </a:lnTo>
                  <a:lnTo>
                    <a:pt x="881" y="27"/>
                  </a:lnTo>
                  <a:lnTo>
                    <a:pt x="855" y="9"/>
                  </a:lnTo>
                  <a:lnTo>
                    <a:pt x="82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41"/>
            <p:cNvSpPr/>
            <p:nvPr/>
          </p:nvSpPr>
          <p:spPr>
            <a:xfrm>
              <a:off x="6290741" y="3644166"/>
              <a:ext cx="32051" cy="158056"/>
            </a:xfrm>
            <a:custGeom>
              <a:rect b="b" l="l" r="r" t="t"/>
              <a:pathLst>
                <a:path extrusionOk="0" h="1509" w="306">
                  <a:moveTo>
                    <a:pt x="87" y="0"/>
                  </a:moveTo>
                  <a:lnTo>
                    <a:pt x="70" y="9"/>
                  </a:lnTo>
                  <a:lnTo>
                    <a:pt x="44" y="18"/>
                  </a:lnTo>
                  <a:lnTo>
                    <a:pt x="35" y="44"/>
                  </a:lnTo>
                  <a:lnTo>
                    <a:pt x="26" y="61"/>
                  </a:lnTo>
                  <a:lnTo>
                    <a:pt x="9" y="131"/>
                  </a:lnTo>
                  <a:lnTo>
                    <a:pt x="0" y="175"/>
                  </a:lnTo>
                  <a:lnTo>
                    <a:pt x="0" y="218"/>
                  </a:lnTo>
                  <a:lnTo>
                    <a:pt x="0" y="375"/>
                  </a:lnTo>
                  <a:lnTo>
                    <a:pt x="9" y="706"/>
                  </a:lnTo>
                  <a:lnTo>
                    <a:pt x="18" y="1038"/>
                  </a:lnTo>
                  <a:lnTo>
                    <a:pt x="18" y="1203"/>
                  </a:lnTo>
                  <a:lnTo>
                    <a:pt x="26" y="1369"/>
                  </a:lnTo>
                  <a:lnTo>
                    <a:pt x="44" y="1421"/>
                  </a:lnTo>
                  <a:lnTo>
                    <a:pt x="70" y="1465"/>
                  </a:lnTo>
                  <a:lnTo>
                    <a:pt x="87" y="1482"/>
                  </a:lnTo>
                  <a:lnTo>
                    <a:pt x="113" y="1500"/>
                  </a:lnTo>
                  <a:lnTo>
                    <a:pt x="140" y="1508"/>
                  </a:lnTo>
                  <a:lnTo>
                    <a:pt x="192" y="1508"/>
                  </a:lnTo>
                  <a:lnTo>
                    <a:pt x="218" y="1500"/>
                  </a:lnTo>
                  <a:lnTo>
                    <a:pt x="262" y="1465"/>
                  </a:lnTo>
                  <a:lnTo>
                    <a:pt x="297" y="1421"/>
                  </a:lnTo>
                  <a:lnTo>
                    <a:pt x="305" y="1395"/>
                  </a:lnTo>
                  <a:lnTo>
                    <a:pt x="305" y="1369"/>
                  </a:lnTo>
                  <a:lnTo>
                    <a:pt x="297" y="1203"/>
                  </a:lnTo>
                  <a:lnTo>
                    <a:pt x="288" y="1038"/>
                  </a:lnTo>
                  <a:lnTo>
                    <a:pt x="253" y="706"/>
                  </a:lnTo>
                  <a:lnTo>
                    <a:pt x="218" y="375"/>
                  </a:lnTo>
                  <a:lnTo>
                    <a:pt x="209" y="218"/>
                  </a:lnTo>
                  <a:lnTo>
                    <a:pt x="201" y="140"/>
                  </a:lnTo>
                  <a:lnTo>
                    <a:pt x="183" y="96"/>
                  </a:lnTo>
                  <a:lnTo>
                    <a:pt x="166" y="44"/>
                  </a:lnTo>
                  <a:lnTo>
                    <a:pt x="148" y="18"/>
                  </a:lnTo>
                  <a:lnTo>
                    <a:pt x="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1"/>
            <p:cNvSpPr/>
            <p:nvPr/>
          </p:nvSpPr>
          <p:spPr>
            <a:xfrm>
              <a:off x="6297969" y="3630445"/>
              <a:ext cx="112493" cy="179110"/>
            </a:xfrm>
            <a:custGeom>
              <a:rect b="b" l="l" r="r" t="t"/>
              <a:pathLst>
                <a:path extrusionOk="0" h="1710" w="1074">
                  <a:moveTo>
                    <a:pt x="350" y="1"/>
                  </a:moveTo>
                  <a:lnTo>
                    <a:pt x="236" y="9"/>
                  </a:lnTo>
                  <a:lnTo>
                    <a:pt x="175" y="27"/>
                  </a:lnTo>
                  <a:lnTo>
                    <a:pt x="123" y="44"/>
                  </a:lnTo>
                  <a:lnTo>
                    <a:pt x="71" y="70"/>
                  </a:lnTo>
                  <a:lnTo>
                    <a:pt x="18" y="105"/>
                  </a:lnTo>
                  <a:lnTo>
                    <a:pt x="10" y="123"/>
                  </a:lnTo>
                  <a:lnTo>
                    <a:pt x="1" y="140"/>
                  </a:lnTo>
                  <a:lnTo>
                    <a:pt x="1" y="158"/>
                  </a:lnTo>
                  <a:lnTo>
                    <a:pt x="10" y="175"/>
                  </a:lnTo>
                  <a:lnTo>
                    <a:pt x="18" y="192"/>
                  </a:lnTo>
                  <a:lnTo>
                    <a:pt x="36" y="210"/>
                  </a:lnTo>
                  <a:lnTo>
                    <a:pt x="53" y="219"/>
                  </a:lnTo>
                  <a:lnTo>
                    <a:pt x="71" y="219"/>
                  </a:lnTo>
                  <a:lnTo>
                    <a:pt x="236" y="201"/>
                  </a:lnTo>
                  <a:lnTo>
                    <a:pt x="315" y="192"/>
                  </a:lnTo>
                  <a:lnTo>
                    <a:pt x="402" y="201"/>
                  </a:lnTo>
                  <a:lnTo>
                    <a:pt x="480" y="210"/>
                  </a:lnTo>
                  <a:lnTo>
                    <a:pt x="559" y="236"/>
                  </a:lnTo>
                  <a:lnTo>
                    <a:pt x="646" y="271"/>
                  </a:lnTo>
                  <a:lnTo>
                    <a:pt x="674" y="285"/>
                  </a:lnTo>
                  <a:lnTo>
                    <a:pt x="674" y="285"/>
                  </a:lnTo>
                  <a:lnTo>
                    <a:pt x="672" y="288"/>
                  </a:lnTo>
                  <a:lnTo>
                    <a:pt x="637" y="323"/>
                  </a:lnTo>
                  <a:lnTo>
                    <a:pt x="585" y="384"/>
                  </a:lnTo>
                  <a:lnTo>
                    <a:pt x="463" y="506"/>
                  </a:lnTo>
                  <a:lnTo>
                    <a:pt x="323" y="611"/>
                  </a:lnTo>
                  <a:lnTo>
                    <a:pt x="254" y="663"/>
                  </a:lnTo>
                  <a:lnTo>
                    <a:pt x="196" y="689"/>
                  </a:lnTo>
                  <a:lnTo>
                    <a:pt x="196" y="689"/>
                  </a:lnTo>
                  <a:lnTo>
                    <a:pt x="193" y="689"/>
                  </a:lnTo>
                  <a:lnTo>
                    <a:pt x="193" y="690"/>
                  </a:lnTo>
                  <a:lnTo>
                    <a:pt x="175" y="698"/>
                  </a:lnTo>
                  <a:lnTo>
                    <a:pt x="149" y="724"/>
                  </a:lnTo>
                  <a:lnTo>
                    <a:pt x="140" y="742"/>
                  </a:lnTo>
                  <a:lnTo>
                    <a:pt x="132" y="776"/>
                  </a:lnTo>
                  <a:lnTo>
                    <a:pt x="140" y="803"/>
                  </a:lnTo>
                  <a:lnTo>
                    <a:pt x="158" y="820"/>
                  </a:lnTo>
                  <a:lnTo>
                    <a:pt x="184" y="837"/>
                  </a:lnTo>
                  <a:lnTo>
                    <a:pt x="210" y="855"/>
                  </a:lnTo>
                  <a:lnTo>
                    <a:pt x="236" y="855"/>
                  </a:lnTo>
                  <a:lnTo>
                    <a:pt x="341" y="837"/>
                  </a:lnTo>
                  <a:lnTo>
                    <a:pt x="445" y="846"/>
                  </a:lnTo>
                  <a:lnTo>
                    <a:pt x="550" y="872"/>
                  </a:lnTo>
                  <a:lnTo>
                    <a:pt x="655" y="907"/>
                  </a:lnTo>
                  <a:lnTo>
                    <a:pt x="742" y="960"/>
                  </a:lnTo>
                  <a:lnTo>
                    <a:pt x="820" y="1021"/>
                  </a:lnTo>
                  <a:lnTo>
                    <a:pt x="855" y="1055"/>
                  </a:lnTo>
                  <a:lnTo>
                    <a:pt x="873" y="1099"/>
                  </a:lnTo>
                  <a:lnTo>
                    <a:pt x="873" y="1143"/>
                  </a:lnTo>
                  <a:lnTo>
                    <a:pt x="855" y="1186"/>
                  </a:lnTo>
                  <a:lnTo>
                    <a:pt x="812" y="1265"/>
                  </a:lnTo>
                  <a:lnTo>
                    <a:pt x="751" y="1334"/>
                  </a:lnTo>
                  <a:lnTo>
                    <a:pt x="681" y="1395"/>
                  </a:lnTo>
                  <a:lnTo>
                    <a:pt x="602" y="1439"/>
                  </a:lnTo>
                  <a:lnTo>
                    <a:pt x="515" y="1474"/>
                  </a:lnTo>
                  <a:lnTo>
                    <a:pt x="428" y="1491"/>
                  </a:lnTo>
                  <a:lnTo>
                    <a:pt x="332" y="1500"/>
                  </a:lnTo>
                  <a:lnTo>
                    <a:pt x="245" y="1483"/>
                  </a:lnTo>
                  <a:lnTo>
                    <a:pt x="201" y="1483"/>
                  </a:lnTo>
                  <a:lnTo>
                    <a:pt x="158" y="1500"/>
                  </a:lnTo>
                  <a:lnTo>
                    <a:pt x="132" y="1535"/>
                  </a:lnTo>
                  <a:lnTo>
                    <a:pt x="114" y="1570"/>
                  </a:lnTo>
                  <a:lnTo>
                    <a:pt x="105" y="1613"/>
                  </a:lnTo>
                  <a:lnTo>
                    <a:pt x="114" y="1648"/>
                  </a:lnTo>
                  <a:lnTo>
                    <a:pt x="140" y="1683"/>
                  </a:lnTo>
                  <a:lnTo>
                    <a:pt x="166" y="1692"/>
                  </a:lnTo>
                  <a:lnTo>
                    <a:pt x="184" y="1700"/>
                  </a:lnTo>
                  <a:lnTo>
                    <a:pt x="254" y="1709"/>
                  </a:lnTo>
                  <a:lnTo>
                    <a:pt x="393" y="1709"/>
                  </a:lnTo>
                  <a:lnTo>
                    <a:pt x="454" y="1700"/>
                  </a:lnTo>
                  <a:lnTo>
                    <a:pt x="524" y="1692"/>
                  </a:lnTo>
                  <a:lnTo>
                    <a:pt x="594" y="1666"/>
                  </a:lnTo>
                  <a:lnTo>
                    <a:pt x="655" y="1648"/>
                  </a:lnTo>
                  <a:lnTo>
                    <a:pt x="716" y="1613"/>
                  </a:lnTo>
                  <a:lnTo>
                    <a:pt x="768" y="1578"/>
                  </a:lnTo>
                  <a:lnTo>
                    <a:pt x="829" y="1535"/>
                  </a:lnTo>
                  <a:lnTo>
                    <a:pt x="873" y="1491"/>
                  </a:lnTo>
                  <a:lnTo>
                    <a:pt x="925" y="1448"/>
                  </a:lnTo>
                  <a:lnTo>
                    <a:pt x="968" y="1395"/>
                  </a:lnTo>
                  <a:lnTo>
                    <a:pt x="1003" y="1334"/>
                  </a:lnTo>
                  <a:lnTo>
                    <a:pt x="1029" y="1273"/>
                  </a:lnTo>
                  <a:lnTo>
                    <a:pt x="1056" y="1204"/>
                  </a:lnTo>
                  <a:lnTo>
                    <a:pt x="1073" y="1134"/>
                  </a:lnTo>
                  <a:lnTo>
                    <a:pt x="1064" y="1064"/>
                  </a:lnTo>
                  <a:lnTo>
                    <a:pt x="1038" y="994"/>
                  </a:lnTo>
                  <a:lnTo>
                    <a:pt x="1003" y="933"/>
                  </a:lnTo>
                  <a:lnTo>
                    <a:pt x="960" y="881"/>
                  </a:lnTo>
                  <a:lnTo>
                    <a:pt x="899" y="837"/>
                  </a:lnTo>
                  <a:lnTo>
                    <a:pt x="838" y="794"/>
                  </a:lnTo>
                  <a:lnTo>
                    <a:pt x="777" y="759"/>
                  </a:lnTo>
                  <a:lnTo>
                    <a:pt x="707" y="733"/>
                  </a:lnTo>
                  <a:lnTo>
                    <a:pt x="637" y="707"/>
                  </a:lnTo>
                  <a:lnTo>
                    <a:pt x="567" y="689"/>
                  </a:lnTo>
                  <a:lnTo>
                    <a:pt x="524" y="680"/>
                  </a:lnTo>
                  <a:lnTo>
                    <a:pt x="524" y="680"/>
                  </a:lnTo>
                  <a:lnTo>
                    <a:pt x="559" y="654"/>
                  </a:lnTo>
                  <a:lnTo>
                    <a:pt x="655" y="585"/>
                  </a:lnTo>
                  <a:lnTo>
                    <a:pt x="742" y="506"/>
                  </a:lnTo>
                  <a:lnTo>
                    <a:pt x="794" y="463"/>
                  </a:lnTo>
                  <a:lnTo>
                    <a:pt x="829" y="410"/>
                  </a:lnTo>
                  <a:lnTo>
                    <a:pt x="864" y="367"/>
                  </a:lnTo>
                  <a:lnTo>
                    <a:pt x="881" y="306"/>
                  </a:lnTo>
                  <a:lnTo>
                    <a:pt x="890" y="253"/>
                  </a:lnTo>
                  <a:lnTo>
                    <a:pt x="881" y="227"/>
                  </a:lnTo>
                  <a:lnTo>
                    <a:pt x="873" y="201"/>
                  </a:lnTo>
                  <a:lnTo>
                    <a:pt x="846" y="149"/>
                  </a:lnTo>
                  <a:lnTo>
                    <a:pt x="803" y="114"/>
                  </a:lnTo>
                  <a:lnTo>
                    <a:pt x="751" y="79"/>
                  </a:lnTo>
                  <a:lnTo>
                    <a:pt x="698" y="53"/>
                  </a:lnTo>
                  <a:lnTo>
                    <a:pt x="637" y="36"/>
                  </a:lnTo>
                  <a:lnTo>
                    <a:pt x="576" y="27"/>
                  </a:lnTo>
                  <a:lnTo>
                    <a:pt x="472" y="9"/>
                  </a:lnTo>
                  <a:lnTo>
                    <a:pt x="3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1"/>
            <p:cNvSpPr/>
            <p:nvPr/>
          </p:nvSpPr>
          <p:spPr>
            <a:xfrm>
              <a:off x="6495200" y="3698947"/>
              <a:ext cx="64940" cy="24719"/>
            </a:xfrm>
            <a:custGeom>
              <a:rect b="b" l="l" r="r" t="t"/>
              <a:pathLst>
                <a:path extrusionOk="0" h="236" w="620">
                  <a:moveTo>
                    <a:pt x="70" y="0"/>
                  </a:moveTo>
                  <a:lnTo>
                    <a:pt x="44" y="9"/>
                  </a:lnTo>
                  <a:lnTo>
                    <a:pt x="27" y="18"/>
                  </a:lnTo>
                  <a:lnTo>
                    <a:pt x="9" y="44"/>
                  </a:lnTo>
                  <a:lnTo>
                    <a:pt x="1" y="70"/>
                  </a:lnTo>
                  <a:lnTo>
                    <a:pt x="1" y="96"/>
                  </a:lnTo>
                  <a:lnTo>
                    <a:pt x="9" y="122"/>
                  </a:lnTo>
                  <a:lnTo>
                    <a:pt x="27" y="149"/>
                  </a:lnTo>
                  <a:lnTo>
                    <a:pt x="53" y="157"/>
                  </a:lnTo>
                  <a:lnTo>
                    <a:pt x="288" y="201"/>
                  </a:lnTo>
                  <a:lnTo>
                    <a:pt x="410" y="227"/>
                  </a:lnTo>
                  <a:lnTo>
                    <a:pt x="471" y="236"/>
                  </a:lnTo>
                  <a:lnTo>
                    <a:pt x="515" y="236"/>
                  </a:lnTo>
                  <a:lnTo>
                    <a:pt x="559" y="227"/>
                  </a:lnTo>
                  <a:lnTo>
                    <a:pt x="585" y="218"/>
                  </a:lnTo>
                  <a:lnTo>
                    <a:pt x="602" y="201"/>
                  </a:lnTo>
                  <a:lnTo>
                    <a:pt x="611" y="183"/>
                  </a:lnTo>
                  <a:lnTo>
                    <a:pt x="620" y="157"/>
                  </a:lnTo>
                  <a:lnTo>
                    <a:pt x="620" y="140"/>
                  </a:lnTo>
                  <a:lnTo>
                    <a:pt x="611" y="114"/>
                  </a:lnTo>
                  <a:lnTo>
                    <a:pt x="602" y="96"/>
                  </a:lnTo>
                  <a:lnTo>
                    <a:pt x="585" y="79"/>
                  </a:lnTo>
                  <a:lnTo>
                    <a:pt x="550" y="61"/>
                  </a:lnTo>
                  <a:lnTo>
                    <a:pt x="506" y="53"/>
                  </a:lnTo>
                  <a:lnTo>
                    <a:pt x="454" y="44"/>
                  </a:lnTo>
                  <a:lnTo>
                    <a:pt x="315" y="27"/>
                  </a:lnTo>
                  <a:lnTo>
                    <a:pt x="7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1"/>
            <p:cNvSpPr/>
            <p:nvPr/>
          </p:nvSpPr>
          <p:spPr>
            <a:xfrm>
              <a:off x="6501590" y="3746396"/>
              <a:ext cx="59494" cy="20215"/>
            </a:xfrm>
            <a:custGeom>
              <a:rect b="b" l="l" r="r" t="t"/>
              <a:pathLst>
                <a:path extrusionOk="0" h="193" w="568">
                  <a:moveTo>
                    <a:pt x="88" y="1"/>
                  </a:moveTo>
                  <a:lnTo>
                    <a:pt x="62" y="9"/>
                  </a:lnTo>
                  <a:lnTo>
                    <a:pt x="27" y="27"/>
                  </a:lnTo>
                  <a:lnTo>
                    <a:pt x="9" y="53"/>
                  </a:lnTo>
                  <a:lnTo>
                    <a:pt x="1" y="88"/>
                  </a:lnTo>
                  <a:lnTo>
                    <a:pt x="9" y="123"/>
                  </a:lnTo>
                  <a:lnTo>
                    <a:pt x="27" y="149"/>
                  </a:lnTo>
                  <a:lnTo>
                    <a:pt x="62" y="166"/>
                  </a:lnTo>
                  <a:lnTo>
                    <a:pt x="88" y="175"/>
                  </a:lnTo>
                  <a:lnTo>
                    <a:pt x="280" y="184"/>
                  </a:lnTo>
                  <a:lnTo>
                    <a:pt x="471" y="192"/>
                  </a:lnTo>
                  <a:lnTo>
                    <a:pt x="506" y="184"/>
                  </a:lnTo>
                  <a:lnTo>
                    <a:pt x="533" y="158"/>
                  </a:lnTo>
                  <a:lnTo>
                    <a:pt x="559" y="131"/>
                  </a:lnTo>
                  <a:lnTo>
                    <a:pt x="567" y="97"/>
                  </a:lnTo>
                  <a:lnTo>
                    <a:pt x="559" y="62"/>
                  </a:lnTo>
                  <a:lnTo>
                    <a:pt x="533" y="27"/>
                  </a:lnTo>
                  <a:lnTo>
                    <a:pt x="506" y="9"/>
                  </a:lnTo>
                  <a:lnTo>
                    <a:pt x="47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1"/>
            <p:cNvSpPr/>
            <p:nvPr/>
          </p:nvSpPr>
          <p:spPr>
            <a:xfrm>
              <a:off x="6672321" y="3578387"/>
              <a:ext cx="978923" cy="260390"/>
            </a:xfrm>
            <a:custGeom>
              <a:rect b="b" l="l" r="r" t="t"/>
              <a:pathLst>
                <a:path extrusionOk="0" h="2486" w="9346">
                  <a:moveTo>
                    <a:pt x="1404" y="1"/>
                  </a:moveTo>
                  <a:lnTo>
                    <a:pt x="1369" y="9"/>
                  </a:lnTo>
                  <a:lnTo>
                    <a:pt x="1335" y="27"/>
                  </a:lnTo>
                  <a:lnTo>
                    <a:pt x="1308" y="53"/>
                  </a:lnTo>
                  <a:lnTo>
                    <a:pt x="1291" y="88"/>
                  </a:lnTo>
                  <a:lnTo>
                    <a:pt x="1152" y="646"/>
                  </a:lnTo>
                  <a:lnTo>
                    <a:pt x="1003" y="1212"/>
                  </a:lnTo>
                  <a:lnTo>
                    <a:pt x="846" y="1770"/>
                  </a:lnTo>
                  <a:lnTo>
                    <a:pt x="776" y="2003"/>
                  </a:lnTo>
                  <a:lnTo>
                    <a:pt x="724" y="1910"/>
                  </a:lnTo>
                  <a:lnTo>
                    <a:pt x="524" y="1526"/>
                  </a:lnTo>
                  <a:lnTo>
                    <a:pt x="323" y="1143"/>
                  </a:lnTo>
                  <a:lnTo>
                    <a:pt x="140" y="750"/>
                  </a:lnTo>
                  <a:lnTo>
                    <a:pt x="123" y="724"/>
                  </a:lnTo>
                  <a:lnTo>
                    <a:pt x="105" y="716"/>
                  </a:lnTo>
                  <a:lnTo>
                    <a:pt x="79" y="716"/>
                  </a:lnTo>
                  <a:lnTo>
                    <a:pt x="53" y="724"/>
                  </a:lnTo>
                  <a:lnTo>
                    <a:pt x="27" y="733"/>
                  </a:lnTo>
                  <a:lnTo>
                    <a:pt x="10" y="759"/>
                  </a:lnTo>
                  <a:lnTo>
                    <a:pt x="1" y="785"/>
                  </a:lnTo>
                  <a:lnTo>
                    <a:pt x="1" y="811"/>
                  </a:lnTo>
                  <a:lnTo>
                    <a:pt x="62" y="1021"/>
                  </a:lnTo>
                  <a:lnTo>
                    <a:pt x="132" y="1230"/>
                  </a:lnTo>
                  <a:lnTo>
                    <a:pt x="210" y="1439"/>
                  </a:lnTo>
                  <a:lnTo>
                    <a:pt x="289" y="1640"/>
                  </a:lnTo>
                  <a:lnTo>
                    <a:pt x="384" y="1849"/>
                  </a:lnTo>
                  <a:lnTo>
                    <a:pt x="480" y="2049"/>
                  </a:lnTo>
                  <a:lnTo>
                    <a:pt x="585" y="2241"/>
                  </a:lnTo>
                  <a:lnTo>
                    <a:pt x="698" y="2424"/>
                  </a:lnTo>
                  <a:lnTo>
                    <a:pt x="724" y="2459"/>
                  </a:lnTo>
                  <a:lnTo>
                    <a:pt x="759" y="2476"/>
                  </a:lnTo>
                  <a:lnTo>
                    <a:pt x="794" y="2485"/>
                  </a:lnTo>
                  <a:lnTo>
                    <a:pt x="829" y="2485"/>
                  </a:lnTo>
                  <a:lnTo>
                    <a:pt x="873" y="2476"/>
                  </a:lnTo>
                  <a:lnTo>
                    <a:pt x="899" y="2459"/>
                  </a:lnTo>
                  <a:lnTo>
                    <a:pt x="925" y="2433"/>
                  </a:lnTo>
                  <a:lnTo>
                    <a:pt x="942" y="2389"/>
                  </a:lnTo>
                  <a:lnTo>
                    <a:pt x="1247" y="1273"/>
                  </a:lnTo>
                  <a:lnTo>
                    <a:pt x="1396" y="716"/>
                  </a:lnTo>
                  <a:lnTo>
                    <a:pt x="1504" y="244"/>
                  </a:lnTo>
                  <a:lnTo>
                    <a:pt x="1504" y="244"/>
                  </a:lnTo>
                  <a:lnTo>
                    <a:pt x="3366" y="236"/>
                  </a:lnTo>
                  <a:lnTo>
                    <a:pt x="5318" y="236"/>
                  </a:lnTo>
                  <a:lnTo>
                    <a:pt x="9232" y="254"/>
                  </a:lnTo>
                  <a:lnTo>
                    <a:pt x="9258" y="245"/>
                  </a:lnTo>
                  <a:lnTo>
                    <a:pt x="9285" y="245"/>
                  </a:lnTo>
                  <a:lnTo>
                    <a:pt x="9302" y="227"/>
                  </a:lnTo>
                  <a:lnTo>
                    <a:pt x="9319" y="210"/>
                  </a:lnTo>
                  <a:lnTo>
                    <a:pt x="9337" y="175"/>
                  </a:lnTo>
                  <a:lnTo>
                    <a:pt x="9346" y="132"/>
                  </a:lnTo>
                  <a:lnTo>
                    <a:pt x="9337" y="88"/>
                  </a:lnTo>
                  <a:lnTo>
                    <a:pt x="9319" y="44"/>
                  </a:lnTo>
                  <a:lnTo>
                    <a:pt x="9302" y="27"/>
                  </a:lnTo>
                  <a:lnTo>
                    <a:pt x="9285" y="18"/>
                  </a:lnTo>
                  <a:lnTo>
                    <a:pt x="9258" y="9"/>
                  </a:lnTo>
                  <a:lnTo>
                    <a:pt x="9232" y="9"/>
                  </a:lnTo>
                  <a:lnTo>
                    <a:pt x="5318" y="18"/>
                  </a:lnTo>
                  <a:lnTo>
                    <a:pt x="3366" y="9"/>
                  </a:lnTo>
                  <a:lnTo>
                    <a:pt x="14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1"/>
            <p:cNvSpPr/>
            <p:nvPr/>
          </p:nvSpPr>
          <p:spPr>
            <a:xfrm>
              <a:off x="6883274" y="3677055"/>
              <a:ext cx="107885" cy="98667"/>
            </a:xfrm>
            <a:custGeom>
              <a:rect b="b" l="l" r="r" t="t"/>
              <a:pathLst>
                <a:path extrusionOk="0" h="942" w="1030">
                  <a:moveTo>
                    <a:pt x="79" y="0"/>
                  </a:moveTo>
                  <a:lnTo>
                    <a:pt x="53" y="9"/>
                  </a:lnTo>
                  <a:lnTo>
                    <a:pt x="27" y="26"/>
                  </a:lnTo>
                  <a:lnTo>
                    <a:pt x="9" y="53"/>
                  </a:lnTo>
                  <a:lnTo>
                    <a:pt x="1" y="87"/>
                  </a:lnTo>
                  <a:lnTo>
                    <a:pt x="1" y="114"/>
                  </a:lnTo>
                  <a:lnTo>
                    <a:pt x="27" y="148"/>
                  </a:lnTo>
                  <a:lnTo>
                    <a:pt x="227" y="358"/>
                  </a:lnTo>
                  <a:lnTo>
                    <a:pt x="436" y="558"/>
                  </a:lnTo>
                  <a:lnTo>
                    <a:pt x="646" y="741"/>
                  </a:lnTo>
                  <a:lnTo>
                    <a:pt x="750" y="837"/>
                  </a:lnTo>
                  <a:lnTo>
                    <a:pt x="820" y="889"/>
                  </a:lnTo>
                  <a:lnTo>
                    <a:pt x="855" y="907"/>
                  </a:lnTo>
                  <a:lnTo>
                    <a:pt x="890" y="924"/>
                  </a:lnTo>
                  <a:lnTo>
                    <a:pt x="925" y="942"/>
                  </a:lnTo>
                  <a:lnTo>
                    <a:pt x="959" y="933"/>
                  </a:lnTo>
                  <a:lnTo>
                    <a:pt x="986" y="924"/>
                  </a:lnTo>
                  <a:lnTo>
                    <a:pt x="1012" y="898"/>
                  </a:lnTo>
                  <a:lnTo>
                    <a:pt x="1029" y="872"/>
                  </a:lnTo>
                  <a:lnTo>
                    <a:pt x="1029" y="837"/>
                  </a:lnTo>
                  <a:lnTo>
                    <a:pt x="1029" y="802"/>
                  </a:lnTo>
                  <a:lnTo>
                    <a:pt x="1003" y="776"/>
                  </a:lnTo>
                  <a:lnTo>
                    <a:pt x="959" y="724"/>
                  </a:lnTo>
                  <a:lnTo>
                    <a:pt x="890" y="663"/>
                  </a:lnTo>
                  <a:lnTo>
                    <a:pt x="794" y="593"/>
                  </a:lnTo>
                  <a:lnTo>
                    <a:pt x="567" y="410"/>
                  </a:lnTo>
                  <a:lnTo>
                    <a:pt x="358" y="218"/>
                  </a:lnTo>
                  <a:lnTo>
                    <a:pt x="149" y="26"/>
                  </a:lnTo>
                  <a:lnTo>
                    <a:pt x="11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41"/>
            <p:cNvSpPr/>
            <p:nvPr/>
          </p:nvSpPr>
          <p:spPr>
            <a:xfrm>
              <a:off x="6870495" y="3678836"/>
              <a:ext cx="124225" cy="111551"/>
            </a:xfrm>
            <a:custGeom>
              <a:rect b="b" l="l" r="r" t="t"/>
              <a:pathLst>
                <a:path extrusionOk="0" h="1065" w="1186">
                  <a:moveTo>
                    <a:pt x="1108" y="1"/>
                  </a:moveTo>
                  <a:lnTo>
                    <a:pt x="1081" y="9"/>
                  </a:lnTo>
                  <a:lnTo>
                    <a:pt x="811" y="219"/>
                  </a:lnTo>
                  <a:lnTo>
                    <a:pt x="550" y="436"/>
                  </a:lnTo>
                  <a:lnTo>
                    <a:pt x="297" y="646"/>
                  </a:lnTo>
                  <a:lnTo>
                    <a:pt x="157" y="759"/>
                  </a:lnTo>
                  <a:lnTo>
                    <a:pt x="27" y="881"/>
                  </a:lnTo>
                  <a:lnTo>
                    <a:pt x="9" y="907"/>
                  </a:lnTo>
                  <a:lnTo>
                    <a:pt x="0" y="951"/>
                  </a:lnTo>
                  <a:lnTo>
                    <a:pt x="0" y="986"/>
                  </a:lnTo>
                  <a:lnTo>
                    <a:pt x="18" y="1021"/>
                  </a:lnTo>
                  <a:lnTo>
                    <a:pt x="44" y="1047"/>
                  </a:lnTo>
                  <a:lnTo>
                    <a:pt x="79" y="1064"/>
                  </a:lnTo>
                  <a:lnTo>
                    <a:pt x="123" y="1064"/>
                  </a:lnTo>
                  <a:lnTo>
                    <a:pt x="157" y="1047"/>
                  </a:lnTo>
                  <a:lnTo>
                    <a:pt x="288" y="933"/>
                  </a:lnTo>
                  <a:lnTo>
                    <a:pt x="419" y="820"/>
                  </a:lnTo>
                  <a:lnTo>
                    <a:pt x="672" y="593"/>
                  </a:lnTo>
                  <a:lnTo>
                    <a:pt x="924" y="358"/>
                  </a:lnTo>
                  <a:lnTo>
                    <a:pt x="1169" y="123"/>
                  </a:lnTo>
                  <a:lnTo>
                    <a:pt x="1186" y="97"/>
                  </a:lnTo>
                  <a:lnTo>
                    <a:pt x="1186" y="79"/>
                  </a:lnTo>
                  <a:lnTo>
                    <a:pt x="1186" y="53"/>
                  </a:lnTo>
                  <a:lnTo>
                    <a:pt x="1169" y="27"/>
                  </a:lnTo>
                  <a:lnTo>
                    <a:pt x="1151" y="9"/>
                  </a:lnTo>
                  <a:lnTo>
                    <a:pt x="1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41"/>
            <p:cNvSpPr/>
            <p:nvPr/>
          </p:nvSpPr>
          <p:spPr>
            <a:xfrm>
              <a:off x="7043007" y="3638719"/>
              <a:ext cx="50381" cy="76776"/>
            </a:xfrm>
            <a:custGeom>
              <a:rect b="b" l="l" r="r" t="t"/>
              <a:pathLst>
                <a:path extrusionOk="0" h="733" w="481">
                  <a:moveTo>
                    <a:pt x="315" y="166"/>
                  </a:moveTo>
                  <a:lnTo>
                    <a:pt x="315" y="168"/>
                  </a:lnTo>
                  <a:lnTo>
                    <a:pt x="315" y="168"/>
                  </a:lnTo>
                  <a:lnTo>
                    <a:pt x="306" y="166"/>
                  </a:lnTo>
                  <a:close/>
                  <a:moveTo>
                    <a:pt x="62" y="0"/>
                  </a:moveTo>
                  <a:lnTo>
                    <a:pt x="36" y="9"/>
                  </a:lnTo>
                  <a:lnTo>
                    <a:pt x="18" y="26"/>
                  </a:lnTo>
                  <a:lnTo>
                    <a:pt x="10" y="52"/>
                  </a:lnTo>
                  <a:lnTo>
                    <a:pt x="1" y="79"/>
                  </a:lnTo>
                  <a:lnTo>
                    <a:pt x="10" y="105"/>
                  </a:lnTo>
                  <a:lnTo>
                    <a:pt x="27" y="122"/>
                  </a:lnTo>
                  <a:lnTo>
                    <a:pt x="53" y="140"/>
                  </a:lnTo>
                  <a:lnTo>
                    <a:pt x="132" y="166"/>
                  </a:lnTo>
                  <a:lnTo>
                    <a:pt x="210" y="174"/>
                  </a:lnTo>
                  <a:lnTo>
                    <a:pt x="289" y="183"/>
                  </a:lnTo>
                  <a:lnTo>
                    <a:pt x="319" y="183"/>
                  </a:lnTo>
                  <a:lnTo>
                    <a:pt x="324" y="192"/>
                  </a:lnTo>
                  <a:lnTo>
                    <a:pt x="315" y="209"/>
                  </a:lnTo>
                  <a:lnTo>
                    <a:pt x="315" y="218"/>
                  </a:lnTo>
                  <a:lnTo>
                    <a:pt x="315" y="235"/>
                  </a:lnTo>
                  <a:lnTo>
                    <a:pt x="306" y="244"/>
                  </a:lnTo>
                  <a:lnTo>
                    <a:pt x="289" y="279"/>
                  </a:lnTo>
                  <a:lnTo>
                    <a:pt x="271" y="305"/>
                  </a:lnTo>
                  <a:lnTo>
                    <a:pt x="219" y="357"/>
                  </a:lnTo>
                  <a:lnTo>
                    <a:pt x="149" y="419"/>
                  </a:lnTo>
                  <a:lnTo>
                    <a:pt x="88" y="480"/>
                  </a:lnTo>
                  <a:lnTo>
                    <a:pt x="71" y="514"/>
                  </a:lnTo>
                  <a:lnTo>
                    <a:pt x="45" y="558"/>
                  </a:lnTo>
                  <a:lnTo>
                    <a:pt x="36" y="593"/>
                  </a:lnTo>
                  <a:lnTo>
                    <a:pt x="27" y="645"/>
                  </a:lnTo>
                  <a:lnTo>
                    <a:pt x="36" y="671"/>
                  </a:lnTo>
                  <a:lnTo>
                    <a:pt x="53" y="697"/>
                  </a:lnTo>
                  <a:lnTo>
                    <a:pt x="79" y="715"/>
                  </a:lnTo>
                  <a:lnTo>
                    <a:pt x="106" y="724"/>
                  </a:lnTo>
                  <a:lnTo>
                    <a:pt x="254" y="732"/>
                  </a:lnTo>
                  <a:lnTo>
                    <a:pt x="411" y="732"/>
                  </a:lnTo>
                  <a:lnTo>
                    <a:pt x="437" y="724"/>
                  </a:lnTo>
                  <a:lnTo>
                    <a:pt x="463" y="715"/>
                  </a:lnTo>
                  <a:lnTo>
                    <a:pt x="480" y="689"/>
                  </a:lnTo>
                  <a:lnTo>
                    <a:pt x="480" y="654"/>
                  </a:lnTo>
                  <a:lnTo>
                    <a:pt x="480" y="628"/>
                  </a:lnTo>
                  <a:lnTo>
                    <a:pt x="463" y="602"/>
                  </a:lnTo>
                  <a:lnTo>
                    <a:pt x="437" y="584"/>
                  </a:lnTo>
                  <a:lnTo>
                    <a:pt x="411" y="575"/>
                  </a:lnTo>
                  <a:lnTo>
                    <a:pt x="254" y="567"/>
                  </a:lnTo>
                  <a:lnTo>
                    <a:pt x="227" y="565"/>
                  </a:lnTo>
                  <a:lnTo>
                    <a:pt x="227" y="565"/>
                  </a:lnTo>
                  <a:lnTo>
                    <a:pt x="254" y="532"/>
                  </a:lnTo>
                  <a:lnTo>
                    <a:pt x="297" y="488"/>
                  </a:lnTo>
                  <a:lnTo>
                    <a:pt x="350" y="445"/>
                  </a:lnTo>
                  <a:lnTo>
                    <a:pt x="393" y="401"/>
                  </a:lnTo>
                  <a:lnTo>
                    <a:pt x="428" y="349"/>
                  </a:lnTo>
                  <a:lnTo>
                    <a:pt x="454" y="288"/>
                  </a:lnTo>
                  <a:lnTo>
                    <a:pt x="472" y="235"/>
                  </a:lnTo>
                  <a:lnTo>
                    <a:pt x="472" y="174"/>
                  </a:lnTo>
                  <a:lnTo>
                    <a:pt x="472" y="140"/>
                  </a:lnTo>
                  <a:lnTo>
                    <a:pt x="454" y="96"/>
                  </a:lnTo>
                  <a:lnTo>
                    <a:pt x="428" y="70"/>
                  </a:lnTo>
                  <a:lnTo>
                    <a:pt x="402" y="44"/>
                  </a:lnTo>
                  <a:lnTo>
                    <a:pt x="385" y="35"/>
                  </a:lnTo>
                  <a:lnTo>
                    <a:pt x="236" y="35"/>
                  </a:lnTo>
                  <a:lnTo>
                    <a:pt x="158" y="18"/>
                  </a:lnTo>
                  <a:lnTo>
                    <a:pt x="9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1"/>
            <p:cNvSpPr/>
            <p:nvPr/>
          </p:nvSpPr>
          <p:spPr>
            <a:xfrm>
              <a:off x="7162624" y="3700728"/>
              <a:ext cx="20215" cy="96887"/>
            </a:xfrm>
            <a:custGeom>
              <a:rect b="b" l="l" r="r" t="t"/>
              <a:pathLst>
                <a:path extrusionOk="0" h="925" w="193">
                  <a:moveTo>
                    <a:pt x="79" y="1"/>
                  </a:moveTo>
                  <a:lnTo>
                    <a:pt x="53" y="18"/>
                  </a:lnTo>
                  <a:lnTo>
                    <a:pt x="36" y="44"/>
                  </a:lnTo>
                  <a:lnTo>
                    <a:pt x="27" y="71"/>
                  </a:lnTo>
                  <a:lnTo>
                    <a:pt x="10" y="463"/>
                  </a:lnTo>
                  <a:lnTo>
                    <a:pt x="1" y="655"/>
                  </a:lnTo>
                  <a:lnTo>
                    <a:pt x="1" y="759"/>
                  </a:lnTo>
                  <a:lnTo>
                    <a:pt x="1" y="803"/>
                  </a:lnTo>
                  <a:lnTo>
                    <a:pt x="1" y="855"/>
                  </a:lnTo>
                  <a:lnTo>
                    <a:pt x="10" y="890"/>
                  </a:lnTo>
                  <a:lnTo>
                    <a:pt x="36" y="907"/>
                  </a:lnTo>
                  <a:lnTo>
                    <a:pt x="62" y="925"/>
                  </a:lnTo>
                  <a:lnTo>
                    <a:pt x="123" y="925"/>
                  </a:lnTo>
                  <a:lnTo>
                    <a:pt x="158" y="907"/>
                  </a:lnTo>
                  <a:lnTo>
                    <a:pt x="175" y="890"/>
                  </a:lnTo>
                  <a:lnTo>
                    <a:pt x="193" y="855"/>
                  </a:lnTo>
                  <a:lnTo>
                    <a:pt x="193" y="803"/>
                  </a:lnTo>
                  <a:lnTo>
                    <a:pt x="193" y="759"/>
                  </a:lnTo>
                  <a:lnTo>
                    <a:pt x="193" y="655"/>
                  </a:lnTo>
                  <a:lnTo>
                    <a:pt x="193" y="463"/>
                  </a:lnTo>
                  <a:lnTo>
                    <a:pt x="184" y="71"/>
                  </a:lnTo>
                  <a:lnTo>
                    <a:pt x="175" y="44"/>
                  </a:lnTo>
                  <a:lnTo>
                    <a:pt x="158" y="18"/>
                  </a:lnTo>
                  <a:lnTo>
                    <a:pt x="14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1"/>
            <p:cNvSpPr/>
            <p:nvPr/>
          </p:nvSpPr>
          <p:spPr>
            <a:xfrm>
              <a:off x="7140733" y="3738226"/>
              <a:ext cx="82328" cy="21053"/>
            </a:xfrm>
            <a:custGeom>
              <a:rect b="b" l="l" r="r" t="t"/>
              <a:pathLst>
                <a:path extrusionOk="0" h="201" w="786">
                  <a:moveTo>
                    <a:pt x="532" y="0"/>
                  </a:moveTo>
                  <a:lnTo>
                    <a:pt x="367" y="18"/>
                  </a:lnTo>
                  <a:lnTo>
                    <a:pt x="201" y="44"/>
                  </a:lnTo>
                  <a:lnTo>
                    <a:pt x="44" y="79"/>
                  </a:lnTo>
                  <a:lnTo>
                    <a:pt x="18" y="87"/>
                  </a:lnTo>
                  <a:lnTo>
                    <a:pt x="9" y="105"/>
                  </a:lnTo>
                  <a:lnTo>
                    <a:pt x="1" y="131"/>
                  </a:lnTo>
                  <a:lnTo>
                    <a:pt x="1" y="148"/>
                  </a:lnTo>
                  <a:lnTo>
                    <a:pt x="1" y="175"/>
                  </a:lnTo>
                  <a:lnTo>
                    <a:pt x="18" y="192"/>
                  </a:lnTo>
                  <a:lnTo>
                    <a:pt x="36" y="201"/>
                  </a:lnTo>
                  <a:lnTo>
                    <a:pt x="62" y="201"/>
                  </a:lnTo>
                  <a:lnTo>
                    <a:pt x="219" y="192"/>
                  </a:lnTo>
                  <a:lnTo>
                    <a:pt x="376" y="183"/>
                  </a:lnTo>
                  <a:lnTo>
                    <a:pt x="532" y="192"/>
                  </a:lnTo>
                  <a:lnTo>
                    <a:pt x="689" y="192"/>
                  </a:lnTo>
                  <a:lnTo>
                    <a:pt x="724" y="183"/>
                  </a:lnTo>
                  <a:lnTo>
                    <a:pt x="759" y="166"/>
                  </a:lnTo>
                  <a:lnTo>
                    <a:pt x="777" y="140"/>
                  </a:lnTo>
                  <a:lnTo>
                    <a:pt x="785" y="96"/>
                  </a:lnTo>
                  <a:lnTo>
                    <a:pt x="777" y="61"/>
                  </a:lnTo>
                  <a:lnTo>
                    <a:pt x="759" y="35"/>
                  </a:lnTo>
                  <a:lnTo>
                    <a:pt x="724" y="18"/>
                  </a:lnTo>
                  <a:lnTo>
                    <a:pt x="689" y="9"/>
                  </a:lnTo>
                  <a:lnTo>
                    <a:pt x="6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1"/>
            <p:cNvSpPr/>
            <p:nvPr/>
          </p:nvSpPr>
          <p:spPr>
            <a:xfrm>
              <a:off x="7281403" y="3679779"/>
              <a:ext cx="65778" cy="115112"/>
            </a:xfrm>
            <a:custGeom>
              <a:rect b="b" l="l" r="r" t="t"/>
              <a:pathLst>
                <a:path extrusionOk="0" h="1099" w="628">
                  <a:moveTo>
                    <a:pt x="331" y="0"/>
                  </a:moveTo>
                  <a:lnTo>
                    <a:pt x="279" y="9"/>
                  </a:lnTo>
                  <a:lnTo>
                    <a:pt x="218" y="27"/>
                  </a:lnTo>
                  <a:lnTo>
                    <a:pt x="166" y="44"/>
                  </a:lnTo>
                  <a:lnTo>
                    <a:pt x="105" y="70"/>
                  </a:lnTo>
                  <a:lnTo>
                    <a:pt x="52" y="88"/>
                  </a:lnTo>
                  <a:lnTo>
                    <a:pt x="26" y="96"/>
                  </a:lnTo>
                  <a:lnTo>
                    <a:pt x="9" y="122"/>
                  </a:lnTo>
                  <a:lnTo>
                    <a:pt x="0" y="140"/>
                  </a:lnTo>
                  <a:lnTo>
                    <a:pt x="0" y="166"/>
                  </a:lnTo>
                  <a:lnTo>
                    <a:pt x="9" y="192"/>
                  </a:lnTo>
                  <a:lnTo>
                    <a:pt x="18" y="218"/>
                  </a:lnTo>
                  <a:lnTo>
                    <a:pt x="44" y="227"/>
                  </a:lnTo>
                  <a:lnTo>
                    <a:pt x="70" y="236"/>
                  </a:lnTo>
                  <a:lnTo>
                    <a:pt x="122" y="236"/>
                  </a:lnTo>
                  <a:lnTo>
                    <a:pt x="166" y="227"/>
                  </a:lnTo>
                  <a:lnTo>
                    <a:pt x="253" y="192"/>
                  </a:lnTo>
                  <a:lnTo>
                    <a:pt x="288" y="175"/>
                  </a:lnTo>
                  <a:lnTo>
                    <a:pt x="314" y="175"/>
                  </a:lnTo>
                  <a:lnTo>
                    <a:pt x="337" y="181"/>
                  </a:lnTo>
                  <a:lnTo>
                    <a:pt x="337" y="181"/>
                  </a:lnTo>
                  <a:lnTo>
                    <a:pt x="331" y="192"/>
                  </a:lnTo>
                  <a:lnTo>
                    <a:pt x="279" y="279"/>
                  </a:lnTo>
                  <a:lnTo>
                    <a:pt x="227" y="349"/>
                  </a:lnTo>
                  <a:lnTo>
                    <a:pt x="183" y="393"/>
                  </a:lnTo>
                  <a:lnTo>
                    <a:pt x="166" y="419"/>
                  </a:lnTo>
                  <a:lnTo>
                    <a:pt x="148" y="445"/>
                  </a:lnTo>
                  <a:lnTo>
                    <a:pt x="148" y="489"/>
                  </a:lnTo>
                  <a:lnTo>
                    <a:pt x="166" y="523"/>
                  </a:lnTo>
                  <a:lnTo>
                    <a:pt x="192" y="567"/>
                  </a:lnTo>
                  <a:lnTo>
                    <a:pt x="227" y="593"/>
                  </a:lnTo>
                  <a:lnTo>
                    <a:pt x="262" y="602"/>
                  </a:lnTo>
                  <a:lnTo>
                    <a:pt x="297" y="619"/>
                  </a:lnTo>
                  <a:lnTo>
                    <a:pt x="366" y="628"/>
                  </a:lnTo>
                  <a:lnTo>
                    <a:pt x="419" y="645"/>
                  </a:lnTo>
                  <a:lnTo>
                    <a:pt x="436" y="654"/>
                  </a:lnTo>
                  <a:lnTo>
                    <a:pt x="445" y="680"/>
                  </a:lnTo>
                  <a:lnTo>
                    <a:pt x="462" y="733"/>
                  </a:lnTo>
                  <a:lnTo>
                    <a:pt x="453" y="785"/>
                  </a:lnTo>
                  <a:lnTo>
                    <a:pt x="436" y="820"/>
                  </a:lnTo>
                  <a:lnTo>
                    <a:pt x="419" y="846"/>
                  </a:lnTo>
                  <a:lnTo>
                    <a:pt x="384" y="872"/>
                  </a:lnTo>
                  <a:lnTo>
                    <a:pt x="349" y="898"/>
                  </a:lnTo>
                  <a:lnTo>
                    <a:pt x="262" y="924"/>
                  </a:lnTo>
                  <a:lnTo>
                    <a:pt x="183" y="933"/>
                  </a:lnTo>
                  <a:lnTo>
                    <a:pt x="148" y="942"/>
                  </a:lnTo>
                  <a:lnTo>
                    <a:pt x="122" y="959"/>
                  </a:lnTo>
                  <a:lnTo>
                    <a:pt x="105" y="994"/>
                  </a:lnTo>
                  <a:lnTo>
                    <a:pt x="105" y="1020"/>
                  </a:lnTo>
                  <a:lnTo>
                    <a:pt x="113" y="1055"/>
                  </a:lnTo>
                  <a:lnTo>
                    <a:pt x="131" y="1081"/>
                  </a:lnTo>
                  <a:lnTo>
                    <a:pt x="166" y="1099"/>
                  </a:lnTo>
                  <a:lnTo>
                    <a:pt x="209" y="1099"/>
                  </a:lnTo>
                  <a:lnTo>
                    <a:pt x="288" y="1081"/>
                  </a:lnTo>
                  <a:lnTo>
                    <a:pt x="358" y="1055"/>
                  </a:lnTo>
                  <a:lnTo>
                    <a:pt x="427" y="1029"/>
                  </a:lnTo>
                  <a:lnTo>
                    <a:pt x="497" y="985"/>
                  </a:lnTo>
                  <a:lnTo>
                    <a:pt x="549" y="933"/>
                  </a:lnTo>
                  <a:lnTo>
                    <a:pt x="593" y="872"/>
                  </a:lnTo>
                  <a:lnTo>
                    <a:pt x="619" y="802"/>
                  </a:lnTo>
                  <a:lnTo>
                    <a:pt x="628" y="733"/>
                  </a:lnTo>
                  <a:lnTo>
                    <a:pt x="619" y="663"/>
                  </a:lnTo>
                  <a:lnTo>
                    <a:pt x="593" y="593"/>
                  </a:lnTo>
                  <a:lnTo>
                    <a:pt x="549" y="541"/>
                  </a:lnTo>
                  <a:lnTo>
                    <a:pt x="532" y="515"/>
                  </a:lnTo>
                  <a:lnTo>
                    <a:pt x="497" y="497"/>
                  </a:lnTo>
                  <a:lnTo>
                    <a:pt x="436" y="471"/>
                  </a:lnTo>
                  <a:lnTo>
                    <a:pt x="375" y="462"/>
                  </a:lnTo>
                  <a:lnTo>
                    <a:pt x="357" y="457"/>
                  </a:lnTo>
                  <a:lnTo>
                    <a:pt x="384" y="427"/>
                  </a:lnTo>
                  <a:lnTo>
                    <a:pt x="471" y="314"/>
                  </a:lnTo>
                  <a:lnTo>
                    <a:pt x="497" y="253"/>
                  </a:lnTo>
                  <a:lnTo>
                    <a:pt x="523" y="192"/>
                  </a:lnTo>
                  <a:lnTo>
                    <a:pt x="523" y="157"/>
                  </a:lnTo>
                  <a:lnTo>
                    <a:pt x="514" y="131"/>
                  </a:lnTo>
                  <a:lnTo>
                    <a:pt x="506" y="96"/>
                  </a:lnTo>
                  <a:lnTo>
                    <a:pt x="480" y="70"/>
                  </a:lnTo>
                  <a:lnTo>
                    <a:pt x="436" y="35"/>
                  </a:lnTo>
                  <a:lnTo>
                    <a:pt x="384" y="9"/>
                  </a:lnTo>
                  <a:lnTo>
                    <a:pt x="3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1"/>
            <p:cNvSpPr/>
            <p:nvPr/>
          </p:nvSpPr>
          <p:spPr>
            <a:xfrm>
              <a:off x="7376301" y="3685225"/>
              <a:ext cx="71330" cy="106942"/>
            </a:xfrm>
            <a:custGeom>
              <a:rect b="b" l="l" r="r" t="t"/>
              <a:pathLst>
                <a:path extrusionOk="0" h="1021" w="681">
                  <a:moveTo>
                    <a:pt x="201" y="1"/>
                  </a:moveTo>
                  <a:lnTo>
                    <a:pt x="166" y="9"/>
                  </a:lnTo>
                  <a:lnTo>
                    <a:pt x="131" y="27"/>
                  </a:lnTo>
                  <a:lnTo>
                    <a:pt x="105" y="44"/>
                  </a:lnTo>
                  <a:lnTo>
                    <a:pt x="79" y="70"/>
                  </a:lnTo>
                  <a:lnTo>
                    <a:pt x="62" y="105"/>
                  </a:lnTo>
                  <a:lnTo>
                    <a:pt x="53" y="131"/>
                  </a:lnTo>
                  <a:lnTo>
                    <a:pt x="53" y="158"/>
                  </a:lnTo>
                  <a:lnTo>
                    <a:pt x="62" y="184"/>
                  </a:lnTo>
                  <a:lnTo>
                    <a:pt x="88" y="210"/>
                  </a:lnTo>
                  <a:lnTo>
                    <a:pt x="114" y="219"/>
                  </a:lnTo>
                  <a:lnTo>
                    <a:pt x="149" y="219"/>
                  </a:lnTo>
                  <a:lnTo>
                    <a:pt x="175" y="201"/>
                  </a:lnTo>
                  <a:lnTo>
                    <a:pt x="192" y="184"/>
                  </a:lnTo>
                  <a:lnTo>
                    <a:pt x="201" y="166"/>
                  </a:lnTo>
                  <a:lnTo>
                    <a:pt x="210" y="166"/>
                  </a:lnTo>
                  <a:lnTo>
                    <a:pt x="219" y="158"/>
                  </a:lnTo>
                  <a:lnTo>
                    <a:pt x="245" y="166"/>
                  </a:lnTo>
                  <a:lnTo>
                    <a:pt x="280" y="184"/>
                  </a:lnTo>
                  <a:lnTo>
                    <a:pt x="288" y="184"/>
                  </a:lnTo>
                  <a:lnTo>
                    <a:pt x="297" y="192"/>
                  </a:lnTo>
                  <a:lnTo>
                    <a:pt x="306" y="210"/>
                  </a:lnTo>
                  <a:lnTo>
                    <a:pt x="315" y="236"/>
                  </a:lnTo>
                  <a:lnTo>
                    <a:pt x="315" y="262"/>
                  </a:lnTo>
                  <a:lnTo>
                    <a:pt x="315" y="297"/>
                  </a:lnTo>
                  <a:lnTo>
                    <a:pt x="297" y="358"/>
                  </a:lnTo>
                  <a:lnTo>
                    <a:pt x="271" y="428"/>
                  </a:lnTo>
                  <a:lnTo>
                    <a:pt x="236" y="489"/>
                  </a:lnTo>
                  <a:lnTo>
                    <a:pt x="175" y="611"/>
                  </a:lnTo>
                  <a:lnTo>
                    <a:pt x="97" y="742"/>
                  </a:lnTo>
                  <a:lnTo>
                    <a:pt x="9" y="872"/>
                  </a:lnTo>
                  <a:lnTo>
                    <a:pt x="1" y="890"/>
                  </a:lnTo>
                  <a:lnTo>
                    <a:pt x="1" y="907"/>
                  </a:lnTo>
                  <a:lnTo>
                    <a:pt x="1" y="942"/>
                  </a:lnTo>
                  <a:lnTo>
                    <a:pt x="27" y="977"/>
                  </a:lnTo>
                  <a:lnTo>
                    <a:pt x="62" y="994"/>
                  </a:lnTo>
                  <a:lnTo>
                    <a:pt x="201" y="1021"/>
                  </a:lnTo>
                  <a:lnTo>
                    <a:pt x="428" y="1021"/>
                  </a:lnTo>
                  <a:lnTo>
                    <a:pt x="498" y="1003"/>
                  </a:lnTo>
                  <a:lnTo>
                    <a:pt x="576" y="977"/>
                  </a:lnTo>
                  <a:lnTo>
                    <a:pt x="637" y="951"/>
                  </a:lnTo>
                  <a:lnTo>
                    <a:pt x="663" y="925"/>
                  </a:lnTo>
                  <a:lnTo>
                    <a:pt x="681" y="899"/>
                  </a:lnTo>
                  <a:lnTo>
                    <a:pt x="681" y="872"/>
                  </a:lnTo>
                  <a:lnTo>
                    <a:pt x="672" y="846"/>
                  </a:lnTo>
                  <a:lnTo>
                    <a:pt x="654" y="820"/>
                  </a:lnTo>
                  <a:lnTo>
                    <a:pt x="637" y="803"/>
                  </a:lnTo>
                  <a:lnTo>
                    <a:pt x="611" y="794"/>
                  </a:lnTo>
                  <a:lnTo>
                    <a:pt x="576" y="794"/>
                  </a:lnTo>
                  <a:lnTo>
                    <a:pt x="463" y="829"/>
                  </a:lnTo>
                  <a:lnTo>
                    <a:pt x="402" y="838"/>
                  </a:lnTo>
                  <a:lnTo>
                    <a:pt x="341" y="846"/>
                  </a:lnTo>
                  <a:lnTo>
                    <a:pt x="221" y="855"/>
                  </a:lnTo>
                  <a:lnTo>
                    <a:pt x="262" y="794"/>
                  </a:lnTo>
                  <a:lnTo>
                    <a:pt x="358" y="628"/>
                  </a:lnTo>
                  <a:lnTo>
                    <a:pt x="402" y="541"/>
                  </a:lnTo>
                  <a:lnTo>
                    <a:pt x="445" y="454"/>
                  </a:lnTo>
                  <a:lnTo>
                    <a:pt x="471" y="358"/>
                  </a:lnTo>
                  <a:lnTo>
                    <a:pt x="480" y="314"/>
                  </a:lnTo>
                  <a:lnTo>
                    <a:pt x="480" y="262"/>
                  </a:lnTo>
                  <a:lnTo>
                    <a:pt x="480" y="219"/>
                  </a:lnTo>
                  <a:lnTo>
                    <a:pt x="471" y="184"/>
                  </a:lnTo>
                  <a:lnTo>
                    <a:pt x="454" y="140"/>
                  </a:lnTo>
                  <a:lnTo>
                    <a:pt x="437" y="114"/>
                  </a:lnTo>
                  <a:lnTo>
                    <a:pt x="410" y="79"/>
                  </a:lnTo>
                  <a:lnTo>
                    <a:pt x="376" y="53"/>
                  </a:lnTo>
                  <a:lnTo>
                    <a:pt x="349" y="36"/>
                  </a:lnTo>
                  <a:lnTo>
                    <a:pt x="306" y="18"/>
                  </a:lnTo>
                  <a:lnTo>
                    <a:pt x="271" y="9"/>
                  </a:lnTo>
                  <a:lnTo>
                    <a:pt x="2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1"/>
            <p:cNvSpPr/>
            <p:nvPr/>
          </p:nvSpPr>
          <p:spPr>
            <a:xfrm>
              <a:off x="7475807" y="3644166"/>
              <a:ext cx="54047" cy="69444"/>
            </a:xfrm>
            <a:custGeom>
              <a:rect b="b" l="l" r="r" t="t"/>
              <a:pathLst>
                <a:path extrusionOk="0" h="663" w="516">
                  <a:moveTo>
                    <a:pt x="323" y="0"/>
                  </a:moveTo>
                  <a:lnTo>
                    <a:pt x="271" y="9"/>
                  </a:lnTo>
                  <a:lnTo>
                    <a:pt x="219" y="27"/>
                  </a:lnTo>
                  <a:lnTo>
                    <a:pt x="175" y="44"/>
                  </a:lnTo>
                  <a:lnTo>
                    <a:pt x="132" y="70"/>
                  </a:lnTo>
                  <a:lnTo>
                    <a:pt x="88" y="105"/>
                  </a:lnTo>
                  <a:lnTo>
                    <a:pt x="53" y="149"/>
                  </a:lnTo>
                  <a:lnTo>
                    <a:pt x="27" y="201"/>
                  </a:lnTo>
                  <a:lnTo>
                    <a:pt x="10" y="253"/>
                  </a:lnTo>
                  <a:lnTo>
                    <a:pt x="1" y="305"/>
                  </a:lnTo>
                  <a:lnTo>
                    <a:pt x="10" y="358"/>
                  </a:lnTo>
                  <a:lnTo>
                    <a:pt x="18" y="410"/>
                  </a:lnTo>
                  <a:lnTo>
                    <a:pt x="36" y="462"/>
                  </a:lnTo>
                  <a:lnTo>
                    <a:pt x="62" y="515"/>
                  </a:lnTo>
                  <a:lnTo>
                    <a:pt x="97" y="567"/>
                  </a:lnTo>
                  <a:lnTo>
                    <a:pt x="140" y="602"/>
                  </a:lnTo>
                  <a:lnTo>
                    <a:pt x="193" y="637"/>
                  </a:lnTo>
                  <a:lnTo>
                    <a:pt x="254" y="663"/>
                  </a:lnTo>
                  <a:lnTo>
                    <a:pt x="289" y="663"/>
                  </a:lnTo>
                  <a:lnTo>
                    <a:pt x="315" y="654"/>
                  </a:lnTo>
                  <a:lnTo>
                    <a:pt x="341" y="637"/>
                  </a:lnTo>
                  <a:lnTo>
                    <a:pt x="350" y="602"/>
                  </a:lnTo>
                  <a:lnTo>
                    <a:pt x="358" y="576"/>
                  </a:lnTo>
                  <a:lnTo>
                    <a:pt x="341" y="541"/>
                  </a:lnTo>
                  <a:lnTo>
                    <a:pt x="323" y="523"/>
                  </a:lnTo>
                  <a:lnTo>
                    <a:pt x="297" y="506"/>
                  </a:lnTo>
                  <a:lnTo>
                    <a:pt x="289" y="506"/>
                  </a:lnTo>
                  <a:lnTo>
                    <a:pt x="262" y="497"/>
                  </a:lnTo>
                  <a:lnTo>
                    <a:pt x="245" y="480"/>
                  </a:lnTo>
                  <a:lnTo>
                    <a:pt x="236" y="471"/>
                  </a:lnTo>
                  <a:lnTo>
                    <a:pt x="201" y="445"/>
                  </a:lnTo>
                  <a:lnTo>
                    <a:pt x="193" y="428"/>
                  </a:lnTo>
                  <a:lnTo>
                    <a:pt x="184" y="410"/>
                  </a:lnTo>
                  <a:lnTo>
                    <a:pt x="175" y="401"/>
                  </a:lnTo>
                  <a:lnTo>
                    <a:pt x="166" y="375"/>
                  </a:lnTo>
                  <a:lnTo>
                    <a:pt x="166" y="358"/>
                  </a:lnTo>
                  <a:lnTo>
                    <a:pt x="158" y="349"/>
                  </a:lnTo>
                  <a:lnTo>
                    <a:pt x="158" y="297"/>
                  </a:lnTo>
                  <a:lnTo>
                    <a:pt x="166" y="288"/>
                  </a:lnTo>
                  <a:lnTo>
                    <a:pt x="166" y="262"/>
                  </a:lnTo>
                  <a:lnTo>
                    <a:pt x="175" y="253"/>
                  </a:lnTo>
                  <a:lnTo>
                    <a:pt x="184" y="236"/>
                  </a:lnTo>
                  <a:lnTo>
                    <a:pt x="193" y="227"/>
                  </a:lnTo>
                  <a:lnTo>
                    <a:pt x="210" y="210"/>
                  </a:lnTo>
                  <a:lnTo>
                    <a:pt x="228" y="192"/>
                  </a:lnTo>
                  <a:lnTo>
                    <a:pt x="236" y="183"/>
                  </a:lnTo>
                  <a:lnTo>
                    <a:pt x="280" y="157"/>
                  </a:lnTo>
                  <a:lnTo>
                    <a:pt x="289" y="157"/>
                  </a:lnTo>
                  <a:lnTo>
                    <a:pt x="315" y="149"/>
                  </a:lnTo>
                  <a:lnTo>
                    <a:pt x="332" y="140"/>
                  </a:lnTo>
                  <a:lnTo>
                    <a:pt x="384" y="140"/>
                  </a:lnTo>
                  <a:lnTo>
                    <a:pt x="428" y="157"/>
                  </a:lnTo>
                  <a:lnTo>
                    <a:pt x="454" y="157"/>
                  </a:lnTo>
                  <a:lnTo>
                    <a:pt x="472" y="149"/>
                  </a:lnTo>
                  <a:lnTo>
                    <a:pt x="498" y="140"/>
                  </a:lnTo>
                  <a:lnTo>
                    <a:pt x="506" y="122"/>
                  </a:lnTo>
                  <a:lnTo>
                    <a:pt x="515" y="96"/>
                  </a:lnTo>
                  <a:lnTo>
                    <a:pt x="506" y="70"/>
                  </a:lnTo>
                  <a:lnTo>
                    <a:pt x="498" y="53"/>
                  </a:lnTo>
                  <a:lnTo>
                    <a:pt x="480" y="35"/>
                  </a:lnTo>
                  <a:lnTo>
                    <a:pt x="428" y="18"/>
                  </a:lnTo>
                  <a:lnTo>
                    <a:pt x="376" y="9"/>
                  </a:lnTo>
                  <a:lnTo>
                    <a:pt x="32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1"/>
            <p:cNvSpPr/>
            <p:nvPr/>
          </p:nvSpPr>
          <p:spPr>
            <a:xfrm>
              <a:off x="7586311" y="3711726"/>
              <a:ext cx="20215" cy="87774"/>
            </a:xfrm>
            <a:custGeom>
              <a:rect b="b" l="l" r="r" t="t"/>
              <a:pathLst>
                <a:path extrusionOk="0" h="838" w="193">
                  <a:moveTo>
                    <a:pt x="79" y="0"/>
                  </a:moveTo>
                  <a:lnTo>
                    <a:pt x="53" y="18"/>
                  </a:lnTo>
                  <a:lnTo>
                    <a:pt x="36" y="44"/>
                  </a:lnTo>
                  <a:lnTo>
                    <a:pt x="27" y="70"/>
                  </a:lnTo>
                  <a:lnTo>
                    <a:pt x="18" y="419"/>
                  </a:lnTo>
                  <a:lnTo>
                    <a:pt x="9" y="585"/>
                  </a:lnTo>
                  <a:lnTo>
                    <a:pt x="1" y="680"/>
                  </a:lnTo>
                  <a:lnTo>
                    <a:pt x="1" y="724"/>
                  </a:lnTo>
                  <a:lnTo>
                    <a:pt x="9" y="768"/>
                  </a:lnTo>
                  <a:lnTo>
                    <a:pt x="18" y="802"/>
                  </a:lnTo>
                  <a:lnTo>
                    <a:pt x="36" y="820"/>
                  </a:lnTo>
                  <a:lnTo>
                    <a:pt x="70" y="837"/>
                  </a:lnTo>
                  <a:lnTo>
                    <a:pt x="97" y="837"/>
                  </a:lnTo>
                  <a:lnTo>
                    <a:pt x="123" y="829"/>
                  </a:lnTo>
                  <a:lnTo>
                    <a:pt x="149" y="820"/>
                  </a:lnTo>
                  <a:lnTo>
                    <a:pt x="175" y="802"/>
                  </a:lnTo>
                  <a:lnTo>
                    <a:pt x="184" y="768"/>
                  </a:lnTo>
                  <a:lnTo>
                    <a:pt x="192" y="724"/>
                  </a:lnTo>
                  <a:lnTo>
                    <a:pt x="192" y="680"/>
                  </a:lnTo>
                  <a:lnTo>
                    <a:pt x="192" y="585"/>
                  </a:lnTo>
                  <a:lnTo>
                    <a:pt x="184" y="419"/>
                  </a:lnTo>
                  <a:lnTo>
                    <a:pt x="184" y="70"/>
                  </a:lnTo>
                  <a:lnTo>
                    <a:pt x="175" y="44"/>
                  </a:lnTo>
                  <a:lnTo>
                    <a:pt x="158" y="18"/>
                  </a:lnTo>
                  <a:lnTo>
                    <a:pt x="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1"/>
            <p:cNvSpPr/>
            <p:nvPr/>
          </p:nvSpPr>
          <p:spPr>
            <a:xfrm>
              <a:off x="7552584" y="3737283"/>
              <a:ext cx="84946" cy="28385"/>
            </a:xfrm>
            <a:custGeom>
              <a:rect b="b" l="l" r="r" t="t"/>
              <a:pathLst>
                <a:path extrusionOk="0" h="271" w="811">
                  <a:moveTo>
                    <a:pt x="724" y="1"/>
                  </a:moveTo>
                  <a:lnTo>
                    <a:pt x="628" y="9"/>
                  </a:lnTo>
                  <a:lnTo>
                    <a:pt x="541" y="27"/>
                  </a:lnTo>
                  <a:lnTo>
                    <a:pt x="384" y="53"/>
                  </a:lnTo>
                  <a:lnTo>
                    <a:pt x="61" y="114"/>
                  </a:lnTo>
                  <a:lnTo>
                    <a:pt x="35" y="123"/>
                  </a:lnTo>
                  <a:lnTo>
                    <a:pt x="18" y="149"/>
                  </a:lnTo>
                  <a:lnTo>
                    <a:pt x="9" y="175"/>
                  </a:lnTo>
                  <a:lnTo>
                    <a:pt x="0" y="201"/>
                  </a:lnTo>
                  <a:lnTo>
                    <a:pt x="9" y="227"/>
                  </a:lnTo>
                  <a:lnTo>
                    <a:pt x="26" y="253"/>
                  </a:lnTo>
                  <a:lnTo>
                    <a:pt x="52" y="271"/>
                  </a:lnTo>
                  <a:lnTo>
                    <a:pt x="87" y="271"/>
                  </a:lnTo>
                  <a:lnTo>
                    <a:pt x="410" y="236"/>
                  </a:lnTo>
                  <a:lnTo>
                    <a:pt x="567" y="210"/>
                  </a:lnTo>
                  <a:lnTo>
                    <a:pt x="663" y="201"/>
                  </a:lnTo>
                  <a:lnTo>
                    <a:pt x="741" y="184"/>
                  </a:lnTo>
                  <a:lnTo>
                    <a:pt x="776" y="166"/>
                  </a:lnTo>
                  <a:lnTo>
                    <a:pt x="802" y="140"/>
                  </a:lnTo>
                  <a:lnTo>
                    <a:pt x="811" y="114"/>
                  </a:lnTo>
                  <a:lnTo>
                    <a:pt x="811" y="79"/>
                  </a:lnTo>
                  <a:lnTo>
                    <a:pt x="802" y="53"/>
                  </a:lnTo>
                  <a:lnTo>
                    <a:pt x="785" y="27"/>
                  </a:lnTo>
                  <a:lnTo>
                    <a:pt x="750" y="9"/>
                  </a:lnTo>
                  <a:lnTo>
                    <a:pt x="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1"/>
            <p:cNvSpPr/>
            <p:nvPr/>
          </p:nvSpPr>
          <p:spPr>
            <a:xfrm>
              <a:off x="7659422" y="3677893"/>
              <a:ext cx="70387" cy="105161"/>
            </a:xfrm>
            <a:custGeom>
              <a:rect b="b" l="l" r="r" t="t"/>
              <a:pathLst>
                <a:path extrusionOk="0" h="1004" w="672">
                  <a:moveTo>
                    <a:pt x="427" y="1"/>
                  </a:moveTo>
                  <a:lnTo>
                    <a:pt x="87" y="27"/>
                  </a:lnTo>
                  <a:lnTo>
                    <a:pt x="52" y="36"/>
                  </a:lnTo>
                  <a:lnTo>
                    <a:pt x="26" y="53"/>
                  </a:lnTo>
                  <a:lnTo>
                    <a:pt x="0" y="79"/>
                  </a:lnTo>
                  <a:lnTo>
                    <a:pt x="0" y="114"/>
                  </a:lnTo>
                  <a:lnTo>
                    <a:pt x="0" y="149"/>
                  </a:lnTo>
                  <a:lnTo>
                    <a:pt x="26" y="184"/>
                  </a:lnTo>
                  <a:lnTo>
                    <a:pt x="52" y="201"/>
                  </a:lnTo>
                  <a:lnTo>
                    <a:pt x="87" y="210"/>
                  </a:lnTo>
                  <a:lnTo>
                    <a:pt x="307" y="188"/>
                  </a:lnTo>
                  <a:lnTo>
                    <a:pt x="307" y="188"/>
                  </a:lnTo>
                  <a:lnTo>
                    <a:pt x="296" y="219"/>
                  </a:lnTo>
                  <a:lnTo>
                    <a:pt x="253" y="289"/>
                  </a:lnTo>
                  <a:lnTo>
                    <a:pt x="200" y="350"/>
                  </a:lnTo>
                  <a:lnTo>
                    <a:pt x="192" y="367"/>
                  </a:lnTo>
                  <a:lnTo>
                    <a:pt x="183" y="393"/>
                  </a:lnTo>
                  <a:lnTo>
                    <a:pt x="174" y="419"/>
                  </a:lnTo>
                  <a:lnTo>
                    <a:pt x="183" y="437"/>
                  </a:lnTo>
                  <a:lnTo>
                    <a:pt x="192" y="463"/>
                  </a:lnTo>
                  <a:lnTo>
                    <a:pt x="200" y="480"/>
                  </a:lnTo>
                  <a:lnTo>
                    <a:pt x="218" y="498"/>
                  </a:lnTo>
                  <a:lnTo>
                    <a:pt x="244" y="507"/>
                  </a:lnTo>
                  <a:lnTo>
                    <a:pt x="340" y="524"/>
                  </a:lnTo>
                  <a:lnTo>
                    <a:pt x="384" y="541"/>
                  </a:lnTo>
                  <a:lnTo>
                    <a:pt x="427" y="568"/>
                  </a:lnTo>
                  <a:lnTo>
                    <a:pt x="453" y="585"/>
                  </a:lnTo>
                  <a:lnTo>
                    <a:pt x="479" y="611"/>
                  </a:lnTo>
                  <a:lnTo>
                    <a:pt x="497" y="637"/>
                  </a:lnTo>
                  <a:lnTo>
                    <a:pt x="497" y="681"/>
                  </a:lnTo>
                  <a:lnTo>
                    <a:pt x="488" y="716"/>
                  </a:lnTo>
                  <a:lnTo>
                    <a:pt x="453" y="751"/>
                  </a:lnTo>
                  <a:lnTo>
                    <a:pt x="427" y="777"/>
                  </a:lnTo>
                  <a:lnTo>
                    <a:pt x="384" y="794"/>
                  </a:lnTo>
                  <a:lnTo>
                    <a:pt x="323" y="812"/>
                  </a:lnTo>
                  <a:lnTo>
                    <a:pt x="122" y="812"/>
                  </a:lnTo>
                  <a:lnTo>
                    <a:pt x="87" y="820"/>
                  </a:lnTo>
                  <a:lnTo>
                    <a:pt x="61" y="838"/>
                  </a:lnTo>
                  <a:lnTo>
                    <a:pt x="35" y="864"/>
                  </a:lnTo>
                  <a:lnTo>
                    <a:pt x="26" y="890"/>
                  </a:lnTo>
                  <a:lnTo>
                    <a:pt x="26" y="925"/>
                  </a:lnTo>
                  <a:lnTo>
                    <a:pt x="44" y="960"/>
                  </a:lnTo>
                  <a:lnTo>
                    <a:pt x="61" y="986"/>
                  </a:lnTo>
                  <a:lnTo>
                    <a:pt x="96" y="995"/>
                  </a:lnTo>
                  <a:lnTo>
                    <a:pt x="183" y="1003"/>
                  </a:lnTo>
                  <a:lnTo>
                    <a:pt x="270" y="1003"/>
                  </a:lnTo>
                  <a:lnTo>
                    <a:pt x="366" y="986"/>
                  </a:lnTo>
                  <a:lnTo>
                    <a:pt x="453" y="960"/>
                  </a:lnTo>
                  <a:lnTo>
                    <a:pt x="532" y="916"/>
                  </a:lnTo>
                  <a:lnTo>
                    <a:pt x="567" y="890"/>
                  </a:lnTo>
                  <a:lnTo>
                    <a:pt x="593" y="864"/>
                  </a:lnTo>
                  <a:lnTo>
                    <a:pt x="628" y="829"/>
                  </a:lnTo>
                  <a:lnTo>
                    <a:pt x="645" y="794"/>
                  </a:lnTo>
                  <a:lnTo>
                    <a:pt x="662" y="751"/>
                  </a:lnTo>
                  <a:lnTo>
                    <a:pt x="671" y="698"/>
                  </a:lnTo>
                  <a:lnTo>
                    <a:pt x="671" y="663"/>
                  </a:lnTo>
                  <a:lnTo>
                    <a:pt x="671" y="620"/>
                  </a:lnTo>
                  <a:lnTo>
                    <a:pt x="662" y="585"/>
                  </a:lnTo>
                  <a:lnTo>
                    <a:pt x="654" y="550"/>
                  </a:lnTo>
                  <a:lnTo>
                    <a:pt x="610" y="489"/>
                  </a:lnTo>
                  <a:lnTo>
                    <a:pt x="567" y="445"/>
                  </a:lnTo>
                  <a:lnTo>
                    <a:pt x="497" y="402"/>
                  </a:lnTo>
                  <a:lnTo>
                    <a:pt x="436" y="376"/>
                  </a:lnTo>
                  <a:lnTo>
                    <a:pt x="418" y="370"/>
                  </a:lnTo>
                  <a:lnTo>
                    <a:pt x="418" y="370"/>
                  </a:lnTo>
                  <a:lnTo>
                    <a:pt x="453" y="306"/>
                  </a:lnTo>
                  <a:lnTo>
                    <a:pt x="497" y="210"/>
                  </a:lnTo>
                  <a:lnTo>
                    <a:pt x="514" y="114"/>
                  </a:lnTo>
                  <a:lnTo>
                    <a:pt x="514" y="71"/>
                  </a:lnTo>
                  <a:lnTo>
                    <a:pt x="506" y="36"/>
                  </a:lnTo>
                  <a:lnTo>
                    <a:pt x="488" y="18"/>
                  </a:lnTo>
                  <a:lnTo>
                    <a:pt x="47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9" name="Google Shape;1849;p41"/>
          <p:cNvGrpSpPr/>
          <p:nvPr/>
        </p:nvGrpSpPr>
        <p:grpSpPr>
          <a:xfrm>
            <a:off x="6545400" y="1365075"/>
            <a:ext cx="1912800" cy="1405925"/>
            <a:chOff x="6545400" y="1365075"/>
            <a:chExt cx="1912800" cy="1405925"/>
          </a:xfrm>
        </p:grpSpPr>
        <p:sp>
          <p:nvSpPr>
            <p:cNvPr id="1850" name="Google Shape;1850;p41"/>
            <p:cNvSpPr txBox="1"/>
            <p:nvPr/>
          </p:nvSpPr>
          <p:spPr>
            <a:xfrm>
              <a:off x="6545400" y="2264300"/>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851" name="Google Shape;1851;p41"/>
            <p:cNvSpPr txBox="1"/>
            <p:nvPr/>
          </p:nvSpPr>
          <p:spPr>
            <a:xfrm>
              <a:off x="6902550" y="192905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1852" name="Google Shape;1852;p41"/>
            <p:cNvSpPr txBox="1"/>
            <p:nvPr/>
          </p:nvSpPr>
          <p:spPr>
            <a:xfrm>
              <a:off x="7195400" y="1365075"/>
              <a:ext cx="6129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B</a:t>
              </a:r>
              <a:endParaRPr sz="3000">
                <a:solidFill>
                  <a:schemeClr val="lt1"/>
                </a:solidFill>
                <a:latin typeface="Love Ya Like A Sister"/>
                <a:ea typeface="Love Ya Like A Sister"/>
                <a:cs typeface="Love Ya Like A Sister"/>
                <a:sym typeface="Love Ya Like A Sister"/>
              </a:endParaRPr>
            </a:p>
          </p:txBody>
        </p:sp>
      </p:grpSp>
      <p:grpSp>
        <p:nvGrpSpPr>
          <p:cNvPr id="1853" name="Google Shape;1853;p41"/>
          <p:cNvGrpSpPr/>
          <p:nvPr/>
        </p:nvGrpSpPr>
        <p:grpSpPr>
          <a:xfrm>
            <a:off x="685800" y="1365063"/>
            <a:ext cx="1912800" cy="1405950"/>
            <a:chOff x="685800" y="1365063"/>
            <a:chExt cx="1912800" cy="1405950"/>
          </a:xfrm>
        </p:grpSpPr>
        <p:sp>
          <p:nvSpPr>
            <p:cNvPr id="1854" name="Google Shape;1854;p41"/>
            <p:cNvSpPr txBox="1"/>
            <p:nvPr/>
          </p:nvSpPr>
          <p:spPr>
            <a:xfrm>
              <a:off x="685800" y="2264313"/>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855" name="Google Shape;1855;p41"/>
            <p:cNvSpPr txBox="1"/>
            <p:nvPr/>
          </p:nvSpPr>
          <p:spPr>
            <a:xfrm>
              <a:off x="1042950" y="1929063"/>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1856" name="Google Shape;1856;p41"/>
            <p:cNvSpPr txBox="1"/>
            <p:nvPr/>
          </p:nvSpPr>
          <p:spPr>
            <a:xfrm>
              <a:off x="1303200" y="1365063"/>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A</a:t>
              </a:r>
              <a:endParaRPr sz="3000">
                <a:solidFill>
                  <a:schemeClr val="lt1"/>
                </a:solidFill>
                <a:latin typeface="Love Ya Like A Sister"/>
                <a:ea typeface="Love Ya Like A Sister"/>
                <a:cs typeface="Love Ya Like A Sister"/>
                <a:sym typeface="Love Ya Like A Sister"/>
              </a:endParaRPr>
            </a:p>
          </p:txBody>
        </p:sp>
      </p:grpSp>
      <p:grpSp>
        <p:nvGrpSpPr>
          <p:cNvPr id="1857" name="Google Shape;1857;p41"/>
          <p:cNvGrpSpPr/>
          <p:nvPr/>
        </p:nvGrpSpPr>
        <p:grpSpPr>
          <a:xfrm>
            <a:off x="6545400" y="3326125"/>
            <a:ext cx="1912800" cy="1405950"/>
            <a:chOff x="6545400" y="3326125"/>
            <a:chExt cx="1912800" cy="1405950"/>
          </a:xfrm>
        </p:grpSpPr>
        <p:sp>
          <p:nvSpPr>
            <p:cNvPr id="1858" name="Google Shape;1858;p41"/>
            <p:cNvSpPr txBox="1"/>
            <p:nvPr/>
          </p:nvSpPr>
          <p:spPr>
            <a:xfrm>
              <a:off x="6545400" y="4225375"/>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1859" name="Google Shape;1859;p41"/>
            <p:cNvSpPr txBox="1"/>
            <p:nvPr/>
          </p:nvSpPr>
          <p:spPr>
            <a:xfrm>
              <a:off x="6902550" y="3890125"/>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sp>
          <p:nvSpPr>
            <p:cNvPr id="1860" name="Google Shape;1860;p41"/>
            <p:cNvSpPr txBox="1"/>
            <p:nvPr/>
          </p:nvSpPr>
          <p:spPr>
            <a:xfrm>
              <a:off x="7195400" y="3326125"/>
              <a:ext cx="6129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D</a:t>
              </a:r>
              <a:endParaRPr sz="3000">
                <a:solidFill>
                  <a:schemeClr val="lt1"/>
                </a:solidFill>
                <a:latin typeface="Love Ya Like A Sister"/>
                <a:ea typeface="Love Ya Like A Sister"/>
                <a:cs typeface="Love Ya Like A Sister"/>
                <a:sym typeface="Love Ya Like A Sister"/>
              </a:endParaRPr>
            </a:p>
          </p:txBody>
        </p:sp>
      </p:grpSp>
      <p:grpSp>
        <p:nvGrpSpPr>
          <p:cNvPr id="1861" name="Google Shape;1861;p41"/>
          <p:cNvGrpSpPr/>
          <p:nvPr/>
        </p:nvGrpSpPr>
        <p:grpSpPr>
          <a:xfrm>
            <a:off x="685800" y="3326125"/>
            <a:ext cx="1912800" cy="1405950"/>
            <a:chOff x="685800" y="3326125"/>
            <a:chExt cx="1912800" cy="1405950"/>
          </a:xfrm>
        </p:grpSpPr>
        <p:sp>
          <p:nvSpPr>
            <p:cNvPr id="1862" name="Google Shape;1862;p41"/>
            <p:cNvSpPr txBox="1"/>
            <p:nvPr/>
          </p:nvSpPr>
          <p:spPr>
            <a:xfrm>
              <a:off x="685800" y="4225375"/>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Venus has a really nice name, but is hot</a:t>
              </a:r>
              <a:endParaRPr>
                <a:solidFill>
                  <a:schemeClr val="lt1"/>
                </a:solidFill>
                <a:latin typeface="Catamaran"/>
                <a:ea typeface="Catamaran"/>
                <a:cs typeface="Catamaran"/>
                <a:sym typeface="Catamaran"/>
              </a:endParaRPr>
            </a:p>
          </p:txBody>
        </p:sp>
        <p:sp>
          <p:nvSpPr>
            <p:cNvPr id="1863" name="Google Shape;1863;p41"/>
            <p:cNvSpPr txBox="1"/>
            <p:nvPr/>
          </p:nvSpPr>
          <p:spPr>
            <a:xfrm>
              <a:off x="1042950" y="3890125"/>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sp>
          <p:nvSpPr>
            <p:cNvPr id="1864" name="Google Shape;1864;p41"/>
            <p:cNvSpPr txBox="1"/>
            <p:nvPr/>
          </p:nvSpPr>
          <p:spPr>
            <a:xfrm>
              <a:off x="1303200" y="3326125"/>
              <a:ext cx="6780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C</a:t>
              </a:r>
              <a:endParaRPr sz="3000">
                <a:solidFill>
                  <a:schemeClr val="lt1"/>
                </a:solidFill>
                <a:latin typeface="Love Ya Like A Sister"/>
                <a:ea typeface="Love Ya Like A Sister"/>
                <a:cs typeface="Love Ya Like A Sister"/>
                <a:sym typeface="Love Ya Like A Sister"/>
              </a:endParaRPr>
            </a:p>
          </p:txBody>
        </p:sp>
      </p:grpSp>
      <p:cxnSp>
        <p:nvCxnSpPr>
          <p:cNvPr id="1865" name="Google Shape;1865;p41"/>
          <p:cNvCxnSpPr/>
          <p:nvPr/>
        </p:nvCxnSpPr>
        <p:spPr>
          <a:xfrm>
            <a:off x="1948825" y="1533525"/>
            <a:ext cx="2362200" cy="857100"/>
          </a:xfrm>
          <a:prstGeom prst="curvedConnector3">
            <a:avLst>
              <a:gd fmla="val 50000" name="adj1"/>
            </a:avLst>
          </a:prstGeom>
          <a:noFill/>
          <a:ln cap="flat" cmpd="sng" w="19050">
            <a:solidFill>
              <a:schemeClr val="lt1"/>
            </a:solidFill>
            <a:prstDash val="solid"/>
            <a:round/>
            <a:headEnd len="med" w="med" type="none"/>
            <a:tailEnd len="med" w="med" type="oval"/>
          </a:ln>
        </p:spPr>
      </p:cxnSp>
      <p:cxnSp>
        <p:nvCxnSpPr>
          <p:cNvPr id="1866" name="Google Shape;1866;p41"/>
          <p:cNvCxnSpPr/>
          <p:nvPr/>
        </p:nvCxnSpPr>
        <p:spPr>
          <a:xfrm flipH="1" rot="10800000">
            <a:off x="1948825" y="3305075"/>
            <a:ext cx="1521600" cy="197700"/>
          </a:xfrm>
          <a:prstGeom prst="curvedConnector3">
            <a:avLst>
              <a:gd fmla="val 50000" name="adj1"/>
            </a:avLst>
          </a:prstGeom>
          <a:noFill/>
          <a:ln cap="flat" cmpd="sng" w="19050">
            <a:solidFill>
              <a:schemeClr val="lt1"/>
            </a:solidFill>
            <a:prstDash val="solid"/>
            <a:round/>
            <a:headEnd len="med" w="med" type="none"/>
            <a:tailEnd len="med" w="med" type="oval"/>
          </a:ln>
        </p:spPr>
      </p:cxnSp>
      <p:cxnSp>
        <p:nvCxnSpPr>
          <p:cNvPr id="1867" name="Google Shape;1867;p41"/>
          <p:cNvCxnSpPr>
            <a:stCxn id="1852" idx="1"/>
          </p:cNvCxnSpPr>
          <p:nvPr/>
        </p:nvCxnSpPr>
        <p:spPr>
          <a:xfrm flipH="1">
            <a:off x="5637500" y="1532775"/>
            <a:ext cx="1557900" cy="1331700"/>
          </a:xfrm>
          <a:prstGeom prst="curvedConnector3">
            <a:avLst>
              <a:gd fmla="val 50000" name="adj1"/>
            </a:avLst>
          </a:prstGeom>
          <a:noFill/>
          <a:ln cap="flat" cmpd="sng" w="19050">
            <a:solidFill>
              <a:schemeClr val="lt1"/>
            </a:solidFill>
            <a:prstDash val="solid"/>
            <a:round/>
            <a:headEnd len="med" w="med" type="none"/>
            <a:tailEnd len="med" w="med" type="oval"/>
          </a:ln>
        </p:spPr>
      </p:cxnSp>
      <p:cxnSp>
        <p:nvCxnSpPr>
          <p:cNvPr id="1868" name="Google Shape;1868;p41"/>
          <p:cNvCxnSpPr/>
          <p:nvPr/>
        </p:nvCxnSpPr>
        <p:spPr>
          <a:xfrm flipH="1">
            <a:off x="5756400" y="3502763"/>
            <a:ext cx="1406400" cy="174000"/>
          </a:xfrm>
          <a:prstGeom prst="curvedConnector3">
            <a:avLst>
              <a:gd fmla="val 50000" name="adj1"/>
            </a:avLst>
          </a:prstGeom>
          <a:noFill/>
          <a:ln cap="flat" cmpd="sng" w="19050">
            <a:solidFill>
              <a:schemeClr val="lt1"/>
            </a:solidFill>
            <a:prstDash val="solid"/>
            <a:round/>
            <a:headEnd len="med" w="med" type="none"/>
            <a:tailEnd len="med" w="med" type="oval"/>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2" name="Shape 1872"/>
        <p:cNvGrpSpPr/>
        <p:nvPr/>
      </p:nvGrpSpPr>
      <p:grpSpPr>
        <a:xfrm>
          <a:off x="0" y="0"/>
          <a:ext cx="0" cy="0"/>
          <a:chOff x="0" y="0"/>
          <a:chExt cx="0" cy="0"/>
        </a:xfrm>
      </p:grpSpPr>
      <p:sp>
        <p:nvSpPr>
          <p:cNvPr id="1873" name="Google Shape;1873;p42"/>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aphicFrame>
        <p:nvGraphicFramePr>
          <p:cNvPr id="1874" name="Google Shape;1874;p42"/>
          <p:cNvGraphicFramePr/>
          <p:nvPr/>
        </p:nvGraphicFramePr>
        <p:xfrm>
          <a:off x="952500" y="1190625"/>
          <a:ext cx="3000000" cy="3000000"/>
        </p:xfrm>
        <a:graphic>
          <a:graphicData uri="http://schemas.openxmlformats.org/drawingml/2006/table">
            <a:tbl>
              <a:tblPr>
                <a:noFill/>
                <a:tableStyleId>{C5D616C1-2566-4984-BB78-A55419A40D4D}</a:tableStyleId>
              </a:tblPr>
              <a:tblGrid>
                <a:gridCol w="1447800"/>
                <a:gridCol w="1447800"/>
                <a:gridCol w="1447800"/>
                <a:gridCol w="1447800"/>
                <a:gridCol w="1447800"/>
              </a:tblGrid>
              <a:tr h="708300">
                <a:tc>
                  <a:txBody>
                    <a:bodyPr/>
                    <a:lstStyle/>
                    <a:p>
                      <a:pPr indent="0" lvl="0" marL="0" rtl="0" algn="ctr">
                        <a:spcBef>
                          <a:spcPts val="0"/>
                        </a:spcBef>
                        <a:spcAft>
                          <a:spcPts val="0"/>
                        </a:spcAft>
                        <a:buNone/>
                      </a:pPr>
                      <a:r>
                        <a:t/>
                      </a:r>
                      <a:endParaRPr>
                        <a:solidFill>
                          <a:schemeClr val="lt1"/>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Exercise 1</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accent2"/>
                      </a:solidFill>
                      <a:prstDash val="solid"/>
                      <a:round/>
                      <a:headEnd len="sm" w="sm" type="none"/>
                      <a:tailEnd len="sm" w="sm" type="none"/>
                    </a:lnL>
                    <a:lnR cap="flat" cmpd="sng" w="9525">
                      <a:solidFill>
                        <a:schemeClr val="dk2"/>
                      </a:solidFill>
                      <a:prstDash val="solid"/>
                      <a:round/>
                      <a:headEnd len="sm" w="sm" type="none"/>
                      <a:tailEnd len="sm" w="sm" type="none"/>
                    </a:lnR>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Exercise 2</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Exercise 3</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Exercise 4</a:t>
                      </a:r>
                      <a:endParaRPr sz="1800">
                        <a:solidFill>
                          <a:schemeClr val="dk2"/>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dk2"/>
                      </a:solidFill>
                      <a:prstDash val="solid"/>
                      <a:round/>
                      <a:headEnd len="sm" w="sm" type="none"/>
                      <a:tailEnd len="sm" w="sm" type="none"/>
                    </a:lnL>
                    <a:lnB cap="flat" cmpd="sng" w="9525">
                      <a:solidFill>
                        <a:schemeClr val="lt1"/>
                      </a:solidFill>
                      <a:prstDash val="solid"/>
                      <a:round/>
                      <a:headEnd len="sm" w="sm" type="none"/>
                      <a:tailEnd len="sm" w="sm" type="none"/>
                    </a:lnB>
                    <a:solidFill>
                      <a:schemeClr val="lt1"/>
                    </a:solidFill>
                  </a:tcPr>
                </a:tc>
              </a:tr>
              <a:tr h="708300">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Mercury</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08300">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Neptune</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08300">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Venus</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08300">
                <a:tc>
                  <a:txBody>
                    <a:bodyPr/>
                    <a:lstStyle/>
                    <a:p>
                      <a:pPr indent="0" lvl="0" marL="0" rtl="0" algn="ctr">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Mars</a:t>
                      </a:r>
                      <a:endParaRPr sz="1800">
                        <a:solidFill>
                          <a:schemeClr val="lt1"/>
                        </a:solidFill>
                        <a:latin typeface="Love Ya Like A Sister"/>
                        <a:ea typeface="Love Ya Like A Sister"/>
                        <a:cs typeface="Love Ya Like A Sister"/>
                        <a:sym typeface="Love Ya Like A Sis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dash"/>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p43"/>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880" name="Google Shape;1880;p43"/>
          <p:cNvGrpSpPr/>
          <p:nvPr/>
        </p:nvGrpSpPr>
        <p:grpSpPr>
          <a:xfrm>
            <a:off x="3257166" y="1707427"/>
            <a:ext cx="2629653" cy="2222079"/>
            <a:chOff x="3257166" y="1707427"/>
            <a:chExt cx="2629653" cy="2222079"/>
          </a:xfrm>
        </p:grpSpPr>
        <p:sp>
          <p:nvSpPr>
            <p:cNvPr id="1881" name="Google Shape;1881;p43"/>
            <p:cNvSpPr/>
            <p:nvPr/>
          </p:nvSpPr>
          <p:spPr>
            <a:xfrm>
              <a:off x="5459864" y="1707427"/>
              <a:ext cx="426949" cy="440098"/>
            </a:xfrm>
            <a:custGeom>
              <a:rect b="b" l="l" r="r" t="t"/>
              <a:pathLst>
                <a:path extrusionOk="0" h="3148" w="3054">
                  <a:moveTo>
                    <a:pt x="1489" y="215"/>
                  </a:moveTo>
                  <a:lnTo>
                    <a:pt x="1609" y="224"/>
                  </a:lnTo>
                  <a:lnTo>
                    <a:pt x="1738" y="241"/>
                  </a:lnTo>
                  <a:lnTo>
                    <a:pt x="1858" y="267"/>
                  </a:lnTo>
                  <a:lnTo>
                    <a:pt x="1987" y="318"/>
                  </a:lnTo>
                  <a:lnTo>
                    <a:pt x="2134" y="396"/>
                  </a:lnTo>
                  <a:lnTo>
                    <a:pt x="2271" y="490"/>
                  </a:lnTo>
                  <a:lnTo>
                    <a:pt x="2392" y="594"/>
                  </a:lnTo>
                  <a:lnTo>
                    <a:pt x="2503" y="714"/>
                  </a:lnTo>
                  <a:lnTo>
                    <a:pt x="2607" y="843"/>
                  </a:lnTo>
                  <a:lnTo>
                    <a:pt x="2693" y="989"/>
                  </a:lnTo>
                  <a:lnTo>
                    <a:pt x="2770" y="1135"/>
                  </a:lnTo>
                  <a:lnTo>
                    <a:pt x="2822" y="1282"/>
                  </a:lnTo>
                  <a:lnTo>
                    <a:pt x="2847" y="1376"/>
                  </a:lnTo>
                  <a:lnTo>
                    <a:pt x="2865" y="1462"/>
                  </a:lnTo>
                  <a:lnTo>
                    <a:pt x="2873" y="1557"/>
                  </a:lnTo>
                  <a:lnTo>
                    <a:pt x="2873" y="1643"/>
                  </a:lnTo>
                  <a:lnTo>
                    <a:pt x="2865" y="1729"/>
                  </a:lnTo>
                  <a:lnTo>
                    <a:pt x="2856" y="1815"/>
                  </a:lnTo>
                  <a:lnTo>
                    <a:pt x="2830" y="1892"/>
                  </a:lnTo>
                  <a:lnTo>
                    <a:pt x="2804" y="1978"/>
                  </a:lnTo>
                  <a:lnTo>
                    <a:pt x="2770" y="2056"/>
                  </a:lnTo>
                  <a:lnTo>
                    <a:pt x="2736" y="2133"/>
                  </a:lnTo>
                  <a:lnTo>
                    <a:pt x="2693" y="2202"/>
                  </a:lnTo>
                  <a:lnTo>
                    <a:pt x="2641" y="2279"/>
                  </a:lnTo>
                  <a:lnTo>
                    <a:pt x="2589" y="2348"/>
                  </a:lnTo>
                  <a:lnTo>
                    <a:pt x="2529" y="2408"/>
                  </a:lnTo>
                  <a:lnTo>
                    <a:pt x="2400" y="2529"/>
                  </a:lnTo>
                  <a:lnTo>
                    <a:pt x="2263" y="2640"/>
                  </a:lnTo>
                  <a:lnTo>
                    <a:pt x="2108" y="2726"/>
                  </a:lnTo>
                  <a:lnTo>
                    <a:pt x="1944" y="2804"/>
                  </a:lnTo>
                  <a:lnTo>
                    <a:pt x="1781" y="2855"/>
                  </a:lnTo>
                  <a:lnTo>
                    <a:pt x="1609" y="2898"/>
                  </a:lnTo>
                  <a:lnTo>
                    <a:pt x="1523" y="2907"/>
                  </a:lnTo>
                  <a:lnTo>
                    <a:pt x="1265" y="2907"/>
                  </a:lnTo>
                  <a:lnTo>
                    <a:pt x="1179" y="2890"/>
                  </a:lnTo>
                  <a:lnTo>
                    <a:pt x="1093" y="2873"/>
                  </a:lnTo>
                  <a:lnTo>
                    <a:pt x="973" y="2830"/>
                  </a:lnTo>
                  <a:lnTo>
                    <a:pt x="852" y="2778"/>
                  </a:lnTo>
                  <a:lnTo>
                    <a:pt x="749" y="2718"/>
                  </a:lnTo>
                  <a:lnTo>
                    <a:pt x="654" y="2640"/>
                  </a:lnTo>
                  <a:lnTo>
                    <a:pt x="568" y="2554"/>
                  </a:lnTo>
                  <a:lnTo>
                    <a:pt x="491" y="2460"/>
                  </a:lnTo>
                  <a:lnTo>
                    <a:pt x="422" y="2357"/>
                  </a:lnTo>
                  <a:lnTo>
                    <a:pt x="362" y="2253"/>
                  </a:lnTo>
                  <a:lnTo>
                    <a:pt x="319" y="2142"/>
                  </a:lnTo>
                  <a:lnTo>
                    <a:pt x="276" y="2021"/>
                  </a:lnTo>
                  <a:lnTo>
                    <a:pt x="242" y="1901"/>
                  </a:lnTo>
                  <a:lnTo>
                    <a:pt x="224" y="1780"/>
                  </a:lnTo>
                  <a:lnTo>
                    <a:pt x="207" y="1651"/>
                  </a:lnTo>
                  <a:lnTo>
                    <a:pt x="207" y="1531"/>
                  </a:lnTo>
                  <a:lnTo>
                    <a:pt x="207" y="1411"/>
                  </a:lnTo>
                  <a:lnTo>
                    <a:pt x="224" y="1282"/>
                  </a:lnTo>
                  <a:lnTo>
                    <a:pt x="250" y="1135"/>
                  </a:lnTo>
                  <a:lnTo>
                    <a:pt x="285" y="1006"/>
                  </a:lnTo>
                  <a:lnTo>
                    <a:pt x="336" y="877"/>
                  </a:lnTo>
                  <a:lnTo>
                    <a:pt x="396" y="766"/>
                  </a:lnTo>
                  <a:lnTo>
                    <a:pt x="465" y="662"/>
                  </a:lnTo>
                  <a:lnTo>
                    <a:pt x="543" y="568"/>
                  </a:lnTo>
                  <a:lnTo>
                    <a:pt x="629" y="490"/>
                  </a:lnTo>
                  <a:lnTo>
                    <a:pt x="732" y="422"/>
                  </a:lnTo>
                  <a:lnTo>
                    <a:pt x="732" y="430"/>
                  </a:lnTo>
                  <a:lnTo>
                    <a:pt x="740" y="447"/>
                  </a:lnTo>
                  <a:lnTo>
                    <a:pt x="766" y="447"/>
                  </a:lnTo>
                  <a:lnTo>
                    <a:pt x="904" y="379"/>
                  </a:lnTo>
                  <a:lnTo>
                    <a:pt x="1033" y="318"/>
                  </a:lnTo>
                  <a:lnTo>
                    <a:pt x="1170" y="275"/>
                  </a:lnTo>
                  <a:lnTo>
                    <a:pt x="1308" y="241"/>
                  </a:lnTo>
                  <a:lnTo>
                    <a:pt x="1454" y="232"/>
                  </a:lnTo>
                  <a:lnTo>
                    <a:pt x="1471" y="232"/>
                  </a:lnTo>
                  <a:lnTo>
                    <a:pt x="1489" y="215"/>
                  </a:lnTo>
                  <a:close/>
                  <a:moveTo>
                    <a:pt x="1532" y="0"/>
                  </a:moveTo>
                  <a:lnTo>
                    <a:pt x="1394" y="9"/>
                  </a:lnTo>
                  <a:lnTo>
                    <a:pt x="1325" y="26"/>
                  </a:lnTo>
                  <a:lnTo>
                    <a:pt x="1256" y="35"/>
                  </a:lnTo>
                  <a:lnTo>
                    <a:pt x="1188" y="60"/>
                  </a:lnTo>
                  <a:lnTo>
                    <a:pt x="1119" y="86"/>
                  </a:lnTo>
                  <a:lnTo>
                    <a:pt x="1007" y="95"/>
                  </a:lnTo>
                  <a:lnTo>
                    <a:pt x="904" y="121"/>
                  </a:lnTo>
                  <a:lnTo>
                    <a:pt x="801" y="155"/>
                  </a:lnTo>
                  <a:lnTo>
                    <a:pt x="706" y="198"/>
                  </a:lnTo>
                  <a:lnTo>
                    <a:pt x="611" y="258"/>
                  </a:lnTo>
                  <a:lnTo>
                    <a:pt x="525" y="327"/>
                  </a:lnTo>
                  <a:lnTo>
                    <a:pt x="448" y="404"/>
                  </a:lnTo>
                  <a:lnTo>
                    <a:pt x="371" y="490"/>
                  </a:lnTo>
                  <a:lnTo>
                    <a:pt x="302" y="585"/>
                  </a:lnTo>
                  <a:lnTo>
                    <a:pt x="233" y="680"/>
                  </a:lnTo>
                  <a:lnTo>
                    <a:pt x="181" y="783"/>
                  </a:lnTo>
                  <a:lnTo>
                    <a:pt x="130" y="886"/>
                  </a:lnTo>
                  <a:lnTo>
                    <a:pt x="87" y="998"/>
                  </a:lnTo>
                  <a:lnTo>
                    <a:pt x="52" y="1101"/>
                  </a:lnTo>
                  <a:lnTo>
                    <a:pt x="27" y="1213"/>
                  </a:lnTo>
                  <a:lnTo>
                    <a:pt x="9" y="1325"/>
                  </a:lnTo>
                  <a:lnTo>
                    <a:pt x="1" y="1488"/>
                  </a:lnTo>
                  <a:lnTo>
                    <a:pt x="1" y="1651"/>
                  </a:lnTo>
                  <a:lnTo>
                    <a:pt x="9" y="1815"/>
                  </a:lnTo>
                  <a:lnTo>
                    <a:pt x="44" y="1970"/>
                  </a:lnTo>
                  <a:lnTo>
                    <a:pt x="87" y="2116"/>
                  </a:lnTo>
                  <a:lnTo>
                    <a:pt x="138" y="2262"/>
                  </a:lnTo>
                  <a:lnTo>
                    <a:pt x="207" y="2400"/>
                  </a:lnTo>
                  <a:lnTo>
                    <a:pt x="285" y="2529"/>
                  </a:lnTo>
                  <a:lnTo>
                    <a:pt x="379" y="2649"/>
                  </a:lnTo>
                  <a:lnTo>
                    <a:pt x="482" y="2752"/>
                  </a:lnTo>
                  <a:lnTo>
                    <a:pt x="594" y="2855"/>
                  </a:lnTo>
                  <a:lnTo>
                    <a:pt x="723" y="2933"/>
                  </a:lnTo>
                  <a:lnTo>
                    <a:pt x="861" y="3010"/>
                  </a:lnTo>
                  <a:lnTo>
                    <a:pt x="1007" y="3070"/>
                  </a:lnTo>
                  <a:lnTo>
                    <a:pt x="1170" y="3113"/>
                  </a:lnTo>
                  <a:lnTo>
                    <a:pt x="1342" y="3139"/>
                  </a:lnTo>
                  <a:lnTo>
                    <a:pt x="1437" y="3148"/>
                  </a:lnTo>
                  <a:lnTo>
                    <a:pt x="1532" y="3148"/>
                  </a:lnTo>
                  <a:lnTo>
                    <a:pt x="1626" y="3139"/>
                  </a:lnTo>
                  <a:lnTo>
                    <a:pt x="1721" y="3131"/>
                  </a:lnTo>
                  <a:lnTo>
                    <a:pt x="1807" y="3113"/>
                  </a:lnTo>
                  <a:lnTo>
                    <a:pt x="1901" y="3088"/>
                  </a:lnTo>
                  <a:lnTo>
                    <a:pt x="1987" y="3053"/>
                  </a:lnTo>
                  <a:lnTo>
                    <a:pt x="2073" y="3019"/>
                  </a:lnTo>
                  <a:lnTo>
                    <a:pt x="2159" y="2976"/>
                  </a:lnTo>
                  <a:lnTo>
                    <a:pt x="2237" y="2924"/>
                  </a:lnTo>
                  <a:lnTo>
                    <a:pt x="2314" y="2873"/>
                  </a:lnTo>
                  <a:lnTo>
                    <a:pt x="2392" y="2821"/>
                  </a:lnTo>
                  <a:lnTo>
                    <a:pt x="2538" y="2692"/>
                  </a:lnTo>
                  <a:lnTo>
                    <a:pt x="2667" y="2554"/>
                  </a:lnTo>
                  <a:lnTo>
                    <a:pt x="2779" y="2400"/>
                  </a:lnTo>
                  <a:lnTo>
                    <a:pt x="2873" y="2236"/>
                  </a:lnTo>
                  <a:lnTo>
                    <a:pt x="2916" y="2150"/>
                  </a:lnTo>
                  <a:lnTo>
                    <a:pt x="2951" y="2064"/>
                  </a:lnTo>
                  <a:lnTo>
                    <a:pt x="2985" y="1978"/>
                  </a:lnTo>
                  <a:lnTo>
                    <a:pt x="3011" y="1892"/>
                  </a:lnTo>
                  <a:lnTo>
                    <a:pt x="3028" y="1798"/>
                  </a:lnTo>
                  <a:lnTo>
                    <a:pt x="3045" y="1703"/>
                  </a:lnTo>
                  <a:lnTo>
                    <a:pt x="3054" y="1617"/>
                  </a:lnTo>
                  <a:lnTo>
                    <a:pt x="3054" y="1522"/>
                  </a:lnTo>
                  <a:lnTo>
                    <a:pt x="3045" y="1428"/>
                  </a:lnTo>
                  <a:lnTo>
                    <a:pt x="3037" y="1333"/>
                  </a:lnTo>
                  <a:lnTo>
                    <a:pt x="3019" y="1239"/>
                  </a:lnTo>
                  <a:lnTo>
                    <a:pt x="2994" y="1153"/>
                  </a:lnTo>
                  <a:lnTo>
                    <a:pt x="2942" y="1015"/>
                  </a:lnTo>
                  <a:lnTo>
                    <a:pt x="2873" y="877"/>
                  </a:lnTo>
                  <a:lnTo>
                    <a:pt x="2796" y="748"/>
                  </a:lnTo>
                  <a:lnTo>
                    <a:pt x="2701" y="628"/>
                  </a:lnTo>
                  <a:lnTo>
                    <a:pt x="2598" y="516"/>
                  </a:lnTo>
                  <a:lnTo>
                    <a:pt x="2478" y="404"/>
                  </a:lnTo>
                  <a:lnTo>
                    <a:pt x="2357" y="310"/>
                  </a:lnTo>
                  <a:lnTo>
                    <a:pt x="2228" y="224"/>
                  </a:lnTo>
                  <a:lnTo>
                    <a:pt x="2099" y="146"/>
                  </a:lnTo>
                  <a:lnTo>
                    <a:pt x="1953" y="86"/>
                  </a:lnTo>
                  <a:lnTo>
                    <a:pt x="1815" y="43"/>
                  </a:lnTo>
                  <a:lnTo>
                    <a:pt x="1678" y="17"/>
                  </a:lnTo>
                  <a:lnTo>
                    <a:pt x="15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43"/>
            <p:cNvSpPr/>
            <p:nvPr/>
          </p:nvSpPr>
          <p:spPr>
            <a:xfrm>
              <a:off x="5591497" y="1915453"/>
              <a:ext cx="163706" cy="32574"/>
            </a:xfrm>
            <a:custGeom>
              <a:rect b="b" l="l" r="r" t="t"/>
              <a:pathLst>
                <a:path extrusionOk="0" h="233" w="1171">
                  <a:moveTo>
                    <a:pt x="190" y="0"/>
                  </a:moveTo>
                  <a:lnTo>
                    <a:pt x="129" y="17"/>
                  </a:lnTo>
                  <a:lnTo>
                    <a:pt x="78" y="26"/>
                  </a:lnTo>
                  <a:lnTo>
                    <a:pt x="26" y="52"/>
                  </a:lnTo>
                  <a:lnTo>
                    <a:pt x="26" y="60"/>
                  </a:lnTo>
                  <a:lnTo>
                    <a:pt x="18" y="69"/>
                  </a:lnTo>
                  <a:lnTo>
                    <a:pt x="9" y="77"/>
                  </a:lnTo>
                  <a:lnTo>
                    <a:pt x="0" y="95"/>
                  </a:lnTo>
                  <a:lnTo>
                    <a:pt x="0" y="103"/>
                  </a:lnTo>
                  <a:lnTo>
                    <a:pt x="0" y="112"/>
                  </a:lnTo>
                  <a:lnTo>
                    <a:pt x="0" y="129"/>
                  </a:lnTo>
                  <a:lnTo>
                    <a:pt x="9" y="146"/>
                  </a:lnTo>
                  <a:lnTo>
                    <a:pt x="9" y="155"/>
                  </a:lnTo>
                  <a:lnTo>
                    <a:pt x="18" y="163"/>
                  </a:lnTo>
                  <a:lnTo>
                    <a:pt x="26" y="172"/>
                  </a:lnTo>
                  <a:lnTo>
                    <a:pt x="78" y="198"/>
                  </a:lnTo>
                  <a:lnTo>
                    <a:pt x="129" y="215"/>
                  </a:lnTo>
                  <a:lnTo>
                    <a:pt x="190" y="224"/>
                  </a:lnTo>
                  <a:lnTo>
                    <a:pt x="241" y="224"/>
                  </a:lnTo>
                  <a:lnTo>
                    <a:pt x="362" y="232"/>
                  </a:lnTo>
                  <a:lnTo>
                    <a:pt x="473" y="224"/>
                  </a:lnTo>
                  <a:lnTo>
                    <a:pt x="1093" y="224"/>
                  </a:lnTo>
                  <a:lnTo>
                    <a:pt x="1110" y="215"/>
                  </a:lnTo>
                  <a:lnTo>
                    <a:pt x="1144" y="189"/>
                  </a:lnTo>
                  <a:lnTo>
                    <a:pt x="1170" y="155"/>
                  </a:lnTo>
                  <a:lnTo>
                    <a:pt x="1170" y="112"/>
                  </a:lnTo>
                  <a:lnTo>
                    <a:pt x="1170" y="69"/>
                  </a:lnTo>
                  <a:lnTo>
                    <a:pt x="1144" y="34"/>
                  </a:lnTo>
                  <a:lnTo>
                    <a:pt x="1110" y="9"/>
                  </a:lnTo>
                  <a:lnTo>
                    <a:pt x="10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43"/>
            <p:cNvSpPr/>
            <p:nvPr/>
          </p:nvSpPr>
          <p:spPr>
            <a:xfrm>
              <a:off x="3257166" y="3490386"/>
              <a:ext cx="426949" cy="439120"/>
            </a:xfrm>
            <a:custGeom>
              <a:rect b="b" l="l" r="r" t="t"/>
              <a:pathLst>
                <a:path extrusionOk="0" h="3141" w="3054">
                  <a:moveTo>
                    <a:pt x="1608" y="216"/>
                  </a:moveTo>
                  <a:lnTo>
                    <a:pt x="1737" y="233"/>
                  </a:lnTo>
                  <a:lnTo>
                    <a:pt x="1866" y="267"/>
                  </a:lnTo>
                  <a:lnTo>
                    <a:pt x="1987" y="310"/>
                  </a:lnTo>
                  <a:lnTo>
                    <a:pt x="2133" y="388"/>
                  </a:lnTo>
                  <a:lnTo>
                    <a:pt x="2271" y="483"/>
                  </a:lnTo>
                  <a:lnTo>
                    <a:pt x="2391" y="586"/>
                  </a:lnTo>
                  <a:lnTo>
                    <a:pt x="2511" y="706"/>
                  </a:lnTo>
                  <a:lnTo>
                    <a:pt x="2606" y="844"/>
                  </a:lnTo>
                  <a:lnTo>
                    <a:pt x="2692" y="981"/>
                  </a:lnTo>
                  <a:lnTo>
                    <a:pt x="2769" y="1128"/>
                  </a:lnTo>
                  <a:lnTo>
                    <a:pt x="2821" y="1274"/>
                  </a:lnTo>
                  <a:lnTo>
                    <a:pt x="2847" y="1368"/>
                  </a:lnTo>
                  <a:lnTo>
                    <a:pt x="2864" y="1463"/>
                  </a:lnTo>
                  <a:lnTo>
                    <a:pt x="2873" y="1549"/>
                  </a:lnTo>
                  <a:lnTo>
                    <a:pt x="2873" y="1635"/>
                  </a:lnTo>
                  <a:lnTo>
                    <a:pt x="2864" y="1721"/>
                  </a:lnTo>
                  <a:lnTo>
                    <a:pt x="2855" y="1807"/>
                  </a:lnTo>
                  <a:lnTo>
                    <a:pt x="2830" y="1893"/>
                  </a:lnTo>
                  <a:lnTo>
                    <a:pt x="2804" y="1970"/>
                  </a:lnTo>
                  <a:lnTo>
                    <a:pt x="2769" y="2048"/>
                  </a:lnTo>
                  <a:lnTo>
                    <a:pt x="2735" y="2125"/>
                  </a:lnTo>
                  <a:lnTo>
                    <a:pt x="2692" y="2203"/>
                  </a:lnTo>
                  <a:lnTo>
                    <a:pt x="2640" y="2271"/>
                  </a:lnTo>
                  <a:lnTo>
                    <a:pt x="2589" y="2340"/>
                  </a:lnTo>
                  <a:lnTo>
                    <a:pt x="2529" y="2400"/>
                  </a:lnTo>
                  <a:lnTo>
                    <a:pt x="2400" y="2521"/>
                  </a:lnTo>
                  <a:lnTo>
                    <a:pt x="2262" y="2633"/>
                  </a:lnTo>
                  <a:lnTo>
                    <a:pt x="2107" y="2719"/>
                  </a:lnTo>
                  <a:lnTo>
                    <a:pt x="1944" y="2796"/>
                  </a:lnTo>
                  <a:lnTo>
                    <a:pt x="1780" y="2856"/>
                  </a:lnTo>
                  <a:lnTo>
                    <a:pt x="1608" y="2891"/>
                  </a:lnTo>
                  <a:lnTo>
                    <a:pt x="1522" y="2899"/>
                  </a:lnTo>
                  <a:lnTo>
                    <a:pt x="1436" y="2908"/>
                  </a:lnTo>
                  <a:lnTo>
                    <a:pt x="1350" y="2908"/>
                  </a:lnTo>
                  <a:lnTo>
                    <a:pt x="1264" y="2899"/>
                  </a:lnTo>
                  <a:lnTo>
                    <a:pt x="1178" y="2882"/>
                  </a:lnTo>
                  <a:lnTo>
                    <a:pt x="1101" y="2865"/>
                  </a:lnTo>
                  <a:lnTo>
                    <a:pt x="972" y="2830"/>
                  </a:lnTo>
                  <a:lnTo>
                    <a:pt x="860" y="2770"/>
                  </a:lnTo>
                  <a:lnTo>
                    <a:pt x="748" y="2710"/>
                  </a:lnTo>
                  <a:lnTo>
                    <a:pt x="654" y="2633"/>
                  </a:lnTo>
                  <a:lnTo>
                    <a:pt x="568" y="2547"/>
                  </a:lnTo>
                  <a:lnTo>
                    <a:pt x="490" y="2452"/>
                  </a:lnTo>
                  <a:lnTo>
                    <a:pt x="422" y="2357"/>
                  </a:lnTo>
                  <a:lnTo>
                    <a:pt x="370" y="2246"/>
                  </a:lnTo>
                  <a:lnTo>
                    <a:pt x="318" y="2134"/>
                  </a:lnTo>
                  <a:lnTo>
                    <a:pt x="275" y="2013"/>
                  </a:lnTo>
                  <a:lnTo>
                    <a:pt x="250" y="1893"/>
                  </a:lnTo>
                  <a:lnTo>
                    <a:pt x="224" y="1773"/>
                  </a:lnTo>
                  <a:lnTo>
                    <a:pt x="215" y="1652"/>
                  </a:lnTo>
                  <a:lnTo>
                    <a:pt x="207" y="1523"/>
                  </a:lnTo>
                  <a:lnTo>
                    <a:pt x="207" y="1403"/>
                  </a:lnTo>
                  <a:lnTo>
                    <a:pt x="224" y="1282"/>
                  </a:lnTo>
                  <a:lnTo>
                    <a:pt x="250" y="1136"/>
                  </a:lnTo>
                  <a:lnTo>
                    <a:pt x="284" y="999"/>
                  </a:lnTo>
                  <a:lnTo>
                    <a:pt x="336" y="870"/>
                  </a:lnTo>
                  <a:lnTo>
                    <a:pt x="396" y="758"/>
                  </a:lnTo>
                  <a:lnTo>
                    <a:pt x="465" y="655"/>
                  </a:lnTo>
                  <a:lnTo>
                    <a:pt x="542" y="560"/>
                  </a:lnTo>
                  <a:lnTo>
                    <a:pt x="637" y="483"/>
                  </a:lnTo>
                  <a:lnTo>
                    <a:pt x="731" y="414"/>
                  </a:lnTo>
                  <a:lnTo>
                    <a:pt x="731" y="431"/>
                  </a:lnTo>
                  <a:lnTo>
                    <a:pt x="740" y="440"/>
                  </a:lnTo>
                  <a:lnTo>
                    <a:pt x="748" y="448"/>
                  </a:lnTo>
                  <a:lnTo>
                    <a:pt x="766" y="440"/>
                  </a:lnTo>
                  <a:lnTo>
                    <a:pt x="903" y="371"/>
                  </a:lnTo>
                  <a:lnTo>
                    <a:pt x="1032" y="310"/>
                  </a:lnTo>
                  <a:lnTo>
                    <a:pt x="1170" y="267"/>
                  </a:lnTo>
                  <a:lnTo>
                    <a:pt x="1307" y="233"/>
                  </a:lnTo>
                  <a:lnTo>
                    <a:pt x="1454" y="224"/>
                  </a:lnTo>
                  <a:lnTo>
                    <a:pt x="1471" y="224"/>
                  </a:lnTo>
                  <a:lnTo>
                    <a:pt x="1488" y="216"/>
                  </a:lnTo>
                  <a:close/>
                  <a:moveTo>
                    <a:pt x="1393" y="1"/>
                  </a:moveTo>
                  <a:lnTo>
                    <a:pt x="1325" y="18"/>
                  </a:lnTo>
                  <a:lnTo>
                    <a:pt x="1256" y="35"/>
                  </a:lnTo>
                  <a:lnTo>
                    <a:pt x="1187" y="52"/>
                  </a:lnTo>
                  <a:lnTo>
                    <a:pt x="1118" y="78"/>
                  </a:lnTo>
                  <a:lnTo>
                    <a:pt x="1015" y="87"/>
                  </a:lnTo>
                  <a:lnTo>
                    <a:pt x="903" y="113"/>
                  </a:lnTo>
                  <a:lnTo>
                    <a:pt x="800" y="147"/>
                  </a:lnTo>
                  <a:lnTo>
                    <a:pt x="705" y="199"/>
                  </a:lnTo>
                  <a:lnTo>
                    <a:pt x="611" y="250"/>
                  </a:lnTo>
                  <a:lnTo>
                    <a:pt x="525" y="319"/>
                  </a:lnTo>
                  <a:lnTo>
                    <a:pt x="447" y="397"/>
                  </a:lnTo>
                  <a:lnTo>
                    <a:pt x="370" y="483"/>
                  </a:lnTo>
                  <a:lnTo>
                    <a:pt x="301" y="577"/>
                  </a:lnTo>
                  <a:lnTo>
                    <a:pt x="232" y="672"/>
                  </a:lnTo>
                  <a:lnTo>
                    <a:pt x="181" y="775"/>
                  </a:lnTo>
                  <a:lnTo>
                    <a:pt x="129" y="878"/>
                  </a:lnTo>
                  <a:lnTo>
                    <a:pt x="86" y="990"/>
                  </a:lnTo>
                  <a:lnTo>
                    <a:pt x="52" y="1102"/>
                  </a:lnTo>
                  <a:lnTo>
                    <a:pt x="26" y="1205"/>
                  </a:lnTo>
                  <a:lnTo>
                    <a:pt x="9" y="1317"/>
                  </a:lnTo>
                  <a:lnTo>
                    <a:pt x="0" y="1480"/>
                  </a:lnTo>
                  <a:lnTo>
                    <a:pt x="0" y="1644"/>
                  </a:lnTo>
                  <a:lnTo>
                    <a:pt x="17" y="1807"/>
                  </a:lnTo>
                  <a:lnTo>
                    <a:pt x="43" y="1962"/>
                  </a:lnTo>
                  <a:lnTo>
                    <a:pt x="86" y="2117"/>
                  </a:lnTo>
                  <a:lnTo>
                    <a:pt x="138" y="2254"/>
                  </a:lnTo>
                  <a:lnTo>
                    <a:pt x="207" y="2392"/>
                  </a:lnTo>
                  <a:lnTo>
                    <a:pt x="284" y="2521"/>
                  </a:lnTo>
                  <a:lnTo>
                    <a:pt x="379" y="2641"/>
                  </a:lnTo>
                  <a:lnTo>
                    <a:pt x="482" y="2744"/>
                  </a:lnTo>
                  <a:lnTo>
                    <a:pt x="594" y="2848"/>
                  </a:lnTo>
                  <a:lnTo>
                    <a:pt x="723" y="2934"/>
                  </a:lnTo>
                  <a:lnTo>
                    <a:pt x="860" y="3002"/>
                  </a:lnTo>
                  <a:lnTo>
                    <a:pt x="1015" y="3063"/>
                  </a:lnTo>
                  <a:lnTo>
                    <a:pt x="1170" y="3106"/>
                  </a:lnTo>
                  <a:lnTo>
                    <a:pt x="1342" y="3131"/>
                  </a:lnTo>
                  <a:lnTo>
                    <a:pt x="1436" y="3140"/>
                  </a:lnTo>
                  <a:lnTo>
                    <a:pt x="1626" y="3140"/>
                  </a:lnTo>
                  <a:lnTo>
                    <a:pt x="1720" y="3123"/>
                  </a:lnTo>
                  <a:lnTo>
                    <a:pt x="1806" y="3106"/>
                  </a:lnTo>
                  <a:lnTo>
                    <a:pt x="1901" y="3080"/>
                  </a:lnTo>
                  <a:lnTo>
                    <a:pt x="1987" y="3045"/>
                  </a:lnTo>
                  <a:lnTo>
                    <a:pt x="2073" y="3011"/>
                  </a:lnTo>
                  <a:lnTo>
                    <a:pt x="2159" y="2968"/>
                  </a:lnTo>
                  <a:lnTo>
                    <a:pt x="2236" y="2925"/>
                  </a:lnTo>
                  <a:lnTo>
                    <a:pt x="2322" y="2873"/>
                  </a:lnTo>
                  <a:lnTo>
                    <a:pt x="2391" y="2813"/>
                  </a:lnTo>
                  <a:lnTo>
                    <a:pt x="2537" y="2693"/>
                  </a:lnTo>
                  <a:lnTo>
                    <a:pt x="2666" y="2547"/>
                  </a:lnTo>
                  <a:lnTo>
                    <a:pt x="2778" y="2400"/>
                  </a:lnTo>
                  <a:lnTo>
                    <a:pt x="2873" y="2237"/>
                  </a:lnTo>
                  <a:lnTo>
                    <a:pt x="2916" y="2151"/>
                  </a:lnTo>
                  <a:lnTo>
                    <a:pt x="2950" y="2065"/>
                  </a:lnTo>
                  <a:lnTo>
                    <a:pt x="2984" y="1970"/>
                  </a:lnTo>
                  <a:lnTo>
                    <a:pt x="3010" y="1884"/>
                  </a:lnTo>
                  <a:lnTo>
                    <a:pt x="3027" y="1790"/>
                  </a:lnTo>
                  <a:lnTo>
                    <a:pt x="3045" y="1704"/>
                  </a:lnTo>
                  <a:lnTo>
                    <a:pt x="3053" y="1609"/>
                  </a:lnTo>
                  <a:lnTo>
                    <a:pt x="3053" y="1515"/>
                  </a:lnTo>
                  <a:lnTo>
                    <a:pt x="3045" y="1420"/>
                  </a:lnTo>
                  <a:lnTo>
                    <a:pt x="3036" y="1325"/>
                  </a:lnTo>
                  <a:lnTo>
                    <a:pt x="3019" y="1239"/>
                  </a:lnTo>
                  <a:lnTo>
                    <a:pt x="2993" y="1145"/>
                  </a:lnTo>
                  <a:lnTo>
                    <a:pt x="2941" y="1007"/>
                  </a:lnTo>
                  <a:lnTo>
                    <a:pt x="2873" y="878"/>
                  </a:lnTo>
                  <a:lnTo>
                    <a:pt x="2795" y="749"/>
                  </a:lnTo>
                  <a:lnTo>
                    <a:pt x="2701" y="620"/>
                  </a:lnTo>
                  <a:lnTo>
                    <a:pt x="2597" y="508"/>
                  </a:lnTo>
                  <a:lnTo>
                    <a:pt x="2486" y="397"/>
                  </a:lnTo>
                  <a:lnTo>
                    <a:pt x="2357" y="302"/>
                  </a:lnTo>
                  <a:lnTo>
                    <a:pt x="2228" y="216"/>
                  </a:lnTo>
                  <a:lnTo>
                    <a:pt x="2099" y="138"/>
                  </a:lnTo>
                  <a:lnTo>
                    <a:pt x="1961" y="87"/>
                  </a:lnTo>
                  <a:lnTo>
                    <a:pt x="1815" y="35"/>
                  </a:lnTo>
                  <a:lnTo>
                    <a:pt x="1677" y="9"/>
                  </a:lnTo>
                  <a:lnTo>
                    <a:pt x="153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3"/>
            <p:cNvSpPr/>
            <p:nvPr/>
          </p:nvSpPr>
          <p:spPr>
            <a:xfrm>
              <a:off x="3390534" y="3647943"/>
              <a:ext cx="163706" cy="143158"/>
            </a:xfrm>
            <a:custGeom>
              <a:rect b="b" l="l" r="r" t="t"/>
              <a:pathLst>
                <a:path extrusionOk="0" h="1024" w="1171">
                  <a:moveTo>
                    <a:pt x="637" y="1"/>
                  </a:moveTo>
                  <a:lnTo>
                    <a:pt x="603" y="9"/>
                  </a:lnTo>
                  <a:lnTo>
                    <a:pt x="568" y="26"/>
                  </a:lnTo>
                  <a:lnTo>
                    <a:pt x="551" y="52"/>
                  </a:lnTo>
                  <a:lnTo>
                    <a:pt x="543" y="95"/>
                  </a:lnTo>
                  <a:lnTo>
                    <a:pt x="543" y="138"/>
                  </a:lnTo>
                  <a:lnTo>
                    <a:pt x="517" y="241"/>
                  </a:lnTo>
                  <a:lnTo>
                    <a:pt x="508" y="353"/>
                  </a:lnTo>
                  <a:lnTo>
                    <a:pt x="250" y="353"/>
                  </a:lnTo>
                  <a:lnTo>
                    <a:pt x="190" y="362"/>
                  </a:lnTo>
                  <a:lnTo>
                    <a:pt x="138" y="370"/>
                  </a:lnTo>
                  <a:lnTo>
                    <a:pt x="78" y="388"/>
                  </a:lnTo>
                  <a:lnTo>
                    <a:pt x="35" y="413"/>
                  </a:lnTo>
                  <a:lnTo>
                    <a:pt x="27" y="413"/>
                  </a:lnTo>
                  <a:lnTo>
                    <a:pt x="18" y="422"/>
                  </a:lnTo>
                  <a:lnTo>
                    <a:pt x="9" y="431"/>
                  </a:lnTo>
                  <a:lnTo>
                    <a:pt x="9" y="439"/>
                  </a:lnTo>
                  <a:lnTo>
                    <a:pt x="1" y="448"/>
                  </a:lnTo>
                  <a:lnTo>
                    <a:pt x="1" y="456"/>
                  </a:lnTo>
                  <a:lnTo>
                    <a:pt x="1" y="465"/>
                  </a:lnTo>
                  <a:lnTo>
                    <a:pt x="1" y="482"/>
                  </a:lnTo>
                  <a:lnTo>
                    <a:pt x="1" y="491"/>
                  </a:lnTo>
                  <a:lnTo>
                    <a:pt x="9" y="499"/>
                  </a:lnTo>
                  <a:lnTo>
                    <a:pt x="9" y="508"/>
                  </a:lnTo>
                  <a:lnTo>
                    <a:pt x="18" y="517"/>
                  </a:lnTo>
                  <a:lnTo>
                    <a:pt x="27" y="525"/>
                  </a:lnTo>
                  <a:lnTo>
                    <a:pt x="35" y="525"/>
                  </a:lnTo>
                  <a:lnTo>
                    <a:pt x="78" y="551"/>
                  </a:lnTo>
                  <a:lnTo>
                    <a:pt x="138" y="568"/>
                  </a:lnTo>
                  <a:lnTo>
                    <a:pt x="190" y="577"/>
                  </a:lnTo>
                  <a:lnTo>
                    <a:pt x="250" y="585"/>
                  </a:lnTo>
                  <a:lnTo>
                    <a:pt x="517" y="585"/>
                  </a:lnTo>
                  <a:lnTo>
                    <a:pt x="534" y="895"/>
                  </a:lnTo>
                  <a:lnTo>
                    <a:pt x="534" y="929"/>
                  </a:lnTo>
                  <a:lnTo>
                    <a:pt x="551" y="964"/>
                  </a:lnTo>
                  <a:lnTo>
                    <a:pt x="568" y="990"/>
                  </a:lnTo>
                  <a:lnTo>
                    <a:pt x="586" y="1007"/>
                  </a:lnTo>
                  <a:lnTo>
                    <a:pt x="611" y="1015"/>
                  </a:lnTo>
                  <a:lnTo>
                    <a:pt x="637" y="1024"/>
                  </a:lnTo>
                  <a:lnTo>
                    <a:pt x="663" y="1015"/>
                  </a:lnTo>
                  <a:lnTo>
                    <a:pt x="689" y="1007"/>
                  </a:lnTo>
                  <a:lnTo>
                    <a:pt x="706" y="990"/>
                  </a:lnTo>
                  <a:lnTo>
                    <a:pt x="715" y="964"/>
                  </a:lnTo>
                  <a:lnTo>
                    <a:pt x="732" y="929"/>
                  </a:lnTo>
                  <a:lnTo>
                    <a:pt x="740" y="895"/>
                  </a:lnTo>
                  <a:lnTo>
                    <a:pt x="758" y="585"/>
                  </a:lnTo>
                  <a:lnTo>
                    <a:pt x="1067" y="577"/>
                  </a:lnTo>
                  <a:lnTo>
                    <a:pt x="1093" y="577"/>
                  </a:lnTo>
                  <a:lnTo>
                    <a:pt x="1110" y="568"/>
                  </a:lnTo>
                  <a:lnTo>
                    <a:pt x="1145" y="542"/>
                  </a:lnTo>
                  <a:lnTo>
                    <a:pt x="1170" y="508"/>
                  </a:lnTo>
                  <a:lnTo>
                    <a:pt x="1170" y="465"/>
                  </a:lnTo>
                  <a:lnTo>
                    <a:pt x="1170" y="422"/>
                  </a:lnTo>
                  <a:lnTo>
                    <a:pt x="1145" y="388"/>
                  </a:lnTo>
                  <a:lnTo>
                    <a:pt x="1110" y="362"/>
                  </a:lnTo>
                  <a:lnTo>
                    <a:pt x="1093" y="353"/>
                  </a:lnTo>
                  <a:lnTo>
                    <a:pt x="758" y="353"/>
                  </a:lnTo>
                  <a:lnTo>
                    <a:pt x="749" y="241"/>
                  </a:lnTo>
                  <a:lnTo>
                    <a:pt x="732" y="138"/>
                  </a:lnTo>
                  <a:lnTo>
                    <a:pt x="732" y="95"/>
                  </a:lnTo>
                  <a:lnTo>
                    <a:pt x="723" y="52"/>
                  </a:lnTo>
                  <a:lnTo>
                    <a:pt x="697" y="26"/>
                  </a:lnTo>
                  <a:lnTo>
                    <a:pt x="672" y="9"/>
                  </a:lnTo>
                  <a:lnTo>
                    <a:pt x="63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3"/>
            <p:cNvSpPr/>
            <p:nvPr/>
          </p:nvSpPr>
          <p:spPr>
            <a:xfrm rot="10800000">
              <a:off x="3257181" y="2012214"/>
              <a:ext cx="2629638" cy="1612482"/>
            </a:xfrm>
            <a:custGeom>
              <a:rect b="b" l="l" r="r" t="t"/>
              <a:pathLst>
                <a:path extrusionOk="0" h="11534" w="18810">
                  <a:moveTo>
                    <a:pt x="5023" y="2099"/>
                  </a:moveTo>
                  <a:lnTo>
                    <a:pt x="5066" y="2374"/>
                  </a:lnTo>
                  <a:lnTo>
                    <a:pt x="5109" y="2658"/>
                  </a:lnTo>
                  <a:lnTo>
                    <a:pt x="5126" y="2933"/>
                  </a:lnTo>
                  <a:lnTo>
                    <a:pt x="5143" y="3217"/>
                  </a:lnTo>
                  <a:lnTo>
                    <a:pt x="4911" y="3320"/>
                  </a:lnTo>
                  <a:lnTo>
                    <a:pt x="4679" y="3432"/>
                  </a:lnTo>
                  <a:lnTo>
                    <a:pt x="4696" y="3363"/>
                  </a:lnTo>
                  <a:lnTo>
                    <a:pt x="4765" y="3002"/>
                  </a:lnTo>
                  <a:lnTo>
                    <a:pt x="4834" y="2650"/>
                  </a:lnTo>
                  <a:lnTo>
                    <a:pt x="4868" y="2529"/>
                  </a:lnTo>
                  <a:lnTo>
                    <a:pt x="4920" y="2391"/>
                  </a:lnTo>
                  <a:lnTo>
                    <a:pt x="4971" y="2245"/>
                  </a:lnTo>
                  <a:lnTo>
                    <a:pt x="5023" y="2099"/>
                  </a:lnTo>
                  <a:close/>
                  <a:moveTo>
                    <a:pt x="4473" y="886"/>
                  </a:moveTo>
                  <a:lnTo>
                    <a:pt x="4550" y="981"/>
                  </a:lnTo>
                  <a:lnTo>
                    <a:pt x="4619" y="1084"/>
                  </a:lnTo>
                  <a:lnTo>
                    <a:pt x="4679" y="1187"/>
                  </a:lnTo>
                  <a:lnTo>
                    <a:pt x="4739" y="1291"/>
                  </a:lnTo>
                  <a:lnTo>
                    <a:pt x="4791" y="1402"/>
                  </a:lnTo>
                  <a:lnTo>
                    <a:pt x="4842" y="1514"/>
                  </a:lnTo>
                  <a:lnTo>
                    <a:pt x="4928" y="1746"/>
                  </a:lnTo>
                  <a:lnTo>
                    <a:pt x="4791" y="2219"/>
                  </a:lnTo>
                  <a:lnTo>
                    <a:pt x="4662" y="2701"/>
                  </a:lnTo>
                  <a:lnTo>
                    <a:pt x="4593" y="3011"/>
                  </a:lnTo>
                  <a:lnTo>
                    <a:pt x="4533" y="3320"/>
                  </a:lnTo>
                  <a:lnTo>
                    <a:pt x="4498" y="3432"/>
                  </a:lnTo>
                  <a:lnTo>
                    <a:pt x="4490" y="3484"/>
                  </a:lnTo>
                  <a:lnTo>
                    <a:pt x="4490" y="3527"/>
                  </a:lnTo>
                  <a:lnTo>
                    <a:pt x="4094" y="3742"/>
                  </a:lnTo>
                  <a:lnTo>
                    <a:pt x="4094" y="3742"/>
                  </a:lnTo>
                  <a:lnTo>
                    <a:pt x="4129" y="3630"/>
                  </a:lnTo>
                  <a:lnTo>
                    <a:pt x="4154" y="3510"/>
                  </a:lnTo>
                  <a:lnTo>
                    <a:pt x="4172" y="3381"/>
                  </a:lnTo>
                  <a:lnTo>
                    <a:pt x="4180" y="3252"/>
                  </a:lnTo>
                  <a:lnTo>
                    <a:pt x="4197" y="3011"/>
                  </a:lnTo>
                  <a:lnTo>
                    <a:pt x="4206" y="2830"/>
                  </a:lnTo>
                  <a:lnTo>
                    <a:pt x="4240" y="2598"/>
                  </a:lnTo>
                  <a:lnTo>
                    <a:pt x="4292" y="2357"/>
                  </a:lnTo>
                  <a:lnTo>
                    <a:pt x="4404" y="1858"/>
                  </a:lnTo>
                  <a:lnTo>
                    <a:pt x="4447" y="1609"/>
                  </a:lnTo>
                  <a:lnTo>
                    <a:pt x="4481" y="1368"/>
                  </a:lnTo>
                  <a:lnTo>
                    <a:pt x="4490" y="1248"/>
                  </a:lnTo>
                  <a:lnTo>
                    <a:pt x="4490" y="1119"/>
                  </a:lnTo>
                  <a:lnTo>
                    <a:pt x="4490" y="1007"/>
                  </a:lnTo>
                  <a:lnTo>
                    <a:pt x="4473" y="886"/>
                  </a:lnTo>
                  <a:close/>
                  <a:moveTo>
                    <a:pt x="3905" y="422"/>
                  </a:moveTo>
                  <a:lnTo>
                    <a:pt x="3991" y="465"/>
                  </a:lnTo>
                  <a:lnTo>
                    <a:pt x="4068" y="517"/>
                  </a:lnTo>
                  <a:lnTo>
                    <a:pt x="4163" y="585"/>
                  </a:lnTo>
                  <a:lnTo>
                    <a:pt x="4249" y="654"/>
                  </a:lnTo>
                  <a:lnTo>
                    <a:pt x="4326" y="732"/>
                  </a:lnTo>
                  <a:lnTo>
                    <a:pt x="4404" y="809"/>
                  </a:lnTo>
                  <a:lnTo>
                    <a:pt x="4387" y="826"/>
                  </a:lnTo>
                  <a:lnTo>
                    <a:pt x="4361" y="938"/>
                  </a:lnTo>
                  <a:lnTo>
                    <a:pt x="4344" y="1058"/>
                  </a:lnTo>
                  <a:lnTo>
                    <a:pt x="4301" y="1299"/>
                  </a:lnTo>
                  <a:lnTo>
                    <a:pt x="4266" y="1540"/>
                  </a:lnTo>
                  <a:lnTo>
                    <a:pt x="4223" y="1781"/>
                  </a:lnTo>
                  <a:lnTo>
                    <a:pt x="4137" y="2211"/>
                  </a:lnTo>
                  <a:lnTo>
                    <a:pt x="4094" y="2426"/>
                  </a:lnTo>
                  <a:lnTo>
                    <a:pt x="4060" y="2641"/>
                  </a:lnTo>
                  <a:lnTo>
                    <a:pt x="4017" y="3002"/>
                  </a:lnTo>
                  <a:lnTo>
                    <a:pt x="3974" y="3363"/>
                  </a:lnTo>
                  <a:lnTo>
                    <a:pt x="3957" y="3424"/>
                  </a:lnTo>
                  <a:lnTo>
                    <a:pt x="3939" y="3484"/>
                  </a:lnTo>
                  <a:lnTo>
                    <a:pt x="3896" y="3613"/>
                  </a:lnTo>
                  <a:lnTo>
                    <a:pt x="3862" y="3750"/>
                  </a:lnTo>
                  <a:lnTo>
                    <a:pt x="3853" y="3811"/>
                  </a:lnTo>
                  <a:lnTo>
                    <a:pt x="3845" y="3871"/>
                  </a:lnTo>
                  <a:lnTo>
                    <a:pt x="3423" y="4094"/>
                  </a:lnTo>
                  <a:lnTo>
                    <a:pt x="3449" y="3991"/>
                  </a:lnTo>
                  <a:lnTo>
                    <a:pt x="3466" y="3879"/>
                  </a:lnTo>
                  <a:lnTo>
                    <a:pt x="3492" y="3682"/>
                  </a:lnTo>
                  <a:lnTo>
                    <a:pt x="3526" y="3441"/>
                  </a:lnTo>
                  <a:lnTo>
                    <a:pt x="3544" y="3191"/>
                  </a:lnTo>
                  <a:lnTo>
                    <a:pt x="3569" y="2951"/>
                  </a:lnTo>
                  <a:lnTo>
                    <a:pt x="3595" y="2701"/>
                  </a:lnTo>
                  <a:lnTo>
                    <a:pt x="3707" y="2013"/>
                  </a:lnTo>
                  <a:lnTo>
                    <a:pt x="3759" y="1669"/>
                  </a:lnTo>
                  <a:lnTo>
                    <a:pt x="3802" y="1325"/>
                  </a:lnTo>
                  <a:lnTo>
                    <a:pt x="3819" y="1230"/>
                  </a:lnTo>
                  <a:lnTo>
                    <a:pt x="3845" y="1119"/>
                  </a:lnTo>
                  <a:lnTo>
                    <a:pt x="3896" y="886"/>
                  </a:lnTo>
                  <a:lnTo>
                    <a:pt x="3922" y="757"/>
                  </a:lnTo>
                  <a:lnTo>
                    <a:pt x="3931" y="637"/>
                  </a:lnTo>
                  <a:lnTo>
                    <a:pt x="3931" y="525"/>
                  </a:lnTo>
                  <a:lnTo>
                    <a:pt x="3922" y="474"/>
                  </a:lnTo>
                  <a:lnTo>
                    <a:pt x="3905" y="422"/>
                  </a:lnTo>
                  <a:close/>
                  <a:moveTo>
                    <a:pt x="5866" y="3217"/>
                  </a:moveTo>
                  <a:lnTo>
                    <a:pt x="5745" y="3458"/>
                  </a:lnTo>
                  <a:lnTo>
                    <a:pt x="5634" y="3699"/>
                  </a:lnTo>
                  <a:lnTo>
                    <a:pt x="5573" y="3819"/>
                  </a:lnTo>
                  <a:lnTo>
                    <a:pt x="5505" y="3940"/>
                  </a:lnTo>
                  <a:lnTo>
                    <a:pt x="5436" y="4069"/>
                  </a:lnTo>
                  <a:lnTo>
                    <a:pt x="5367" y="4189"/>
                  </a:lnTo>
                  <a:lnTo>
                    <a:pt x="5350" y="3381"/>
                  </a:lnTo>
                  <a:lnTo>
                    <a:pt x="5608" y="3286"/>
                  </a:lnTo>
                  <a:lnTo>
                    <a:pt x="5866" y="3217"/>
                  </a:lnTo>
                  <a:close/>
                  <a:moveTo>
                    <a:pt x="3303" y="207"/>
                  </a:moveTo>
                  <a:lnTo>
                    <a:pt x="3432" y="233"/>
                  </a:lnTo>
                  <a:lnTo>
                    <a:pt x="3561" y="276"/>
                  </a:lnTo>
                  <a:lnTo>
                    <a:pt x="3681" y="319"/>
                  </a:lnTo>
                  <a:lnTo>
                    <a:pt x="3810" y="370"/>
                  </a:lnTo>
                  <a:lnTo>
                    <a:pt x="3707" y="938"/>
                  </a:lnTo>
                  <a:lnTo>
                    <a:pt x="3621" y="1514"/>
                  </a:lnTo>
                  <a:lnTo>
                    <a:pt x="3526" y="2082"/>
                  </a:lnTo>
                  <a:lnTo>
                    <a:pt x="3423" y="2658"/>
                  </a:lnTo>
                  <a:lnTo>
                    <a:pt x="3397" y="2856"/>
                  </a:lnTo>
                  <a:lnTo>
                    <a:pt x="3372" y="3062"/>
                  </a:lnTo>
                  <a:lnTo>
                    <a:pt x="3337" y="3467"/>
                  </a:lnTo>
                  <a:lnTo>
                    <a:pt x="3303" y="3733"/>
                  </a:lnTo>
                  <a:lnTo>
                    <a:pt x="3251" y="3983"/>
                  </a:lnTo>
                  <a:lnTo>
                    <a:pt x="3208" y="4103"/>
                  </a:lnTo>
                  <a:lnTo>
                    <a:pt x="3191" y="4155"/>
                  </a:lnTo>
                  <a:lnTo>
                    <a:pt x="3174" y="4215"/>
                  </a:lnTo>
                  <a:lnTo>
                    <a:pt x="2967" y="4301"/>
                  </a:lnTo>
                  <a:lnTo>
                    <a:pt x="2761" y="4387"/>
                  </a:lnTo>
                  <a:lnTo>
                    <a:pt x="2813" y="4069"/>
                  </a:lnTo>
                  <a:lnTo>
                    <a:pt x="2856" y="3742"/>
                  </a:lnTo>
                  <a:lnTo>
                    <a:pt x="2890" y="3424"/>
                  </a:lnTo>
                  <a:lnTo>
                    <a:pt x="2933" y="3105"/>
                  </a:lnTo>
                  <a:lnTo>
                    <a:pt x="3019" y="2391"/>
                  </a:lnTo>
                  <a:lnTo>
                    <a:pt x="3114" y="1669"/>
                  </a:lnTo>
                  <a:lnTo>
                    <a:pt x="3191" y="1093"/>
                  </a:lnTo>
                  <a:lnTo>
                    <a:pt x="3268" y="517"/>
                  </a:lnTo>
                  <a:lnTo>
                    <a:pt x="3294" y="370"/>
                  </a:lnTo>
                  <a:lnTo>
                    <a:pt x="3303" y="293"/>
                  </a:lnTo>
                  <a:lnTo>
                    <a:pt x="3303" y="207"/>
                  </a:lnTo>
                  <a:close/>
                  <a:moveTo>
                    <a:pt x="1626" y="551"/>
                  </a:moveTo>
                  <a:lnTo>
                    <a:pt x="1557" y="783"/>
                  </a:lnTo>
                  <a:lnTo>
                    <a:pt x="1505" y="1024"/>
                  </a:lnTo>
                  <a:lnTo>
                    <a:pt x="1454" y="1273"/>
                  </a:lnTo>
                  <a:lnTo>
                    <a:pt x="1419" y="1514"/>
                  </a:lnTo>
                  <a:lnTo>
                    <a:pt x="1359" y="2013"/>
                  </a:lnTo>
                  <a:lnTo>
                    <a:pt x="1299" y="2495"/>
                  </a:lnTo>
                  <a:lnTo>
                    <a:pt x="1222" y="2994"/>
                  </a:lnTo>
                  <a:lnTo>
                    <a:pt x="1144" y="3492"/>
                  </a:lnTo>
                  <a:lnTo>
                    <a:pt x="1110" y="3750"/>
                  </a:lnTo>
                  <a:lnTo>
                    <a:pt x="1084" y="4000"/>
                  </a:lnTo>
                  <a:lnTo>
                    <a:pt x="1067" y="4249"/>
                  </a:lnTo>
                  <a:lnTo>
                    <a:pt x="1050" y="4499"/>
                  </a:lnTo>
                  <a:lnTo>
                    <a:pt x="921" y="4438"/>
                  </a:lnTo>
                  <a:lnTo>
                    <a:pt x="800" y="4370"/>
                  </a:lnTo>
                  <a:lnTo>
                    <a:pt x="680" y="4284"/>
                  </a:lnTo>
                  <a:lnTo>
                    <a:pt x="585" y="4189"/>
                  </a:lnTo>
                  <a:lnTo>
                    <a:pt x="594" y="4163"/>
                  </a:lnTo>
                  <a:lnTo>
                    <a:pt x="628" y="4077"/>
                  </a:lnTo>
                  <a:lnTo>
                    <a:pt x="654" y="3991"/>
                  </a:lnTo>
                  <a:lnTo>
                    <a:pt x="706" y="3811"/>
                  </a:lnTo>
                  <a:lnTo>
                    <a:pt x="731" y="3621"/>
                  </a:lnTo>
                  <a:lnTo>
                    <a:pt x="749" y="3432"/>
                  </a:lnTo>
                  <a:lnTo>
                    <a:pt x="774" y="3054"/>
                  </a:lnTo>
                  <a:lnTo>
                    <a:pt x="792" y="2684"/>
                  </a:lnTo>
                  <a:lnTo>
                    <a:pt x="817" y="2452"/>
                  </a:lnTo>
                  <a:lnTo>
                    <a:pt x="843" y="2219"/>
                  </a:lnTo>
                  <a:lnTo>
                    <a:pt x="929" y="1764"/>
                  </a:lnTo>
                  <a:lnTo>
                    <a:pt x="1015" y="1308"/>
                  </a:lnTo>
                  <a:lnTo>
                    <a:pt x="1050" y="1076"/>
                  </a:lnTo>
                  <a:lnTo>
                    <a:pt x="1084" y="852"/>
                  </a:lnTo>
                  <a:lnTo>
                    <a:pt x="1351" y="697"/>
                  </a:lnTo>
                  <a:lnTo>
                    <a:pt x="1626" y="551"/>
                  </a:lnTo>
                  <a:close/>
                  <a:moveTo>
                    <a:pt x="3019" y="190"/>
                  </a:moveTo>
                  <a:lnTo>
                    <a:pt x="3191" y="198"/>
                  </a:lnTo>
                  <a:lnTo>
                    <a:pt x="3165" y="345"/>
                  </a:lnTo>
                  <a:lnTo>
                    <a:pt x="3131" y="499"/>
                  </a:lnTo>
                  <a:lnTo>
                    <a:pt x="3096" y="646"/>
                  </a:lnTo>
                  <a:lnTo>
                    <a:pt x="3071" y="783"/>
                  </a:lnTo>
                  <a:lnTo>
                    <a:pt x="3019" y="1033"/>
                  </a:lnTo>
                  <a:lnTo>
                    <a:pt x="2985" y="1291"/>
                  </a:lnTo>
                  <a:lnTo>
                    <a:pt x="2924" y="1798"/>
                  </a:lnTo>
                  <a:lnTo>
                    <a:pt x="2830" y="2555"/>
                  </a:lnTo>
                  <a:lnTo>
                    <a:pt x="2727" y="3312"/>
                  </a:lnTo>
                  <a:lnTo>
                    <a:pt x="2684" y="3587"/>
                  </a:lnTo>
                  <a:lnTo>
                    <a:pt x="2632" y="3871"/>
                  </a:lnTo>
                  <a:lnTo>
                    <a:pt x="2598" y="4163"/>
                  </a:lnTo>
                  <a:lnTo>
                    <a:pt x="2580" y="4301"/>
                  </a:lnTo>
                  <a:lnTo>
                    <a:pt x="2572" y="4447"/>
                  </a:lnTo>
                  <a:lnTo>
                    <a:pt x="2340" y="4516"/>
                  </a:lnTo>
                  <a:lnTo>
                    <a:pt x="2228" y="4542"/>
                  </a:lnTo>
                  <a:lnTo>
                    <a:pt x="2107" y="4559"/>
                  </a:lnTo>
                  <a:lnTo>
                    <a:pt x="2125" y="4395"/>
                  </a:lnTo>
                  <a:lnTo>
                    <a:pt x="2133" y="4232"/>
                  </a:lnTo>
                  <a:lnTo>
                    <a:pt x="2142" y="3897"/>
                  </a:lnTo>
                  <a:lnTo>
                    <a:pt x="2168" y="3174"/>
                  </a:lnTo>
                  <a:lnTo>
                    <a:pt x="2193" y="2813"/>
                  </a:lnTo>
                  <a:lnTo>
                    <a:pt x="2219" y="2452"/>
                  </a:lnTo>
                  <a:lnTo>
                    <a:pt x="2254" y="2108"/>
                  </a:lnTo>
                  <a:lnTo>
                    <a:pt x="2305" y="1764"/>
                  </a:lnTo>
                  <a:lnTo>
                    <a:pt x="2408" y="1067"/>
                  </a:lnTo>
                  <a:lnTo>
                    <a:pt x="2451" y="869"/>
                  </a:lnTo>
                  <a:lnTo>
                    <a:pt x="2494" y="654"/>
                  </a:lnTo>
                  <a:lnTo>
                    <a:pt x="2512" y="551"/>
                  </a:lnTo>
                  <a:lnTo>
                    <a:pt x="2520" y="439"/>
                  </a:lnTo>
                  <a:lnTo>
                    <a:pt x="2520" y="336"/>
                  </a:lnTo>
                  <a:lnTo>
                    <a:pt x="2503" y="241"/>
                  </a:lnTo>
                  <a:lnTo>
                    <a:pt x="2675" y="207"/>
                  </a:lnTo>
                  <a:lnTo>
                    <a:pt x="2847" y="190"/>
                  </a:lnTo>
                  <a:close/>
                  <a:moveTo>
                    <a:pt x="2383" y="267"/>
                  </a:moveTo>
                  <a:lnTo>
                    <a:pt x="2331" y="517"/>
                  </a:lnTo>
                  <a:lnTo>
                    <a:pt x="2288" y="775"/>
                  </a:lnTo>
                  <a:lnTo>
                    <a:pt x="2219" y="1282"/>
                  </a:lnTo>
                  <a:lnTo>
                    <a:pt x="2125" y="1927"/>
                  </a:lnTo>
                  <a:lnTo>
                    <a:pt x="2082" y="2254"/>
                  </a:lnTo>
                  <a:lnTo>
                    <a:pt x="2039" y="2581"/>
                  </a:lnTo>
                  <a:lnTo>
                    <a:pt x="2013" y="2942"/>
                  </a:lnTo>
                  <a:lnTo>
                    <a:pt x="1996" y="3303"/>
                  </a:lnTo>
                  <a:lnTo>
                    <a:pt x="1961" y="4034"/>
                  </a:lnTo>
                  <a:lnTo>
                    <a:pt x="1944" y="4447"/>
                  </a:lnTo>
                  <a:lnTo>
                    <a:pt x="1935" y="4516"/>
                  </a:lnTo>
                  <a:lnTo>
                    <a:pt x="1927" y="4585"/>
                  </a:lnTo>
                  <a:lnTo>
                    <a:pt x="1755" y="4602"/>
                  </a:lnTo>
                  <a:lnTo>
                    <a:pt x="1591" y="4602"/>
                  </a:lnTo>
                  <a:lnTo>
                    <a:pt x="1419" y="4585"/>
                  </a:lnTo>
                  <a:lnTo>
                    <a:pt x="1256" y="4559"/>
                  </a:lnTo>
                  <a:lnTo>
                    <a:pt x="1230" y="4550"/>
                  </a:lnTo>
                  <a:lnTo>
                    <a:pt x="1290" y="4051"/>
                  </a:lnTo>
                  <a:lnTo>
                    <a:pt x="1351" y="3553"/>
                  </a:lnTo>
                  <a:lnTo>
                    <a:pt x="1411" y="3045"/>
                  </a:lnTo>
                  <a:lnTo>
                    <a:pt x="1471" y="2546"/>
                  </a:lnTo>
                  <a:lnTo>
                    <a:pt x="1514" y="2297"/>
                  </a:lnTo>
                  <a:lnTo>
                    <a:pt x="1557" y="2047"/>
                  </a:lnTo>
                  <a:lnTo>
                    <a:pt x="1643" y="1531"/>
                  </a:lnTo>
                  <a:lnTo>
                    <a:pt x="1686" y="1273"/>
                  </a:lnTo>
                  <a:lnTo>
                    <a:pt x="1712" y="1015"/>
                  </a:lnTo>
                  <a:lnTo>
                    <a:pt x="1720" y="757"/>
                  </a:lnTo>
                  <a:lnTo>
                    <a:pt x="1720" y="637"/>
                  </a:lnTo>
                  <a:lnTo>
                    <a:pt x="1712" y="508"/>
                  </a:lnTo>
                  <a:lnTo>
                    <a:pt x="1875" y="439"/>
                  </a:lnTo>
                  <a:lnTo>
                    <a:pt x="2047" y="370"/>
                  </a:lnTo>
                  <a:lnTo>
                    <a:pt x="2219" y="310"/>
                  </a:lnTo>
                  <a:lnTo>
                    <a:pt x="2383" y="267"/>
                  </a:lnTo>
                  <a:close/>
                  <a:moveTo>
                    <a:pt x="6511" y="3123"/>
                  </a:moveTo>
                  <a:lnTo>
                    <a:pt x="6691" y="3131"/>
                  </a:lnTo>
                  <a:lnTo>
                    <a:pt x="6537" y="3355"/>
                  </a:lnTo>
                  <a:lnTo>
                    <a:pt x="6459" y="3467"/>
                  </a:lnTo>
                  <a:lnTo>
                    <a:pt x="6373" y="3570"/>
                  </a:lnTo>
                  <a:lnTo>
                    <a:pt x="6141" y="3854"/>
                  </a:lnTo>
                  <a:lnTo>
                    <a:pt x="6029" y="4000"/>
                  </a:lnTo>
                  <a:lnTo>
                    <a:pt x="5917" y="4146"/>
                  </a:lnTo>
                  <a:lnTo>
                    <a:pt x="5685" y="4473"/>
                  </a:lnTo>
                  <a:lnTo>
                    <a:pt x="5573" y="4636"/>
                  </a:lnTo>
                  <a:lnTo>
                    <a:pt x="5470" y="4808"/>
                  </a:lnTo>
                  <a:lnTo>
                    <a:pt x="5393" y="4937"/>
                  </a:lnTo>
                  <a:lnTo>
                    <a:pt x="5376" y="4490"/>
                  </a:lnTo>
                  <a:lnTo>
                    <a:pt x="5444" y="4421"/>
                  </a:lnTo>
                  <a:lnTo>
                    <a:pt x="5505" y="4335"/>
                  </a:lnTo>
                  <a:lnTo>
                    <a:pt x="5556" y="4249"/>
                  </a:lnTo>
                  <a:lnTo>
                    <a:pt x="5599" y="4155"/>
                  </a:lnTo>
                  <a:lnTo>
                    <a:pt x="5685" y="3957"/>
                  </a:lnTo>
                  <a:lnTo>
                    <a:pt x="5763" y="3776"/>
                  </a:lnTo>
                  <a:lnTo>
                    <a:pt x="5874" y="3484"/>
                  </a:lnTo>
                  <a:lnTo>
                    <a:pt x="5978" y="3191"/>
                  </a:lnTo>
                  <a:lnTo>
                    <a:pt x="6150" y="3157"/>
                  </a:lnTo>
                  <a:lnTo>
                    <a:pt x="6330" y="3140"/>
                  </a:lnTo>
                  <a:lnTo>
                    <a:pt x="6511" y="3123"/>
                  </a:lnTo>
                  <a:close/>
                  <a:moveTo>
                    <a:pt x="6881" y="3148"/>
                  </a:moveTo>
                  <a:lnTo>
                    <a:pt x="7010" y="3166"/>
                  </a:lnTo>
                  <a:lnTo>
                    <a:pt x="7139" y="3191"/>
                  </a:lnTo>
                  <a:lnTo>
                    <a:pt x="7242" y="3226"/>
                  </a:lnTo>
                  <a:lnTo>
                    <a:pt x="7336" y="3252"/>
                  </a:lnTo>
                  <a:lnTo>
                    <a:pt x="7526" y="3329"/>
                  </a:lnTo>
                  <a:lnTo>
                    <a:pt x="7371" y="3492"/>
                  </a:lnTo>
                  <a:lnTo>
                    <a:pt x="7225" y="3664"/>
                  </a:lnTo>
                  <a:lnTo>
                    <a:pt x="6941" y="4017"/>
                  </a:lnTo>
                  <a:lnTo>
                    <a:pt x="6666" y="4370"/>
                  </a:lnTo>
                  <a:lnTo>
                    <a:pt x="6382" y="4714"/>
                  </a:lnTo>
                  <a:lnTo>
                    <a:pt x="6098" y="5075"/>
                  </a:lnTo>
                  <a:lnTo>
                    <a:pt x="5806" y="5427"/>
                  </a:lnTo>
                  <a:lnTo>
                    <a:pt x="5642" y="5634"/>
                  </a:lnTo>
                  <a:lnTo>
                    <a:pt x="5556" y="5737"/>
                  </a:lnTo>
                  <a:lnTo>
                    <a:pt x="5479" y="5849"/>
                  </a:lnTo>
                  <a:lnTo>
                    <a:pt x="5436" y="5556"/>
                  </a:lnTo>
                  <a:lnTo>
                    <a:pt x="5410" y="5255"/>
                  </a:lnTo>
                  <a:lnTo>
                    <a:pt x="5462" y="5221"/>
                  </a:lnTo>
                  <a:lnTo>
                    <a:pt x="5496" y="5178"/>
                  </a:lnTo>
                  <a:lnTo>
                    <a:pt x="5539" y="5118"/>
                  </a:lnTo>
                  <a:lnTo>
                    <a:pt x="5565" y="5058"/>
                  </a:lnTo>
                  <a:lnTo>
                    <a:pt x="5625" y="4937"/>
                  </a:lnTo>
                  <a:lnTo>
                    <a:pt x="5685" y="4817"/>
                  </a:lnTo>
                  <a:lnTo>
                    <a:pt x="5788" y="4653"/>
                  </a:lnTo>
                  <a:lnTo>
                    <a:pt x="5900" y="4490"/>
                  </a:lnTo>
                  <a:lnTo>
                    <a:pt x="6124" y="4163"/>
                  </a:lnTo>
                  <a:lnTo>
                    <a:pt x="6210" y="4051"/>
                  </a:lnTo>
                  <a:lnTo>
                    <a:pt x="6304" y="3940"/>
                  </a:lnTo>
                  <a:lnTo>
                    <a:pt x="6528" y="3690"/>
                  </a:lnTo>
                  <a:lnTo>
                    <a:pt x="6631" y="3561"/>
                  </a:lnTo>
                  <a:lnTo>
                    <a:pt x="6734" y="3424"/>
                  </a:lnTo>
                  <a:lnTo>
                    <a:pt x="6812" y="3286"/>
                  </a:lnTo>
                  <a:lnTo>
                    <a:pt x="6855" y="3217"/>
                  </a:lnTo>
                  <a:lnTo>
                    <a:pt x="6881" y="3148"/>
                  </a:lnTo>
                  <a:close/>
                  <a:moveTo>
                    <a:pt x="7586" y="3355"/>
                  </a:moveTo>
                  <a:lnTo>
                    <a:pt x="7680" y="3406"/>
                  </a:lnTo>
                  <a:lnTo>
                    <a:pt x="7767" y="3458"/>
                  </a:lnTo>
                  <a:lnTo>
                    <a:pt x="7939" y="3570"/>
                  </a:lnTo>
                  <a:lnTo>
                    <a:pt x="8085" y="3699"/>
                  </a:lnTo>
                  <a:lnTo>
                    <a:pt x="8222" y="3836"/>
                  </a:lnTo>
                  <a:lnTo>
                    <a:pt x="8042" y="3983"/>
                  </a:lnTo>
                  <a:lnTo>
                    <a:pt x="7870" y="4146"/>
                  </a:lnTo>
                  <a:lnTo>
                    <a:pt x="7706" y="4327"/>
                  </a:lnTo>
                  <a:lnTo>
                    <a:pt x="7551" y="4507"/>
                  </a:lnTo>
                  <a:lnTo>
                    <a:pt x="7242" y="4877"/>
                  </a:lnTo>
                  <a:lnTo>
                    <a:pt x="7087" y="5058"/>
                  </a:lnTo>
                  <a:lnTo>
                    <a:pt x="6932" y="5238"/>
                  </a:lnTo>
                  <a:lnTo>
                    <a:pt x="6752" y="5427"/>
                  </a:lnTo>
                  <a:lnTo>
                    <a:pt x="6562" y="5617"/>
                  </a:lnTo>
                  <a:lnTo>
                    <a:pt x="6184" y="5986"/>
                  </a:lnTo>
                  <a:lnTo>
                    <a:pt x="6055" y="6115"/>
                  </a:lnTo>
                  <a:lnTo>
                    <a:pt x="5917" y="6244"/>
                  </a:lnTo>
                  <a:lnTo>
                    <a:pt x="5788" y="6391"/>
                  </a:lnTo>
                  <a:lnTo>
                    <a:pt x="5728" y="6468"/>
                  </a:lnTo>
                  <a:lnTo>
                    <a:pt x="5685" y="6546"/>
                  </a:lnTo>
                  <a:lnTo>
                    <a:pt x="5634" y="6442"/>
                  </a:lnTo>
                  <a:lnTo>
                    <a:pt x="5599" y="6330"/>
                  </a:lnTo>
                  <a:lnTo>
                    <a:pt x="5530" y="6098"/>
                  </a:lnTo>
                  <a:lnTo>
                    <a:pt x="5582" y="6047"/>
                  </a:lnTo>
                  <a:lnTo>
                    <a:pt x="5634" y="5995"/>
                  </a:lnTo>
                  <a:lnTo>
                    <a:pt x="5720" y="5883"/>
                  </a:lnTo>
                  <a:lnTo>
                    <a:pt x="5883" y="5651"/>
                  </a:lnTo>
                  <a:lnTo>
                    <a:pt x="6236" y="5195"/>
                  </a:lnTo>
                  <a:lnTo>
                    <a:pt x="6588" y="4739"/>
                  </a:lnTo>
                  <a:lnTo>
                    <a:pt x="6855" y="4404"/>
                  </a:lnTo>
                  <a:lnTo>
                    <a:pt x="7113" y="4069"/>
                  </a:lnTo>
                  <a:lnTo>
                    <a:pt x="7242" y="3897"/>
                  </a:lnTo>
                  <a:lnTo>
                    <a:pt x="7362" y="3716"/>
                  </a:lnTo>
                  <a:lnTo>
                    <a:pt x="7483" y="3544"/>
                  </a:lnTo>
                  <a:lnTo>
                    <a:pt x="7586" y="3355"/>
                  </a:lnTo>
                  <a:close/>
                  <a:moveTo>
                    <a:pt x="9203" y="6262"/>
                  </a:moveTo>
                  <a:lnTo>
                    <a:pt x="9272" y="6597"/>
                  </a:lnTo>
                  <a:lnTo>
                    <a:pt x="9289" y="6666"/>
                  </a:lnTo>
                  <a:lnTo>
                    <a:pt x="9272" y="6675"/>
                  </a:lnTo>
                  <a:lnTo>
                    <a:pt x="8971" y="6804"/>
                  </a:lnTo>
                  <a:lnTo>
                    <a:pt x="8627" y="6958"/>
                  </a:lnTo>
                  <a:lnTo>
                    <a:pt x="8695" y="6881"/>
                  </a:lnTo>
                  <a:lnTo>
                    <a:pt x="8833" y="6735"/>
                  </a:lnTo>
                  <a:lnTo>
                    <a:pt x="8962" y="6580"/>
                  </a:lnTo>
                  <a:lnTo>
                    <a:pt x="9082" y="6425"/>
                  </a:lnTo>
                  <a:lnTo>
                    <a:pt x="9203" y="6262"/>
                  </a:lnTo>
                  <a:close/>
                  <a:moveTo>
                    <a:pt x="8291" y="3914"/>
                  </a:moveTo>
                  <a:lnTo>
                    <a:pt x="8403" y="4051"/>
                  </a:lnTo>
                  <a:lnTo>
                    <a:pt x="8506" y="4198"/>
                  </a:lnTo>
                  <a:lnTo>
                    <a:pt x="8601" y="4361"/>
                  </a:lnTo>
                  <a:lnTo>
                    <a:pt x="8678" y="4524"/>
                  </a:lnTo>
                  <a:lnTo>
                    <a:pt x="8506" y="4696"/>
                  </a:lnTo>
                  <a:lnTo>
                    <a:pt x="8334" y="4868"/>
                  </a:lnTo>
                  <a:lnTo>
                    <a:pt x="8162" y="5049"/>
                  </a:lnTo>
                  <a:lnTo>
                    <a:pt x="7990" y="5230"/>
                  </a:lnTo>
                  <a:lnTo>
                    <a:pt x="7586" y="5608"/>
                  </a:lnTo>
                  <a:lnTo>
                    <a:pt x="7173" y="5995"/>
                  </a:lnTo>
                  <a:lnTo>
                    <a:pt x="6992" y="6167"/>
                  </a:lnTo>
                  <a:lnTo>
                    <a:pt x="6803" y="6339"/>
                  </a:lnTo>
                  <a:lnTo>
                    <a:pt x="6425" y="6683"/>
                  </a:lnTo>
                  <a:lnTo>
                    <a:pt x="6322" y="6769"/>
                  </a:lnTo>
                  <a:lnTo>
                    <a:pt x="6218" y="6872"/>
                  </a:lnTo>
                  <a:lnTo>
                    <a:pt x="6167" y="6933"/>
                  </a:lnTo>
                  <a:lnTo>
                    <a:pt x="6124" y="6993"/>
                  </a:lnTo>
                  <a:lnTo>
                    <a:pt x="6089" y="7053"/>
                  </a:lnTo>
                  <a:lnTo>
                    <a:pt x="6064" y="7113"/>
                  </a:lnTo>
                  <a:lnTo>
                    <a:pt x="5960" y="7010"/>
                  </a:lnTo>
                  <a:lnTo>
                    <a:pt x="5866" y="6890"/>
                  </a:lnTo>
                  <a:lnTo>
                    <a:pt x="5780" y="6743"/>
                  </a:lnTo>
                  <a:lnTo>
                    <a:pt x="5849" y="6675"/>
                  </a:lnTo>
                  <a:lnTo>
                    <a:pt x="5917" y="6597"/>
                  </a:lnTo>
                  <a:lnTo>
                    <a:pt x="6055" y="6434"/>
                  </a:lnTo>
                  <a:lnTo>
                    <a:pt x="6184" y="6279"/>
                  </a:lnTo>
                  <a:lnTo>
                    <a:pt x="6322" y="6124"/>
                  </a:lnTo>
                  <a:lnTo>
                    <a:pt x="6700" y="5746"/>
                  </a:lnTo>
                  <a:lnTo>
                    <a:pt x="6881" y="5556"/>
                  </a:lnTo>
                  <a:lnTo>
                    <a:pt x="7061" y="5367"/>
                  </a:lnTo>
                  <a:lnTo>
                    <a:pt x="7242" y="5161"/>
                  </a:lnTo>
                  <a:lnTo>
                    <a:pt x="7422" y="4946"/>
                  </a:lnTo>
                  <a:lnTo>
                    <a:pt x="7767" y="4524"/>
                  </a:lnTo>
                  <a:lnTo>
                    <a:pt x="8033" y="4215"/>
                  </a:lnTo>
                  <a:lnTo>
                    <a:pt x="8162" y="4069"/>
                  </a:lnTo>
                  <a:lnTo>
                    <a:pt x="8291" y="3914"/>
                  </a:lnTo>
                  <a:close/>
                  <a:moveTo>
                    <a:pt x="8730" y="4619"/>
                  </a:moveTo>
                  <a:lnTo>
                    <a:pt x="8807" y="4808"/>
                  </a:lnTo>
                  <a:lnTo>
                    <a:pt x="8876" y="4997"/>
                  </a:lnTo>
                  <a:lnTo>
                    <a:pt x="8936" y="5195"/>
                  </a:lnTo>
                  <a:lnTo>
                    <a:pt x="8996" y="5393"/>
                  </a:lnTo>
                  <a:lnTo>
                    <a:pt x="8738" y="5608"/>
                  </a:lnTo>
                  <a:lnTo>
                    <a:pt x="8489" y="5832"/>
                  </a:lnTo>
                  <a:lnTo>
                    <a:pt x="7990" y="6279"/>
                  </a:lnTo>
                  <a:lnTo>
                    <a:pt x="7663" y="6580"/>
                  </a:lnTo>
                  <a:lnTo>
                    <a:pt x="7336" y="6881"/>
                  </a:lnTo>
                  <a:lnTo>
                    <a:pt x="7182" y="7001"/>
                  </a:lnTo>
                  <a:lnTo>
                    <a:pt x="7027" y="7122"/>
                  </a:lnTo>
                  <a:lnTo>
                    <a:pt x="6958" y="7182"/>
                  </a:lnTo>
                  <a:lnTo>
                    <a:pt x="6889" y="7251"/>
                  </a:lnTo>
                  <a:lnTo>
                    <a:pt x="6820" y="7320"/>
                  </a:lnTo>
                  <a:lnTo>
                    <a:pt x="6769" y="7397"/>
                  </a:lnTo>
                  <a:lnTo>
                    <a:pt x="6760" y="7406"/>
                  </a:lnTo>
                  <a:lnTo>
                    <a:pt x="6605" y="7380"/>
                  </a:lnTo>
                  <a:lnTo>
                    <a:pt x="6459" y="7345"/>
                  </a:lnTo>
                  <a:lnTo>
                    <a:pt x="6322" y="7285"/>
                  </a:lnTo>
                  <a:lnTo>
                    <a:pt x="6253" y="7251"/>
                  </a:lnTo>
                  <a:lnTo>
                    <a:pt x="6184" y="7208"/>
                  </a:lnTo>
                  <a:lnTo>
                    <a:pt x="6253" y="7165"/>
                  </a:lnTo>
                  <a:lnTo>
                    <a:pt x="6313" y="7105"/>
                  </a:lnTo>
                  <a:lnTo>
                    <a:pt x="6425" y="6976"/>
                  </a:lnTo>
                  <a:lnTo>
                    <a:pt x="6537" y="6847"/>
                  </a:lnTo>
                  <a:lnTo>
                    <a:pt x="6640" y="6735"/>
                  </a:lnTo>
                  <a:lnTo>
                    <a:pt x="7018" y="6382"/>
                  </a:lnTo>
                  <a:lnTo>
                    <a:pt x="7388" y="6029"/>
                  </a:lnTo>
                  <a:lnTo>
                    <a:pt x="7560" y="5875"/>
                  </a:lnTo>
                  <a:lnTo>
                    <a:pt x="7741" y="5703"/>
                  </a:lnTo>
                  <a:lnTo>
                    <a:pt x="8102" y="5367"/>
                  </a:lnTo>
                  <a:lnTo>
                    <a:pt x="8283" y="5195"/>
                  </a:lnTo>
                  <a:lnTo>
                    <a:pt x="8446" y="5006"/>
                  </a:lnTo>
                  <a:lnTo>
                    <a:pt x="8601" y="4817"/>
                  </a:lnTo>
                  <a:lnTo>
                    <a:pt x="8661" y="4722"/>
                  </a:lnTo>
                  <a:lnTo>
                    <a:pt x="8730" y="4619"/>
                  </a:lnTo>
                  <a:close/>
                  <a:moveTo>
                    <a:pt x="9039" y="5539"/>
                  </a:moveTo>
                  <a:lnTo>
                    <a:pt x="9117" y="5866"/>
                  </a:lnTo>
                  <a:lnTo>
                    <a:pt x="9186" y="6193"/>
                  </a:lnTo>
                  <a:lnTo>
                    <a:pt x="9048" y="6322"/>
                  </a:lnTo>
                  <a:lnTo>
                    <a:pt x="8910" y="6451"/>
                  </a:lnTo>
                  <a:lnTo>
                    <a:pt x="8644" y="6726"/>
                  </a:lnTo>
                  <a:lnTo>
                    <a:pt x="8463" y="6898"/>
                  </a:lnTo>
                  <a:lnTo>
                    <a:pt x="8265" y="7053"/>
                  </a:lnTo>
                  <a:lnTo>
                    <a:pt x="8188" y="7105"/>
                  </a:lnTo>
                  <a:lnTo>
                    <a:pt x="8162" y="7130"/>
                  </a:lnTo>
                  <a:lnTo>
                    <a:pt x="8136" y="7156"/>
                  </a:lnTo>
                  <a:lnTo>
                    <a:pt x="7853" y="7251"/>
                  </a:lnTo>
                  <a:lnTo>
                    <a:pt x="7569" y="7337"/>
                  </a:lnTo>
                  <a:lnTo>
                    <a:pt x="7422" y="7363"/>
                  </a:lnTo>
                  <a:lnTo>
                    <a:pt x="7285" y="7388"/>
                  </a:lnTo>
                  <a:lnTo>
                    <a:pt x="7147" y="7406"/>
                  </a:lnTo>
                  <a:lnTo>
                    <a:pt x="7010" y="7414"/>
                  </a:lnTo>
                  <a:lnTo>
                    <a:pt x="7104" y="7345"/>
                  </a:lnTo>
                  <a:lnTo>
                    <a:pt x="7199" y="7268"/>
                  </a:lnTo>
                  <a:lnTo>
                    <a:pt x="7379" y="7105"/>
                  </a:lnTo>
                  <a:lnTo>
                    <a:pt x="7698" y="6795"/>
                  </a:lnTo>
                  <a:lnTo>
                    <a:pt x="8025" y="6485"/>
                  </a:lnTo>
                  <a:lnTo>
                    <a:pt x="8145" y="6373"/>
                  </a:lnTo>
                  <a:lnTo>
                    <a:pt x="8274" y="6262"/>
                  </a:lnTo>
                  <a:lnTo>
                    <a:pt x="8541" y="6029"/>
                  </a:lnTo>
                  <a:lnTo>
                    <a:pt x="8678" y="5918"/>
                  </a:lnTo>
                  <a:lnTo>
                    <a:pt x="8807" y="5797"/>
                  </a:lnTo>
                  <a:lnTo>
                    <a:pt x="8928" y="5668"/>
                  </a:lnTo>
                  <a:lnTo>
                    <a:pt x="9039" y="5539"/>
                  </a:lnTo>
                  <a:close/>
                  <a:moveTo>
                    <a:pt x="10355" y="6477"/>
                  </a:moveTo>
                  <a:lnTo>
                    <a:pt x="10235" y="6700"/>
                  </a:lnTo>
                  <a:lnTo>
                    <a:pt x="10175" y="6812"/>
                  </a:lnTo>
                  <a:lnTo>
                    <a:pt x="10106" y="6915"/>
                  </a:lnTo>
                  <a:lnTo>
                    <a:pt x="9917" y="7173"/>
                  </a:lnTo>
                  <a:lnTo>
                    <a:pt x="9727" y="7423"/>
                  </a:lnTo>
                  <a:lnTo>
                    <a:pt x="9641" y="7105"/>
                  </a:lnTo>
                  <a:lnTo>
                    <a:pt x="9564" y="6786"/>
                  </a:lnTo>
                  <a:lnTo>
                    <a:pt x="9960" y="6632"/>
                  </a:lnTo>
                  <a:lnTo>
                    <a:pt x="10355" y="6477"/>
                  </a:lnTo>
                  <a:close/>
                  <a:moveTo>
                    <a:pt x="11129" y="6262"/>
                  </a:moveTo>
                  <a:lnTo>
                    <a:pt x="11052" y="6365"/>
                  </a:lnTo>
                  <a:lnTo>
                    <a:pt x="10983" y="6477"/>
                  </a:lnTo>
                  <a:lnTo>
                    <a:pt x="10854" y="6700"/>
                  </a:lnTo>
                  <a:lnTo>
                    <a:pt x="10725" y="6924"/>
                  </a:lnTo>
                  <a:lnTo>
                    <a:pt x="10596" y="7148"/>
                  </a:lnTo>
                  <a:lnTo>
                    <a:pt x="10441" y="7371"/>
                  </a:lnTo>
                  <a:lnTo>
                    <a:pt x="10278" y="7603"/>
                  </a:lnTo>
                  <a:lnTo>
                    <a:pt x="10123" y="7827"/>
                  </a:lnTo>
                  <a:lnTo>
                    <a:pt x="9968" y="8059"/>
                  </a:lnTo>
                  <a:lnTo>
                    <a:pt x="9874" y="7836"/>
                  </a:lnTo>
                  <a:lnTo>
                    <a:pt x="9796" y="7612"/>
                  </a:lnTo>
                  <a:lnTo>
                    <a:pt x="10011" y="7302"/>
                  </a:lnTo>
                  <a:lnTo>
                    <a:pt x="10218" y="6984"/>
                  </a:lnTo>
                  <a:lnTo>
                    <a:pt x="10295" y="6855"/>
                  </a:lnTo>
                  <a:lnTo>
                    <a:pt x="10381" y="6718"/>
                  </a:lnTo>
                  <a:lnTo>
                    <a:pt x="10450" y="6580"/>
                  </a:lnTo>
                  <a:lnTo>
                    <a:pt x="10476" y="6503"/>
                  </a:lnTo>
                  <a:lnTo>
                    <a:pt x="10501" y="6434"/>
                  </a:lnTo>
                  <a:lnTo>
                    <a:pt x="10811" y="6339"/>
                  </a:lnTo>
                  <a:lnTo>
                    <a:pt x="11129" y="6262"/>
                  </a:lnTo>
                  <a:close/>
                  <a:moveTo>
                    <a:pt x="11912" y="6167"/>
                  </a:moveTo>
                  <a:lnTo>
                    <a:pt x="11860" y="6227"/>
                  </a:lnTo>
                  <a:lnTo>
                    <a:pt x="11809" y="6287"/>
                  </a:lnTo>
                  <a:lnTo>
                    <a:pt x="11723" y="6425"/>
                  </a:lnTo>
                  <a:lnTo>
                    <a:pt x="11568" y="6718"/>
                  </a:lnTo>
                  <a:lnTo>
                    <a:pt x="11301" y="7182"/>
                  </a:lnTo>
                  <a:lnTo>
                    <a:pt x="11164" y="7406"/>
                  </a:lnTo>
                  <a:lnTo>
                    <a:pt x="11017" y="7638"/>
                  </a:lnTo>
                  <a:lnTo>
                    <a:pt x="10768" y="8025"/>
                  </a:lnTo>
                  <a:lnTo>
                    <a:pt x="10527" y="8412"/>
                  </a:lnTo>
                  <a:lnTo>
                    <a:pt x="10433" y="8558"/>
                  </a:lnTo>
                  <a:lnTo>
                    <a:pt x="10381" y="8644"/>
                  </a:lnTo>
                  <a:lnTo>
                    <a:pt x="10347" y="8730"/>
                  </a:lnTo>
                  <a:lnTo>
                    <a:pt x="10269" y="8618"/>
                  </a:lnTo>
                  <a:lnTo>
                    <a:pt x="10200" y="8506"/>
                  </a:lnTo>
                  <a:lnTo>
                    <a:pt x="10132" y="8386"/>
                  </a:lnTo>
                  <a:lnTo>
                    <a:pt x="10063" y="8266"/>
                  </a:lnTo>
                  <a:lnTo>
                    <a:pt x="10243" y="8008"/>
                  </a:lnTo>
                  <a:lnTo>
                    <a:pt x="10407" y="7750"/>
                  </a:lnTo>
                  <a:lnTo>
                    <a:pt x="10742" y="7225"/>
                  </a:lnTo>
                  <a:lnTo>
                    <a:pt x="10880" y="7001"/>
                  </a:lnTo>
                  <a:lnTo>
                    <a:pt x="11026" y="6752"/>
                  </a:lnTo>
                  <a:lnTo>
                    <a:pt x="11095" y="6632"/>
                  </a:lnTo>
                  <a:lnTo>
                    <a:pt x="11155" y="6503"/>
                  </a:lnTo>
                  <a:lnTo>
                    <a:pt x="11207" y="6373"/>
                  </a:lnTo>
                  <a:lnTo>
                    <a:pt x="11241" y="6236"/>
                  </a:lnTo>
                  <a:lnTo>
                    <a:pt x="11404" y="6210"/>
                  </a:lnTo>
                  <a:lnTo>
                    <a:pt x="11568" y="6184"/>
                  </a:lnTo>
                  <a:lnTo>
                    <a:pt x="11740" y="6176"/>
                  </a:lnTo>
                  <a:lnTo>
                    <a:pt x="11912" y="6167"/>
                  </a:lnTo>
                  <a:close/>
                  <a:moveTo>
                    <a:pt x="12161" y="6167"/>
                  </a:moveTo>
                  <a:lnTo>
                    <a:pt x="12299" y="6184"/>
                  </a:lnTo>
                  <a:lnTo>
                    <a:pt x="12437" y="6201"/>
                  </a:lnTo>
                  <a:lnTo>
                    <a:pt x="12566" y="6227"/>
                  </a:lnTo>
                  <a:lnTo>
                    <a:pt x="12497" y="6305"/>
                  </a:lnTo>
                  <a:lnTo>
                    <a:pt x="12428" y="6382"/>
                  </a:lnTo>
                  <a:lnTo>
                    <a:pt x="12299" y="6554"/>
                  </a:lnTo>
                  <a:lnTo>
                    <a:pt x="12187" y="6735"/>
                  </a:lnTo>
                  <a:lnTo>
                    <a:pt x="12084" y="6915"/>
                  </a:lnTo>
                  <a:lnTo>
                    <a:pt x="11878" y="7302"/>
                  </a:lnTo>
                  <a:lnTo>
                    <a:pt x="11783" y="7483"/>
                  </a:lnTo>
                  <a:lnTo>
                    <a:pt x="11680" y="7664"/>
                  </a:lnTo>
                  <a:lnTo>
                    <a:pt x="11577" y="7853"/>
                  </a:lnTo>
                  <a:lnTo>
                    <a:pt x="11456" y="8042"/>
                  </a:lnTo>
                  <a:lnTo>
                    <a:pt x="11215" y="8420"/>
                  </a:lnTo>
                  <a:lnTo>
                    <a:pt x="11095" y="8618"/>
                  </a:lnTo>
                  <a:lnTo>
                    <a:pt x="10992" y="8816"/>
                  </a:lnTo>
                  <a:lnTo>
                    <a:pt x="10888" y="9014"/>
                  </a:lnTo>
                  <a:lnTo>
                    <a:pt x="10802" y="9212"/>
                  </a:lnTo>
                  <a:lnTo>
                    <a:pt x="10639" y="9065"/>
                  </a:lnTo>
                  <a:lnTo>
                    <a:pt x="10484" y="8902"/>
                  </a:lnTo>
                  <a:lnTo>
                    <a:pt x="10527" y="8868"/>
                  </a:lnTo>
                  <a:lnTo>
                    <a:pt x="10553" y="8825"/>
                  </a:lnTo>
                  <a:lnTo>
                    <a:pt x="10605" y="8713"/>
                  </a:lnTo>
                  <a:lnTo>
                    <a:pt x="10656" y="8610"/>
                  </a:lnTo>
                  <a:lnTo>
                    <a:pt x="10699" y="8515"/>
                  </a:lnTo>
                  <a:lnTo>
                    <a:pt x="10811" y="8317"/>
                  </a:lnTo>
                  <a:lnTo>
                    <a:pt x="10940" y="8119"/>
                  </a:lnTo>
                  <a:lnTo>
                    <a:pt x="11181" y="7732"/>
                  </a:lnTo>
                  <a:lnTo>
                    <a:pt x="11310" y="7526"/>
                  </a:lnTo>
                  <a:lnTo>
                    <a:pt x="11430" y="7320"/>
                  </a:lnTo>
                  <a:lnTo>
                    <a:pt x="11663" y="6898"/>
                  </a:lnTo>
                  <a:lnTo>
                    <a:pt x="11757" y="6726"/>
                  </a:lnTo>
                  <a:lnTo>
                    <a:pt x="11869" y="6546"/>
                  </a:lnTo>
                  <a:lnTo>
                    <a:pt x="11921" y="6451"/>
                  </a:lnTo>
                  <a:lnTo>
                    <a:pt x="11964" y="6356"/>
                  </a:lnTo>
                  <a:lnTo>
                    <a:pt x="11998" y="6262"/>
                  </a:lnTo>
                  <a:lnTo>
                    <a:pt x="12015" y="6167"/>
                  </a:lnTo>
                  <a:close/>
                  <a:moveTo>
                    <a:pt x="15128" y="8730"/>
                  </a:moveTo>
                  <a:lnTo>
                    <a:pt x="15395" y="9177"/>
                  </a:lnTo>
                  <a:lnTo>
                    <a:pt x="14939" y="9349"/>
                  </a:lnTo>
                  <a:lnTo>
                    <a:pt x="14999" y="9186"/>
                  </a:lnTo>
                  <a:lnTo>
                    <a:pt x="15060" y="9014"/>
                  </a:lnTo>
                  <a:lnTo>
                    <a:pt x="15094" y="8876"/>
                  </a:lnTo>
                  <a:lnTo>
                    <a:pt x="15120" y="8799"/>
                  </a:lnTo>
                  <a:lnTo>
                    <a:pt x="15128" y="8730"/>
                  </a:lnTo>
                  <a:close/>
                  <a:moveTo>
                    <a:pt x="12677" y="6253"/>
                  </a:moveTo>
                  <a:lnTo>
                    <a:pt x="12806" y="6296"/>
                  </a:lnTo>
                  <a:lnTo>
                    <a:pt x="12944" y="6348"/>
                  </a:lnTo>
                  <a:lnTo>
                    <a:pt x="13073" y="6408"/>
                  </a:lnTo>
                  <a:lnTo>
                    <a:pt x="13193" y="6468"/>
                  </a:lnTo>
                  <a:lnTo>
                    <a:pt x="13116" y="6580"/>
                  </a:lnTo>
                  <a:lnTo>
                    <a:pt x="13039" y="6692"/>
                  </a:lnTo>
                  <a:lnTo>
                    <a:pt x="12901" y="6924"/>
                  </a:lnTo>
                  <a:lnTo>
                    <a:pt x="12609" y="7397"/>
                  </a:lnTo>
                  <a:lnTo>
                    <a:pt x="12316" y="7870"/>
                  </a:lnTo>
                  <a:lnTo>
                    <a:pt x="12032" y="8343"/>
                  </a:lnTo>
                  <a:lnTo>
                    <a:pt x="11757" y="8825"/>
                  </a:lnTo>
                  <a:lnTo>
                    <a:pt x="11533" y="9186"/>
                  </a:lnTo>
                  <a:lnTo>
                    <a:pt x="11439" y="9366"/>
                  </a:lnTo>
                  <a:lnTo>
                    <a:pt x="11387" y="9461"/>
                  </a:lnTo>
                  <a:lnTo>
                    <a:pt x="11353" y="9564"/>
                  </a:lnTo>
                  <a:lnTo>
                    <a:pt x="11146" y="9452"/>
                  </a:lnTo>
                  <a:lnTo>
                    <a:pt x="11043" y="9392"/>
                  </a:lnTo>
                  <a:lnTo>
                    <a:pt x="10957" y="9332"/>
                  </a:lnTo>
                  <a:lnTo>
                    <a:pt x="10957" y="9323"/>
                  </a:lnTo>
                  <a:lnTo>
                    <a:pt x="10974" y="9306"/>
                  </a:lnTo>
                  <a:lnTo>
                    <a:pt x="11164" y="8936"/>
                  </a:lnTo>
                  <a:lnTo>
                    <a:pt x="11361" y="8575"/>
                  </a:lnTo>
                  <a:lnTo>
                    <a:pt x="11774" y="7861"/>
                  </a:lnTo>
                  <a:lnTo>
                    <a:pt x="12239" y="7070"/>
                  </a:lnTo>
                  <a:lnTo>
                    <a:pt x="12462" y="6666"/>
                  </a:lnTo>
                  <a:lnTo>
                    <a:pt x="12677" y="6253"/>
                  </a:lnTo>
                  <a:close/>
                  <a:moveTo>
                    <a:pt x="14690" y="7999"/>
                  </a:moveTo>
                  <a:lnTo>
                    <a:pt x="14827" y="8214"/>
                  </a:lnTo>
                  <a:lnTo>
                    <a:pt x="15017" y="8541"/>
                  </a:lnTo>
                  <a:lnTo>
                    <a:pt x="14982" y="8627"/>
                  </a:lnTo>
                  <a:lnTo>
                    <a:pt x="14948" y="8713"/>
                  </a:lnTo>
                  <a:lnTo>
                    <a:pt x="14896" y="8902"/>
                  </a:lnTo>
                  <a:lnTo>
                    <a:pt x="14845" y="9040"/>
                  </a:lnTo>
                  <a:lnTo>
                    <a:pt x="14784" y="9177"/>
                  </a:lnTo>
                  <a:lnTo>
                    <a:pt x="14647" y="9452"/>
                  </a:lnTo>
                  <a:lnTo>
                    <a:pt x="14320" y="9564"/>
                  </a:lnTo>
                  <a:lnTo>
                    <a:pt x="13985" y="9659"/>
                  </a:lnTo>
                  <a:lnTo>
                    <a:pt x="13985" y="9659"/>
                  </a:lnTo>
                  <a:lnTo>
                    <a:pt x="14028" y="9581"/>
                  </a:lnTo>
                  <a:lnTo>
                    <a:pt x="14071" y="9487"/>
                  </a:lnTo>
                  <a:lnTo>
                    <a:pt x="14148" y="9306"/>
                  </a:lnTo>
                  <a:lnTo>
                    <a:pt x="14208" y="9117"/>
                  </a:lnTo>
                  <a:lnTo>
                    <a:pt x="14268" y="8962"/>
                  </a:lnTo>
                  <a:lnTo>
                    <a:pt x="14311" y="8868"/>
                  </a:lnTo>
                  <a:lnTo>
                    <a:pt x="14372" y="8756"/>
                  </a:lnTo>
                  <a:lnTo>
                    <a:pt x="14501" y="8506"/>
                  </a:lnTo>
                  <a:lnTo>
                    <a:pt x="14561" y="8377"/>
                  </a:lnTo>
                  <a:lnTo>
                    <a:pt x="14621" y="8248"/>
                  </a:lnTo>
                  <a:lnTo>
                    <a:pt x="14664" y="8119"/>
                  </a:lnTo>
                  <a:lnTo>
                    <a:pt x="14690" y="7999"/>
                  </a:lnTo>
                  <a:close/>
                  <a:moveTo>
                    <a:pt x="16238" y="9100"/>
                  </a:moveTo>
                  <a:lnTo>
                    <a:pt x="16186" y="9237"/>
                  </a:lnTo>
                  <a:lnTo>
                    <a:pt x="16143" y="9358"/>
                  </a:lnTo>
                  <a:lnTo>
                    <a:pt x="16075" y="9521"/>
                  </a:lnTo>
                  <a:lnTo>
                    <a:pt x="16006" y="9693"/>
                  </a:lnTo>
                  <a:lnTo>
                    <a:pt x="15954" y="9616"/>
                  </a:lnTo>
                  <a:lnTo>
                    <a:pt x="15739" y="9289"/>
                  </a:lnTo>
                  <a:lnTo>
                    <a:pt x="15989" y="9194"/>
                  </a:lnTo>
                  <a:lnTo>
                    <a:pt x="16238" y="9100"/>
                  </a:lnTo>
                  <a:close/>
                  <a:moveTo>
                    <a:pt x="13314" y="6537"/>
                  </a:moveTo>
                  <a:lnTo>
                    <a:pt x="13408" y="6597"/>
                  </a:lnTo>
                  <a:lnTo>
                    <a:pt x="13503" y="6666"/>
                  </a:lnTo>
                  <a:lnTo>
                    <a:pt x="13692" y="6812"/>
                  </a:lnTo>
                  <a:lnTo>
                    <a:pt x="13546" y="7087"/>
                  </a:lnTo>
                  <a:lnTo>
                    <a:pt x="13400" y="7363"/>
                  </a:lnTo>
                  <a:lnTo>
                    <a:pt x="13254" y="7629"/>
                  </a:lnTo>
                  <a:lnTo>
                    <a:pt x="13176" y="7767"/>
                  </a:lnTo>
                  <a:lnTo>
                    <a:pt x="13090" y="7896"/>
                  </a:lnTo>
                  <a:lnTo>
                    <a:pt x="12557" y="8721"/>
                  </a:lnTo>
                  <a:lnTo>
                    <a:pt x="12325" y="9083"/>
                  </a:lnTo>
                  <a:lnTo>
                    <a:pt x="12101" y="9444"/>
                  </a:lnTo>
                  <a:lnTo>
                    <a:pt x="12007" y="9590"/>
                  </a:lnTo>
                  <a:lnTo>
                    <a:pt x="11955" y="9676"/>
                  </a:lnTo>
                  <a:lnTo>
                    <a:pt x="11938" y="9719"/>
                  </a:lnTo>
                  <a:lnTo>
                    <a:pt x="11921" y="9753"/>
                  </a:lnTo>
                  <a:lnTo>
                    <a:pt x="11792" y="9728"/>
                  </a:lnTo>
                  <a:lnTo>
                    <a:pt x="11663" y="9685"/>
                  </a:lnTo>
                  <a:lnTo>
                    <a:pt x="11516" y="9633"/>
                  </a:lnTo>
                  <a:lnTo>
                    <a:pt x="11611" y="9495"/>
                  </a:lnTo>
                  <a:lnTo>
                    <a:pt x="11697" y="9341"/>
                  </a:lnTo>
                  <a:lnTo>
                    <a:pt x="11860" y="9048"/>
                  </a:lnTo>
                  <a:lnTo>
                    <a:pt x="12136" y="8567"/>
                  </a:lnTo>
                  <a:lnTo>
                    <a:pt x="12411" y="8085"/>
                  </a:lnTo>
                  <a:lnTo>
                    <a:pt x="12970" y="7130"/>
                  </a:lnTo>
                  <a:lnTo>
                    <a:pt x="13142" y="6838"/>
                  </a:lnTo>
                  <a:lnTo>
                    <a:pt x="13236" y="6692"/>
                  </a:lnTo>
                  <a:lnTo>
                    <a:pt x="13314" y="6537"/>
                  </a:lnTo>
                  <a:close/>
                  <a:moveTo>
                    <a:pt x="14260" y="7397"/>
                  </a:moveTo>
                  <a:lnTo>
                    <a:pt x="14432" y="7629"/>
                  </a:lnTo>
                  <a:lnTo>
                    <a:pt x="14595" y="7861"/>
                  </a:lnTo>
                  <a:lnTo>
                    <a:pt x="14544" y="7956"/>
                  </a:lnTo>
                  <a:lnTo>
                    <a:pt x="14501" y="8051"/>
                  </a:lnTo>
                  <a:lnTo>
                    <a:pt x="14415" y="8240"/>
                  </a:lnTo>
                  <a:lnTo>
                    <a:pt x="14277" y="8515"/>
                  </a:lnTo>
                  <a:lnTo>
                    <a:pt x="14200" y="8653"/>
                  </a:lnTo>
                  <a:lnTo>
                    <a:pt x="14139" y="8790"/>
                  </a:lnTo>
                  <a:lnTo>
                    <a:pt x="14002" y="9100"/>
                  </a:lnTo>
                  <a:lnTo>
                    <a:pt x="13864" y="9409"/>
                  </a:lnTo>
                  <a:lnTo>
                    <a:pt x="13821" y="9487"/>
                  </a:lnTo>
                  <a:lnTo>
                    <a:pt x="13770" y="9564"/>
                  </a:lnTo>
                  <a:lnTo>
                    <a:pt x="13735" y="9642"/>
                  </a:lnTo>
                  <a:lnTo>
                    <a:pt x="13701" y="9728"/>
                  </a:lnTo>
                  <a:lnTo>
                    <a:pt x="13408" y="9788"/>
                  </a:lnTo>
                  <a:lnTo>
                    <a:pt x="13099" y="9822"/>
                  </a:lnTo>
                  <a:lnTo>
                    <a:pt x="13185" y="9685"/>
                  </a:lnTo>
                  <a:lnTo>
                    <a:pt x="13271" y="9538"/>
                  </a:lnTo>
                  <a:lnTo>
                    <a:pt x="13417" y="9237"/>
                  </a:lnTo>
                  <a:lnTo>
                    <a:pt x="13555" y="8936"/>
                  </a:lnTo>
                  <a:lnTo>
                    <a:pt x="13692" y="8644"/>
                  </a:lnTo>
                  <a:lnTo>
                    <a:pt x="13847" y="8352"/>
                  </a:lnTo>
                  <a:lnTo>
                    <a:pt x="14002" y="8042"/>
                  </a:lnTo>
                  <a:lnTo>
                    <a:pt x="14079" y="7887"/>
                  </a:lnTo>
                  <a:lnTo>
                    <a:pt x="14148" y="7724"/>
                  </a:lnTo>
                  <a:lnTo>
                    <a:pt x="14208" y="7560"/>
                  </a:lnTo>
                  <a:lnTo>
                    <a:pt x="14260" y="7397"/>
                  </a:lnTo>
                  <a:close/>
                  <a:moveTo>
                    <a:pt x="13778" y="6890"/>
                  </a:moveTo>
                  <a:lnTo>
                    <a:pt x="13881" y="6984"/>
                  </a:lnTo>
                  <a:lnTo>
                    <a:pt x="13976" y="7087"/>
                  </a:lnTo>
                  <a:lnTo>
                    <a:pt x="14165" y="7294"/>
                  </a:lnTo>
                  <a:lnTo>
                    <a:pt x="14079" y="7449"/>
                  </a:lnTo>
                  <a:lnTo>
                    <a:pt x="14002" y="7603"/>
                  </a:lnTo>
                  <a:lnTo>
                    <a:pt x="13847" y="7922"/>
                  </a:lnTo>
                  <a:lnTo>
                    <a:pt x="13701" y="8248"/>
                  </a:lnTo>
                  <a:lnTo>
                    <a:pt x="13623" y="8403"/>
                  </a:lnTo>
                  <a:lnTo>
                    <a:pt x="13546" y="8558"/>
                  </a:lnTo>
                  <a:lnTo>
                    <a:pt x="13460" y="8713"/>
                  </a:lnTo>
                  <a:lnTo>
                    <a:pt x="13365" y="8868"/>
                  </a:lnTo>
                  <a:lnTo>
                    <a:pt x="13168" y="9186"/>
                  </a:lnTo>
                  <a:lnTo>
                    <a:pt x="13073" y="9349"/>
                  </a:lnTo>
                  <a:lnTo>
                    <a:pt x="12978" y="9513"/>
                  </a:lnTo>
                  <a:lnTo>
                    <a:pt x="12901" y="9676"/>
                  </a:lnTo>
                  <a:lnTo>
                    <a:pt x="12841" y="9839"/>
                  </a:lnTo>
                  <a:lnTo>
                    <a:pt x="12488" y="9839"/>
                  </a:lnTo>
                  <a:lnTo>
                    <a:pt x="12316" y="9822"/>
                  </a:lnTo>
                  <a:lnTo>
                    <a:pt x="12136" y="9805"/>
                  </a:lnTo>
                  <a:lnTo>
                    <a:pt x="12187" y="9719"/>
                  </a:lnTo>
                  <a:lnTo>
                    <a:pt x="12239" y="9633"/>
                  </a:lnTo>
                  <a:lnTo>
                    <a:pt x="12308" y="9487"/>
                  </a:lnTo>
                  <a:lnTo>
                    <a:pt x="12755" y="8764"/>
                  </a:lnTo>
                  <a:lnTo>
                    <a:pt x="13305" y="7879"/>
                  </a:lnTo>
                  <a:lnTo>
                    <a:pt x="13443" y="7646"/>
                  </a:lnTo>
                  <a:lnTo>
                    <a:pt x="13580" y="7406"/>
                  </a:lnTo>
                  <a:lnTo>
                    <a:pt x="13649" y="7277"/>
                  </a:lnTo>
                  <a:lnTo>
                    <a:pt x="13701" y="7156"/>
                  </a:lnTo>
                  <a:lnTo>
                    <a:pt x="13744" y="7019"/>
                  </a:lnTo>
                  <a:lnTo>
                    <a:pt x="13778" y="6890"/>
                  </a:lnTo>
                  <a:close/>
                  <a:moveTo>
                    <a:pt x="2778" y="1"/>
                  </a:moveTo>
                  <a:lnTo>
                    <a:pt x="2580" y="26"/>
                  </a:lnTo>
                  <a:lnTo>
                    <a:pt x="2383" y="61"/>
                  </a:lnTo>
                  <a:lnTo>
                    <a:pt x="2176" y="112"/>
                  </a:lnTo>
                  <a:lnTo>
                    <a:pt x="1978" y="173"/>
                  </a:lnTo>
                  <a:lnTo>
                    <a:pt x="1789" y="250"/>
                  </a:lnTo>
                  <a:lnTo>
                    <a:pt x="1591" y="336"/>
                  </a:lnTo>
                  <a:lnTo>
                    <a:pt x="1402" y="431"/>
                  </a:lnTo>
                  <a:lnTo>
                    <a:pt x="1222" y="534"/>
                  </a:lnTo>
                  <a:lnTo>
                    <a:pt x="1041" y="646"/>
                  </a:lnTo>
                  <a:lnTo>
                    <a:pt x="869" y="766"/>
                  </a:lnTo>
                  <a:lnTo>
                    <a:pt x="706" y="895"/>
                  </a:lnTo>
                  <a:lnTo>
                    <a:pt x="551" y="1024"/>
                  </a:lnTo>
                  <a:lnTo>
                    <a:pt x="405" y="1162"/>
                  </a:lnTo>
                  <a:lnTo>
                    <a:pt x="276" y="1299"/>
                  </a:lnTo>
                  <a:lnTo>
                    <a:pt x="267" y="1308"/>
                  </a:lnTo>
                  <a:lnTo>
                    <a:pt x="258" y="1325"/>
                  </a:lnTo>
                  <a:lnTo>
                    <a:pt x="267" y="1351"/>
                  </a:lnTo>
                  <a:lnTo>
                    <a:pt x="293" y="1359"/>
                  </a:lnTo>
                  <a:lnTo>
                    <a:pt x="301" y="1368"/>
                  </a:lnTo>
                  <a:lnTo>
                    <a:pt x="319" y="1359"/>
                  </a:lnTo>
                  <a:lnTo>
                    <a:pt x="611" y="1153"/>
                  </a:lnTo>
                  <a:lnTo>
                    <a:pt x="921" y="955"/>
                  </a:lnTo>
                  <a:lnTo>
                    <a:pt x="860" y="1136"/>
                  </a:lnTo>
                  <a:lnTo>
                    <a:pt x="809" y="1325"/>
                  </a:lnTo>
                  <a:lnTo>
                    <a:pt x="766" y="1514"/>
                  </a:lnTo>
                  <a:lnTo>
                    <a:pt x="731" y="1703"/>
                  </a:lnTo>
                  <a:lnTo>
                    <a:pt x="671" y="2090"/>
                  </a:lnTo>
                  <a:lnTo>
                    <a:pt x="628" y="2469"/>
                  </a:lnTo>
                  <a:lnTo>
                    <a:pt x="551" y="3243"/>
                  </a:lnTo>
                  <a:lnTo>
                    <a:pt x="499" y="3630"/>
                  </a:lnTo>
                  <a:lnTo>
                    <a:pt x="473" y="3819"/>
                  </a:lnTo>
                  <a:lnTo>
                    <a:pt x="430" y="4008"/>
                  </a:lnTo>
                  <a:lnTo>
                    <a:pt x="362" y="3905"/>
                  </a:lnTo>
                  <a:lnTo>
                    <a:pt x="301" y="3802"/>
                  </a:lnTo>
                  <a:lnTo>
                    <a:pt x="250" y="3690"/>
                  </a:lnTo>
                  <a:lnTo>
                    <a:pt x="198" y="3578"/>
                  </a:lnTo>
                  <a:lnTo>
                    <a:pt x="104" y="3346"/>
                  </a:lnTo>
                  <a:lnTo>
                    <a:pt x="35" y="3105"/>
                  </a:lnTo>
                  <a:lnTo>
                    <a:pt x="26" y="3088"/>
                  </a:lnTo>
                  <a:lnTo>
                    <a:pt x="18" y="3088"/>
                  </a:lnTo>
                  <a:lnTo>
                    <a:pt x="0" y="3097"/>
                  </a:lnTo>
                  <a:lnTo>
                    <a:pt x="0" y="3105"/>
                  </a:lnTo>
                  <a:lnTo>
                    <a:pt x="9" y="3226"/>
                  </a:lnTo>
                  <a:lnTo>
                    <a:pt x="26" y="3338"/>
                  </a:lnTo>
                  <a:lnTo>
                    <a:pt x="43" y="3449"/>
                  </a:lnTo>
                  <a:lnTo>
                    <a:pt x="69" y="3561"/>
                  </a:lnTo>
                  <a:lnTo>
                    <a:pt x="104" y="3673"/>
                  </a:lnTo>
                  <a:lnTo>
                    <a:pt x="147" y="3776"/>
                  </a:lnTo>
                  <a:lnTo>
                    <a:pt x="190" y="3879"/>
                  </a:lnTo>
                  <a:lnTo>
                    <a:pt x="241" y="3974"/>
                  </a:lnTo>
                  <a:lnTo>
                    <a:pt x="293" y="4069"/>
                  </a:lnTo>
                  <a:lnTo>
                    <a:pt x="362" y="4163"/>
                  </a:lnTo>
                  <a:lnTo>
                    <a:pt x="430" y="4249"/>
                  </a:lnTo>
                  <a:lnTo>
                    <a:pt x="499" y="4335"/>
                  </a:lnTo>
                  <a:lnTo>
                    <a:pt x="585" y="4413"/>
                  </a:lnTo>
                  <a:lnTo>
                    <a:pt x="671" y="4481"/>
                  </a:lnTo>
                  <a:lnTo>
                    <a:pt x="766" y="4550"/>
                  </a:lnTo>
                  <a:lnTo>
                    <a:pt x="869" y="4610"/>
                  </a:lnTo>
                  <a:lnTo>
                    <a:pt x="981" y="4662"/>
                  </a:lnTo>
                  <a:lnTo>
                    <a:pt x="1101" y="4714"/>
                  </a:lnTo>
                  <a:lnTo>
                    <a:pt x="1222" y="4748"/>
                  </a:lnTo>
                  <a:lnTo>
                    <a:pt x="1342" y="4774"/>
                  </a:lnTo>
                  <a:lnTo>
                    <a:pt x="1471" y="4791"/>
                  </a:lnTo>
                  <a:lnTo>
                    <a:pt x="1600" y="4808"/>
                  </a:lnTo>
                  <a:lnTo>
                    <a:pt x="1849" y="4808"/>
                  </a:lnTo>
                  <a:lnTo>
                    <a:pt x="1978" y="4791"/>
                  </a:lnTo>
                  <a:lnTo>
                    <a:pt x="2107" y="4782"/>
                  </a:lnTo>
                  <a:lnTo>
                    <a:pt x="2365" y="4731"/>
                  </a:lnTo>
                  <a:lnTo>
                    <a:pt x="2606" y="4671"/>
                  </a:lnTo>
                  <a:lnTo>
                    <a:pt x="2847" y="4593"/>
                  </a:lnTo>
                  <a:lnTo>
                    <a:pt x="2993" y="4542"/>
                  </a:lnTo>
                  <a:lnTo>
                    <a:pt x="3131" y="4481"/>
                  </a:lnTo>
                  <a:lnTo>
                    <a:pt x="3423" y="4352"/>
                  </a:lnTo>
                  <a:lnTo>
                    <a:pt x="3707" y="4206"/>
                  </a:lnTo>
                  <a:lnTo>
                    <a:pt x="4000" y="4051"/>
                  </a:lnTo>
                  <a:lnTo>
                    <a:pt x="4576" y="3742"/>
                  </a:lnTo>
                  <a:lnTo>
                    <a:pt x="4860" y="3596"/>
                  </a:lnTo>
                  <a:lnTo>
                    <a:pt x="5161" y="3458"/>
                  </a:lnTo>
                  <a:lnTo>
                    <a:pt x="5169" y="3768"/>
                  </a:lnTo>
                  <a:lnTo>
                    <a:pt x="5178" y="4516"/>
                  </a:lnTo>
                  <a:lnTo>
                    <a:pt x="5195" y="4894"/>
                  </a:lnTo>
                  <a:lnTo>
                    <a:pt x="5221" y="5273"/>
                  </a:lnTo>
                  <a:lnTo>
                    <a:pt x="5238" y="5462"/>
                  </a:lnTo>
                  <a:lnTo>
                    <a:pt x="5264" y="5651"/>
                  </a:lnTo>
                  <a:lnTo>
                    <a:pt x="5290" y="5832"/>
                  </a:lnTo>
                  <a:lnTo>
                    <a:pt x="5324" y="6021"/>
                  </a:lnTo>
                  <a:lnTo>
                    <a:pt x="5367" y="6201"/>
                  </a:lnTo>
                  <a:lnTo>
                    <a:pt x="5419" y="6382"/>
                  </a:lnTo>
                  <a:lnTo>
                    <a:pt x="5479" y="6554"/>
                  </a:lnTo>
                  <a:lnTo>
                    <a:pt x="5548" y="6735"/>
                  </a:lnTo>
                  <a:lnTo>
                    <a:pt x="5634" y="6898"/>
                  </a:lnTo>
                  <a:lnTo>
                    <a:pt x="5728" y="7036"/>
                  </a:lnTo>
                  <a:lnTo>
                    <a:pt x="5831" y="7165"/>
                  </a:lnTo>
                  <a:lnTo>
                    <a:pt x="5943" y="7268"/>
                  </a:lnTo>
                  <a:lnTo>
                    <a:pt x="6064" y="7363"/>
                  </a:lnTo>
                  <a:lnTo>
                    <a:pt x="6201" y="7440"/>
                  </a:lnTo>
                  <a:lnTo>
                    <a:pt x="6339" y="7500"/>
                  </a:lnTo>
                  <a:lnTo>
                    <a:pt x="6485" y="7543"/>
                  </a:lnTo>
                  <a:lnTo>
                    <a:pt x="6631" y="7578"/>
                  </a:lnTo>
                  <a:lnTo>
                    <a:pt x="6786" y="7595"/>
                  </a:lnTo>
                  <a:lnTo>
                    <a:pt x="6949" y="7603"/>
                  </a:lnTo>
                  <a:lnTo>
                    <a:pt x="7113" y="7603"/>
                  </a:lnTo>
                  <a:lnTo>
                    <a:pt x="7276" y="7586"/>
                  </a:lnTo>
                  <a:lnTo>
                    <a:pt x="7440" y="7560"/>
                  </a:lnTo>
                  <a:lnTo>
                    <a:pt x="7603" y="7526"/>
                  </a:lnTo>
                  <a:lnTo>
                    <a:pt x="7767" y="7483"/>
                  </a:lnTo>
                  <a:lnTo>
                    <a:pt x="7964" y="7423"/>
                  </a:lnTo>
                  <a:lnTo>
                    <a:pt x="8162" y="7354"/>
                  </a:lnTo>
                  <a:lnTo>
                    <a:pt x="8558" y="7208"/>
                  </a:lnTo>
                  <a:lnTo>
                    <a:pt x="8945" y="7044"/>
                  </a:lnTo>
                  <a:lnTo>
                    <a:pt x="9332" y="6881"/>
                  </a:lnTo>
                  <a:lnTo>
                    <a:pt x="9426" y="7251"/>
                  </a:lnTo>
                  <a:lnTo>
                    <a:pt x="9530" y="7621"/>
                  </a:lnTo>
                  <a:lnTo>
                    <a:pt x="9590" y="7793"/>
                  </a:lnTo>
                  <a:lnTo>
                    <a:pt x="9659" y="7973"/>
                  </a:lnTo>
                  <a:lnTo>
                    <a:pt x="9727" y="8145"/>
                  </a:lnTo>
                  <a:lnTo>
                    <a:pt x="9805" y="8317"/>
                  </a:lnTo>
                  <a:lnTo>
                    <a:pt x="9796" y="8334"/>
                  </a:lnTo>
                  <a:lnTo>
                    <a:pt x="9788" y="8360"/>
                  </a:lnTo>
                  <a:lnTo>
                    <a:pt x="9788" y="8377"/>
                  </a:lnTo>
                  <a:lnTo>
                    <a:pt x="9788" y="8403"/>
                  </a:lnTo>
                  <a:lnTo>
                    <a:pt x="9805" y="8420"/>
                  </a:lnTo>
                  <a:lnTo>
                    <a:pt x="9813" y="8438"/>
                  </a:lnTo>
                  <a:lnTo>
                    <a:pt x="9831" y="8446"/>
                  </a:lnTo>
                  <a:lnTo>
                    <a:pt x="9874" y="8463"/>
                  </a:lnTo>
                  <a:lnTo>
                    <a:pt x="9891" y="8489"/>
                  </a:lnTo>
                  <a:lnTo>
                    <a:pt x="9960" y="8601"/>
                  </a:lnTo>
                  <a:lnTo>
                    <a:pt x="10037" y="8721"/>
                  </a:lnTo>
                  <a:lnTo>
                    <a:pt x="10114" y="8825"/>
                  </a:lnTo>
                  <a:lnTo>
                    <a:pt x="10200" y="8936"/>
                  </a:lnTo>
                  <a:lnTo>
                    <a:pt x="10286" y="9040"/>
                  </a:lnTo>
                  <a:lnTo>
                    <a:pt x="10381" y="9134"/>
                  </a:lnTo>
                  <a:lnTo>
                    <a:pt x="10476" y="9229"/>
                  </a:lnTo>
                  <a:lnTo>
                    <a:pt x="10579" y="9315"/>
                  </a:lnTo>
                  <a:lnTo>
                    <a:pt x="10682" y="9401"/>
                  </a:lnTo>
                  <a:lnTo>
                    <a:pt x="10794" y="9487"/>
                  </a:lnTo>
                  <a:lnTo>
                    <a:pt x="10906" y="9564"/>
                  </a:lnTo>
                  <a:lnTo>
                    <a:pt x="11017" y="9633"/>
                  </a:lnTo>
                  <a:lnTo>
                    <a:pt x="11138" y="9702"/>
                  </a:lnTo>
                  <a:lnTo>
                    <a:pt x="11258" y="9762"/>
                  </a:lnTo>
                  <a:lnTo>
                    <a:pt x="11508" y="9874"/>
                  </a:lnTo>
                  <a:lnTo>
                    <a:pt x="11671" y="9934"/>
                  </a:lnTo>
                  <a:lnTo>
                    <a:pt x="11835" y="9986"/>
                  </a:lnTo>
                  <a:lnTo>
                    <a:pt x="11998" y="10029"/>
                  </a:lnTo>
                  <a:lnTo>
                    <a:pt x="12161" y="10054"/>
                  </a:lnTo>
                  <a:lnTo>
                    <a:pt x="12333" y="10072"/>
                  </a:lnTo>
                  <a:lnTo>
                    <a:pt x="12505" y="10089"/>
                  </a:lnTo>
                  <a:lnTo>
                    <a:pt x="12875" y="10089"/>
                  </a:lnTo>
                  <a:lnTo>
                    <a:pt x="12901" y="10080"/>
                  </a:lnTo>
                  <a:lnTo>
                    <a:pt x="13082" y="10072"/>
                  </a:lnTo>
                  <a:lnTo>
                    <a:pt x="13254" y="10046"/>
                  </a:lnTo>
                  <a:lnTo>
                    <a:pt x="13426" y="10020"/>
                  </a:lnTo>
                  <a:lnTo>
                    <a:pt x="13598" y="9994"/>
                  </a:lnTo>
                  <a:lnTo>
                    <a:pt x="13942" y="9917"/>
                  </a:lnTo>
                  <a:lnTo>
                    <a:pt x="14277" y="9822"/>
                  </a:lnTo>
                  <a:lnTo>
                    <a:pt x="14595" y="9728"/>
                  </a:lnTo>
                  <a:lnTo>
                    <a:pt x="14905" y="9616"/>
                  </a:lnTo>
                  <a:lnTo>
                    <a:pt x="15214" y="9504"/>
                  </a:lnTo>
                  <a:lnTo>
                    <a:pt x="15524" y="9384"/>
                  </a:lnTo>
                  <a:lnTo>
                    <a:pt x="15670" y="9624"/>
                  </a:lnTo>
                  <a:lnTo>
                    <a:pt x="15834" y="9865"/>
                  </a:lnTo>
                  <a:lnTo>
                    <a:pt x="16006" y="10097"/>
                  </a:lnTo>
                  <a:lnTo>
                    <a:pt x="16178" y="10330"/>
                  </a:lnTo>
                  <a:lnTo>
                    <a:pt x="16358" y="10553"/>
                  </a:lnTo>
                  <a:lnTo>
                    <a:pt x="16556" y="10760"/>
                  </a:lnTo>
                  <a:lnTo>
                    <a:pt x="16754" y="10949"/>
                  </a:lnTo>
                  <a:lnTo>
                    <a:pt x="16849" y="11044"/>
                  </a:lnTo>
                  <a:lnTo>
                    <a:pt x="16952" y="11121"/>
                  </a:lnTo>
                  <a:lnTo>
                    <a:pt x="17055" y="11198"/>
                  </a:lnTo>
                  <a:lnTo>
                    <a:pt x="17167" y="11267"/>
                  </a:lnTo>
                  <a:lnTo>
                    <a:pt x="17270" y="11327"/>
                  </a:lnTo>
                  <a:lnTo>
                    <a:pt x="17382" y="11388"/>
                  </a:lnTo>
                  <a:lnTo>
                    <a:pt x="17494" y="11431"/>
                  </a:lnTo>
                  <a:lnTo>
                    <a:pt x="17605" y="11465"/>
                  </a:lnTo>
                  <a:lnTo>
                    <a:pt x="17717" y="11499"/>
                  </a:lnTo>
                  <a:lnTo>
                    <a:pt x="17829" y="11517"/>
                  </a:lnTo>
                  <a:lnTo>
                    <a:pt x="17949" y="11525"/>
                  </a:lnTo>
                  <a:lnTo>
                    <a:pt x="18061" y="11534"/>
                  </a:lnTo>
                  <a:lnTo>
                    <a:pt x="18182" y="11517"/>
                  </a:lnTo>
                  <a:lnTo>
                    <a:pt x="18302" y="11499"/>
                  </a:lnTo>
                  <a:lnTo>
                    <a:pt x="18422" y="11465"/>
                  </a:lnTo>
                  <a:lnTo>
                    <a:pt x="18543" y="11422"/>
                  </a:lnTo>
                  <a:lnTo>
                    <a:pt x="18672" y="11362"/>
                  </a:lnTo>
                  <a:lnTo>
                    <a:pt x="18792" y="11293"/>
                  </a:lnTo>
                  <a:lnTo>
                    <a:pt x="18809" y="11276"/>
                  </a:lnTo>
                  <a:lnTo>
                    <a:pt x="18801" y="11259"/>
                  </a:lnTo>
                  <a:lnTo>
                    <a:pt x="18792" y="11241"/>
                  </a:lnTo>
                  <a:lnTo>
                    <a:pt x="18766" y="11233"/>
                  </a:lnTo>
                  <a:lnTo>
                    <a:pt x="18663" y="11267"/>
                  </a:lnTo>
                  <a:lnTo>
                    <a:pt x="18551" y="11284"/>
                  </a:lnTo>
                  <a:lnTo>
                    <a:pt x="18448" y="11302"/>
                  </a:lnTo>
                  <a:lnTo>
                    <a:pt x="18345" y="11319"/>
                  </a:lnTo>
                  <a:lnTo>
                    <a:pt x="18147" y="11319"/>
                  </a:lnTo>
                  <a:lnTo>
                    <a:pt x="18053" y="11310"/>
                  </a:lnTo>
                  <a:lnTo>
                    <a:pt x="17958" y="11293"/>
                  </a:lnTo>
                  <a:lnTo>
                    <a:pt x="17863" y="11276"/>
                  </a:lnTo>
                  <a:lnTo>
                    <a:pt x="17769" y="11259"/>
                  </a:lnTo>
                  <a:lnTo>
                    <a:pt x="17597" y="11190"/>
                  </a:lnTo>
                  <a:lnTo>
                    <a:pt x="17425" y="11112"/>
                  </a:lnTo>
                  <a:lnTo>
                    <a:pt x="17261" y="11018"/>
                  </a:lnTo>
                  <a:lnTo>
                    <a:pt x="17098" y="10915"/>
                  </a:lnTo>
                  <a:lnTo>
                    <a:pt x="16943" y="10794"/>
                  </a:lnTo>
                  <a:lnTo>
                    <a:pt x="16797" y="10665"/>
                  </a:lnTo>
                  <a:lnTo>
                    <a:pt x="16659" y="10519"/>
                  </a:lnTo>
                  <a:lnTo>
                    <a:pt x="16522" y="10373"/>
                  </a:lnTo>
                  <a:lnTo>
                    <a:pt x="16393" y="10218"/>
                  </a:lnTo>
                  <a:lnTo>
                    <a:pt x="16264" y="10054"/>
                  </a:lnTo>
                  <a:lnTo>
                    <a:pt x="16143" y="9891"/>
                  </a:lnTo>
                  <a:lnTo>
                    <a:pt x="16229" y="9650"/>
                  </a:lnTo>
                  <a:lnTo>
                    <a:pt x="16264" y="9530"/>
                  </a:lnTo>
                  <a:lnTo>
                    <a:pt x="16315" y="9409"/>
                  </a:lnTo>
                  <a:lnTo>
                    <a:pt x="16350" y="9323"/>
                  </a:lnTo>
                  <a:lnTo>
                    <a:pt x="16384" y="9220"/>
                  </a:lnTo>
                  <a:lnTo>
                    <a:pt x="16401" y="9169"/>
                  </a:lnTo>
                  <a:lnTo>
                    <a:pt x="16410" y="9117"/>
                  </a:lnTo>
                  <a:lnTo>
                    <a:pt x="16410" y="9065"/>
                  </a:lnTo>
                  <a:lnTo>
                    <a:pt x="16401" y="9022"/>
                  </a:lnTo>
                  <a:lnTo>
                    <a:pt x="16548" y="8945"/>
                  </a:lnTo>
                  <a:lnTo>
                    <a:pt x="16685" y="8868"/>
                  </a:lnTo>
                  <a:lnTo>
                    <a:pt x="16814" y="8773"/>
                  </a:lnTo>
                  <a:lnTo>
                    <a:pt x="16935" y="8670"/>
                  </a:lnTo>
                  <a:lnTo>
                    <a:pt x="16943" y="8653"/>
                  </a:lnTo>
                  <a:lnTo>
                    <a:pt x="16943" y="8644"/>
                  </a:lnTo>
                  <a:lnTo>
                    <a:pt x="16935" y="8618"/>
                  </a:lnTo>
                  <a:lnTo>
                    <a:pt x="16909" y="8601"/>
                  </a:lnTo>
                  <a:lnTo>
                    <a:pt x="16883" y="8601"/>
                  </a:lnTo>
                  <a:lnTo>
                    <a:pt x="16573" y="8730"/>
                  </a:lnTo>
                  <a:lnTo>
                    <a:pt x="16255" y="8850"/>
                  </a:lnTo>
                  <a:lnTo>
                    <a:pt x="15937" y="8962"/>
                  </a:lnTo>
                  <a:lnTo>
                    <a:pt x="15627" y="9083"/>
                  </a:lnTo>
                  <a:lnTo>
                    <a:pt x="15610" y="9091"/>
                  </a:lnTo>
                  <a:lnTo>
                    <a:pt x="15249" y="8463"/>
                  </a:lnTo>
                  <a:lnTo>
                    <a:pt x="15060" y="8154"/>
                  </a:lnTo>
                  <a:lnTo>
                    <a:pt x="14870" y="7853"/>
                  </a:lnTo>
                  <a:lnTo>
                    <a:pt x="14673" y="7552"/>
                  </a:lnTo>
                  <a:lnTo>
                    <a:pt x="14561" y="7406"/>
                  </a:lnTo>
                  <a:lnTo>
                    <a:pt x="14458" y="7268"/>
                  </a:lnTo>
                  <a:lnTo>
                    <a:pt x="14346" y="7130"/>
                  </a:lnTo>
                  <a:lnTo>
                    <a:pt x="14225" y="6993"/>
                  </a:lnTo>
                  <a:lnTo>
                    <a:pt x="14105" y="6864"/>
                  </a:lnTo>
                  <a:lnTo>
                    <a:pt x="13976" y="6743"/>
                  </a:lnTo>
                  <a:lnTo>
                    <a:pt x="13830" y="6623"/>
                  </a:lnTo>
                  <a:lnTo>
                    <a:pt x="13684" y="6511"/>
                  </a:lnTo>
                  <a:lnTo>
                    <a:pt x="13537" y="6408"/>
                  </a:lnTo>
                  <a:lnTo>
                    <a:pt x="13391" y="6322"/>
                  </a:lnTo>
                  <a:lnTo>
                    <a:pt x="13408" y="6270"/>
                  </a:lnTo>
                  <a:lnTo>
                    <a:pt x="13408" y="6262"/>
                  </a:lnTo>
                  <a:lnTo>
                    <a:pt x="13400" y="6253"/>
                  </a:lnTo>
                  <a:lnTo>
                    <a:pt x="13391" y="6253"/>
                  </a:lnTo>
                  <a:lnTo>
                    <a:pt x="13383" y="6262"/>
                  </a:lnTo>
                  <a:lnTo>
                    <a:pt x="13348" y="6296"/>
                  </a:lnTo>
                  <a:lnTo>
                    <a:pt x="13236" y="6244"/>
                  </a:lnTo>
                  <a:lnTo>
                    <a:pt x="13125" y="6193"/>
                  </a:lnTo>
                  <a:lnTo>
                    <a:pt x="13004" y="6150"/>
                  </a:lnTo>
                  <a:lnTo>
                    <a:pt x="12892" y="6107"/>
                  </a:lnTo>
                  <a:lnTo>
                    <a:pt x="12772" y="6072"/>
                  </a:lnTo>
                  <a:lnTo>
                    <a:pt x="12660" y="6047"/>
                  </a:lnTo>
                  <a:lnTo>
                    <a:pt x="12419" y="6004"/>
                  </a:lnTo>
                  <a:lnTo>
                    <a:pt x="12179" y="5986"/>
                  </a:lnTo>
                  <a:lnTo>
                    <a:pt x="11938" y="5978"/>
                  </a:lnTo>
                  <a:lnTo>
                    <a:pt x="11697" y="5986"/>
                  </a:lnTo>
                  <a:lnTo>
                    <a:pt x="11456" y="6012"/>
                  </a:lnTo>
                  <a:lnTo>
                    <a:pt x="11207" y="6055"/>
                  </a:lnTo>
                  <a:lnTo>
                    <a:pt x="10966" y="6098"/>
                  </a:lnTo>
                  <a:lnTo>
                    <a:pt x="10716" y="6167"/>
                  </a:lnTo>
                  <a:lnTo>
                    <a:pt x="10476" y="6236"/>
                  </a:lnTo>
                  <a:lnTo>
                    <a:pt x="10235" y="6313"/>
                  </a:lnTo>
                  <a:lnTo>
                    <a:pt x="9985" y="6399"/>
                  </a:lnTo>
                  <a:lnTo>
                    <a:pt x="9512" y="6580"/>
                  </a:lnTo>
                  <a:lnTo>
                    <a:pt x="9375" y="5952"/>
                  </a:lnTo>
                  <a:lnTo>
                    <a:pt x="9297" y="5608"/>
                  </a:lnTo>
                  <a:lnTo>
                    <a:pt x="9211" y="5273"/>
                  </a:lnTo>
                  <a:lnTo>
                    <a:pt x="9211" y="5255"/>
                  </a:lnTo>
                  <a:lnTo>
                    <a:pt x="9203" y="5247"/>
                  </a:lnTo>
                  <a:lnTo>
                    <a:pt x="9143" y="5058"/>
                  </a:lnTo>
                  <a:lnTo>
                    <a:pt x="9082" y="4877"/>
                  </a:lnTo>
                  <a:lnTo>
                    <a:pt x="9014" y="4696"/>
                  </a:lnTo>
                  <a:lnTo>
                    <a:pt x="8936" y="4516"/>
                  </a:lnTo>
                  <a:lnTo>
                    <a:pt x="8850" y="4352"/>
                  </a:lnTo>
                  <a:lnTo>
                    <a:pt x="8756" y="4180"/>
                  </a:lnTo>
                  <a:lnTo>
                    <a:pt x="8661" y="4026"/>
                  </a:lnTo>
                  <a:lnTo>
                    <a:pt x="8549" y="3879"/>
                  </a:lnTo>
                  <a:lnTo>
                    <a:pt x="8429" y="3733"/>
                  </a:lnTo>
                  <a:lnTo>
                    <a:pt x="8308" y="3604"/>
                  </a:lnTo>
                  <a:lnTo>
                    <a:pt x="8162" y="3475"/>
                  </a:lnTo>
                  <a:lnTo>
                    <a:pt x="8016" y="3355"/>
                  </a:lnTo>
                  <a:lnTo>
                    <a:pt x="7853" y="3252"/>
                  </a:lnTo>
                  <a:lnTo>
                    <a:pt x="7680" y="3157"/>
                  </a:lnTo>
                  <a:lnTo>
                    <a:pt x="7491" y="3071"/>
                  </a:lnTo>
                  <a:lnTo>
                    <a:pt x="7293" y="2994"/>
                  </a:lnTo>
                  <a:lnTo>
                    <a:pt x="7104" y="2951"/>
                  </a:lnTo>
                  <a:lnTo>
                    <a:pt x="6924" y="2916"/>
                  </a:lnTo>
                  <a:lnTo>
                    <a:pt x="6924" y="2908"/>
                  </a:lnTo>
                  <a:lnTo>
                    <a:pt x="6924" y="2899"/>
                  </a:lnTo>
                  <a:lnTo>
                    <a:pt x="6915" y="2890"/>
                  </a:lnTo>
                  <a:lnTo>
                    <a:pt x="6906" y="2890"/>
                  </a:lnTo>
                  <a:lnTo>
                    <a:pt x="6889" y="2899"/>
                  </a:lnTo>
                  <a:lnTo>
                    <a:pt x="6881" y="2908"/>
                  </a:lnTo>
                  <a:lnTo>
                    <a:pt x="6683" y="2890"/>
                  </a:lnTo>
                  <a:lnTo>
                    <a:pt x="6485" y="2890"/>
                  </a:lnTo>
                  <a:lnTo>
                    <a:pt x="6296" y="2899"/>
                  </a:lnTo>
                  <a:lnTo>
                    <a:pt x="6098" y="2925"/>
                  </a:lnTo>
                  <a:lnTo>
                    <a:pt x="5909" y="2959"/>
                  </a:lnTo>
                  <a:lnTo>
                    <a:pt x="5720" y="3011"/>
                  </a:lnTo>
                  <a:lnTo>
                    <a:pt x="5530" y="3071"/>
                  </a:lnTo>
                  <a:lnTo>
                    <a:pt x="5341" y="3140"/>
                  </a:lnTo>
                  <a:lnTo>
                    <a:pt x="5315" y="2822"/>
                  </a:lnTo>
                  <a:lnTo>
                    <a:pt x="5281" y="2512"/>
                  </a:lnTo>
                  <a:lnTo>
                    <a:pt x="5238" y="2211"/>
                  </a:lnTo>
                  <a:lnTo>
                    <a:pt x="5204" y="2056"/>
                  </a:lnTo>
                  <a:lnTo>
                    <a:pt x="5169" y="1901"/>
                  </a:lnTo>
                  <a:lnTo>
                    <a:pt x="5118" y="1721"/>
                  </a:lnTo>
                  <a:lnTo>
                    <a:pt x="5049" y="1549"/>
                  </a:lnTo>
                  <a:lnTo>
                    <a:pt x="4980" y="1377"/>
                  </a:lnTo>
                  <a:lnTo>
                    <a:pt x="4894" y="1213"/>
                  </a:lnTo>
                  <a:lnTo>
                    <a:pt x="4799" y="1058"/>
                  </a:lnTo>
                  <a:lnTo>
                    <a:pt x="4696" y="904"/>
                  </a:lnTo>
                  <a:lnTo>
                    <a:pt x="4584" y="766"/>
                  </a:lnTo>
                  <a:lnTo>
                    <a:pt x="4464" y="628"/>
                  </a:lnTo>
                  <a:lnTo>
                    <a:pt x="4335" y="508"/>
                  </a:lnTo>
                  <a:lnTo>
                    <a:pt x="4197" y="396"/>
                  </a:lnTo>
                  <a:lnTo>
                    <a:pt x="4043" y="302"/>
                  </a:lnTo>
                  <a:lnTo>
                    <a:pt x="3888" y="216"/>
                  </a:lnTo>
                  <a:lnTo>
                    <a:pt x="3724" y="138"/>
                  </a:lnTo>
                  <a:lnTo>
                    <a:pt x="3552" y="78"/>
                  </a:lnTo>
                  <a:lnTo>
                    <a:pt x="3372" y="35"/>
                  </a:lnTo>
                  <a:lnTo>
                    <a:pt x="3182" y="9"/>
                  </a:lnTo>
                  <a:lnTo>
                    <a:pt x="298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886" name="Google Shape;1886;p43"/>
          <p:cNvCxnSpPr>
            <a:stCxn id="1887" idx="3"/>
          </p:cNvCxnSpPr>
          <p:nvPr/>
        </p:nvCxnSpPr>
        <p:spPr>
          <a:xfrm>
            <a:off x="1074600" y="2330125"/>
            <a:ext cx="2192400" cy="1384500"/>
          </a:xfrm>
          <a:prstGeom prst="bentConnector3">
            <a:avLst>
              <a:gd fmla="val 76977" name="adj1"/>
            </a:avLst>
          </a:prstGeom>
          <a:noFill/>
          <a:ln cap="flat" cmpd="sng" w="19050">
            <a:solidFill>
              <a:schemeClr val="lt1"/>
            </a:solidFill>
            <a:prstDash val="solid"/>
            <a:round/>
            <a:headEnd len="med" w="med" type="none"/>
            <a:tailEnd len="med" w="med" type="none"/>
          </a:ln>
        </p:spPr>
      </p:cxnSp>
      <p:cxnSp>
        <p:nvCxnSpPr>
          <p:cNvPr id="1888" name="Google Shape;1888;p43"/>
          <p:cNvCxnSpPr>
            <a:stCxn id="1889" idx="1"/>
          </p:cNvCxnSpPr>
          <p:nvPr/>
        </p:nvCxnSpPr>
        <p:spPr>
          <a:xfrm flipH="1">
            <a:off x="5886600" y="1720525"/>
            <a:ext cx="2182800" cy="184500"/>
          </a:xfrm>
          <a:prstGeom prst="bentConnector3">
            <a:avLst>
              <a:gd fmla="val 50000" name="adj1"/>
            </a:avLst>
          </a:prstGeom>
          <a:noFill/>
          <a:ln cap="flat" cmpd="sng" w="19050">
            <a:solidFill>
              <a:schemeClr val="lt1"/>
            </a:solidFill>
            <a:prstDash val="solid"/>
            <a:round/>
            <a:headEnd len="med" w="med" type="none"/>
            <a:tailEnd len="med" w="med" type="none"/>
          </a:ln>
        </p:spPr>
      </p:cxnSp>
      <p:grpSp>
        <p:nvGrpSpPr>
          <p:cNvPr id="1890" name="Google Shape;1890;p43"/>
          <p:cNvGrpSpPr/>
          <p:nvPr/>
        </p:nvGrpSpPr>
        <p:grpSpPr>
          <a:xfrm>
            <a:off x="540376" y="3697097"/>
            <a:ext cx="1045563" cy="386988"/>
            <a:chOff x="540376" y="3392297"/>
            <a:chExt cx="1045563" cy="386988"/>
          </a:xfrm>
        </p:grpSpPr>
        <p:sp>
          <p:nvSpPr>
            <p:cNvPr id="1891" name="Google Shape;1891;p43"/>
            <p:cNvSpPr/>
            <p:nvPr/>
          </p:nvSpPr>
          <p:spPr>
            <a:xfrm>
              <a:off x="540376"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892" name="Google Shape;1892;p43"/>
            <p:cNvSpPr/>
            <p:nvPr/>
          </p:nvSpPr>
          <p:spPr>
            <a:xfrm>
              <a:off x="760651"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893" name="Google Shape;1893;p43"/>
            <p:cNvSpPr/>
            <p:nvPr/>
          </p:nvSpPr>
          <p:spPr>
            <a:xfrm>
              <a:off x="980926"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894" name="Google Shape;1894;p43"/>
            <p:cNvSpPr/>
            <p:nvPr/>
          </p:nvSpPr>
          <p:spPr>
            <a:xfrm>
              <a:off x="1201201"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895" name="Google Shape;1895;p43"/>
            <p:cNvSpPr/>
            <p:nvPr/>
          </p:nvSpPr>
          <p:spPr>
            <a:xfrm>
              <a:off x="1421476"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896" name="Google Shape;1896;p43"/>
            <p:cNvSpPr/>
            <p:nvPr/>
          </p:nvSpPr>
          <p:spPr>
            <a:xfrm>
              <a:off x="540376"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897" name="Google Shape;1897;p43"/>
            <p:cNvSpPr/>
            <p:nvPr/>
          </p:nvSpPr>
          <p:spPr>
            <a:xfrm>
              <a:off x="760651"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898" name="Google Shape;1898;p43"/>
            <p:cNvSpPr/>
            <p:nvPr/>
          </p:nvSpPr>
          <p:spPr>
            <a:xfrm>
              <a:off x="980926"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sp>
          <p:nvSpPr>
            <p:cNvPr id="1899" name="Google Shape;1899;p43"/>
            <p:cNvSpPr/>
            <p:nvPr/>
          </p:nvSpPr>
          <p:spPr>
            <a:xfrm>
              <a:off x="1201201"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sp>
          <p:nvSpPr>
            <p:cNvPr id="1900" name="Google Shape;1900;p43"/>
            <p:cNvSpPr/>
            <p:nvPr/>
          </p:nvSpPr>
          <p:spPr>
            <a:xfrm>
              <a:off x="1421476"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grpSp>
      <p:grpSp>
        <p:nvGrpSpPr>
          <p:cNvPr id="1901" name="Google Shape;1901;p43"/>
          <p:cNvGrpSpPr/>
          <p:nvPr/>
        </p:nvGrpSpPr>
        <p:grpSpPr>
          <a:xfrm>
            <a:off x="457200" y="2162425"/>
            <a:ext cx="2238300" cy="1921650"/>
            <a:chOff x="457200" y="2162425"/>
            <a:chExt cx="2238300" cy="1921650"/>
          </a:xfrm>
        </p:grpSpPr>
        <p:grpSp>
          <p:nvGrpSpPr>
            <p:cNvPr id="1902" name="Google Shape;1902;p43"/>
            <p:cNvGrpSpPr/>
            <p:nvPr/>
          </p:nvGrpSpPr>
          <p:grpSpPr>
            <a:xfrm>
              <a:off x="457200" y="2723963"/>
              <a:ext cx="1912800" cy="725560"/>
              <a:chOff x="457200" y="2602013"/>
              <a:chExt cx="1912800" cy="725560"/>
            </a:xfrm>
          </p:grpSpPr>
          <p:sp>
            <p:nvSpPr>
              <p:cNvPr id="1903" name="Google Shape;1903;p43"/>
              <p:cNvSpPr txBox="1"/>
              <p:nvPr/>
            </p:nvSpPr>
            <p:spPr>
              <a:xfrm>
                <a:off x="457200" y="2937272"/>
                <a:ext cx="19128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904" name="Google Shape;1904;p43"/>
              <p:cNvSpPr txBox="1"/>
              <p:nvPr/>
            </p:nvSpPr>
            <p:spPr>
              <a:xfrm>
                <a:off x="457200" y="2602013"/>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887" name="Google Shape;1887;p43"/>
            <p:cNvSpPr txBox="1"/>
            <p:nvPr/>
          </p:nvSpPr>
          <p:spPr>
            <a:xfrm>
              <a:off x="457200" y="2162425"/>
              <a:ext cx="6174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sp>
          <p:nvSpPr>
            <p:cNvPr id="1905" name="Google Shape;1905;p43"/>
            <p:cNvSpPr txBox="1"/>
            <p:nvPr/>
          </p:nvSpPr>
          <p:spPr>
            <a:xfrm>
              <a:off x="1752600" y="3693775"/>
              <a:ext cx="9429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70%</a:t>
              </a:r>
              <a:endParaRPr sz="3000">
                <a:solidFill>
                  <a:schemeClr val="lt1"/>
                </a:solidFill>
                <a:latin typeface="Love Ya Like A Sister"/>
                <a:ea typeface="Love Ya Like A Sister"/>
                <a:cs typeface="Love Ya Like A Sister"/>
                <a:sym typeface="Love Ya Like A Sister"/>
              </a:endParaRPr>
            </a:p>
          </p:txBody>
        </p:sp>
      </p:grpSp>
      <p:grpSp>
        <p:nvGrpSpPr>
          <p:cNvPr id="1906" name="Google Shape;1906;p43"/>
          <p:cNvGrpSpPr/>
          <p:nvPr/>
        </p:nvGrpSpPr>
        <p:grpSpPr>
          <a:xfrm>
            <a:off x="7558051" y="3087497"/>
            <a:ext cx="1045563" cy="386988"/>
            <a:chOff x="7558051" y="3392297"/>
            <a:chExt cx="1045563" cy="386988"/>
          </a:xfrm>
        </p:grpSpPr>
        <p:sp>
          <p:nvSpPr>
            <p:cNvPr id="1907" name="Google Shape;1907;p43"/>
            <p:cNvSpPr/>
            <p:nvPr/>
          </p:nvSpPr>
          <p:spPr>
            <a:xfrm>
              <a:off x="7558051"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908" name="Google Shape;1908;p43"/>
            <p:cNvSpPr/>
            <p:nvPr/>
          </p:nvSpPr>
          <p:spPr>
            <a:xfrm>
              <a:off x="7778326"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909" name="Google Shape;1909;p43"/>
            <p:cNvSpPr/>
            <p:nvPr/>
          </p:nvSpPr>
          <p:spPr>
            <a:xfrm>
              <a:off x="7998601"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cap="flat" cmpd="sng" w="9525">
              <a:solidFill>
                <a:schemeClr val="lt1"/>
              </a:solidFill>
              <a:prstDash val="solid"/>
              <a:round/>
              <a:headEnd len="med" w="med" type="none"/>
              <a:tailEnd len="med" w="med" type="none"/>
            </a:ln>
          </p:spPr>
        </p:sp>
        <p:sp>
          <p:nvSpPr>
            <p:cNvPr id="1910" name="Google Shape;1910;p43"/>
            <p:cNvSpPr/>
            <p:nvPr/>
          </p:nvSpPr>
          <p:spPr>
            <a:xfrm>
              <a:off x="8218876"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sp>
          <p:nvSpPr>
            <p:cNvPr id="1911" name="Google Shape;1911;p43"/>
            <p:cNvSpPr/>
            <p:nvPr/>
          </p:nvSpPr>
          <p:spPr>
            <a:xfrm>
              <a:off x="8439151" y="3392297"/>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sp>
          <p:nvSpPr>
            <p:cNvPr id="1912" name="Google Shape;1912;p43"/>
            <p:cNvSpPr/>
            <p:nvPr/>
          </p:nvSpPr>
          <p:spPr>
            <a:xfrm>
              <a:off x="7558051"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sp>
          <p:nvSpPr>
            <p:cNvPr id="1913" name="Google Shape;1913;p43"/>
            <p:cNvSpPr/>
            <p:nvPr/>
          </p:nvSpPr>
          <p:spPr>
            <a:xfrm>
              <a:off x="7778326"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sp>
          <p:nvSpPr>
            <p:cNvPr id="1914" name="Google Shape;1914;p43"/>
            <p:cNvSpPr/>
            <p:nvPr/>
          </p:nvSpPr>
          <p:spPr>
            <a:xfrm>
              <a:off x="7998601"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sp>
          <p:nvSpPr>
            <p:cNvPr id="1915" name="Google Shape;1915;p43"/>
            <p:cNvSpPr/>
            <p:nvPr/>
          </p:nvSpPr>
          <p:spPr>
            <a:xfrm>
              <a:off x="8218876"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sp>
          <p:nvSpPr>
            <p:cNvPr id="1916" name="Google Shape;1916;p43"/>
            <p:cNvSpPr/>
            <p:nvPr/>
          </p:nvSpPr>
          <p:spPr>
            <a:xfrm>
              <a:off x="8439151" y="3614622"/>
              <a:ext cx="164463" cy="164663"/>
            </a:xfrm>
            <a:custGeom>
              <a:rect b="b" l="l" r="r" t="t"/>
              <a:pathLst>
                <a:path extrusionOk="0" h="58443" w="62179">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cap="flat" cmpd="sng" w="9525">
              <a:solidFill>
                <a:schemeClr val="lt1"/>
              </a:solidFill>
              <a:prstDash val="solid"/>
              <a:round/>
              <a:headEnd len="med" w="med" type="none"/>
              <a:tailEnd len="med" w="med" type="none"/>
            </a:ln>
          </p:spPr>
        </p:sp>
      </p:grpSp>
      <p:grpSp>
        <p:nvGrpSpPr>
          <p:cNvPr id="1917" name="Google Shape;1917;p43"/>
          <p:cNvGrpSpPr/>
          <p:nvPr/>
        </p:nvGrpSpPr>
        <p:grpSpPr>
          <a:xfrm>
            <a:off x="6448500" y="1552825"/>
            <a:ext cx="2238300" cy="1921650"/>
            <a:chOff x="6448500" y="1552825"/>
            <a:chExt cx="2238300" cy="1921650"/>
          </a:xfrm>
        </p:grpSpPr>
        <p:grpSp>
          <p:nvGrpSpPr>
            <p:cNvPr id="1918" name="Google Shape;1918;p43"/>
            <p:cNvGrpSpPr/>
            <p:nvPr/>
          </p:nvGrpSpPr>
          <p:grpSpPr>
            <a:xfrm>
              <a:off x="6774000" y="2122163"/>
              <a:ext cx="1912800" cy="725560"/>
              <a:chOff x="6774000" y="1992413"/>
              <a:chExt cx="1912800" cy="725560"/>
            </a:xfrm>
          </p:grpSpPr>
          <p:sp>
            <p:nvSpPr>
              <p:cNvPr id="1919" name="Google Shape;1919;p43"/>
              <p:cNvSpPr txBox="1"/>
              <p:nvPr/>
            </p:nvSpPr>
            <p:spPr>
              <a:xfrm>
                <a:off x="6774000" y="2327672"/>
                <a:ext cx="19128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920" name="Google Shape;1920;p43"/>
              <p:cNvSpPr txBox="1"/>
              <p:nvPr/>
            </p:nvSpPr>
            <p:spPr>
              <a:xfrm>
                <a:off x="7488300" y="1992413"/>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889" name="Google Shape;1889;p43"/>
            <p:cNvSpPr txBox="1"/>
            <p:nvPr/>
          </p:nvSpPr>
          <p:spPr>
            <a:xfrm>
              <a:off x="8069400" y="1552825"/>
              <a:ext cx="6174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sp>
          <p:nvSpPr>
            <p:cNvPr id="1921" name="Google Shape;1921;p43"/>
            <p:cNvSpPr txBox="1"/>
            <p:nvPr/>
          </p:nvSpPr>
          <p:spPr>
            <a:xfrm>
              <a:off x="6448500" y="3084175"/>
              <a:ext cx="942900" cy="390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3</a:t>
              </a:r>
              <a:r>
                <a:rPr lang="en" sz="3000">
                  <a:solidFill>
                    <a:schemeClr val="lt1"/>
                  </a:solidFill>
                  <a:latin typeface="Love Ya Like A Sister"/>
                  <a:ea typeface="Love Ya Like A Sister"/>
                  <a:cs typeface="Love Ya Like A Sister"/>
                  <a:sym typeface="Love Ya Like A Sister"/>
                </a:rPr>
                <a:t>0%</a:t>
              </a:r>
              <a:endParaRPr sz="3000">
                <a:solidFill>
                  <a:schemeClr val="lt1"/>
                </a:solidFill>
                <a:latin typeface="Love Ya Like A Sister"/>
                <a:ea typeface="Love Ya Like A Sister"/>
                <a:cs typeface="Love Ya Like A Sister"/>
                <a:sym typeface="Love Ya Like A Siste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5" name="Shape 1925"/>
        <p:cNvGrpSpPr/>
        <p:nvPr/>
      </p:nvGrpSpPr>
      <p:grpSpPr>
        <a:xfrm>
          <a:off x="0" y="0"/>
          <a:ext cx="0" cy="0"/>
          <a:chOff x="0" y="0"/>
          <a:chExt cx="0" cy="0"/>
        </a:xfrm>
      </p:grpSpPr>
      <p:sp>
        <p:nvSpPr>
          <p:cNvPr id="1926" name="Google Shape;1926;p44"/>
          <p:cNvSpPr/>
          <p:nvPr/>
        </p:nvSpPr>
        <p:spPr>
          <a:xfrm>
            <a:off x="457200" y="1444925"/>
            <a:ext cx="1634700" cy="2362500"/>
          </a:xfrm>
          <a:prstGeom prst="roundRect">
            <a:avLst>
              <a:gd fmla="val 279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4"/>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sp>
        <p:nvSpPr>
          <p:cNvPr id="1928" name="Google Shape;1928;p44"/>
          <p:cNvSpPr txBox="1"/>
          <p:nvPr/>
        </p:nvSpPr>
        <p:spPr>
          <a:xfrm>
            <a:off x="457200" y="4341775"/>
            <a:ext cx="8229600" cy="3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To modify this graph, click on it, follow the link, change the data and paste the new graph here</a:t>
            </a:r>
            <a:endParaRPr>
              <a:solidFill>
                <a:schemeClr val="lt1"/>
              </a:solidFill>
              <a:latin typeface="Catamaran"/>
              <a:ea typeface="Catamaran"/>
              <a:cs typeface="Catamaran"/>
              <a:sym typeface="Catamaran"/>
            </a:endParaRPr>
          </a:p>
        </p:txBody>
      </p:sp>
      <p:pic>
        <p:nvPicPr>
          <p:cNvPr id="1929" name="Google Shape;1929;p44" title="Gráfico">
            <a:hlinkClick r:id="rId3"/>
          </p:cNvPr>
          <p:cNvPicPr preferRelativeResize="0"/>
          <p:nvPr/>
        </p:nvPicPr>
        <p:blipFill rotWithShape="1">
          <a:blip r:embed="rId4">
            <a:alphaModFix/>
          </a:blip>
          <a:srcRect b="8233" l="2066" r="0" t="8599"/>
          <a:stretch/>
        </p:blipFill>
        <p:spPr>
          <a:xfrm>
            <a:off x="2238213" y="1356475"/>
            <a:ext cx="4667574" cy="2450850"/>
          </a:xfrm>
          <a:prstGeom prst="rect">
            <a:avLst/>
          </a:prstGeom>
          <a:noFill/>
          <a:ln>
            <a:noFill/>
          </a:ln>
        </p:spPr>
      </p:pic>
      <p:cxnSp>
        <p:nvCxnSpPr>
          <p:cNvPr id="1930" name="Google Shape;1930;p44"/>
          <p:cNvCxnSpPr/>
          <p:nvPr/>
        </p:nvCxnSpPr>
        <p:spPr>
          <a:xfrm>
            <a:off x="2494962" y="3757379"/>
            <a:ext cx="4259400" cy="0"/>
          </a:xfrm>
          <a:prstGeom prst="straightConnector1">
            <a:avLst/>
          </a:prstGeom>
          <a:noFill/>
          <a:ln cap="flat" cmpd="sng" w="28575">
            <a:solidFill>
              <a:srgbClr val="FFFFFF"/>
            </a:solidFill>
            <a:prstDash val="solid"/>
            <a:round/>
            <a:headEnd len="med" w="med" type="none"/>
            <a:tailEnd len="med" w="med" type="none"/>
          </a:ln>
        </p:spPr>
      </p:cxnSp>
      <p:sp>
        <p:nvSpPr>
          <p:cNvPr id="1931" name="Google Shape;1931;p44"/>
          <p:cNvSpPr txBox="1"/>
          <p:nvPr/>
        </p:nvSpPr>
        <p:spPr>
          <a:xfrm>
            <a:off x="524844" y="2663100"/>
            <a:ext cx="1499400" cy="69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932" name="Google Shape;1932;p44"/>
          <p:cNvSpPr txBox="1"/>
          <p:nvPr/>
        </p:nvSpPr>
        <p:spPr>
          <a:xfrm>
            <a:off x="675294" y="23276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1933" name="Google Shape;1933;p44"/>
          <p:cNvSpPr txBox="1"/>
          <p:nvPr/>
        </p:nvSpPr>
        <p:spPr>
          <a:xfrm>
            <a:off x="792294" y="1784700"/>
            <a:ext cx="964500" cy="45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A</a:t>
            </a:r>
            <a:endParaRPr sz="3000">
              <a:solidFill>
                <a:schemeClr val="lt1"/>
              </a:solidFill>
              <a:latin typeface="Love Ya Like A Sister"/>
              <a:ea typeface="Love Ya Like A Sister"/>
              <a:cs typeface="Love Ya Like A Sister"/>
              <a:sym typeface="Love Ya Like A Sister"/>
            </a:endParaRPr>
          </a:p>
        </p:txBody>
      </p:sp>
      <p:sp>
        <p:nvSpPr>
          <p:cNvPr id="1934" name="Google Shape;1934;p44"/>
          <p:cNvSpPr/>
          <p:nvPr/>
        </p:nvSpPr>
        <p:spPr>
          <a:xfrm>
            <a:off x="7052100" y="1444925"/>
            <a:ext cx="1634700" cy="2362500"/>
          </a:xfrm>
          <a:prstGeom prst="roundRect">
            <a:avLst>
              <a:gd fmla="val 2797" name="adj"/>
            </a:avLst>
          </a:prstGeom>
          <a:noFill/>
          <a:ln cap="flat" cmpd="sng" w="19050">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44"/>
          <p:cNvSpPr txBox="1"/>
          <p:nvPr/>
        </p:nvSpPr>
        <p:spPr>
          <a:xfrm>
            <a:off x="7119750" y="2663100"/>
            <a:ext cx="1499400" cy="69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Saturn is a gas giant and has several rings</a:t>
            </a:r>
            <a:endParaRPr>
              <a:solidFill>
                <a:schemeClr val="lt1"/>
              </a:solidFill>
              <a:latin typeface="Catamaran"/>
              <a:ea typeface="Catamaran"/>
              <a:cs typeface="Catamaran"/>
              <a:sym typeface="Catamaran"/>
            </a:endParaRPr>
          </a:p>
        </p:txBody>
      </p:sp>
      <p:sp>
        <p:nvSpPr>
          <p:cNvPr id="1936" name="Google Shape;1936;p44"/>
          <p:cNvSpPr txBox="1"/>
          <p:nvPr/>
        </p:nvSpPr>
        <p:spPr>
          <a:xfrm>
            <a:off x="7270200" y="23276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sp>
        <p:nvSpPr>
          <p:cNvPr id="1937" name="Google Shape;1937;p44"/>
          <p:cNvSpPr txBox="1"/>
          <p:nvPr/>
        </p:nvSpPr>
        <p:spPr>
          <a:xfrm>
            <a:off x="7387200" y="1784700"/>
            <a:ext cx="964500" cy="45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B</a:t>
            </a:r>
            <a:endParaRPr sz="3000">
              <a:solidFill>
                <a:schemeClr val="lt1"/>
              </a:solidFill>
              <a:latin typeface="Love Ya Like A Sister"/>
              <a:ea typeface="Love Ya Like A Sister"/>
              <a:cs typeface="Love Ya Like A Sister"/>
              <a:sym typeface="Love Ya Like A Siste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1" name="Shape 1941"/>
        <p:cNvGrpSpPr/>
        <p:nvPr/>
      </p:nvGrpSpPr>
      <p:grpSpPr>
        <a:xfrm>
          <a:off x="0" y="0"/>
          <a:ext cx="0" cy="0"/>
          <a:chOff x="0" y="0"/>
          <a:chExt cx="0" cy="0"/>
        </a:xfrm>
      </p:grpSpPr>
      <p:sp>
        <p:nvSpPr>
          <p:cNvPr id="1942" name="Google Shape;1942;p45"/>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1943" name="Google Shape;1943;p45"/>
          <p:cNvGrpSpPr/>
          <p:nvPr/>
        </p:nvGrpSpPr>
        <p:grpSpPr>
          <a:xfrm>
            <a:off x="2666995" y="1671736"/>
            <a:ext cx="3810234" cy="2505509"/>
            <a:chOff x="235800" y="830650"/>
            <a:chExt cx="6978450" cy="4588844"/>
          </a:xfrm>
        </p:grpSpPr>
        <p:sp>
          <p:nvSpPr>
            <p:cNvPr id="1944" name="Google Shape;1944;p45"/>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45"/>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45"/>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45"/>
            <p:cNvSpPr/>
            <p:nvPr/>
          </p:nvSpPr>
          <p:spPr>
            <a:xfrm>
              <a:off x="6146600" y="3671525"/>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45"/>
            <p:cNvSpPr/>
            <p:nvPr/>
          </p:nvSpPr>
          <p:spPr>
            <a:xfrm>
              <a:off x="5901600" y="365250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45"/>
            <p:cNvSpPr/>
            <p:nvPr/>
          </p:nvSpPr>
          <p:spPr>
            <a:xfrm>
              <a:off x="6249675" y="406167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0" name="Google Shape;1950;p45"/>
          <p:cNvGrpSpPr/>
          <p:nvPr/>
        </p:nvGrpSpPr>
        <p:grpSpPr>
          <a:xfrm>
            <a:off x="6351038" y="1116650"/>
            <a:ext cx="1912850" cy="841950"/>
            <a:chOff x="6433675" y="1116650"/>
            <a:chExt cx="1912850" cy="841950"/>
          </a:xfrm>
        </p:grpSpPr>
        <p:sp>
          <p:nvSpPr>
            <p:cNvPr id="1951" name="Google Shape;1951;p45"/>
            <p:cNvSpPr txBox="1"/>
            <p:nvPr/>
          </p:nvSpPr>
          <p:spPr>
            <a:xfrm>
              <a:off x="6433675" y="1451900"/>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952" name="Google Shape;1952;p45"/>
            <p:cNvSpPr txBox="1"/>
            <p:nvPr/>
          </p:nvSpPr>
          <p:spPr>
            <a:xfrm>
              <a:off x="7148025" y="1116650"/>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grpSp>
        <p:nvGrpSpPr>
          <p:cNvPr id="1953" name="Google Shape;1953;p45"/>
          <p:cNvGrpSpPr/>
          <p:nvPr/>
        </p:nvGrpSpPr>
        <p:grpSpPr>
          <a:xfrm>
            <a:off x="6351038" y="2503388"/>
            <a:ext cx="1912850" cy="841950"/>
            <a:chOff x="6433675" y="2448300"/>
            <a:chExt cx="1912850" cy="841950"/>
          </a:xfrm>
        </p:grpSpPr>
        <p:sp>
          <p:nvSpPr>
            <p:cNvPr id="1954" name="Google Shape;1954;p45"/>
            <p:cNvSpPr txBox="1"/>
            <p:nvPr/>
          </p:nvSpPr>
          <p:spPr>
            <a:xfrm>
              <a:off x="6433675" y="2783550"/>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955" name="Google Shape;1955;p45"/>
            <p:cNvSpPr txBox="1"/>
            <p:nvPr/>
          </p:nvSpPr>
          <p:spPr>
            <a:xfrm>
              <a:off x="7148025" y="2448300"/>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1956" name="Google Shape;1956;p45"/>
          <p:cNvGrpSpPr/>
          <p:nvPr/>
        </p:nvGrpSpPr>
        <p:grpSpPr>
          <a:xfrm>
            <a:off x="6351038" y="3890125"/>
            <a:ext cx="1912850" cy="841950"/>
            <a:chOff x="6433675" y="3890125"/>
            <a:chExt cx="1912850" cy="841950"/>
          </a:xfrm>
        </p:grpSpPr>
        <p:sp>
          <p:nvSpPr>
            <p:cNvPr id="1957" name="Google Shape;1957;p45"/>
            <p:cNvSpPr txBox="1"/>
            <p:nvPr/>
          </p:nvSpPr>
          <p:spPr>
            <a:xfrm>
              <a:off x="6433675" y="4225375"/>
              <a:ext cx="1912800" cy="506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latin typeface="Catamaran"/>
                  <a:ea typeface="Catamaran"/>
                  <a:cs typeface="Catamaran"/>
                  <a:sym typeface="Catamaran"/>
                </a:rPr>
                <a:t>Saturn is the ringed one. It’s a gas giant</a:t>
              </a:r>
              <a:endParaRPr>
                <a:solidFill>
                  <a:schemeClr val="lt1"/>
                </a:solidFill>
                <a:latin typeface="Catamaran"/>
                <a:ea typeface="Catamaran"/>
                <a:cs typeface="Catamaran"/>
                <a:sym typeface="Catamaran"/>
              </a:endParaRPr>
            </a:p>
          </p:txBody>
        </p:sp>
        <p:sp>
          <p:nvSpPr>
            <p:cNvPr id="1958" name="Google Shape;1958;p45"/>
            <p:cNvSpPr txBox="1"/>
            <p:nvPr/>
          </p:nvSpPr>
          <p:spPr>
            <a:xfrm>
              <a:off x="7148025" y="3890125"/>
              <a:ext cx="1198500" cy="335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1959" name="Google Shape;1959;p45"/>
          <p:cNvGrpSpPr/>
          <p:nvPr/>
        </p:nvGrpSpPr>
        <p:grpSpPr>
          <a:xfrm>
            <a:off x="910988" y="1116650"/>
            <a:ext cx="1912800" cy="841950"/>
            <a:chOff x="910988" y="1116650"/>
            <a:chExt cx="1912800" cy="841950"/>
          </a:xfrm>
        </p:grpSpPr>
        <p:sp>
          <p:nvSpPr>
            <p:cNvPr id="1960" name="Google Shape;1960;p45"/>
            <p:cNvSpPr txBox="1"/>
            <p:nvPr/>
          </p:nvSpPr>
          <p:spPr>
            <a:xfrm>
              <a:off x="910988" y="1451900"/>
              <a:ext cx="1912800" cy="50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961" name="Google Shape;1961;p45"/>
            <p:cNvSpPr txBox="1"/>
            <p:nvPr/>
          </p:nvSpPr>
          <p:spPr>
            <a:xfrm>
              <a:off x="910988" y="1116650"/>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1962" name="Google Shape;1962;p45"/>
          <p:cNvGrpSpPr/>
          <p:nvPr/>
        </p:nvGrpSpPr>
        <p:grpSpPr>
          <a:xfrm>
            <a:off x="910988" y="2503388"/>
            <a:ext cx="1912800" cy="841950"/>
            <a:chOff x="910988" y="2503388"/>
            <a:chExt cx="1912800" cy="841950"/>
          </a:xfrm>
        </p:grpSpPr>
        <p:sp>
          <p:nvSpPr>
            <p:cNvPr id="1963" name="Google Shape;1963;p45"/>
            <p:cNvSpPr txBox="1"/>
            <p:nvPr/>
          </p:nvSpPr>
          <p:spPr>
            <a:xfrm>
              <a:off x="910988" y="2838638"/>
              <a:ext cx="1912800" cy="50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Venus has a beautiful name, but is hot</a:t>
              </a:r>
              <a:endParaRPr>
                <a:solidFill>
                  <a:schemeClr val="lt1"/>
                </a:solidFill>
                <a:latin typeface="Catamaran"/>
                <a:ea typeface="Catamaran"/>
                <a:cs typeface="Catamaran"/>
                <a:sym typeface="Catamaran"/>
              </a:endParaRPr>
            </a:p>
          </p:txBody>
        </p:sp>
        <p:sp>
          <p:nvSpPr>
            <p:cNvPr id="1964" name="Google Shape;1964;p45"/>
            <p:cNvSpPr txBox="1"/>
            <p:nvPr/>
          </p:nvSpPr>
          <p:spPr>
            <a:xfrm>
              <a:off x="910988" y="2503388"/>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grpSp>
        <p:nvGrpSpPr>
          <p:cNvPr id="1965" name="Google Shape;1965;p45"/>
          <p:cNvGrpSpPr/>
          <p:nvPr/>
        </p:nvGrpSpPr>
        <p:grpSpPr>
          <a:xfrm>
            <a:off x="910988" y="3890125"/>
            <a:ext cx="1912800" cy="841950"/>
            <a:chOff x="910988" y="3890125"/>
            <a:chExt cx="1912800" cy="841950"/>
          </a:xfrm>
        </p:grpSpPr>
        <p:sp>
          <p:nvSpPr>
            <p:cNvPr id="1966" name="Google Shape;1966;p45"/>
            <p:cNvSpPr txBox="1"/>
            <p:nvPr/>
          </p:nvSpPr>
          <p:spPr>
            <a:xfrm>
              <a:off x="910988" y="4225375"/>
              <a:ext cx="1912800" cy="50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tamaran"/>
                  <a:ea typeface="Catamaran"/>
                  <a:cs typeface="Catamaran"/>
                  <a:sym typeface="Catamaran"/>
                </a:rPr>
                <a:t>Earth is the planet where we all live on</a:t>
              </a:r>
              <a:endParaRPr>
                <a:solidFill>
                  <a:schemeClr val="lt1"/>
                </a:solidFill>
                <a:latin typeface="Catamaran"/>
                <a:ea typeface="Catamaran"/>
                <a:cs typeface="Catamaran"/>
                <a:sym typeface="Catamaran"/>
              </a:endParaRPr>
            </a:p>
          </p:txBody>
        </p:sp>
        <p:sp>
          <p:nvSpPr>
            <p:cNvPr id="1967" name="Google Shape;1967;p45"/>
            <p:cNvSpPr txBox="1"/>
            <p:nvPr/>
          </p:nvSpPr>
          <p:spPr>
            <a:xfrm>
              <a:off x="910988" y="3890125"/>
              <a:ext cx="11985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1968" name="Google Shape;1968;p45"/>
          <p:cNvGrpSpPr/>
          <p:nvPr/>
        </p:nvGrpSpPr>
        <p:grpSpPr>
          <a:xfrm>
            <a:off x="539848" y="1223862"/>
            <a:ext cx="276254" cy="251767"/>
            <a:chOff x="-937525" y="2737025"/>
            <a:chExt cx="291100" cy="265325"/>
          </a:xfrm>
        </p:grpSpPr>
        <p:sp>
          <p:nvSpPr>
            <p:cNvPr id="1969" name="Google Shape;1969;p45"/>
            <p:cNvSpPr/>
            <p:nvPr/>
          </p:nvSpPr>
          <p:spPr>
            <a:xfrm>
              <a:off x="-937525" y="2737025"/>
              <a:ext cx="291100" cy="265325"/>
            </a:xfrm>
            <a:custGeom>
              <a:rect b="b" l="l" r="r" t="t"/>
              <a:pathLst>
                <a:path extrusionOk="0" h="10613" w="11644">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45"/>
            <p:cNvSpPr/>
            <p:nvPr/>
          </p:nvSpPr>
          <p:spPr>
            <a:xfrm>
              <a:off x="-846575" y="2888550"/>
              <a:ext cx="20025" cy="15875"/>
            </a:xfrm>
            <a:custGeom>
              <a:rect b="b" l="l" r="r" t="t"/>
              <a:pathLst>
                <a:path extrusionOk="0" h="635" w="801">
                  <a:moveTo>
                    <a:pt x="400" y="1"/>
                  </a:moveTo>
                  <a:cubicBezTo>
                    <a:pt x="0" y="1"/>
                    <a:pt x="0" y="635"/>
                    <a:pt x="400" y="635"/>
                  </a:cubicBezTo>
                  <a:cubicBezTo>
                    <a:pt x="801" y="635"/>
                    <a:pt x="801" y="1"/>
                    <a:pt x="4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5"/>
            <p:cNvSpPr/>
            <p:nvPr/>
          </p:nvSpPr>
          <p:spPr>
            <a:xfrm>
              <a:off x="-834075" y="2834350"/>
              <a:ext cx="20025" cy="15875"/>
            </a:xfrm>
            <a:custGeom>
              <a:rect b="b" l="l" r="r" t="t"/>
              <a:pathLst>
                <a:path extrusionOk="0" h="635" w="801">
                  <a:moveTo>
                    <a:pt x="401" y="1"/>
                  </a:moveTo>
                  <a:cubicBezTo>
                    <a:pt x="0" y="1"/>
                    <a:pt x="0" y="634"/>
                    <a:pt x="401" y="634"/>
                  </a:cubicBezTo>
                  <a:cubicBezTo>
                    <a:pt x="801" y="634"/>
                    <a:pt x="801" y="1"/>
                    <a:pt x="4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5"/>
            <p:cNvSpPr/>
            <p:nvPr/>
          </p:nvSpPr>
          <p:spPr>
            <a:xfrm>
              <a:off x="-798225" y="2905250"/>
              <a:ext cx="20050" cy="15850"/>
            </a:xfrm>
            <a:custGeom>
              <a:rect b="b" l="l" r="r" t="t"/>
              <a:pathLst>
                <a:path extrusionOk="0" h="634" w="802">
                  <a:moveTo>
                    <a:pt x="401" y="0"/>
                  </a:moveTo>
                  <a:cubicBezTo>
                    <a:pt x="1" y="0"/>
                    <a:pt x="1" y="634"/>
                    <a:pt x="401" y="634"/>
                  </a:cubicBezTo>
                  <a:cubicBezTo>
                    <a:pt x="801" y="634"/>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5"/>
            <p:cNvSpPr/>
            <p:nvPr/>
          </p:nvSpPr>
          <p:spPr>
            <a:xfrm>
              <a:off x="-752350" y="2856875"/>
              <a:ext cx="20025" cy="15875"/>
            </a:xfrm>
            <a:custGeom>
              <a:rect b="b" l="l" r="r" t="t"/>
              <a:pathLst>
                <a:path extrusionOk="0" h="635" w="801">
                  <a:moveTo>
                    <a:pt x="401" y="0"/>
                  </a:moveTo>
                  <a:cubicBezTo>
                    <a:pt x="0" y="0"/>
                    <a:pt x="0" y="634"/>
                    <a:pt x="401" y="634"/>
                  </a:cubicBezTo>
                  <a:cubicBezTo>
                    <a:pt x="801" y="634"/>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45"/>
            <p:cNvSpPr/>
            <p:nvPr/>
          </p:nvSpPr>
          <p:spPr>
            <a:xfrm>
              <a:off x="-781550" y="2801000"/>
              <a:ext cx="20050" cy="15025"/>
            </a:xfrm>
            <a:custGeom>
              <a:rect b="b" l="l" r="r" t="t"/>
              <a:pathLst>
                <a:path extrusionOk="0" h="601" w="802">
                  <a:moveTo>
                    <a:pt x="401" y="0"/>
                  </a:moveTo>
                  <a:cubicBezTo>
                    <a:pt x="1" y="0"/>
                    <a:pt x="1" y="601"/>
                    <a:pt x="401" y="601"/>
                  </a:cubicBezTo>
                  <a:cubicBezTo>
                    <a:pt x="801" y="601"/>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45"/>
            <p:cNvSpPr/>
            <p:nvPr/>
          </p:nvSpPr>
          <p:spPr>
            <a:xfrm>
              <a:off x="-792375" y="2859375"/>
              <a:ext cx="20875" cy="15875"/>
            </a:xfrm>
            <a:custGeom>
              <a:rect b="b" l="l" r="r" t="t"/>
              <a:pathLst>
                <a:path extrusionOk="0" h="635" w="835">
                  <a:moveTo>
                    <a:pt x="434" y="0"/>
                  </a:moveTo>
                  <a:cubicBezTo>
                    <a:pt x="0" y="0"/>
                    <a:pt x="0" y="634"/>
                    <a:pt x="434" y="634"/>
                  </a:cubicBezTo>
                  <a:cubicBezTo>
                    <a:pt x="834" y="634"/>
                    <a:pt x="834"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45"/>
            <p:cNvSpPr/>
            <p:nvPr/>
          </p:nvSpPr>
          <p:spPr>
            <a:xfrm>
              <a:off x="-737350" y="2916075"/>
              <a:ext cx="20050" cy="15050"/>
            </a:xfrm>
            <a:custGeom>
              <a:rect b="b" l="l" r="r" t="t"/>
              <a:pathLst>
                <a:path extrusionOk="0" h="602" w="802">
                  <a:moveTo>
                    <a:pt x="401" y="1"/>
                  </a:moveTo>
                  <a:cubicBezTo>
                    <a:pt x="1" y="1"/>
                    <a:pt x="1" y="601"/>
                    <a:pt x="401" y="601"/>
                  </a:cubicBezTo>
                  <a:cubicBezTo>
                    <a:pt x="801" y="601"/>
                    <a:pt x="801" y="1"/>
                    <a:pt x="4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7" name="Google Shape;1977;p45"/>
          <p:cNvSpPr/>
          <p:nvPr/>
        </p:nvSpPr>
        <p:spPr>
          <a:xfrm>
            <a:off x="539867" y="3979682"/>
            <a:ext cx="276248" cy="252005"/>
          </a:xfrm>
          <a:custGeom>
            <a:rect b="b" l="l" r="r" t="t"/>
            <a:pathLst>
              <a:path extrusionOk="0" h="8059" w="8835">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78" name="Google Shape;1978;p45"/>
          <p:cNvGrpSpPr/>
          <p:nvPr/>
        </p:nvGrpSpPr>
        <p:grpSpPr>
          <a:xfrm>
            <a:off x="558530" y="2601577"/>
            <a:ext cx="276254" cy="252094"/>
            <a:chOff x="-502237" y="2721850"/>
            <a:chExt cx="220950" cy="201675"/>
          </a:xfrm>
        </p:grpSpPr>
        <p:sp>
          <p:nvSpPr>
            <p:cNvPr id="1979" name="Google Shape;1979;p45"/>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5"/>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5"/>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45"/>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3" name="Google Shape;1983;p45"/>
          <p:cNvGrpSpPr/>
          <p:nvPr/>
        </p:nvGrpSpPr>
        <p:grpSpPr>
          <a:xfrm rot="5400000">
            <a:off x="8327955" y="1223702"/>
            <a:ext cx="276254" cy="252094"/>
            <a:chOff x="-502237" y="2721850"/>
            <a:chExt cx="220950" cy="201675"/>
          </a:xfrm>
        </p:grpSpPr>
        <p:sp>
          <p:nvSpPr>
            <p:cNvPr id="1984" name="Google Shape;1984;p45"/>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45"/>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45"/>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45"/>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8" name="Google Shape;1988;p45"/>
          <p:cNvGrpSpPr/>
          <p:nvPr/>
        </p:nvGrpSpPr>
        <p:grpSpPr>
          <a:xfrm>
            <a:off x="8327907" y="2601621"/>
            <a:ext cx="276254" cy="252094"/>
            <a:chOff x="8674669" y="2489996"/>
            <a:chExt cx="276254" cy="252094"/>
          </a:xfrm>
        </p:grpSpPr>
        <p:sp>
          <p:nvSpPr>
            <p:cNvPr id="1989" name="Google Shape;1989;p45"/>
            <p:cNvSpPr/>
            <p:nvPr/>
          </p:nvSpPr>
          <p:spPr>
            <a:xfrm>
              <a:off x="8674669" y="2489996"/>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45"/>
            <p:cNvSpPr/>
            <p:nvPr/>
          </p:nvSpPr>
          <p:spPr>
            <a:xfrm rot="5400000">
              <a:off x="8802363" y="2504283"/>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1" name="Google Shape;1991;p45"/>
          <p:cNvGrpSpPr/>
          <p:nvPr/>
        </p:nvGrpSpPr>
        <p:grpSpPr>
          <a:xfrm>
            <a:off x="8327905" y="3979627"/>
            <a:ext cx="276254" cy="252094"/>
            <a:chOff x="6156468" y="2489952"/>
            <a:chExt cx="276254" cy="252094"/>
          </a:xfrm>
        </p:grpSpPr>
        <p:sp>
          <p:nvSpPr>
            <p:cNvPr id="1992" name="Google Shape;1992;p45"/>
            <p:cNvSpPr/>
            <p:nvPr/>
          </p:nvSpPr>
          <p:spPr>
            <a:xfrm>
              <a:off x="6156468" y="2489952"/>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45"/>
            <p:cNvSpPr/>
            <p:nvPr/>
          </p:nvSpPr>
          <p:spPr>
            <a:xfrm>
              <a:off x="6289843" y="2502734"/>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5"/>
            <p:cNvSpPr/>
            <p:nvPr/>
          </p:nvSpPr>
          <p:spPr>
            <a:xfrm rot="5400000">
              <a:off x="6285181" y="2496621"/>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5" name="Google Shape;1995;p45"/>
          <p:cNvGrpSpPr/>
          <p:nvPr/>
        </p:nvGrpSpPr>
        <p:grpSpPr>
          <a:xfrm>
            <a:off x="3997423" y="1776312"/>
            <a:ext cx="276254" cy="251767"/>
            <a:chOff x="-937525" y="2737025"/>
            <a:chExt cx="291100" cy="265325"/>
          </a:xfrm>
        </p:grpSpPr>
        <p:sp>
          <p:nvSpPr>
            <p:cNvPr id="1996" name="Google Shape;1996;p45"/>
            <p:cNvSpPr/>
            <p:nvPr/>
          </p:nvSpPr>
          <p:spPr>
            <a:xfrm>
              <a:off x="-937525" y="2737025"/>
              <a:ext cx="291100" cy="265325"/>
            </a:xfrm>
            <a:custGeom>
              <a:rect b="b" l="l" r="r" t="t"/>
              <a:pathLst>
                <a:path extrusionOk="0" h="10613" w="11644">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5"/>
            <p:cNvSpPr/>
            <p:nvPr/>
          </p:nvSpPr>
          <p:spPr>
            <a:xfrm>
              <a:off x="-846575" y="2888550"/>
              <a:ext cx="20025" cy="15875"/>
            </a:xfrm>
            <a:custGeom>
              <a:rect b="b" l="l" r="r" t="t"/>
              <a:pathLst>
                <a:path extrusionOk="0" h="635" w="801">
                  <a:moveTo>
                    <a:pt x="400" y="1"/>
                  </a:moveTo>
                  <a:cubicBezTo>
                    <a:pt x="0" y="1"/>
                    <a:pt x="0" y="635"/>
                    <a:pt x="400" y="635"/>
                  </a:cubicBezTo>
                  <a:cubicBezTo>
                    <a:pt x="801" y="635"/>
                    <a:pt x="801" y="1"/>
                    <a:pt x="4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5"/>
            <p:cNvSpPr/>
            <p:nvPr/>
          </p:nvSpPr>
          <p:spPr>
            <a:xfrm>
              <a:off x="-834075" y="2834350"/>
              <a:ext cx="20025" cy="15875"/>
            </a:xfrm>
            <a:custGeom>
              <a:rect b="b" l="l" r="r" t="t"/>
              <a:pathLst>
                <a:path extrusionOk="0" h="635" w="801">
                  <a:moveTo>
                    <a:pt x="401" y="1"/>
                  </a:moveTo>
                  <a:cubicBezTo>
                    <a:pt x="0" y="1"/>
                    <a:pt x="0" y="634"/>
                    <a:pt x="401" y="634"/>
                  </a:cubicBezTo>
                  <a:cubicBezTo>
                    <a:pt x="801" y="634"/>
                    <a:pt x="801" y="1"/>
                    <a:pt x="4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5"/>
            <p:cNvSpPr/>
            <p:nvPr/>
          </p:nvSpPr>
          <p:spPr>
            <a:xfrm>
              <a:off x="-798225" y="2905250"/>
              <a:ext cx="20050" cy="15850"/>
            </a:xfrm>
            <a:custGeom>
              <a:rect b="b" l="l" r="r" t="t"/>
              <a:pathLst>
                <a:path extrusionOk="0" h="634" w="802">
                  <a:moveTo>
                    <a:pt x="401" y="0"/>
                  </a:moveTo>
                  <a:cubicBezTo>
                    <a:pt x="1" y="0"/>
                    <a:pt x="1" y="634"/>
                    <a:pt x="401" y="634"/>
                  </a:cubicBezTo>
                  <a:cubicBezTo>
                    <a:pt x="801" y="634"/>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5"/>
            <p:cNvSpPr/>
            <p:nvPr/>
          </p:nvSpPr>
          <p:spPr>
            <a:xfrm>
              <a:off x="-752350" y="2856875"/>
              <a:ext cx="20025" cy="15875"/>
            </a:xfrm>
            <a:custGeom>
              <a:rect b="b" l="l" r="r" t="t"/>
              <a:pathLst>
                <a:path extrusionOk="0" h="635" w="801">
                  <a:moveTo>
                    <a:pt x="401" y="0"/>
                  </a:moveTo>
                  <a:cubicBezTo>
                    <a:pt x="0" y="0"/>
                    <a:pt x="0" y="634"/>
                    <a:pt x="401" y="634"/>
                  </a:cubicBezTo>
                  <a:cubicBezTo>
                    <a:pt x="801" y="634"/>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45"/>
            <p:cNvSpPr/>
            <p:nvPr/>
          </p:nvSpPr>
          <p:spPr>
            <a:xfrm>
              <a:off x="-781550" y="2801000"/>
              <a:ext cx="20050" cy="15025"/>
            </a:xfrm>
            <a:custGeom>
              <a:rect b="b" l="l" r="r" t="t"/>
              <a:pathLst>
                <a:path extrusionOk="0" h="601" w="802">
                  <a:moveTo>
                    <a:pt x="401" y="0"/>
                  </a:moveTo>
                  <a:cubicBezTo>
                    <a:pt x="1" y="0"/>
                    <a:pt x="1" y="601"/>
                    <a:pt x="401" y="601"/>
                  </a:cubicBezTo>
                  <a:cubicBezTo>
                    <a:pt x="801" y="601"/>
                    <a:pt x="801"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5"/>
            <p:cNvSpPr/>
            <p:nvPr/>
          </p:nvSpPr>
          <p:spPr>
            <a:xfrm>
              <a:off x="-792375" y="2859375"/>
              <a:ext cx="20875" cy="15875"/>
            </a:xfrm>
            <a:custGeom>
              <a:rect b="b" l="l" r="r" t="t"/>
              <a:pathLst>
                <a:path extrusionOk="0" h="635" w="835">
                  <a:moveTo>
                    <a:pt x="434" y="0"/>
                  </a:moveTo>
                  <a:cubicBezTo>
                    <a:pt x="0" y="0"/>
                    <a:pt x="0" y="634"/>
                    <a:pt x="434" y="634"/>
                  </a:cubicBezTo>
                  <a:cubicBezTo>
                    <a:pt x="834" y="634"/>
                    <a:pt x="834"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5"/>
            <p:cNvSpPr/>
            <p:nvPr/>
          </p:nvSpPr>
          <p:spPr>
            <a:xfrm>
              <a:off x="-737350" y="2916075"/>
              <a:ext cx="20050" cy="15050"/>
            </a:xfrm>
            <a:custGeom>
              <a:rect b="b" l="l" r="r" t="t"/>
              <a:pathLst>
                <a:path extrusionOk="0" h="602" w="802">
                  <a:moveTo>
                    <a:pt x="401" y="1"/>
                  </a:moveTo>
                  <a:cubicBezTo>
                    <a:pt x="1" y="1"/>
                    <a:pt x="1" y="601"/>
                    <a:pt x="401" y="601"/>
                  </a:cubicBezTo>
                  <a:cubicBezTo>
                    <a:pt x="801" y="601"/>
                    <a:pt x="801" y="1"/>
                    <a:pt x="4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4" name="Google Shape;2004;p45"/>
          <p:cNvGrpSpPr/>
          <p:nvPr/>
        </p:nvGrpSpPr>
        <p:grpSpPr>
          <a:xfrm>
            <a:off x="3063980" y="2140902"/>
            <a:ext cx="276254" cy="252094"/>
            <a:chOff x="-502237" y="2721850"/>
            <a:chExt cx="220950" cy="201675"/>
          </a:xfrm>
        </p:grpSpPr>
        <p:sp>
          <p:nvSpPr>
            <p:cNvPr id="2005" name="Google Shape;2005;p45"/>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45"/>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5"/>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45"/>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9" name="Google Shape;2009;p45"/>
          <p:cNvSpPr/>
          <p:nvPr/>
        </p:nvSpPr>
        <p:spPr>
          <a:xfrm>
            <a:off x="3587867" y="3246257"/>
            <a:ext cx="276248" cy="252005"/>
          </a:xfrm>
          <a:custGeom>
            <a:rect b="b" l="l" r="r" t="t"/>
            <a:pathLst>
              <a:path extrusionOk="0" h="8059" w="8835">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0" name="Google Shape;2010;p45"/>
          <p:cNvGrpSpPr/>
          <p:nvPr/>
        </p:nvGrpSpPr>
        <p:grpSpPr>
          <a:xfrm rot="5400000">
            <a:off x="5899080" y="1919027"/>
            <a:ext cx="276254" cy="252094"/>
            <a:chOff x="-502237" y="2721850"/>
            <a:chExt cx="220950" cy="201675"/>
          </a:xfrm>
        </p:grpSpPr>
        <p:sp>
          <p:nvSpPr>
            <p:cNvPr id="2011" name="Google Shape;2011;p45"/>
            <p:cNvSpPr/>
            <p:nvPr/>
          </p:nvSpPr>
          <p:spPr>
            <a:xfrm>
              <a:off x="-502237" y="2721850"/>
              <a:ext cx="220950" cy="201675"/>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5"/>
            <p:cNvSpPr/>
            <p:nvPr/>
          </p:nvSpPr>
          <p:spPr>
            <a:xfrm>
              <a:off x="-341337" y="2750425"/>
              <a:ext cx="15850" cy="145950"/>
            </a:xfrm>
            <a:custGeom>
              <a:rect b="b" l="l" r="r" t="t"/>
              <a:pathLst>
                <a:path extrusionOk="0" h="5838" w="634">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5"/>
            <p:cNvSpPr/>
            <p:nvPr/>
          </p:nvSpPr>
          <p:spPr>
            <a:xfrm>
              <a:off x="-395562" y="2732075"/>
              <a:ext cx="15050" cy="19100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5"/>
            <p:cNvSpPr/>
            <p:nvPr/>
          </p:nvSpPr>
          <p:spPr>
            <a:xfrm>
              <a:off x="-445587" y="2737900"/>
              <a:ext cx="15875" cy="167650"/>
            </a:xfrm>
            <a:custGeom>
              <a:rect b="b" l="l" r="r" t="t"/>
              <a:pathLst>
                <a:path extrusionOk="0" h="6706" w="635">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5" name="Google Shape;2015;p45"/>
          <p:cNvGrpSpPr/>
          <p:nvPr/>
        </p:nvGrpSpPr>
        <p:grpSpPr>
          <a:xfrm>
            <a:off x="4832232" y="2445696"/>
            <a:ext cx="276254" cy="252094"/>
            <a:chOff x="8674669" y="2489996"/>
            <a:chExt cx="276254" cy="252094"/>
          </a:xfrm>
        </p:grpSpPr>
        <p:sp>
          <p:nvSpPr>
            <p:cNvPr id="2016" name="Google Shape;2016;p45"/>
            <p:cNvSpPr/>
            <p:nvPr/>
          </p:nvSpPr>
          <p:spPr>
            <a:xfrm>
              <a:off x="8674669" y="2489996"/>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45"/>
            <p:cNvSpPr/>
            <p:nvPr/>
          </p:nvSpPr>
          <p:spPr>
            <a:xfrm rot="5400000">
              <a:off x="8802363" y="2504283"/>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8" name="Google Shape;2018;p45"/>
          <p:cNvGrpSpPr/>
          <p:nvPr/>
        </p:nvGrpSpPr>
        <p:grpSpPr>
          <a:xfrm>
            <a:off x="4689355" y="3150952"/>
            <a:ext cx="276254" cy="252094"/>
            <a:chOff x="6156468" y="2489952"/>
            <a:chExt cx="276254" cy="252094"/>
          </a:xfrm>
        </p:grpSpPr>
        <p:sp>
          <p:nvSpPr>
            <p:cNvPr id="2019" name="Google Shape;2019;p45"/>
            <p:cNvSpPr/>
            <p:nvPr/>
          </p:nvSpPr>
          <p:spPr>
            <a:xfrm>
              <a:off x="6156468" y="2489952"/>
              <a:ext cx="276254" cy="252094"/>
            </a:xfrm>
            <a:custGeom>
              <a:rect b="b" l="l" r="r" t="t"/>
              <a:pathLst>
                <a:path extrusionOk="0" h="8067" w="8838">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5"/>
            <p:cNvSpPr/>
            <p:nvPr/>
          </p:nvSpPr>
          <p:spPr>
            <a:xfrm>
              <a:off x="6289843" y="2502734"/>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45"/>
            <p:cNvSpPr/>
            <p:nvPr/>
          </p:nvSpPr>
          <p:spPr>
            <a:xfrm rot="5400000">
              <a:off x="6285181" y="2496621"/>
              <a:ext cx="18817" cy="238750"/>
            </a:xfrm>
            <a:custGeom>
              <a:rect b="b" l="l" r="r" t="t"/>
              <a:pathLst>
                <a:path extrusionOk="0" h="7640" w="602">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5" name="Shape 2025"/>
        <p:cNvGrpSpPr/>
        <p:nvPr/>
      </p:nvGrpSpPr>
      <p:grpSpPr>
        <a:xfrm>
          <a:off x="0" y="0"/>
          <a:ext cx="0" cy="0"/>
          <a:chOff x="0" y="0"/>
          <a:chExt cx="0" cy="0"/>
        </a:xfrm>
      </p:grpSpPr>
      <p:grpSp>
        <p:nvGrpSpPr>
          <p:cNvPr id="2026" name="Google Shape;2026;p46"/>
          <p:cNvGrpSpPr/>
          <p:nvPr/>
        </p:nvGrpSpPr>
        <p:grpSpPr>
          <a:xfrm>
            <a:off x="457200" y="954350"/>
            <a:ext cx="8241900" cy="3824572"/>
            <a:chOff x="457200" y="954350"/>
            <a:chExt cx="8241900" cy="3824572"/>
          </a:xfrm>
        </p:grpSpPr>
        <p:sp>
          <p:nvSpPr>
            <p:cNvPr id="2027" name="Google Shape;2027;p46"/>
            <p:cNvSpPr/>
            <p:nvPr/>
          </p:nvSpPr>
          <p:spPr>
            <a:xfrm>
              <a:off x="3971850" y="954350"/>
              <a:ext cx="1198500" cy="11985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28" name="Google Shape;2028;p46"/>
            <p:cNvGrpSpPr/>
            <p:nvPr/>
          </p:nvGrpSpPr>
          <p:grpSpPr>
            <a:xfrm>
              <a:off x="3053250" y="1553000"/>
              <a:ext cx="3049800" cy="1200"/>
              <a:chOff x="3053250" y="1744994"/>
              <a:chExt cx="3049800" cy="1200"/>
            </a:xfrm>
          </p:grpSpPr>
          <p:cxnSp>
            <p:nvCxnSpPr>
              <p:cNvPr id="2029" name="Google Shape;2029;p46"/>
              <p:cNvCxnSpPr>
                <a:stCxn id="2030" idx="3"/>
                <a:endCxn id="2031" idx="1"/>
              </p:cNvCxnSpPr>
              <p:nvPr/>
            </p:nvCxnSpPr>
            <p:spPr>
              <a:xfrm>
                <a:off x="5170350" y="1744994"/>
                <a:ext cx="932700" cy="600"/>
              </a:xfrm>
              <a:prstGeom prst="bentConnector3">
                <a:avLst>
                  <a:gd fmla="val 50000" name="adj1"/>
                </a:avLst>
              </a:prstGeom>
              <a:noFill/>
              <a:ln cap="flat" cmpd="sng" w="19050">
                <a:solidFill>
                  <a:schemeClr val="lt1"/>
                </a:solidFill>
                <a:prstDash val="solid"/>
                <a:round/>
                <a:headEnd len="med" w="med" type="none"/>
                <a:tailEnd len="med" w="med" type="none"/>
              </a:ln>
            </p:spPr>
          </p:cxnSp>
          <p:cxnSp>
            <p:nvCxnSpPr>
              <p:cNvPr id="2032" name="Google Shape;2032;p46"/>
              <p:cNvCxnSpPr>
                <a:stCxn id="2033" idx="3"/>
                <a:endCxn id="2027" idx="2"/>
              </p:cNvCxnSpPr>
              <p:nvPr/>
            </p:nvCxnSpPr>
            <p:spPr>
              <a:xfrm>
                <a:off x="3053250" y="1745594"/>
                <a:ext cx="918600" cy="600"/>
              </a:xfrm>
              <a:prstGeom prst="bentConnector3">
                <a:avLst>
                  <a:gd fmla="val 50000" name="adj1"/>
                </a:avLst>
              </a:prstGeom>
              <a:noFill/>
              <a:ln cap="flat" cmpd="sng" w="19050">
                <a:solidFill>
                  <a:schemeClr val="lt1"/>
                </a:solidFill>
                <a:prstDash val="solid"/>
                <a:round/>
                <a:headEnd len="med" w="med" type="none"/>
                <a:tailEnd len="med" w="med" type="none"/>
              </a:ln>
            </p:spPr>
          </p:cxnSp>
        </p:grpSp>
        <p:grpSp>
          <p:nvGrpSpPr>
            <p:cNvPr id="2034" name="Google Shape;2034;p46"/>
            <p:cNvGrpSpPr/>
            <p:nvPr/>
          </p:nvGrpSpPr>
          <p:grpSpPr>
            <a:xfrm>
              <a:off x="1425750" y="2152850"/>
              <a:ext cx="6304800" cy="425175"/>
              <a:chOff x="1425750" y="2152850"/>
              <a:chExt cx="6304800" cy="425175"/>
            </a:xfrm>
          </p:grpSpPr>
          <p:cxnSp>
            <p:nvCxnSpPr>
              <p:cNvPr id="2035" name="Google Shape;2035;p46"/>
              <p:cNvCxnSpPr>
                <a:stCxn id="2036" idx="0"/>
                <a:endCxn id="2037" idx="0"/>
              </p:cNvCxnSpPr>
              <p:nvPr/>
            </p:nvCxnSpPr>
            <p:spPr>
              <a:xfrm rot="5400000">
                <a:off x="4577850" y="-574675"/>
                <a:ext cx="600" cy="6304800"/>
              </a:xfrm>
              <a:prstGeom prst="bentConnector3">
                <a:avLst>
                  <a:gd fmla="val -39687500" name="adj1"/>
                </a:avLst>
              </a:prstGeom>
              <a:noFill/>
              <a:ln cap="flat" cmpd="sng" w="19050">
                <a:solidFill>
                  <a:schemeClr val="lt1"/>
                </a:solidFill>
                <a:prstDash val="solid"/>
                <a:round/>
                <a:headEnd len="med" w="med" type="none"/>
                <a:tailEnd len="med" w="med" type="none"/>
              </a:ln>
            </p:spPr>
          </p:cxnSp>
          <p:cxnSp>
            <p:nvCxnSpPr>
              <p:cNvPr id="2038" name="Google Shape;2038;p46"/>
              <p:cNvCxnSpPr>
                <a:stCxn id="2027" idx="4"/>
                <a:endCxn id="2039" idx="0"/>
              </p:cNvCxnSpPr>
              <p:nvPr/>
            </p:nvCxnSpPr>
            <p:spPr>
              <a:xfrm flipH="1" rot="-5400000">
                <a:off x="4359150" y="2364800"/>
                <a:ext cx="424500" cy="600"/>
              </a:xfrm>
              <a:prstGeom prst="bentConnector3">
                <a:avLst>
                  <a:gd fmla="val 50009" name="adj1"/>
                </a:avLst>
              </a:prstGeom>
              <a:noFill/>
              <a:ln cap="flat" cmpd="sng" w="19050">
                <a:solidFill>
                  <a:schemeClr val="lt1"/>
                </a:solidFill>
                <a:prstDash val="solid"/>
                <a:round/>
                <a:headEnd len="med" w="med" type="none"/>
                <a:tailEnd len="med" w="med" type="none"/>
              </a:ln>
            </p:spPr>
          </p:cxnSp>
        </p:grpSp>
        <p:sp>
          <p:nvSpPr>
            <p:cNvPr id="2037" name="Google Shape;2037;p46"/>
            <p:cNvSpPr/>
            <p:nvPr/>
          </p:nvSpPr>
          <p:spPr>
            <a:xfrm>
              <a:off x="457200" y="2577425"/>
              <a:ext cx="1937100" cy="9954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6"/>
            <p:cNvSpPr/>
            <p:nvPr/>
          </p:nvSpPr>
          <p:spPr>
            <a:xfrm>
              <a:off x="457200" y="3783522"/>
              <a:ext cx="1937100" cy="9954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6"/>
            <p:cNvSpPr/>
            <p:nvPr/>
          </p:nvSpPr>
          <p:spPr>
            <a:xfrm>
              <a:off x="3614700" y="2577425"/>
              <a:ext cx="1912800" cy="9954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6"/>
            <p:cNvSpPr/>
            <p:nvPr/>
          </p:nvSpPr>
          <p:spPr>
            <a:xfrm>
              <a:off x="3614700" y="3783519"/>
              <a:ext cx="1912800" cy="9954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6"/>
            <p:cNvSpPr/>
            <p:nvPr/>
          </p:nvSpPr>
          <p:spPr>
            <a:xfrm>
              <a:off x="6774150" y="2577425"/>
              <a:ext cx="1912800" cy="9954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6"/>
            <p:cNvSpPr/>
            <p:nvPr/>
          </p:nvSpPr>
          <p:spPr>
            <a:xfrm>
              <a:off x="6774150" y="3783522"/>
              <a:ext cx="1912800" cy="9954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43" name="Google Shape;2043;p46"/>
            <p:cNvCxnSpPr>
              <a:stCxn id="2037" idx="2"/>
              <a:endCxn id="2040" idx="0"/>
            </p:cNvCxnSpPr>
            <p:nvPr/>
          </p:nvCxnSpPr>
          <p:spPr>
            <a:xfrm flipH="1" rot="-5400000">
              <a:off x="1320750" y="3677825"/>
              <a:ext cx="210600" cy="600"/>
            </a:xfrm>
            <a:prstGeom prst="bentConnector3">
              <a:avLst>
                <a:gd fmla="val 50023" name="adj1"/>
              </a:avLst>
            </a:prstGeom>
            <a:noFill/>
            <a:ln cap="flat" cmpd="sng" w="19050">
              <a:solidFill>
                <a:schemeClr val="lt1"/>
              </a:solidFill>
              <a:prstDash val="solid"/>
              <a:round/>
              <a:headEnd len="med" w="med" type="none"/>
              <a:tailEnd len="med" w="med" type="none"/>
            </a:ln>
          </p:spPr>
        </p:cxnSp>
        <p:cxnSp>
          <p:nvCxnSpPr>
            <p:cNvPr id="2044" name="Google Shape;2044;p46"/>
            <p:cNvCxnSpPr>
              <a:endCxn id="2041" idx="0"/>
            </p:cNvCxnSpPr>
            <p:nvPr/>
          </p:nvCxnSpPr>
          <p:spPr>
            <a:xfrm flipH="1" rot="-5400000">
              <a:off x="4465500" y="3677919"/>
              <a:ext cx="210600" cy="600"/>
            </a:xfrm>
            <a:prstGeom prst="bentConnector3">
              <a:avLst>
                <a:gd fmla="val 50000" name="adj1"/>
              </a:avLst>
            </a:prstGeom>
            <a:noFill/>
            <a:ln cap="flat" cmpd="sng" w="19050">
              <a:solidFill>
                <a:schemeClr val="lt1"/>
              </a:solidFill>
              <a:prstDash val="solid"/>
              <a:round/>
              <a:headEnd len="med" w="med" type="none"/>
              <a:tailEnd len="med" w="med" type="none"/>
            </a:ln>
          </p:spPr>
        </p:cxnSp>
        <p:cxnSp>
          <p:nvCxnSpPr>
            <p:cNvPr id="2045" name="Google Shape;2045;p46"/>
            <p:cNvCxnSpPr>
              <a:endCxn id="2042" idx="0"/>
            </p:cNvCxnSpPr>
            <p:nvPr/>
          </p:nvCxnSpPr>
          <p:spPr>
            <a:xfrm flipH="1" rot="-5400000">
              <a:off x="7624950" y="3677922"/>
              <a:ext cx="210600" cy="600"/>
            </a:xfrm>
            <a:prstGeom prst="bentConnector3">
              <a:avLst>
                <a:gd fmla="val 50000" name="adj1"/>
              </a:avLst>
            </a:prstGeom>
            <a:noFill/>
            <a:ln cap="flat" cmpd="sng" w="19050">
              <a:solidFill>
                <a:schemeClr val="lt1"/>
              </a:solidFill>
              <a:prstDash val="solid"/>
              <a:round/>
              <a:headEnd len="med" w="med" type="none"/>
              <a:tailEnd len="med" w="med" type="none"/>
            </a:ln>
          </p:spPr>
        </p:cxnSp>
        <p:sp>
          <p:nvSpPr>
            <p:cNvPr id="2033" name="Google Shape;2033;p46"/>
            <p:cNvSpPr/>
            <p:nvPr/>
          </p:nvSpPr>
          <p:spPr>
            <a:xfrm>
              <a:off x="1425750" y="1302200"/>
              <a:ext cx="1627500" cy="5028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6"/>
            <p:cNvSpPr/>
            <p:nvPr/>
          </p:nvSpPr>
          <p:spPr>
            <a:xfrm>
              <a:off x="6103050" y="1302200"/>
              <a:ext cx="1627500" cy="502800"/>
            </a:xfrm>
            <a:prstGeom prst="roundRect">
              <a:avLst>
                <a:gd fmla="val 1666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6"/>
            <p:cNvSpPr/>
            <p:nvPr/>
          </p:nvSpPr>
          <p:spPr>
            <a:xfrm>
              <a:off x="457200" y="1204925"/>
              <a:ext cx="697500" cy="6975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47" name="Google Shape;2047;p46"/>
            <p:cNvCxnSpPr>
              <a:stCxn id="2046" idx="6"/>
              <a:endCxn id="2033" idx="1"/>
            </p:cNvCxnSpPr>
            <p:nvPr/>
          </p:nvCxnSpPr>
          <p:spPr>
            <a:xfrm>
              <a:off x="1154700" y="1553675"/>
              <a:ext cx="271200" cy="0"/>
            </a:xfrm>
            <a:prstGeom prst="straightConnector1">
              <a:avLst/>
            </a:prstGeom>
            <a:noFill/>
            <a:ln cap="flat" cmpd="sng" w="19050">
              <a:solidFill>
                <a:schemeClr val="lt1"/>
              </a:solidFill>
              <a:prstDash val="solid"/>
              <a:round/>
              <a:headEnd len="med" w="med" type="none"/>
              <a:tailEnd len="med" w="med" type="none"/>
            </a:ln>
          </p:spPr>
        </p:cxnSp>
        <p:sp>
          <p:nvSpPr>
            <p:cNvPr id="2048" name="Google Shape;2048;p46"/>
            <p:cNvSpPr/>
            <p:nvPr/>
          </p:nvSpPr>
          <p:spPr>
            <a:xfrm>
              <a:off x="8001600" y="1204925"/>
              <a:ext cx="697500" cy="6975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49" name="Google Shape;2049;p46"/>
            <p:cNvCxnSpPr>
              <a:stCxn id="2031" idx="3"/>
              <a:endCxn id="2048" idx="2"/>
            </p:cNvCxnSpPr>
            <p:nvPr/>
          </p:nvCxnSpPr>
          <p:spPr>
            <a:xfrm>
              <a:off x="7730550" y="1553600"/>
              <a:ext cx="271200" cy="0"/>
            </a:xfrm>
            <a:prstGeom prst="straightConnector1">
              <a:avLst/>
            </a:prstGeom>
            <a:noFill/>
            <a:ln cap="flat" cmpd="sng" w="19050">
              <a:solidFill>
                <a:schemeClr val="lt1"/>
              </a:solidFill>
              <a:prstDash val="solid"/>
              <a:round/>
              <a:headEnd len="med" w="med" type="none"/>
              <a:tailEnd len="med" w="med" type="none"/>
            </a:ln>
          </p:spPr>
        </p:cxnSp>
      </p:grpSp>
      <p:sp>
        <p:nvSpPr>
          <p:cNvPr id="2050" name="Google Shape;2050;p46"/>
          <p:cNvSpPr txBox="1"/>
          <p:nvPr>
            <p:ph type="title"/>
          </p:nvPr>
        </p:nvSpPr>
        <p:spPr>
          <a:xfrm>
            <a:off x="457200" y="419675"/>
            <a:ext cx="8229600" cy="3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Chemistry Lesson Infographics</a:t>
            </a:r>
            <a:endParaRPr/>
          </a:p>
        </p:txBody>
      </p:sp>
      <p:grpSp>
        <p:nvGrpSpPr>
          <p:cNvPr id="2051" name="Google Shape;2051;p46"/>
          <p:cNvGrpSpPr/>
          <p:nvPr/>
        </p:nvGrpSpPr>
        <p:grpSpPr>
          <a:xfrm>
            <a:off x="3614700" y="3859988"/>
            <a:ext cx="1912800" cy="841950"/>
            <a:chOff x="3615600" y="3859988"/>
            <a:chExt cx="1912800" cy="841950"/>
          </a:xfrm>
        </p:grpSpPr>
        <p:sp>
          <p:nvSpPr>
            <p:cNvPr id="2052" name="Google Shape;2052;p46"/>
            <p:cNvSpPr txBox="1"/>
            <p:nvPr/>
          </p:nvSpPr>
          <p:spPr>
            <a:xfrm>
              <a:off x="3615600" y="4195238"/>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2053" name="Google Shape;2053;p46"/>
            <p:cNvSpPr txBox="1"/>
            <p:nvPr/>
          </p:nvSpPr>
          <p:spPr>
            <a:xfrm>
              <a:off x="3972750" y="38599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2054" name="Google Shape;2054;p46"/>
          <p:cNvGrpSpPr/>
          <p:nvPr/>
        </p:nvGrpSpPr>
        <p:grpSpPr>
          <a:xfrm>
            <a:off x="457200" y="3860000"/>
            <a:ext cx="1912800" cy="841950"/>
            <a:chOff x="457200" y="3860000"/>
            <a:chExt cx="1912800" cy="841950"/>
          </a:xfrm>
        </p:grpSpPr>
        <p:sp>
          <p:nvSpPr>
            <p:cNvPr id="2055" name="Google Shape;2055;p46"/>
            <p:cNvSpPr txBox="1"/>
            <p:nvPr/>
          </p:nvSpPr>
          <p:spPr>
            <a:xfrm>
              <a:off x="457200" y="4195250"/>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2056" name="Google Shape;2056;p46"/>
            <p:cNvSpPr txBox="1"/>
            <p:nvPr/>
          </p:nvSpPr>
          <p:spPr>
            <a:xfrm>
              <a:off x="814350" y="386000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2057" name="Google Shape;2057;p46"/>
          <p:cNvGrpSpPr/>
          <p:nvPr/>
        </p:nvGrpSpPr>
        <p:grpSpPr>
          <a:xfrm>
            <a:off x="3614700" y="2654488"/>
            <a:ext cx="1912800" cy="841950"/>
            <a:chOff x="3615600" y="2654488"/>
            <a:chExt cx="1912800" cy="841950"/>
          </a:xfrm>
        </p:grpSpPr>
        <p:sp>
          <p:nvSpPr>
            <p:cNvPr id="2058" name="Google Shape;2058;p46"/>
            <p:cNvSpPr txBox="1"/>
            <p:nvPr/>
          </p:nvSpPr>
          <p:spPr>
            <a:xfrm>
              <a:off x="3615600" y="2989738"/>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2059" name="Google Shape;2059;p46"/>
            <p:cNvSpPr txBox="1"/>
            <p:nvPr/>
          </p:nvSpPr>
          <p:spPr>
            <a:xfrm>
              <a:off x="3972750" y="26544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grpSp>
        <p:nvGrpSpPr>
          <p:cNvPr id="2060" name="Google Shape;2060;p46"/>
          <p:cNvGrpSpPr/>
          <p:nvPr/>
        </p:nvGrpSpPr>
        <p:grpSpPr>
          <a:xfrm>
            <a:off x="6774000" y="3860000"/>
            <a:ext cx="1912800" cy="841950"/>
            <a:chOff x="6774000" y="3860000"/>
            <a:chExt cx="1912800" cy="841950"/>
          </a:xfrm>
        </p:grpSpPr>
        <p:sp>
          <p:nvSpPr>
            <p:cNvPr id="2061" name="Google Shape;2061;p46"/>
            <p:cNvSpPr txBox="1"/>
            <p:nvPr/>
          </p:nvSpPr>
          <p:spPr>
            <a:xfrm>
              <a:off x="6774000" y="4195250"/>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2062" name="Google Shape;2062;p46"/>
            <p:cNvSpPr txBox="1"/>
            <p:nvPr/>
          </p:nvSpPr>
          <p:spPr>
            <a:xfrm>
              <a:off x="7131150" y="386000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2063" name="Google Shape;2063;p46"/>
          <p:cNvGrpSpPr/>
          <p:nvPr/>
        </p:nvGrpSpPr>
        <p:grpSpPr>
          <a:xfrm>
            <a:off x="457200" y="2654488"/>
            <a:ext cx="1912800" cy="841950"/>
            <a:chOff x="457200" y="2654488"/>
            <a:chExt cx="1912800" cy="841950"/>
          </a:xfrm>
        </p:grpSpPr>
        <p:sp>
          <p:nvSpPr>
            <p:cNvPr id="2064" name="Google Shape;2064;p46"/>
            <p:cNvSpPr txBox="1"/>
            <p:nvPr/>
          </p:nvSpPr>
          <p:spPr>
            <a:xfrm>
              <a:off x="457200" y="2989738"/>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2065" name="Google Shape;2065;p46"/>
            <p:cNvSpPr txBox="1"/>
            <p:nvPr/>
          </p:nvSpPr>
          <p:spPr>
            <a:xfrm>
              <a:off x="814350" y="26544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grpSp>
        <p:nvGrpSpPr>
          <p:cNvPr id="2066" name="Google Shape;2066;p46"/>
          <p:cNvGrpSpPr/>
          <p:nvPr/>
        </p:nvGrpSpPr>
        <p:grpSpPr>
          <a:xfrm>
            <a:off x="6774000" y="2654488"/>
            <a:ext cx="1912800" cy="841950"/>
            <a:chOff x="6774000" y="2654488"/>
            <a:chExt cx="1912800" cy="841950"/>
          </a:xfrm>
        </p:grpSpPr>
        <p:sp>
          <p:nvSpPr>
            <p:cNvPr id="2067" name="Google Shape;2067;p46"/>
            <p:cNvSpPr txBox="1"/>
            <p:nvPr/>
          </p:nvSpPr>
          <p:spPr>
            <a:xfrm>
              <a:off x="6774000" y="2989738"/>
              <a:ext cx="1912800" cy="5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Ceres is located in the main asteroid belt</a:t>
              </a:r>
              <a:endParaRPr>
                <a:solidFill>
                  <a:schemeClr val="lt1"/>
                </a:solidFill>
                <a:latin typeface="Catamaran"/>
                <a:ea typeface="Catamaran"/>
                <a:cs typeface="Catamaran"/>
                <a:sym typeface="Catamaran"/>
              </a:endParaRPr>
            </a:p>
          </p:txBody>
        </p:sp>
        <p:sp>
          <p:nvSpPr>
            <p:cNvPr id="2068" name="Google Shape;2068;p46"/>
            <p:cNvSpPr txBox="1"/>
            <p:nvPr/>
          </p:nvSpPr>
          <p:spPr>
            <a:xfrm>
              <a:off x="7131150" y="2654488"/>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Ceres</a:t>
              </a:r>
              <a:endParaRPr sz="2000">
                <a:solidFill>
                  <a:schemeClr val="lt1"/>
                </a:solidFill>
                <a:latin typeface="Love Ya Like A Sister"/>
                <a:ea typeface="Love Ya Like A Sister"/>
                <a:cs typeface="Love Ya Like A Sister"/>
                <a:sym typeface="Love Ya Like A Sister"/>
              </a:endParaRPr>
            </a:p>
          </p:txBody>
        </p:sp>
      </p:grpSp>
      <p:sp>
        <p:nvSpPr>
          <p:cNvPr id="2069" name="Google Shape;2069;p46"/>
          <p:cNvSpPr txBox="1"/>
          <p:nvPr/>
        </p:nvSpPr>
        <p:spPr>
          <a:xfrm>
            <a:off x="1640250" y="138590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Saturn</a:t>
            </a:r>
            <a:endParaRPr sz="2200">
              <a:solidFill>
                <a:schemeClr val="lt1"/>
              </a:solidFill>
              <a:latin typeface="Love Ya Like A Sister"/>
              <a:ea typeface="Love Ya Like A Sister"/>
              <a:cs typeface="Love Ya Like A Sister"/>
              <a:sym typeface="Love Ya Like A Sister"/>
            </a:endParaRPr>
          </a:p>
        </p:txBody>
      </p:sp>
      <p:sp>
        <p:nvSpPr>
          <p:cNvPr id="2070" name="Google Shape;2070;p46"/>
          <p:cNvSpPr txBox="1"/>
          <p:nvPr/>
        </p:nvSpPr>
        <p:spPr>
          <a:xfrm>
            <a:off x="6317550" y="1385900"/>
            <a:ext cx="1198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Earth</a:t>
            </a:r>
            <a:endParaRPr sz="2200">
              <a:solidFill>
                <a:schemeClr val="lt1"/>
              </a:solidFill>
              <a:latin typeface="Love Ya Like A Sister"/>
              <a:ea typeface="Love Ya Like A Sister"/>
              <a:cs typeface="Love Ya Like A Sister"/>
              <a:sym typeface="Love Ya Like A Sister"/>
            </a:endParaRPr>
          </a:p>
        </p:txBody>
      </p:sp>
      <p:sp>
        <p:nvSpPr>
          <p:cNvPr id="2071" name="Google Shape;2071;p46"/>
          <p:cNvSpPr/>
          <p:nvPr/>
        </p:nvSpPr>
        <p:spPr>
          <a:xfrm>
            <a:off x="710278" y="1362231"/>
            <a:ext cx="191194" cy="382738"/>
          </a:xfrm>
          <a:custGeom>
            <a:rect b="b" l="l" r="r" t="t"/>
            <a:pathLst>
              <a:path extrusionOk="0" h="12015" w="6002">
                <a:moveTo>
                  <a:pt x="906" y="1"/>
                </a:moveTo>
                <a:cubicBezTo>
                  <a:pt x="406" y="1"/>
                  <a:pt x="1" y="405"/>
                  <a:pt x="1" y="917"/>
                </a:cubicBezTo>
                <a:lnTo>
                  <a:pt x="1" y="1251"/>
                </a:lnTo>
                <a:cubicBezTo>
                  <a:pt x="1" y="1763"/>
                  <a:pt x="394" y="2168"/>
                  <a:pt x="906" y="2168"/>
                </a:cubicBezTo>
                <a:lnTo>
                  <a:pt x="906" y="8633"/>
                </a:lnTo>
                <a:cubicBezTo>
                  <a:pt x="906" y="8728"/>
                  <a:pt x="977" y="8823"/>
                  <a:pt x="1084" y="8823"/>
                </a:cubicBezTo>
                <a:cubicBezTo>
                  <a:pt x="1192" y="8823"/>
                  <a:pt x="1263" y="8740"/>
                  <a:pt x="1263" y="8633"/>
                </a:cubicBezTo>
                <a:lnTo>
                  <a:pt x="1263" y="2168"/>
                </a:lnTo>
                <a:lnTo>
                  <a:pt x="4704" y="2168"/>
                </a:lnTo>
                <a:lnTo>
                  <a:pt x="4704" y="2668"/>
                </a:lnTo>
                <a:lnTo>
                  <a:pt x="3823" y="2668"/>
                </a:lnTo>
                <a:cubicBezTo>
                  <a:pt x="3740" y="2668"/>
                  <a:pt x="3644" y="2739"/>
                  <a:pt x="3644" y="2846"/>
                </a:cubicBezTo>
                <a:cubicBezTo>
                  <a:pt x="3644" y="2941"/>
                  <a:pt x="3716" y="3025"/>
                  <a:pt x="3823" y="3025"/>
                </a:cubicBezTo>
                <a:lnTo>
                  <a:pt x="4704" y="3025"/>
                </a:lnTo>
                <a:lnTo>
                  <a:pt x="4704" y="3906"/>
                </a:lnTo>
                <a:lnTo>
                  <a:pt x="3823" y="3906"/>
                </a:lnTo>
                <a:cubicBezTo>
                  <a:pt x="3740" y="3906"/>
                  <a:pt x="3644" y="3977"/>
                  <a:pt x="3644" y="4084"/>
                </a:cubicBezTo>
                <a:cubicBezTo>
                  <a:pt x="3644" y="4180"/>
                  <a:pt x="3716" y="4263"/>
                  <a:pt x="3823" y="4263"/>
                </a:cubicBezTo>
                <a:lnTo>
                  <a:pt x="4704" y="4263"/>
                </a:lnTo>
                <a:lnTo>
                  <a:pt x="4704" y="5144"/>
                </a:lnTo>
                <a:lnTo>
                  <a:pt x="3823" y="5144"/>
                </a:lnTo>
                <a:cubicBezTo>
                  <a:pt x="3740" y="5144"/>
                  <a:pt x="3644" y="5216"/>
                  <a:pt x="3644" y="5323"/>
                </a:cubicBezTo>
                <a:cubicBezTo>
                  <a:pt x="3644" y="5406"/>
                  <a:pt x="3716" y="5501"/>
                  <a:pt x="3823" y="5501"/>
                </a:cubicBezTo>
                <a:lnTo>
                  <a:pt x="4704" y="5501"/>
                </a:lnTo>
                <a:lnTo>
                  <a:pt x="4704" y="6382"/>
                </a:lnTo>
                <a:lnTo>
                  <a:pt x="3823" y="6382"/>
                </a:lnTo>
                <a:cubicBezTo>
                  <a:pt x="3740" y="6382"/>
                  <a:pt x="3644" y="6454"/>
                  <a:pt x="3644" y="6561"/>
                </a:cubicBezTo>
                <a:cubicBezTo>
                  <a:pt x="3644" y="6644"/>
                  <a:pt x="3716" y="6740"/>
                  <a:pt x="3823" y="6740"/>
                </a:cubicBezTo>
                <a:lnTo>
                  <a:pt x="4704" y="6740"/>
                </a:lnTo>
                <a:lnTo>
                  <a:pt x="4704" y="7609"/>
                </a:lnTo>
                <a:lnTo>
                  <a:pt x="3823" y="7609"/>
                </a:lnTo>
                <a:cubicBezTo>
                  <a:pt x="3740" y="7609"/>
                  <a:pt x="3644" y="7692"/>
                  <a:pt x="3644" y="7787"/>
                </a:cubicBezTo>
                <a:cubicBezTo>
                  <a:pt x="3644" y="7883"/>
                  <a:pt x="3716" y="7966"/>
                  <a:pt x="3823" y="7966"/>
                </a:cubicBezTo>
                <a:lnTo>
                  <a:pt x="4704" y="7966"/>
                </a:lnTo>
                <a:lnTo>
                  <a:pt x="4704" y="8847"/>
                </a:lnTo>
                <a:lnTo>
                  <a:pt x="3823" y="8847"/>
                </a:lnTo>
                <a:cubicBezTo>
                  <a:pt x="3740" y="8847"/>
                  <a:pt x="3644" y="8918"/>
                  <a:pt x="3644" y="9026"/>
                </a:cubicBezTo>
                <a:cubicBezTo>
                  <a:pt x="3644" y="9121"/>
                  <a:pt x="3716" y="9204"/>
                  <a:pt x="3823" y="9204"/>
                </a:cubicBezTo>
                <a:lnTo>
                  <a:pt x="4704" y="9204"/>
                </a:lnTo>
                <a:lnTo>
                  <a:pt x="4704" y="9954"/>
                </a:lnTo>
                <a:cubicBezTo>
                  <a:pt x="4704" y="10907"/>
                  <a:pt x="3930" y="11657"/>
                  <a:pt x="2989" y="11657"/>
                </a:cubicBezTo>
                <a:cubicBezTo>
                  <a:pt x="2037" y="11657"/>
                  <a:pt x="1275" y="10883"/>
                  <a:pt x="1275" y="9954"/>
                </a:cubicBezTo>
                <a:lnTo>
                  <a:pt x="1275" y="9371"/>
                </a:lnTo>
                <a:cubicBezTo>
                  <a:pt x="1275" y="9276"/>
                  <a:pt x="1203" y="9192"/>
                  <a:pt x="1096" y="9192"/>
                </a:cubicBezTo>
                <a:cubicBezTo>
                  <a:pt x="1001" y="9192"/>
                  <a:pt x="918" y="9264"/>
                  <a:pt x="918" y="9371"/>
                </a:cubicBezTo>
                <a:lnTo>
                  <a:pt x="918" y="9954"/>
                </a:lnTo>
                <a:cubicBezTo>
                  <a:pt x="918" y="11097"/>
                  <a:pt x="1846" y="12014"/>
                  <a:pt x="2989" y="12014"/>
                </a:cubicBezTo>
                <a:cubicBezTo>
                  <a:pt x="4132" y="12014"/>
                  <a:pt x="5061" y="11097"/>
                  <a:pt x="5061" y="9954"/>
                </a:cubicBezTo>
                <a:lnTo>
                  <a:pt x="5061" y="2227"/>
                </a:lnTo>
                <a:lnTo>
                  <a:pt x="5085" y="2227"/>
                </a:lnTo>
                <a:cubicBezTo>
                  <a:pt x="5597" y="2227"/>
                  <a:pt x="5990" y="1822"/>
                  <a:pt x="5990" y="1322"/>
                </a:cubicBezTo>
                <a:lnTo>
                  <a:pt x="5990" y="929"/>
                </a:lnTo>
                <a:cubicBezTo>
                  <a:pt x="6002" y="429"/>
                  <a:pt x="5597" y="24"/>
                  <a:pt x="5085" y="24"/>
                </a:cubicBezTo>
                <a:lnTo>
                  <a:pt x="4525" y="24"/>
                </a:lnTo>
                <a:cubicBezTo>
                  <a:pt x="4430" y="24"/>
                  <a:pt x="4347" y="96"/>
                  <a:pt x="4347" y="203"/>
                </a:cubicBezTo>
                <a:cubicBezTo>
                  <a:pt x="4347" y="286"/>
                  <a:pt x="4418" y="382"/>
                  <a:pt x="4525" y="382"/>
                </a:cubicBezTo>
                <a:lnTo>
                  <a:pt x="5085" y="382"/>
                </a:lnTo>
                <a:cubicBezTo>
                  <a:pt x="5406" y="382"/>
                  <a:pt x="5656" y="632"/>
                  <a:pt x="5656" y="941"/>
                </a:cubicBezTo>
                <a:lnTo>
                  <a:pt x="5656" y="1287"/>
                </a:lnTo>
                <a:cubicBezTo>
                  <a:pt x="5656" y="1596"/>
                  <a:pt x="5406" y="1846"/>
                  <a:pt x="5085" y="1846"/>
                </a:cubicBezTo>
                <a:lnTo>
                  <a:pt x="906" y="1846"/>
                </a:lnTo>
                <a:cubicBezTo>
                  <a:pt x="596" y="1846"/>
                  <a:pt x="334" y="1596"/>
                  <a:pt x="334" y="1287"/>
                </a:cubicBezTo>
                <a:lnTo>
                  <a:pt x="334" y="929"/>
                </a:lnTo>
                <a:cubicBezTo>
                  <a:pt x="334" y="620"/>
                  <a:pt x="596" y="370"/>
                  <a:pt x="906" y="370"/>
                </a:cubicBezTo>
                <a:lnTo>
                  <a:pt x="3870" y="370"/>
                </a:lnTo>
                <a:cubicBezTo>
                  <a:pt x="3954" y="370"/>
                  <a:pt x="4049" y="286"/>
                  <a:pt x="4049" y="191"/>
                </a:cubicBezTo>
                <a:cubicBezTo>
                  <a:pt x="4049" y="96"/>
                  <a:pt x="3966" y="1"/>
                  <a:pt x="38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2" name="Google Shape;2072;p46"/>
          <p:cNvGrpSpPr/>
          <p:nvPr/>
        </p:nvGrpSpPr>
        <p:grpSpPr>
          <a:xfrm>
            <a:off x="4393958" y="1313959"/>
            <a:ext cx="368711" cy="479291"/>
            <a:chOff x="3990517" y="3354173"/>
            <a:chExt cx="279559" cy="363402"/>
          </a:xfrm>
        </p:grpSpPr>
        <p:sp>
          <p:nvSpPr>
            <p:cNvPr id="2073" name="Google Shape;2073;p46"/>
            <p:cNvSpPr/>
            <p:nvPr/>
          </p:nvSpPr>
          <p:spPr>
            <a:xfrm>
              <a:off x="3990517" y="3354173"/>
              <a:ext cx="279559" cy="363402"/>
            </a:xfrm>
            <a:custGeom>
              <a:rect b="b" l="l" r="r" t="t"/>
              <a:pathLst>
                <a:path extrusionOk="0" h="11408" w="8776">
                  <a:moveTo>
                    <a:pt x="6322" y="346"/>
                  </a:moveTo>
                  <a:lnTo>
                    <a:pt x="6322" y="715"/>
                  </a:lnTo>
                  <a:lnTo>
                    <a:pt x="5537" y="715"/>
                  </a:lnTo>
                  <a:lnTo>
                    <a:pt x="5537" y="346"/>
                  </a:lnTo>
                  <a:close/>
                  <a:moveTo>
                    <a:pt x="6692" y="1049"/>
                  </a:moveTo>
                  <a:lnTo>
                    <a:pt x="6692" y="5121"/>
                  </a:lnTo>
                  <a:lnTo>
                    <a:pt x="5179" y="5121"/>
                  </a:lnTo>
                  <a:lnTo>
                    <a:pt x="5179" y="1049"/>
                  </a:lnTo>
                  <a:close/>
                  <a:moveTo>
                    <a:pt x="5763" y="5466"/>
                  </a:moveTo>
                  <a:lnTo>
                    <a:pt x="5763" y="6014"/>
                  </a:lnTo>
                  <a:lnTo>
                    <a:pt x="5465" y="6014"/>
                  </a:lnTo>
                  <a:lnTo>
                    <a:pt x="5465" y="5466"/>
                  </a:lnTo>
                  <a:close/>
                  <a:moveTo>
                    <a:pt x="6394" y="5466"/>
                  </a:moveTo>
                  <a:lnTo>
                    <a:pt x="6394" y="6633"/>
                  </a:lnTo>
                  <a:lnTo>
                    <a:pt x="6096" y="6633"/>
                  </a:lnTo>
                  <a:lnTo>
                    <a:pt x="6096" y="5466"/>
                  </a:lnTo>
                  <a:close/>
                  <a:moveTo>
                    <a:pt x="6953" y="8038"/>
                  </a:moveTo>
                  <a:cubicBezTo>
                    <a:pt x="7168" y="8038"/>
                    <a:pt x="7346" y="8216"/>
                    <a:pt x="7346" y="8443"/>
                  </a:cubicBezTo>
                  <a:cubicBezTo>
                    <a:pt x="7346" y="8669"/>
                    <a:pt x="7168" y="8847"/>
                    <a:pt x="6953" y="8847"/>
                  </a:cubicBezTo>
                  <a:lnTo>
                    <a:pt x="4584" y="8847"/>
                  </a:lnTo>
                  <a:lnTo>
                    <a:pt x="4584" y="8038"/>
                  </a:lnTo>
                  <a:close/>
                  <a:moveTo>
                    <a:pt x="6549" y="9193"/>
                  </a:moveTo>
                  <a:cubicBezTo>
                    <a:pt x="6537" y="9502"/>
                    <a:pt x="6275" y="9740"/>
                    <a:pt x="5965" y="9740"/>
                  </a:cubicBezTo>
                  <a:lnTo>
                    <a:pt x="4584" y="9740"/>
                  </a:lnTo>
                  <a:lnTo>
                    <a:pt x="4584" y="9193"/>
                  </a:lnTo>
                  <a:close/>
                  <a:moveTo>
                    <a:pt x="5882" y="10086"/>
                  </a:moveTo>
                  <a:lnTo>
                    <a:pt x="5882" y="10359"/>
                  </a:lnTo>
                  <a:lnTo>
                    <a:pt x="4584" y="10359"/>
                  </a:lnTo>
                  <a:lnTo>
                    <a:pt x="4584" y="10086"/>
                  </a:lnTo>
                  <a:close/>
                  <a:moveTo>
                    <a:pt x="4953" y="1"/>
                  </a:moveTo>
                  <a:cubicBezTo>
                    <a:pt x="4870" y="1"/>
                    <a:pt x="4787" y="72"/>
                    <a:pt x="4787" y="168"/>
                  </a:cubicBezTo>
                  <a:cubicBezTo>
                    <a:pt x="4787" y="263"/>
                    <a:pt x="4870" y="334"/>
                    <a:pt x="4953" y="334"/>
                  </a:cubicBezTo>
                  <a:lnTo>
                    <a:pt x="5144" y="334"/>
                  </a:lnTo>
                  <a:lnTo>
                    <a:pt x="5144" y="703"/>
                  </a:lnTo>
                  <a:lnTo>
                    <a:pt x="4953" y="703"/>
                  </a:lnTo>
                  <a:cubicBezTo>
                    <a:pt x="4870" y="703"/>
                    <a:pt x="4787" y="775"/>
                    <a:pt x="4787" y="870"/>
                  </a:cubicBezTo>
                  <a:lnTo>
                    <a:pt x="4787" y="1334"/>
                  </a:lnTo>
                  <a:lnTo>
                    <a:pt x="4370" y="1334"/>
                  </a:lnTo>
                  <a:cubicBezTo>
                    <a:pt x="3644" y="1334"/>
                    <a:pt x="2929" y="1513"/>
                    <a:pt x="2310" y="1846"/>
                  </a:cubicBezTo>
                  <a:cubicBezTo>
                    <a:pt x="2215" y="1894"/>
                    <a:pt x="2191" y="2001"/>
                    <a:pt x="2227" y="2073"/>
                  </a:cubicBezTo>
                  <a:cubicBezTo>
                    <a:pt x="2262" y="2132"/>
                    <a:pt x="2322" y="2168"/>
                    <a:pt x="2381" y="2168"/>
                  </a:cubicBezTo>
                  <a:cubicBezTo>
                    <a:pt x="2405" y="2168"/>
                    <a:pt x="2441" y="2168"/>
                    <a:pt x="2453" y="2144"/>
                  </a:cubicBezTo>
                  <a:cubicBezTo>
                    <a:pt x="3036" y="1835"/>
                    <a:pt x="3691" y="1668"/>
                    <a:pt x="4358" y="1668"/>
                  </a:cubicBezTo>
                  <a:lnTo>
                    <a:pt x="4775" y="1668"/>
                  </a:lnTo>
                  <a:lnTo>
                    <a:pt x="4775" y="3382"/>
                  </a:lnTo>
                  <a:lnTo>
                    <a:pt x="4358" y="3382"/>
                  </a:lnTo>
                  <a:cubicBezTo>
                    <a:pt x="3060" y="3382"/>
                    <a:pt x="2024" y="4430"/>
                    <a:pt x="2024" y="5716"/>
                  </a:cubicBezTo>
                  <a:cubicBezTo>
                    <a:pt x="2024" y="6954"/>
                    <a:pt x="2977" y="7966"/>
                    <a:pt x="4191" y="8038"/>
                  </a:cubicBezTo>
                  <a:lnTo>
                    <a:pt x="4191" y="9740"/>
                  </a:lnTo>
                  <a:cubicBezTo>
                    <a:pt x="2048" y="9645"/>
                    <a:pt x="346" y="7883"/>
                    <a:pt x="346" y="5716"/>
                  </a:cubicBezTo>
                  <a:cubicBezTo>
                    <a:pt x="346" y="4454"/>
                    <a:pt x="917" y="3299"/>
                    <a:pt x="1917" y="2525"/>
                  </a:cubicBezTo>
                  <a:cubicBezTo>
                    <a:pt x="1989" y="2466"/>
                    <a:pt x="2012" y="2358"/>
                    <a:pt x="1953" y="2287"/>
                  </a:cubicBezTo>
                  <a:cubicBezTo>
                    <a:pt x="1918" y="2238"/>
                    <a:pt x="1867" y="2214"/>
                    <a:pt x="1817" y="2214"/>
                  </a:cubicBezTo>
                  <a:cubicBezTo>
                    <a:pt x="1780" y="2214"/>
                    <a:pt x="1744" y="2226"/>
                    <a:pt x="1715" y="2251"/>
                  </a:cubicBezTo>
                  <a:cubicBezTo>
                    <a:pt x="1191" y="2656"/>
                    <a:pt x="762" y="3180"/>
                    <a:pt x="465" y="3751"/>
                  </a:cubicBezTo>
                  <a:cubicBezTo>
                    <a:pt x="143" y="4371"/>
                    <a:pt x="0" y="5037"/>
                    <a:pt x="0" y="5716"/>
                  </a:cubicBezTo>
                  <a:cubicBezTo>
                    <a:pt x="0" y="8073"/>
                    <a:pt x="1858" y="9990"/>
                    <a:pt x="4191" y="10086"/>
                  </a:cubicBezTo>
                  <a:lnTo>
                    <a:pt x="4191" y="10359"/>
                  </a:lnTo>
                  <a:lnTo>
                    <a:pt x="2036" y="10359"/>
                  </a:lnTo>
                  <a:cubicBezTo>
                    <a:pt x="1739" y="10359"/>
                    <a:pt x="1512" y="10598"/>
                    <a:pt x="1512" y="10883"/>
                  </a:cubicBezTo>
                  <a:cubicBezTo>
                    <a:pt x="1512" y="11181"/>
                    <a:pt x="1750" y="11407"/>
                    <a:pt x="2036" y="11407"/>
                  </a:cubicBezTo>
                  <a:lnTo>
                    <a:pt x="8263" y="11407"/>
                  </a:lnTo>
                  <a:cubicBezTo>
                    <a:pt x="8561" y="11407"/>
                    <a:pt x="8775" y="11169"/>
                    <a:pt x="8775" y="10883"/>
                  </a:cubicBezTo>
                  <a:cubicBezTo>
                    <a:pt x="8775" y="10598"/>
                    <a:pt x="8537" y="10359"/>
                    <a:pt x="8263" y="10359"/>
                  </a:cubicBezTo>
                  <a:lnTo>
                    <a:pt x="7465" y="10359"/>
                  </a:lnTo>
                  <a:cubicBezTo>
                    <a:pt x="7382" y="10359"/>
                    <a:pt x="7311" y="10443"/>
                    <a:pt x="7311" y="10526"/>
                  </a:cubicBezTo>
                  <a:cubicBezTo>
                    <a:pt x="7311" y="10621"/>
                    <a:pt x="7382" y="10693"/>
                    <a:pt x="7465" y="10693"/>
                  </a:cubicBezTo>
                  <a:lnTo>
                    <a:pt x="8263" y="10693"/>
                  </a:lnTo>
                  <a:cubicBezTo>
                    <a:pt x="8358" y="10693"/>
                    <a:pt x="8454" y="10776"/>
                    <a:pt x="8454" y="10883"/>
                  </a:cubicBezTo>
                  <a:cubicBezTo>
                    <a:pt x="8454" y="10990"/>
                    <a:pt x="8358" y="11074"/>
                    <a:pt x="8263" y="11074"/>
                  </a:cubicBezTo>
                  <a:lnTo>
                    <a:pt x="2084" y="11074"/>
                  </a:lnTo>
                  <a:cubicBezTo>
                    <a:pt x="1977" y="11074"/>
                    <a:pt x="1893" y="10990"/>
                    <a:pt x="1893" y="10883"/>
                  </a:cubicBezTo>
                  <a:cubicBezTo>
                    <a:pt x="1893" y="10776"/>
                    <a:pt x="1977" y="10693"/>
                    <a:pt x="2084" y="10693"/>
                  </a:cubicBezTo>
                  <a:lnTo>
                    <a:pt x="6787" y="10693"/>
                  </a:lnTo>
                  <a:cubicBezTo>
                    <a:pt x="6870" y="10693"/>
                    <a:pt x="6953" y="10621"/>
                    <a:pt x="6953" y="10526"/>
                  </a:cubicBezTo>
                  <a:cubicBezTo>
                    <a:pt x="6953" y="10443"/>
                    <a:pt x="6870" y="10359"/>
                    <a:pt x="6787" y="10359"/>
                  </a:cubicBezTo>
                  <a:lnTo>
                    <a:pt x="6203" y="10359"/>
                  </a:lnTo>
                  <a:lnTo>
                    <a:pt x="6203" y="10050"/>
                  </a:lnTo>
                  <a:cubicBezTo>
                    <a:pt x="6596" y="9943"/>
                    <a:pt x="6870" y="9609"/>
                    <a:pt x="6870" y="9193"/>
                  </a:cubicBezTo>
                  <a:lnTo>
                    <a:pt x="6930" y="9193"/>
                  </a:lnTo>
                  <a:cubicBezTo>
                    <a:pt x="7334" y="9193"/>
                    <a:pt x="7680" y="8859"/>
                    <a:pt x="7680" y="8443"/>
                  </a:cubicBezTo>
                  <a:cubicBezTo>
                    <a:pt x="7680" y="8038"/>
                    <a:pt x="7346" y="7704"/>
                    <a:pt x="6930" y="7704"/>
                  </a:cubicBezTo>
                  <a:lnTo>
                    <a:pt x="4406" y="7704"/>
                  </a:lnTo>
                  <a:cubicBezTo>
                    <a:pt x="3298" y="7704"/>
                    <a:pt x="2405" y="6811"/>
                    <a:pt x="2405" y="5704"/>
                  </a:cubicBezTo>
                  <a:cubicBezTo>
                    <a:pt x="2405" y="4609"/>
                    <a:pt x="3298" y="3716"/>
                    <a:pt x="4406" y="3716"/>
                  </a:cubicBezTo>
                  <a:lnTo>
                    <a:pt x="4822" y="3716"/>
                  </a:lnTo>
                  <a:lnTo>
                    <a:pt x="4822" y="5287"/>
                  </a:lnTo>
                  <a:cubicBezTo>
                    <a:pt x="4822" y="5383"/>
                    <a:pt x="4894" y="5454"/>
                    <a:pt x="4989" y="5454"/>
                  </a:cubicBezTo>
                  <a:lnTo>
                    <a:pt x="5108" y="5454"/>
                  </a:lnTo>
                  <a:lnTo>
                    <a:pt x="5108" y="6180"/>
                  </a:lnTo>
                  <a:cubicBezTo>
                    <a:pt x="5108" y="6276"/>
                    <a:pt x="5179" y="6347"/>
                    <a:pt x="5263" y="6347"/>
                  </a:cubicBezTo>
                  <a:lnTo>
                    <a:pt x="5727" y="6347"/>
                  </a:lnTo>
                  <a:lnTo>
                    <a:pt x="5727" y="6788"/>
                  </a:lnTo>
                  <a:cubicBezTo>
                    <a:pt x="5727" y="6883"/>
                    <a:pt x="5799" y="6954"/>
                    <a:pt x="5894" y="6954"/>
                  </a:cubicBezTo>
                  <a:lnTo>
                    <a:pt x="6537" y="6954"/>
                  </a:lnTo>
                  <a:cubicBezTo>
                    <a:pt x="6620" y="6954"/>
                    <a:pt x="6692" y="6883"/>
                    <a:pt x="6692" y="6788"/>
                  </a:cubicBezTo>
                  <a:lnTo>
                    <a:pt x="6692" y="5454"/>
                  </a:lnTo>
                  <a:lnTo>
                    <a:pt x="6811" y="5454"/>
                  </a:lnTo>
                  <a:cubicBezTo>
                    <a:pt x="6906" y="5454"/>
                    <a:pt x="6977" y="5383"/>
                    <a:pt x="6977" y="5287"/>
                  </a:cubicBezTo>
                  <a:lnTo>
                    <a:pt x="6977" y="870"/>
                  </a:lnTo>
                  <a:cubicBezTo>
                    <a:pt x="6977" y="775"/>
                    <a:pt x="6906" y="703"/>
                    <a:pt x="6811" y="703"/>
                  </a:cubicBezTo>
                  <a:lnTo>
                    <a:pt x="6620" y="703"/>
                  </a:lnTo>
                  <a:lnTo>
                    <a:pt x="6620" y="334"/>
                  </a:lnTo>
                  <a:lnTo>
                    <a:pt x="6811" y="334"/>
                  </a:lnTo>
                  <a:cubicBezTo>
                    <a:pt x="6906" y="334"/>
                    <a:pt x="6977" y="263"/>
                    <a:pt x="6977" y="168"/>
                  </a:cubicBezTo>
                  <a:cubicBezTo>
                    <a:pt x="6977" y="72"/>
                    <a:pt x="6906" y="1"/>
                    <a:pt x="68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6"/>
            <p:cNvSpPr/>
            <p:nvPr/>
          </p:nvSpPr>
          <p:spPr>
            <a:xfrm>
              <a:off x="4102009" y="3418680"/>
              <a:ext cx="36824" cy="37175"/>
            </a:xfrm>
            <a:custGeom>
              <a:rect b="b" l="l" r="r" t="t"/>
              <a:pathLst>
                <a:path extrusionOk="0" h="1167" w="1156">
                  <a:moveTo>
                    <a:pt x="572" y="345"/>
                  </a:moveTo>
                  <a:cubicBezTo>
                    <a:pt x="715" y="345"/>
                    <a:pt x="810" y="452"/>
                    <a:pt x="810" y="583"/>
                  </a:cubicBezTo>
                  <a:cubicBezTo>
                    <a:pt x="810" y="714"/>
                    <a:pt x="715" y="822"/>
                    <a:pt x="572" y="822"/>
                  </a:cubicBezTo>
                  <a:cubicBezTo>
                    <a:pt x="441" y="822"/>
                    <a:pt x="334" y="714"/>
                    <a:pt x="334" y="583"/>
                  </a:cubicBezTo>
                  <a:cubicBezTo>
                    <a:pt x="334" y="452"/>
                    <a:pt x="441" y="345"/>
                    <a:pt x="572" y="345"/>
                  </a:cubicBezTo>
                  <a:close/>
                  <a:moveTo>
                    <a:pt x="572" y="0"/>
                  </a:moveTo>
                  <a:cubicBezTo>
                    <a:pt x="263" y="0"/>
                    <a:pt x="1" y="262"/>
                    <a:pt x="1" y="583"/>
                  </a:cubicBezTo>
                  <a:cubicBezTo>
                    <a:pt x="1" y="893"/>
                    <a:pt x="251" y="1167"/>
                    <a:pt x="572" y="1167"/>
                  </a:cubicBezTo>
                  <a:cubicBezTo>
                    <a:pt x="894" y="1167"/>
                    <a:pt x="1156" y="893"/>
                    <a:pt x="1156" y="583"/>
                  </a:cubicBezTo>
                  <a:cubicBezTo>
                    <a:pt x="1156" y="274"/>
                    <a:pt x="906" y="0"/>
                    <a:pt x="5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6"/>
            <p:cNvSpPr/>
            <p:nvPr/>
          </p:nvSpPr>
          <p:spPr>
            <a:xfrm>
              <a:off x="4083820" y="3615129"/>
              <a:ext cx="37175" cy="36824"/>
            </a:xfrm>
            <a:custGeom>
              <a:rect b="b" l="l" r="r" t="t"/>
              <a:pathLst>
                <a:path extrusionOk="0" h="1156" w="1167">
                  <a:moveTo>
                    <a:pt x="584" y="346"/>
                  </a:moveTo>
                  <a:cubicBezTo>
                    <a:pt x="715" y="346"/>
                    <a:pt x="822" y="441"/>
                    <a:pt x="822" y="584"/>
                  </a:cubicBezTo>
                  <a:cubicBezTo>
                    <a:pt x="822" y="715"/>
                    <a:pt x="715" y="822"/>
                    <a:pt x="584" y="822"/>
                  </a:cubicBezTo>
                  <a:cubicBezTo>
                    <a:pt x="453" y="822"/>
                    <a:pt x="345" y="715"/>
                    <a:pt x="345" y="584"/>
                  </a:cubicBezTo>
                  <a:cubicBezTo>
                    <a:pt x="345" y="441"/>
                    <a:pt x="453" y="346"/>
                    <a:pt x="584" y="346"/>
                  </a:cubicBezTo>
                  <a:close/>
                  <a:moveTo>
                    <a:pt x="584" y="0"/>
                  </a:moveTo>
                  <a:cubicBezTo>
                    <a:pt x="274" y="0"/>
                    <a:pt x="0" y="251"/>
                    <a:pt x="0" y="584"/>
                  </a:cubicBezTo>
                  <a:cubicBezTo>
                    <a:pt x="0" y="905"/>
                    <a:pt x="250" y="1155"/>
                    <a:pt x="584" y="1155"/>
                  </a:cubicBezTo>
                  <a:cubicBezTo>
                    <a:pt x="905" y="1155"/>
                    <a:pt x="1167" y="893"/>
                    <a:pt x="1167" y="584"/>
                  </a:cubicBezTo>
                  <a:cubicBezTo>
                    <a:pt x="1167" y="262"/>
                    <a:pt x="905" y="0"/>
                    <a:pt x="5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6" name="Google Shape;2076;p46"/>
          <p:cNvGrpSpPr/>
          <p:nvPr/>
        </p:nvGrpSpPr>
        <p:grpSpPr>
          <a:xfrm>
            <a:off x="8160612" y="1370579"/>
            <a:ext cx="379489" cy="366046"/>
            <a:chOff x="1284212" y="1963766"/>
            <a:chExt cx="379489" cy="366046"/>
          </a:xfrm>
        </p:grpSpPr>
        <p:sp>
          <p:nvSpPr>
            <p:cNvPr id="2077" name="Google Shape;2077;p46"/>
            <p:cNvSpPr/>
            <p:nvPr/>
          </p:nvSpPr>
          <p:spPr>
            <a:xfrm>
              <a:off x="1436861" y="2112975"/>
              <a:ext cx="69444" cy="68902"/>
            </a:xfrm>
            <a:custGeom>
              <a:rect b="b" l="l" r="r" t="t"/>
              <a:pathLst>
                <a:path extrusionOk="0" h="2163" w="218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6"/>
            <p:cNvSpPr/>
            <p:nvPr/>
          </p:nvSpPr>
          <p:spPr>
            <a:xfrm>
              <a:off x="1284212" y="1963766"/>
              <a:ext cx="379489" cy="366046"/>
            </a:xfrm>
            <a:custGeom>
              <a:rect b="b" l="l" r="r" t="t"/>
              <a:pathLst>
                <a:path extrusionOk="0" h="11491" w="11913">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2082" name="Shape 2082"/>
        <p:cNvGrpSpPr/>
        <p:nvPr/>
      </p:nvGrpSpPr>
      <p:grpSpPr>
        <a:xfrm>
          <a:off x="0" y="0"/>
          <a:ext cx="0" cy="0"/>
          <a:chOff x="0" y="0"/>
          <a:chExt cx="0" cy="0"/>
        </a:xfrm>
      </p:grpSpPr>
      <p:sp>
        <p:nvSpPr>
          <p:cNvPr id="2083" name="Google Shape;2083;p47"/>
          <p:cNvSpPr txBox="1"/>
          <p:nvPr>
            <p:ph idx="4294967295"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Instructions for use (</a:t>
            </a:r>
            <a:r>
              <a:rPr lang="en">
                <a:latin typeface="Arial"/>
                <a:ea typeface="Arial"/>
                <a:cs typeface="Arial"/>
                <a:sym typeface="Arial"/>
              </a:rPr>
              <a:t>free users)</a:t>
            </a:r>
            <a:endParaRPr>
              <a:solidFill>
                <a:srgbClr val="FFFFFF"/>
              </a:solidFill>
              <a:latin typeface="Arial"/>
              <a:ea typeface="Arial"/>
              <a:cs typeface="Arial"/>
              <a:sym typeface="Arial"/>
            </a:endParaRPr>
          </a:p>
        </p:txBody>
      </p:sp>
      <p:sp>
        <p:nvSpPr>
          <p:cNvPr id="2084" name="Google Shape;2084;p47"/>
          <p:cNvSpPr txBox="1"/>
          <p:nvPr>
            <p:ph idx="4294967295" type="body"/>
          </p:nvPr>
        </p:nvSpPr>
        <p:spPr>
          <a:xfrm>
            <a:off x="1048350" y="690275"/>
            <a:ext cx="7047300" cy="440100"/>
          </a:xfrm>
          <a:prstGeom prst="rect">
            <a:avLst/>
          </a:prstGeom>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None/>
            </a:pPr>
            <a:r>
              <a:rPr lang="en">
                <a:solidFill>
                  <a:srgbClr val="FFFFFF"/>
                </a:solidFill>
                <a:latin typeface="Arial"/>
                <a:ea typeface="Arial"/>
                <a:cs typeface="Arial"/>
                <a:sym typeface="Arial"/>
              </a:rPr>
              <a:t>In order to use this template, you must credit </a:t>
            </a:r>
            <a:r>
              <a:rPr b="1" lang="en" sz="1000" u="sng">
                <a:solidFill>
                  <a:srgbClr val="869FB2"/>
                </a:solidFill>
                <a:latin typeface="Arial"/>
                <a:ea typeface="Arial"/>
                <a:cs typeface="Arial"/>
                <a:sym typeface="Arial"/>
              </a:rPr>
              <a:t>S</a:t>
            </a:r>
            <a:r>
              <a:rPr b="1" lang="en" u="sng">
                <a:solidFill>
                  <a:srgbClr val="869FB2"/>
                </a:solidFill>
                <a:latin typeface="Arial"/>
                <a:ea typeface="Arial"/>
                <a:cs typeface="Arial"/>
                <a:sym typeface="Arial"/>
                <a:hlinkClick r:id="rId3">
                  <a:extLst>
                    <a:ext uri="{A12FA001-AC4F-418D-AE19-62706E023703}">
                      <ahyp:hlinkClr val="tx"/>
                    </a:ext>
                  </a:extLst>
                </a:hlinkClick>
              </a:rPr>
              <a:t>lidesgo</a:t>
            </a:r>
            <a:r>
              <a:rPr lang="en">
                <a:solidFill>
                  <a:srgbClr val="435D74"/>
                </a:solidFill>
                <a:latin typeface="Arial"/>
                <a:ea typeface="Arial"/>
                <a:cs typeface="Arial"/>
                <a:sym typeface="Arial"/>
              </a:rPr>
              <a:t> </a:t>
            </a:r>
            <a:r>
              <a:rPr lang="en">
                <a:solidFill>
                  <a:srgbClr val="FFFFFF"/>
                </a:solidFill>
                <a:latin typeface="Arial"/>
                <a:ea typeface="Arial"/>
                <a:cs typeface="Arial"/>
                <a:sym typeface="Arial"/>
              </a:rPr>
              <a:t>by keeping the Thanks slide.</a:t>
            </a:r>
            <a:endParaRPr>
              <a:solidFill>
                <a:srgbClr val="FFFFFF"/>
              </a:solidFill>
              <a:latin typeface="Arial"/>
              <a:ea typeface="Arial"/>
              <a:cs typeface="Arial"/>
              <a:sym typeface="Arial"/>
            </a:endParaRPr>
          </a:p>
          <a:p>
            <a:pPr indent="0" lvl="0" marL="0" marR="0" rtl="0" algn="l">
              <a:lnSpc>
                <a:spcPct val="115000"/>
              </a:lnSpc>
              <a:spcBef>
                <a:spcPts val="1400"/>
              </a:spcBef>
              <a:spcAft>
                <a:spcPts val="0"/>
              </a:spcAft>
              <a:buNone/>
            </a:pPr>
            <a:r>
              <a:rPr b="1" lang="en" sz="1000">
                <a:solidFill>
                  <a:srgbClr val="869FB2"/>
                </a:solidFill>
                <a:latin typeface="Arial"/>
                <a:ea typeface="Arial"/>
                <a:cs typeface="Arial"/>
                <a:sym typeface="Arial"/>
              </a:rPr>
              <a:t>You are allowed to:</a:t>
            </a:r>
            <a:endParaRPr b="1" sz="1000">
              <a:solidFill>
                <a:srgbClr val="869FB2"/>
              </a:solidFill>
              <a:latin typeface="Arial"/>
              <a:ea typeface="Arial"/>
              <a:cs typeface="Arial"/>
              <a:sym typeface="Aria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Modify this template.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it for both personal and commercial purposes.</a:t>
            </a:r>
            <a:endParaRPr sz="1000">
              <a:solidFill>
                <a:srgbClr val="FFFFFF"/>
              </a:solidFill>
              <a:latin typeface="Arial"/>
              <a:ea typeface="Arial"/>
              <a:cs typeface="Arial"/>
              <a:sym typeface="Arial"/>
            </a:endParaRPr>
          </a:p>
          <a:p>
            <a:pPr indent="0" lvl="0" marL="0" rtl="0" algn="l">
              <a:lnSpc>
                <a:spcPct val="115000"/>
              </a:lnSpc>
              <a:spcBef>
                <a:spcPts val="1400"/>
              </a:spcBef>
              <a:spcAft>
                <a:spcPts val="0"/>
              </a:spcAft>
              <a:buNone/>
            </a:pPr>
            <a:r>
              <a:rPr b="1" lang="en" sz="1000">
                <a:solidFill>
                  <a:srgbClr val="869FB2"/>
                </a:solidFill>
                <a:latin typeface="Arial"/>
                <a:ea typeface="Arial"/>
                <a:cs typeface="Arial"/>
                <a:sym typeface="Arial"/>
              </a:rPr>
              <a:t>You are not allowed to:</a:t>
            </a:r>
            <a:endParaRPr b="1" sz="1000">
              <a:solidFill>
                <a:srgbClr val="869FB2"/>
              </a:solidFill>
              <a:latin typeface="Arial"/>
              <a:ea typeface="Arial"/>
              <a:cs typeface="Arial"/>
              <a:sym typeface="Aria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Sublicense, sell or rent any of Slidesgo Content (or a modified version of Slidesgo Content).</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any of the elements that are part of this Slidesgo Template in an isolated and separated way from this Template.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Delete the “Thanks” or “Credits” slide.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Register any of the elements that are part of this template as a trademark or logo, or register it as a work in an intellectual property registry or similar.</a:t>
            </a:r>
            <a:endParaRPr sz="1000">
              <a:solidFill>
                <a:srgbClr val="FFFFFF"/>
              </a:solidFill>
              <a:latin typeface="Arial"/>
              <a:ea typeface="Arial"/>
              <a:cs typeface="Arial"/>
              <a:sym typeface="Arial"/>
            </a:endParaRPr>
          </a:p>
          <a:p>
            <a:pPr indent="0" lvl="0" marL="0" rtl="0" algn="l">
              <a:lnSpc>
                <a:spcPct val="115000"/>
              </a:lnSpc>
              <a:spcBef>
                <a:spcPts val="0"/>
              </a:spcBef>
              <a:spcAft>
                <a:spcPts val="0"/>
              </a:spcAft>
              <a:buNone/>
            </a:pPr>
            <a:r>
              <a:t/>
            </a:r>
            <a:endParaRPr sz="1000">
              <a:solidFill>
                <a:srgbClr val="FFFFFF"/>
              </a:solidFill>
              <a:latin typeface="Arial"/>
              <a:ea typeface="Arial"/>
              <a:cs typeface="Arial"/>
              <a:sym typeface="Arial"/>
            </a:endParaRPr>
          </a:p>
          <a:p>
            <a:pPr indent="0" lvl="0" marL="0" rtl="0" algn="ctr">
              <a:spcBef>
                <a:spcPts val="0"/>
              </a:spcBef>
              <a:spcAft>
                <a:spcPts val="0"/>
              </a:spcAft>
              <a:buNone/>
            </a:pPr>
            <a:r>
              <a:t/>
            </a:r>
            <a:endParaRPr sz="1000">
              <a:solidFill>
                <a:srgbClr val="435D74"/>
              </a:solidFill>
              <a:latin typeface="Arial"/>
              <a:ea typeface="Arial"/>
              <a:cs typeface="Arial"/>
              <a:sym typeface="Arial"/>
            </a:endParaRPr>
          </a:p>
          <a:p>
            <a:pPr indent="0" lvl="0" marL="0" rtl="0" algn="ctr">
              <a:spcBef>
                <a:spcPts val="0"/>
              </a:spcBef>
              <a:spcAft>
                <a:spcPts val="0"/>
              </a:spcAft>
              <a:buNone/>
            </a:pPr>
            <a:r>
              <a:t/>
            </a:r>
            <a:endParaRPr sz="1300">
              <a:solidFill>
                <a:srgbClr val="435D74"/>
              </a:solidFill>
              <a:latin typeface="Arial"/>
              <a:ea typeface="Arial"/>
              <a:cs typeface="Arial"/>
              <a:sym typeface="Arial"/>
            </a:endParaRPr>
          </a:p>
          <a:p>
            <a:pPr indent="0" lvl="0" marL="0" rtl="0" algn="l">
              <a:spcBef>
                <a:spcPts val="0"/>
              </a:spcBef>
              <a:spcAft>
                <a:spcPts val="0"/>
              </a:spcAft>
              <a:buNone/>
            </a:pPr>
            <a:r>
              <a:t/>
            </a:r>
            <a:endParaRPr sz="1300">
              <a:solidFill>
                <a:srgbClr val="435D74"/>
              </a:solidFill>
              <a:latin typeface="Arial"/>
              <a:ea typeface="Arial"/>
              <a:cs typeface="Arial"/>
              <a:sym typeface="Arial"/>
            </a:endParaRPr>
          </a:p>
        </p:txBody>
      </p:sp>
      <p:sp>
        <p:nvSpPr>
          <p:cNvPr id="2085" name="Google Shape;2085;p47"/>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a:t>
            </a:r>
            <a:r>
              <a:rPr lang="en" sz="900">
                <a:solidFill>
                  <a:srgbClr val="FFFFFF"/>
                </a:solidFill>
              </a:rPr>
              <a:t>read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4">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val="tx"/>
                    </a:ext>
                  </a:extLst>
                </a:hlinkClick>
              </a:rPr>
              <a:t>https://slidesgo.com/slidesgo-school</a:t>
            </a:r>
            <a:endParaRPr sz="1000" u="sng">
              <a:solidFill>
                <a:srgbClr val="869FB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2089" name="Shape 2089"/>
        <p:cNvGrpSpPr/>
        <p:nvPr/>
      </p:nvGrpSpPr>
      <p:grpSpPr>
        <a:xfrm>
          <a:off x="0" y="0"/>
          <a:ext cx="0" cy="0"/>
          <a:chOff x="0" y="0"/>
          <a:chExt cx="0" cy="0"/>
        </a:xfrm>
      </p:grpSpPr>
      <p:sp>
        <p:nvSpPr>
          <p:cNvPr id="2090" name="Google Shape;2090;p48"/>
          <p:cNvSpPr txBox="1"/>
          <p:nvPr>
            <p:ph idx="4294967295"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Instructions for use (premium users)</a:t>
            </a:r>
            <a:endParaRPr>
              <a:solidFill>
                <a:srgbClr val="FFFFFF"/>
              </a:solidFill>
              <a:latin typeface="Arial"/>
              <a:ea typeface="Arial"/>
              <a:cs typeface="Arial"/>
              <a:sym typeface="Arial"/>
            </a:endParaRPr>
          </a:p>
        </p:txBody>
      </p:sp>
      <p:sp>
        <p:nvSpPr>
          <p:cNvPr id="2091" name="Google Shape;2091;p48"/>
          <p:cNvSpPr txBox="1"/>
          <p:nvPr>
            <p:ph idx="4294967295" type="body"/>
          </p:nvPr>
        </p:nvSpPr>
        <p:spPr>
          <a:xfrm>
            <a:off x="1048350" y="690275"/>
            <a:ext cx="7047300" cy="440100"/>
          </a:xfrm>
          <a:prstGeom prst="rect">
            <a:avLst/>
          </a:prstGeom>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None/>
            </a:pPr>
            <a:r>
              <a:rPr lang="en">
                <a:solidFill>
                  <a:srgbClr val="FFFFFF"/>
                </a:solidFill>
                <a:latin typeface="Arial"/>
                <a:ea typeface="Arial"/>
                <a:cs typeface="Arial"/>
                <a:sym typeface="Arial"/>
              </a:rPr>
              <a:t>In order to use this template, you must be a Premium user on </a:t>
            </a:r>
            <a:r>
              <a:rPr b="1" lang="en" sz="1000" u="sng">
                <a:solidFill>
                  <a:srgbClr val="869FB2"/>
                </a:solidFill>
                <a:latin typeface="Arial"/>
                <a:ea typeface="Arial"/>
                <a:cs typeface="Arial"/>
                <a:sym typeface="Arial"/>
              </a:rPr>
              <a:t>S</a:t>
            </a:r>
            <a:r>
              <a:rPr b="1" lang="en" u="sng">
                <a:solidFill>
                  <a:srgbClr val="869FB2"/>
                </a:solidFill>
                <a:latin typeface="Arial"/>
                <a:ea typeface="Arial"/>
                <a:cs typeface="Arial"/>
                <a:sym typeface="Arial"/>
                <a:hlinkClick r:id="rId3">
                  <a:extLst>
                    <a:ext uri="{A12FA001-AC4F-418D-AE19-62706E023703}">
                      <ahyp:hlinkClr val="tx"/>
                    </a:ext>
                  </a:extLst>
                </a:hlinkClick>
              </a:rPr>
              <a:t>lidesgo</a:t>
            </a:r>
            <a:r>
              <a:rPr lang="en">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indent="0" lvl="0" marL="0" marR="0" rtl="0" algn="l">
              <a:lnSpc>
                <a:spcPct val="115000"/>
              </a:lnSpc>
              <a:spcBef>
                <a:spcPts val="1400"/>
              </a:spcBef>
              <a:spcAft>
                <a:spcPts val="0"/>
              </a:spcAft>
              <a:buNone/>
            </a:pPr>
            <a:r>
              <a:rPr b="1" lang="en" sz="1000">
                <a:solidFill>
                  <a:srgbClr val="869FB2"/>
                </a:solidFill>
                <a:latin typeface="Arial"/>
                <a:ea typeface="Arial"/>
                <a:cs typeface="Arial"/>
                <a:sym typeface="Arial"/>
              </a:rPr>
              <a:t>You are allowed to:</a:t>
            </a:r>
            <a:endParaRPr b="1" sz="1000">
              <a:solidFill>
                <a:srgbClr val="869FB2"/>
              </a:solidFill>
              <a:latin typeface="Arial"/>
              <a:ea typeface="Arial"/>
              <a:cs typeface="Arial"/>
              <a:sym typeface="Aria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Modify this template.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it for both personal and commercial purposes.</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Hide or delete the “Thanks” slide and the mention to Slidesgo in the credits.</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Share this template in an editable format with people who are not part of your team.</a:t>
            </a:r>
            <a:endParaRPr sz="1000">
              <a:solidFill>
                <a:srgbClr val="FFFFFF"/>
              </a:solidFill>
              <a:latin typeface="Arial"/>
              <a:ea typeface="Arial"/>
              <a:cs typeface="Arial"/>
              <a:sym typeface="Arial"/>
            </a:endParaRPr>
          </a:p>
          <a:p>
            <a:pPr indent="0" lvl="0" marL="0" rtl="0" algn="l">
              <a:lnSpc>
                <a:spcPct val="115000"/>
              </a:lnSpc>
              <a:spcBef>
                <a:spcPts val="1400"/>
              </a:spcBef>
              <a:spcAft>
                <a:spcPts val="0"/>
              </a:spcAft>
              <a:buNone/>
            </a:pPr>
            <a:r>
              <a:rPr b="1" lang="en" sz="1000">
                <a:solidFill>
                  <a:srgbClr val="869FB2"/>
                </a:solidFill>
                <a:latin typeface="Arial"/>
                <a:ea typeface="Arial"/>
                <a:cs typeface="Arial"/>
                <a:sym typeface="Arial"/>
              </a:rPr>
              <a:t>You are not allowed to:</a:t>
            </a:r>
            <a:endParaRPr b="1" sz="1000">
              <a:solidFill>
                <a:srgbClr val="869FB2"/>
              </a:solidFill>
              <a:latin typeface="Arial"/>
              <a:ea typeface="Arial"/>
              <a:cs typeface="Arial"/>
              <a:sym typeface="Arial"/>
            </a:endParaRPr>
          </a:p>
          <a:p>
            <a:pPr indent="-292100" lvl="0" marL="457200" rtl="0" algn="l">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Sublicense, sell or rent this Slidesgo Template (or a modified version of this Slidesgo Template).</a:t>
            </a:r>
            <a:endParaRPr sz="1000">
              <a:solidFill>
                <a:srgbClr val="FFFFFF"/>
              </a:solidFill>
              <a:latin typeface="Arial"/>
              <a:ea typeface="Arial"/>
              <a:cs typeface="Arial"/>
              <a:sym typeface="Arial"/>
            </a:endParaRPr>
          </a:p>
          <a:p>
            <a:pPr indent="-292100" lvl="0" marL="457200" rtl="0" algn="l">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latin typeface="Arial"/>
              <a:ea typeface="Arial"/>
              <a:cs typeface="Arial"/>
              <a:sym typeface="Arial"/>
            </a:endParaRPr>
          </a:p>
          <a:p>
            <a:pPr indent="-292100" lvl="0" marL="457200" rtl="0" algn="l">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any of the elements that are part of this Slidesgo Template in an isolated and separated way from this Template.</a:t>
            </a:r>
            <a:endParaRPr sz="1000">
              <a:solidFill>
                <a:srgbClr val="FFFFFF"/>
              </a:solidFill>
              <a:latin typeface="Arial"/>
              <a:ea typeface="Arial"/>
              <a:cs typeface="Arial"/>
              <a:sym typeface="Arial"/>
            </a:endParaRPr>
          </a:p>
          <a:p>
            <a:pPr indent="-292100" lvl="0" marL="457200" rtl="0" algn="l">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Register any of the elements that are part of this template as a trademark or logo, or register it as a work in an intellectual property registry or similar.</a:t>
            </a:r>
            <a:endParaRPr sz="1000">
              <a:solidFill>
                <a:srgbClr val="FFFFFF"/>
              </a:solidFill>
              <a:latin typeface="Arial"/>
              <a:ea typeface="Arial"/>
              <a:cs typeface="Arial"/>
              <a:sym typeface="Arial"/>
            </a:endParaRPr>
          </a:p>
          <a:p>
            <a:pPr indent="0" lvl="0" marL="0" rtl="0" algn="l">
              <a:spcBef>
                <a:spcPts val="0"/>
              </a:spcBef>
              <a:spcAft>
                <a:spcPts val="0"/>
              </a:spcAft>
              <a:buNone/>
            </a:pPr>
            <a:r>
              <a:t/>
            </a:r>
            <a:endParaRPr sz="1000">
              <a:solidFill>
                <a:srgbClr val="FFFFFF"/>
              </a:solidFill>
              <a:latin typeface="Arial"/>
              <a:ea typeface="Arial"/>
              <a:cs typeface="Arial"/>
              <a:sym typeface="Arial"/>
            </a:endParaRPr>
          </a:p>
          <a:p>
            <a:pPr indent="0" lvl="0" marL="0" rtl="0" algn="l">
              <a:spcBef>
                <a:spcPts val="0"/>
              </a:spcBef>
              <a:spcAft>
                <a:spcPts val="0"/>
              </a:spcAft>
              <a:buNone/>
            </a:pPr>
            <a:r>
              <a:t/>
            </a:r>
            <a:endParaRPr sz="1000">
              <a:solidFill>
                <a:srgbClr val="FFFFFF"/>
              </a:solidFill>
              <a:latin typeface="Arial"/>
              <a:ea typeface="Arial"/>
              <a:cs typeface="Arial"/>
              <a:sym typeface="Arial"/>
            </a:endParaRPr>
          </a:p>
        </p:txBody>
      </p:sp>
      <p:sp>
        <p:nvSpPr>
          <p:cNvPr id="2092" name="Google Shape;2092;p48"/>
          <p:cNvSpPr txBox="1"/>
          <p:nvPr>
            <p:ph idx="4294967295" type="body"/>
          </p:nvPr>
        </p:nvSpPr>
        <p:spPr>
          <a:xfrm>
            <a:off x="1048350" y="4314290"/>
            <a:ext cx="7047300" cy="4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rial"/>
                <a:ea typeface="Arial"/>
                <a:cs typeface="Arial"/>
                <a:sym typeface="Arial"/>
              </a:rPr>
              <a:t>For more information about editing slides, please </a:t>
            </a:r>
            <a:r>
              <a:rPr lang="en" sz="900">
                <a:solidFill>
                  <a:srgbClr val="FFFFFF"/>
                </a:solidFill>
                <a:latin typeface="Arial"/>
                <a:ea typeface="Arial"/>
                <a:cs typeface="Arial"/>
                <a:sym typeface="Arial"/>
              </a:rPr>
              <a:t>read </a:t>
            </a:r>
            <a:r>
              <a:rPr lang="en" sz="1000">
                <a:solidFill>
                  <a:srgbClr val="FFFFFF"/>
                </a:solidFill>
                <a:latin typeface="Arial"/>
                <a:ea typeface="Arial"/>
                <a:cs typeface="Arial"/>
                <a:sym typeface="Arial"/>
              </a:rPr>
              <a:t>our FAQs or visit Slidesgo School:</a:t>
            </a:r>
            <a:endParaRPr sz="1000">
              <a:solidFill>
                <a:srgbClr val="FFFFFF"/>
              </a:solidFill>
              <a:latin typeface="Arial"/>
              <a:ea typeface="Arial"/>
              <a:cs typeface="Arial"/>
              <a:sym typeface="Arial"/>
            </a:endParaRPr>
          </a:p>
          <a:p>
            <a:pPr indent="0" lvl="0" marL="0" rtl="0" algn="ctr">
              <a:spcBef>
                <a:spcPts val="0"/>
              </a:spcBef>
              <a:spcAft>
                <a:spcPts val="0"/>
              </a:spcAft>
              <a:buNone/>
            </a:pPr>
            <a:r>
              <a:rPr lang="en" sz="1000" u="sng">
                <a:solidFill>
                  <a:srgbClr val="869FB2"/>
                </a:solidFill>
                <a:latin typeface="Arial"/>
                <a:ea typeface="Arial"/>
                <a:cs typeface="Arial"/>
                <a:sym typeface="Arial"/>
                <a:hlinkClick r:id="rId4">
                  <a:extLst>
                    <a:ext uri="{A12FA001-AC4F-418D-AE19-62706E023703}">
                      <ahyp:hlinkClr val="tx"/>
                    </a:ext>
                  </a:extLst>
                </a:hlinkClick>
              </a:rPr>
              <a:t>https://slidesgo.com/faqs</a:t>
            </a:r>
            <a:r>
              <a:rPr lang="en" sz="1200">
                <a:solidFill>
                  <a:srgbClr val="FFFFFF"/>
                </a:solidFill>
                <a:latin typeface="Arial"/>
                <a:ea typeface="Arial"/>
                <a:cs typeface="Arial"/>
                <a:sym typeface="Arial"/>
              </a:rPr>
              <a:t> </a:t>
            </a:r>
            <a:r>
              <a:rPr lang="en" sz="1000">
                <a:solidFill>
                  <a:srgbClr val="FFFFFF"/>
                </a:solidFill>
                <a:latin typeface="Arial"/>
                <a:ea typeface="Arial"/>
                <a:cs typeface="Arial"/>
                <a:sym typeface="Arial"/>
              </a:rPr>
              <a:t>and</a:t>
            </a:r>
            <a:r>
              <a:rPr lang="en" sz="1200">
                <a:solidFill>
                  <a:srgbClr val="FFFFFF"/>
                </a:solidFill>
                <a:latin typeface="Arial"/>
                <a:ea typeface="Arial"/>
                <a:cs typeface="Arial"/>
                <a:sym typeface="Arial"/>
              </a:rPr>
              <a:t> </a:t>
            </a:r>
            <a:r>
              <a:rPr lang="en" sz="1000" u="sng">
                <a:solidFill>
                  <a:srgbClr val="869FB2"/>
                </a:solidFill>
                <a:latin typeface="Arial"/>
                <a:ea typeface="Arial"/>
                <a:cs typeface="Arial"/>
                <a:sym typeface="Arial"/>
                <a:hlinkClick r:id="rId5">
                  <a:extLst>
                    <a:ext uri="{A12FA001-AC4F-418D-AE19-62706E023703}">
                      <ahyp:hlinkClr val="tx"/>
                    </a:ext>
                  </a:extLst>
                </a:hlinkClick>
              </a:rPr>
              <a:t>https://slidesgo.com/slidesgo-school</a:t>
            </a:r>
            <a:endParaRPr sz="1000" u="sng">
              <a:solidFill>
                <a:srgbClr val="869FB2"/>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2096" name="Shape 2096"/>
        <p:cNvGrpSpPr/>
        <p:nvPr/>
      </p:nvGrpSpPr>
      <p:grpSpPr>
        <a:xfrm>
          <a:off x="0" y="0"/>
          <a:ext cx="0" cy="0"/>
          <a:chOff x="0" y="0"/>
          <a:chExt cx="0" cy="0"/>
        </a:xfrm>
      </p:grpSpPr>
      <p:sp>
        <p:nvSpPr>
          <p:cNvPr id="2097" name="Google Shape;2097;p49"/>
          <p:cNvSpPr txBox="1"/>
          <p:nvPr>
            <p:ph idx="4294967295" type="title"/>
          </p:nvPr>
        </p:nvSpPr>
        <p:spPr>
          <a:xfrm>
            <a:off x="1068100" y="533189"/>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Infographics</a:t>
            </a:r>
            <a:endParaRPr>
              <a:solidFill>
                <a:srgbClr val="FFFFFF"/>
              </a:solidFill>
              <a:latin typeface="Arial"/>
              <a:ea typeface="Arial"/>
              <a:cs typeface="Arial"/>
              <a:sym typeface="Arial"/>
            </a:endParaRPr>
          </a:p>
        </p:txBody>
      </p:sp>
      <p:sp>
        <p:nvSpPr>
          <p:cNvPr id="2098" name="Google Shape;2098;p49"/>
          <p:cNvSpPr txBox="1"/>
          <p:nvPr>
            <p:ph idx="4294967295" type="body"/>
          </p:nvPr>
        </p:nvSpPr>
        <p:spPr>
          <a:xfrm>
            <a:off x="715075" y="1275800"/>
            <a:ext cx="7079400" cy="318300"/>
          </a:xfrm>
          <a:prstGeom prst="rect">
            <a:avLst/>
          </a:prstGeom>
          <a:solidFill>
            <a:srgbClr val="0E2A47"/>
          </a:solidFill>
        </p:spPr>
        <p:txBody>
          <a:bodyPr anchorCtr="0" anchor="t" bIns="91425" lIns="91425" spcFirstLastPara="1" rIns="91425" wrap="square" tIns="91425">
            <a:noAutofit/>
          </a:bodyPr>
          <a:lstStyle/>
          <a:p>
            <a:pPr indent="0" lvl="0" marL="114300" rtl="0" algn="l">
              <a:spcBef>
                <a:spcPts val="0"/>
              </a:spcBef>
              <a:spcAft>
                <a:spcPts val="0"/>
              </a:spcAft>
              <a:buNone/>
            </a:pPr>
            <a:r>
              <a:rPr lang="en">
                <a:solidFill>
                  <a:schemeClr val="lt1"/>
                </a:solidFill>
                <a:latin typeface="Arial"/>
                <a:ea typeface="Arial"/>
                <a:cs typeface="Arial"/>
                <a:sym typeface="Arial"/>
              </a:rPr>
              <a:t>You can add and edit some </a:t>
            </a:r>
            <a:r>
              <a:rPr b="1" lang="en">
                <a:solidFill>
                  <a:srgbClr val="869FB2"/>
                </a:solidFill>
                <a:uFill>
                  <a:noFill/>
                </a:uFill>
                <a:latin typeface="Arial"/>
                <a:ea typeface="Arial"/>
                <a:cs typeface="Arial"/>
                <a:sym typeface="Arial"/>
                <a:hlinkClick r:id="rId3">
                  <a:extLst>
                    <a:ext uri="{A12FA001-AC4F-418D-AE19-62706E023703}">
                      <ahyp:hlinkClr val="tx"/>
                    </a:ext>
                  </a:extLst>
                </a:hlinkClick>
              </a:rPr>
              <a:t>i</a:t>
            </a:r>
            <a:r>
              <a:rPr b="1" lang="en">
                <a:solidFill>
                  <a:srgbClr val="869FB2"/>
                </a:solidFill>
                <a:uFill>
                  <a:noFill/>
                </a:uFill>
                <a:latin typeface="Arial"/>
                <a:ea typeface="Arial"/>
                <a:cs typeface="Arial"/>
                <a:sym typeface="Arial"/>
                <a:hlinkClick r:id="rId4">
                  <a:extLst>
                    <a:ext uri="{A12FA001-AC4F-418D-AE19-62706E023703}">
                      <ahyp:hlinkClr val="tx"/>
                    </a:ext>
                  </a:extLst>
                </a:hlinkClick>
              </a:rPr>
              <a:t>nfographics</a:t>
            </a:r>
            <a:r>
              <a:rPr lang="en">
                <a:solidFill>
                  <a:schemeClr val="lt1"/>
                </a:solidFill>
                <a:latin typeface="Arial"/>
                <a:ea typeface="Arial"/>
                <a:cs typeface="Arial"/>
                <a:sym typeface="Arial"/>
              </a:rPr>
              <a:t> </a:t>
            </a:r>
            <a:r>
              <a:rPr lang="en">
                <a:solidFill>
                  <a:schemeClr val="lt1"/>
                </a:solidFill>
                <a:latin typeface="Arial"/>
                <a:ea typeface="Arial"/>
                <a:cs typeface="Arial"/>
                <a:sym typeface="Arial"/>
              </a:rPr>
              <a:t>to your presentation to present your data in a visual way.</a:t>
            </a:r>
            <a:endParaRPr>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a:solidFill>
                <a:srgbClr val="869FB2"/>
              </a:solidFill>
              <a:latin typeface="Arial"/>
              <a:ea typeface="Arial"/>
              <a:cs typeface="Arial"/>
              <a:sym typeface="Arial"/>
            </a:endParaRPr>
          </a:p>
        </p:txBody>
      </p:sp>
      <p:sp>
        <p:nvSpPr>
          <p:cNvPr id="2099" name="Google Shape;2099;p49"/>
          <p:cNvSpPr txBox="1"/>
          <p:nvPr/>
        </p:nvSpPr>
        <p:spPr>
          <a:xfrm>
            <a:off x="715075" y="1640334"/>
            <a:ext cx="5571300" cy="2931900"/>
          </a:xfrm>
          <a:prstGeom prst="rect">
            <a:avLst/>
          </a:prstGeom>
          <a:solidFill>
            <a:srgbClr val="0E2A47"/>
          </a:solid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FFFFFF"/>
              </a:buClr>
              <a:buSzPts val="1100"/>
              <a:buChar char="●"/>
            </a:pPr>
            <a:r>
              <a:rPr lang="en" sz="1100">
                <a:solidFill>
                  <a:srgbClr val="FFFFFF"/>
                </a:solidFill>
              </a:rPr>
              <a:t>Choose your favourite infographic and insert it in your presentation using Ctrl C + Ctrl V or Cmd C + Cmd V in Mac.</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Select one of the parts and </a:t>
            </a:r>
            <a:r>
              <a:rPr b="1" lang="en" sz="1100">
                <a:solidFill>
                  <a:srgbClr val="869FB2"/>
                </a:solidFill>
              </a:rPr>
              <a:t>ungroup</a:t>
            </a:r>
            <a:r>
              <a:rPr lang="en" sz="1100">
                <a:solidFill>
                  <a:srgbClr val="FFFFFF"/>
                </a:solidFill>
              </a:rPr>
              <a:t> it by right-clicking and choosing “Ungroup”. </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b="1" lang="en" sz="1100">
                <a:solidFill>
                  <a:srgbClr val="869FB2"/>
                </a:solidFill>
              </a:rPr>
              <a:t>Change the color</a:t>
            </a:r>
            <a:r>
              <a:rPr lang="en" sz="1100">
                <a:solidFill>
                  <a:srgbClr val="FFFFFF"/>
                </a:solidFill>
              </a:rPr>
              <a:t> by clicking on the paint bucket. </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Then </a:t>
            </a:r>
            <a:r>
              <a:rPr b="1" lang="en" sz="1100">
                <a:solidFill>
                  <a:srgbClr val="869FB2"/>
                </a:solidFill>
              </a:rPr>
              <a:t>resize</a:t>
            </a:r>
            <a:r>
              <a:rPr lang="en" sz="1100">
                <a:solidFill>
                  <a:srgbClr val="FFFFFF"/>
                </a:solidFill>
              </a:rPr>
              <a:t> the element by clicking and dragging one of the square-shaped points of its bounding box (the cursor should look like a double-headed arrow). Remember to hold Shift while dragging to keep the proportions.</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b="1" lang="en" sz="1100">
                <a:solidFill>
                  <a:srgbClr val="869FB2"/>
                </a:solidFill>
              </a:rPr>
              <a:t>Group</a:t>
            </a:r>
            <a:r>
              <a:rPr lang="en" sz="1100">
                <a:solidFill>
                  <a:srgbClr val="FFFFFF"/>
                </a:solidFill>
              </a:rPr>
              <a:t> the elements again by selecting them, right-clicking and choosing “Group”.</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Repeat the steps above with the other parts and when you’re done editing, copy the end result and paste it into your presentation.</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Remember to choose the</a:t>
            </a:r>
            <a:r>
              <a:rPr lang="en" sz="1100">
                <a:solidFill>
                  <a:srgbClr val="78909C"/>
                </a:solidFill>
              </a:rPr>
              <a:t> </a:t>
            </a:r>
            <a:r>
              <a:rPr lang="en" sz="1100">
                <a:solidFill>
                  <a:srgbClr val="869FB2"/>
                </a:solidFill>
              </a:rPr>
              <a:t>“</a:t>
            </a:r>
            <a:r>
              <a:rPr b="1" lang="en" sz="1100">
                <a:solidFill>
                  <a:srgbClr val="869FB2"/>
                </a:solidFill>
              </a:rPr>
              <a:t>Keep source formatting</a:t>
            </a:r>
            <a:r>
              <a:rPr lang="en" sz="1100">
                <a:solidFill>
                  <a:srgbClr val="869FB2"/>
                </a:solidFill>
              </a:rPr>
              <a:t>”</a:t>
            </a:r>
            <a:r>
              <a:rPr lang="en" sz="1100">
                <a:solidFill>
                  <a:srgbClr val="FFFFFF"/>
                </a:solidFill>
              </a:rPr>
              <a:t> option so that it keeps the design. For more info, please visit </a:t>
            </a:r>
            <a:r>
              <a:rPr b="1" lang="en" sz="1100">
                <a:solidFill>
                  <a:srgbClr val="869FB2"/>
                </a:solidFill>
                <a:uFill>
                  <a:noFill/>
                </a:uFill>
                <a:hlinkClick r:id="rId5">
                  <a:extLst>
                    <a:ext uri="{A12FA001-AC4F-418D-AE19-62706E023703}">
                      <ahyp:hlinkClr val="tx"/>
                    </a:ext>
                  </a:extLst>
                </a:hlinkClick>
              </a:rPr>
              <a:t>Slidesgo School</a:t>
            </a:r>
            <a:r>
              <a:rPr lang="en" sz="1100">
                <a:solidFill>
                  <a:srgbClr val="FFFFFF"/>
                </a:solidFill>
              </a:rPr>
              <a:t>.</a:t>
            </a:r>
            <a:endParaRPr sz="1100"/>
          </a:p>
        </p:txBody>
      </p:sp>
      <p:grpSp>
        <p:nvGrpSpPr>
          <p:cNvPr id="2100" name="Google Shape;2100;p49"/>
          <p:cNvGrpSpPr/>
          <p:nvPr/>
        </p:nvGrpSpPr>
        <p:grpSpPr>
          <a:xfrm>
            <a:off x="6874322" y="1724357"/>
            <a:ext cx="1446116" cy="2863897"/>
            <a:chOff x="6529419" y="1724307"/>
            <a:chExt cx="1480463" cy="2931917"/>
          </a:xfrm>
        </p:grpSpPr>
        <p:grpSp>
          <p:nvGrpSpPr>
            <p:cNvPr id="2101" name="Google Shape;2101;p49"/>
            <p:cNvGrpSpPr/>
            <p:nvPr/>
          </p:nvGrpSpPr>
          <p:grpSpPr>
            <a:xfrm>
              <a:off x="6556827" y="1724307"/>
              <a:ext cx="956596" cy="944294"/>
              <a:chOff x="3800349" y="1238762"/>
              <a:chExt cx="1098904" cy="1084772"/>
            </a:xfrm>
          </p:grpSpPr>
          <p:grpSp>
            <p:nvGrpSpPr>
              <p:cNvPr id="2102" name="Google Shape;2102;p49"/>
              <p:cNvGrpSpPr/>
              <p:nvPr/>
            </p:nvGrpSpPr>
            <p:grpSpPr>
              <a:xfrm>
                <a:off x="3800349" y="1238762"/>
                <a:ext cx="1098904" cy="1084772"/>
                <a:chOff x="3800349" y="1238762"/>
                <a:chExt cx="1098904" cy="1084772"/>
              </a:xfrm>
            </p:grpSpPr>
            <p:sp>
              <p:nvSpPr>
                <p:cNvPr id="2103" name="Google Shape;2103;p49"/>
                <p:cNvSpPr/>
                <p:nvPr/>
              </p:nvSpPr>
              <p:spPr>
                <a:xfrm>
                  <a:off x="3800349" y="1238762"/>
                  <a:ext cx="1098904" cy="1084772"/>
                </a:xfrm>
                <a:custGeom>
                  <a:rect b="b" l="l" r="r" t="t"/>
                  <a:pathLst>
                    <a:path extrusionOk="0" h="45133" w="45721">
                      <a:moveTo>
                        <a:pt x="22825" y="1"/>
                      </a:moveTo>
                      <a:cubicBezTo>
                        <a:pt x="22054" y="1"/>
                        <a:pt x="21283" y="295"/>
                        <a:pt x="20693" y="885"/>
                      </a:cubicBezTo>
                      <a:lnTo>
                        <a:pt x="1179" y="20482"/>
                      </a:lnTo>
                      <a:cubicBezTo>
                        <a:pt x="0" y="21661"/>
                        <a:pt x="0" y="23566"/>
                        <a:pt x="1179" y="24733"/>
                      </a:cubicBezTo>
                      <a:lnTo>
                        <a:pt x="20777" y="44259"/>
                      </a:lnTo>
                      <a:cubicBezTo>
                        <a:pt x="21364" y="44841"/>
                        <a:pt x="22133" y="45133"/>
                        <a:pt x="22900" y="45133"/>
                      </a:cubicBezTo>
                      <a:cubicBezTo>
                        <a:pt x="23672" y="45133"/>
                        <a:pt x="24442" y="44838"/>
                        <a:pt x="25027" y="44247"/>
                      </a:cubicBezTo>
                      <a:lnTo>
                        <a:pt x="32873" y="36377"/>
                      </a:lnTo>
                      <a:cubicBezTo>
                        <a:pt x="33053" y="36197"/>
                        <a:pt x="33283" y="36110"/>
                        <a:pt x="33511" y="36110"/>
                      </a:cubicBezTo>
                      <a:cubicBezTo>
                        <a:pt x="33810" y="36110"/>
                        <a:pt x="34108" y="36260"/>
                        <a:pt x="34290" y="36544"/>
                      </a:cubicBezTo>
                      <a:cubicBezTo>
                        <a:pt x="34743" y="37246"/>
                        <a:pt x="35112" y="38020"/>
                        <a:pt x="35409" y="38806"/>
                      </a:cubicBezTo>
                      <a:cubicBezTo>
                        <a:pt x="35588" y="39294"/>
                        <a:pt x="35909" y="39735"/>
                        <a:pt x="36362" y="40080"/>
                      </a:cubicBezTo>
                      <a:cubicBezTo>
                        <a:pt x="36890" y="40489"/>
                        <a:pt x="37508" y="40695"/>
                        <a:pt x="38128" y="40695"/>
                      </a:cubicBezTo>
                      <a:cubicBezTo>
                        <a:pt x="38682" y="40695"/>
                        <a:pt x="39237" y="40530"/>
                        <a:pt x="39731" y="40199"/>
                      </a:cubicBezTo>
                      <a:cubicBezTo>
                        <a:pt x="41303" y="39127"/>
                        <a:pt x="41446" y="36984"/>
                        <a:pt x="40172" y="35710"/>
                      </a:cubicBezTo>
                      <a:cubicBezTo>
                        <a:pt x="39862" y="35401"/>
                        <a:pt x="39505" y="35186"/>
                        <a:pt x="39112" y="35044"/>
                      </a:cubicBezTo>
                      <a:cubicBezTo>
                        <a:pt x="38326" y="34758"/>
                        <a:pt x="37564" y="34401"/>
                        <a:pt x="36862" y="33948"/>
                      </a:cubicBezTo>
                      <a:cubicBezTo>
                        <a:pt x="36374" y="33639"/>
                        <a:pt x="36279" y="32960"/>
                        <a:pt x="36695" y="32543"/>
                      </a:cubicBezTo>
                      <a:lnTo>
                        <a:pt x="44553" y="24661"/>
                      </a:lnTo>
                      <a:cubicBezTo>
                        <a:pt x="45720" y="23483"/>
                        <a:pt x="45720" y="21578"/>
                        <a:pt x="44542" y="20399"/>
                      </a:cubicBezTo>
                      <a:lnTo>
                        <a:pt x="24956" y="885"/>
                      </a:lnTo>
                      <a:cubicBezTo>
                        <a:pt x="24366" y="295"/>
                        <a:pt x="23595" y="1"/>
                        <a:pt x="22825" y="1"/>
                      </a:cubicBezTo>
                      <a:close/>
                    </a:path>
                  </a:pathLst>
                </a:custGeom>
                <a:solidFill>
                  <a:srgbClr val="5EB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9"/>
                <p:cNvSpPr/>
                <p:nvPr/>
              </p:nvSpPr>
              <p:spPr>
                <a:xfrm>
                  <a:off x="3884758" y="1311226"/>
                  <a:ext cx="287338" cy="287050"/>
                </a:xfrm>
                <a:custGeom>
                  <a:rect b="b" l="l" r="r" t="t"/>
                  <a:pathLst>
                    <a:path extrusionOk="0" h="11943" w="11955">
                      <a:moveTo>
                        <a:pt x="5978" y="1"/>
                      </a:moveTo>
                      <a:cubicBezTo>
                        <a:pt x="2679" y="1"/>
                        <a:pt x="1" y="2668"/>
                        <a:pt x="1" y="5966"/>
                      </a:cubicBezTo>
                      <a:cubicBezTo>
                        <a:pt x="1" y="9276"/>
                        <a:pt x="2679" y="11943"/>
                        <a:pt x="5978" y="11943"/>
                      </a:cubicBezTo>
                      <a:cubicBezTo>
                        <a:pt x="9276" y="11943"/>
                        <a:pt x="11954" y="9276"/>
                        <a:pt x="11954" y="5966"/>
                      </a:cubicBezTo>
                      <a:cubicBezTo>
                        <a:pt x="11954" y="2668"/>
                        <a:pt x="9276" y="1"/>
                        <a:pt x="5978" y="1"/>
                      </a:cubicBezTo>
                      <a:close/>
                    </a:path>
                  </a:pathLst>
                </a:custGeom>
                <a:solidFill>
                  <a:srgbClr val="5EB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5" name="Google Shape;2105;p49"/>
              <p:cNvSpPr/>
              <p:nvPr/>
            </p:nvSpPr>
            <p:spPr>
              <a:xfrm>
                <a:off x="4162525" y="1593650"/>
                <a:ext cx="374561" cy="374975"/>
              </a:xfrm>
              <a:custGeom>
                <a:rect b="b" l="l" r="r" t="t"/>
                <a:pathLst>
                  <a:path extrusionOk="0" h="10872" w="1086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6" name="Google Shape;2106;p49"/>
            <p:cNvGrpSpPr/>
            <p:nvPr/>
          </p:nvGrpSpPr>
          <p:grpSpPr>
            <a:xfrm>
              <a:off x="7053286" y="2227254"/>
              <a:ext cx="956596" cy="944252"/>
              <a:chOff x="4370663" y="1816530"/>
              <a:chExt cx="1098904" cy="1084724"/>
            </a:xfrm>
          </p:grpSpPr>
          <p:grpSp>
            <p:nvGrpSpPr>
              <p:cNvPr id="2107" name="Google Shape;2107;p49"/>
              <p:cNvGrpSpPr/>
              <p:nvPr/>
            </p:nvGrpSpPr>
            <p:grpSpPr>
              <a:xfrm>
                <a:off x="4370663" y="1816530"/>
                <a:ext cx="1098904" cy="1084724"/>
                <a:chOff x="4370663" y="1816530"/>
                <a:chExt cx="1098904" cy="1084724"/>
              </a:xfrm>
            </p:grpSpPr>
            <p:sp>
              <p:nvSpPr>
                <p:cNvPr id="2108" name="Google Shape;2108;p49"/>
                <p:cNvSpPr/>
                <p:nvPr/>
              </p:nvSpPr>
              <p:spPr>
                <a:xfrm>
                  <a:off x="4370663" y="1816530"/>
                  <a:ext cx="1098904" cy="1084724"/>
                </a:xfrm>
                <a:custGeom>
                  <a:rect b="b" l="l" r="r" t="t"/>
                  <a:pathLst>
                    <a:path extrusionOk="0" h="45131" w="45721">
                      <a:moveTo>
                        <a:pt x="22862" y="0"/>
                      </a:moveTo>
                      <a:cubicBezTo>
                        <a:pt x="22092" y="0"/>
                        <a:pt x="21324" y="295"/>
                        <a:pt x="20741" y="884"/>
                      </a:cubicBezTo>
                      <a:lnTo>
                        <a:pt x="12871" y="8742"/>
                      </a:lnTo>
                      <a:cubicBezTo>
                        <a:pt x="12698" y="8921"/>
                        <a:pt x="12472" y="9005"/>
                        <a:pt x="12246" y="9005"/>
                      </a:cubicBezTo>
                      <a:cubicBezTo>
                        <a:pt x="11945" y="9005"/>
                        <a:pt x="11643" y="8855"/>
                        <a:pt x="11466" y="8576"/>
                      </a:cubicBezTo>
                      <a:cubicBezTo>
                        <a:pt x="11014" y="7861"/>
                        <a:pt x="10645" y="7099"/>
                        <a:pt x="10347" y="6302"/>
                      </a:cubicBezTo>
                      <a:cubicBezTo>
                        <a:pt x="10168" y="5813"/>
                        <a:pt x="9847" y="5373"/>
                        <a:pt x="9394" y="5028"/>
                      </a:cubicBezTo>
                      <a:cubicBezTo>
                        <a:pt x="8866" y="4619"/>
                        <a:pt x="8248" y="4413"/>
                        <a:pt x="7630" y="4413"/>
                      </a:cubicBezTo>
                      <a:cubicBezTo>
                        <a:pt x="7078" y="4413"/>
                        <a:pt x="6526" y="4577"/>
                        <a:pt x="6037" y="4909"/>
                      </a:cubicBezTo>
                      <a:cubicBezTo>
                        <a:pt x="4465" y="5968"/>
                        <a:pt x="4310" y="8123"/>
                        <a:pt x="5584" y="9385"/>
                      </a:cubicBezTo>
                      <a:cubicBezTo>
                        <a:pt x="5894" y="9695"/>
                        <a:pt x="6251" y="9921"/>
                        <a:pt x="6632" y="10064"/>
                      </a:cubicBezTo>
                      <a:cubicBezTo>
                        <a:pt x="7418" y="10350"/>
                        <a:pt x="8180" y="10707"/>
                        <a:pt x="8882" y="11159"/>
                      </a:cubicBezTo>
                      <a:cubicBezTo>
                        <a:pt x="9383"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69E7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9"/>
                <p:cNvSpPr/>
                <p:nvPr/>
              </p:nvSpPr>
              <p:spPr>
                <a:xfrm>
                  <a:off x="5055718" y="1904160"/>
                  <a:ext cx="287338" cy="287338"/>
                </a:xfrm>
                <a:custGeom>
                  <a:rect b="b" l="l" r="r" t="t"/>
                  <a:pathLst>
                    <a:path extrusionOk="0" h="11955" w="11955">
                      <a:moveTo>
                        <a:pt x="5978" y="0"/>
                      </a:moveTo>
                      <a:cubicBezTo>
                        <a:pt x="2680" y="0"/>
                        <a:pt x="1" y="2679"/>
                        <a:pt x="1" y="5977"/>
                      </a:cubicBezTo>
                      <a:cubicBezTo>
                        <a:pt x="1" y="9275"/>
                        <a:pt x="2680" y="11954"/>
                        <a:pt x="5978" y="11954"/>
                      </a:cubicBezTo>
                      <a:cubicBezTo>
                        <a:pt x="9276" y="11954"/>
                        <a:pt x="11955" y="9275"/>
                        <a:pt x="11955" y="5977"/>
                      </a:cubicBezTo>
                      <a:cubicBezTo>
                        <a:pt x="11955" y="2679"/>
                        <a:pt x="9276" y="0"/>
                        <a:pt x="5978" y="0"/>
                      </a:cubicBezTo>
                      <a:close/>
                    </a:path>
                  </a:pathLst>
                </a:custGeom>
                <a:solidFill>
                  <a:srgbClr val="69E7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0" name="Google Shape;2110;p49"/>
              <p:cNvGrpSpPr/>
              <p:nvPr/>
            </p:nvGrpSpPr>
            <p:grpSpPr>
              <a:xfrm>
                <a:off x="4732628" y="2171596"/>
                <a:ext cx="374986" cy="374572"/>
                <a:chOff x="3303268" y="3817349"/>
                <a:chExt cx="346056" cy="345674"/>
              </a:xfrm>
            </p:grpSpPr>
            <p:sp>
              <p:nvSpPr>
                <p:cNvPr id="2111" name="Google Shape;2111;p49"/>
                <p:cNvSpPr/>
                <p:nvPr/>
              </p:nvSpPr>
              <p:spPr>
                <a:xfrm>
                  <a:off x="3303268" y="3817349"/>
                  <a:ext cx="346056" cy="345674"/>
                </a:xfrm>
                <a:custGeom>
                  <a:rect b="b" l="l" r="r" t="t"/>
                  <a:pathLst>
                    <a:path extrusionOk="0" h="10860" w="10872">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9"/>
                <p:cNvSpPr/>
                <p:nvPr/>
              </p:nvSpPr>
              <p:spPr>
                <a:xfrm>
                  <a:off x="3368074" y="3882537"/>
                  <a:ext cx="215298" cy="215298"/>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9"/>
                <p:cNvSpPr/>
                <p:nvPr/>
              </p:nvSpPr>
              <p:spPr>
                <a:xfrm>
                  <a:off x="3418143" y="3933656"/>
                  <a:ext cx="114811" cy="112742"/>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9"/>
                <p:cNvSpPr/>
                <p:nvPr/>
              </p:nvSpPr>
              <p:spPr>
                <a:xfrm>
                  <a:off x="3519298" y="3910197"/>
                  <a:ext cx="29570" cy="2922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15" name="Google Shape;2115;p49"/>
            <p:cNvGrpSpPr/>
            <p:nvPr/>
          </p:nvGrpSpPr>
          <p:grpSpPr>
            <a:xfrm>
              <a:off x="6547098" y="2715744"/>
              <a:ext cx="956596" cy="944315"/>
              <a:chOff x="3789173" y="2377690"/>
              <a:chExt cx="1098904" cy="1084796"/>
            </a:xfrm>
          </p:grpSpPr>
          <p:grpSp>
            <p:nvGrpSpPr>
              <p:cNvPr id="2116" name="Google Shape;2116;p49"/>
              <p:cNvGrpSpPr/>
              <p:nvPr/>
            </p:nvGrpSpPr>
            <p:grpSpPr>
              <a:xfrm>
                <a:off x="3789173" y="2377690"/>
                <a:ext cx="1098904" cy="1084796"/>
                <a:chOff x="3789173" y="2377690"/>
                <a:chExt cx="1098904" cy="1084796"/>
              </a:xfrm>
            </p:grpSpPr>
            <p:sp>
              <p:nvSpPr>
                <p:cNvPr id="2117" name="Google Shape;2117;p49"/>
                <p:cNvSpPr/>
                <p:nvPr/>
              </p:nvSpPr>
              <p:spPr>
                <a:xfrm>
                  <a:off x="3789173" y="2377690"/>
                  <a:ext cx="1098904" cy="1084796"/>
                </a:xfrm>
                <a:custGeom>
                  <a:rect b="b" l="l" r="r" t="t"/>
                  <a:pathLst>
                    <a:path extrusionOk="0" h="45134" w="45721">
                      <a:moveTo>
                        <a:pt x="22861" y="0"/>
                      </a:moveTo>
                      <a:cubicBezTo>
                        <a:pt x="22090" y="0"/>
                        <a:pt x="21319" y="295"/>
                        <a:pt x="20730" y="884"/>
                      </a:cubicBezTo>
                      <a:lnTo>
                        <a:pt x="1180" y="20446"/>
                      </a:lnTo>
                      <a:cubicBezTo>
                        <a:pt x="1" y="21613"/>
                        <a:pt x="1" y="23518"/>
                        <a:pt x="1180" y="24697"/>
                      </a:cubicBezTo>
                      <a:lnTo>
                        <a:pt x="20730" y="44259"/>
                      </a:lnTo>
                      <a:cubicBezTo>
                        <a:pt x="21319" y="44842"/>
                        <a:pt x="22090" y="45134"/>
                        <a:pt x="22861" y="45134"/>
                      </a:cubicBezTo>
                      <a:cubicBezTo>
                        <a:pt x="23632" y="45134"/>
                        <a:pt x="24403" y="44842"/>
                        <a:pt x="24992" y="44259"/>
                      </a:cubicBezTo>
                      <a:lnTo>
                        <a:pt x="44542" y="24697"/>
                      </a:lnTo>
                      <a:cubicBezTo>
                        <a:pt x="45721" y="23518"/>
                        <a:pt x="45721" y="21613"/>
                        <a:pt x="44542" y="20446"/>
                      </a:cubicBezTo>
                      <a:lnTo>
                        <a:pt x="36684" y="12576"/>
                      </a:lnTo>
                      <a:cubicBezTo>
                        <a:pt x="36267" y="12171"/>
                        <a:pt x="36363" y="11481"/>
                        <a:pt x="36851" y="11171"/>
                      </a:cubicBezTo>
                      <a:cubicBezTo>
                        <a:pt x="37565" y="10719"/>
                        <a:pt x="38327" y="10350"/>
                        <a:pt x="39125" y="10052"/>
                      </a:cubicBezTo>
                      <a:cubicBezTo>
                        <a:pt x="39613" y="9874"/>
                        <a:pt x="40054" y="9552"/>
                        <a:pt x="40399" y="9100"/>
                      </a:cubicBezTo>
                      <a:cubicBezTo>
                        <a:pt x="41173" y="8099"/>
                        <a:pt x="41220" y="6778"/>
                        <a:pt x="40518" y="5730"/>
                      </a:cubicBezTo>
                      <a:cubicBezTo>
                        <a:pt x="39932" y="4868"/>
                        <a:pt x="39013" y="4436"/>
                        <a:pt x="38094" y="4436"/>
                      </a:cubicBezTo>
                      <a:cubicBezTo>
                        <a:pt x="37349" y="4436"/>
                        <a:pt x="36606" y="4720"/>
                        <a:pt x="36041" y="5290"/>
                      </a:cubicBezTo>
                      <a:cubicBezTo>
                        <a:pt x="35732" y="5587"/>
                        <a:pt x="35505" y="5956"/>
                        <a:pt x="35362" y="6337"/>
                      </a:cubicBezTo>
                      <a:cubicBezTo>
                        <a:pt x="35077" y="7123"/>
                        <a:pt x="34720" y="7885"/>
                        <a:pt x="34267" y="8588"/>
                      </a:cubicBezTo>
                      <a:cubicBezTo>
                        <a:pt x="34091" y="8872"/>
                        <a:pt x="33797" y="9021"/>
                        <a:pt x="33498" y="9021"/>
                      </a:cubicBezTo>
                      <a:cubicBezTo>
                        <a:pt x="33271" y="9021"/>
                        <a:pt x="33042" y="8934"/>
                        <a:pt x="32862" y="8754"/>
                      </a:cubicBezTo>
                      <a:lnTo>
                        <a:pt x="24992" y="884"/>
                      </a:lnTo>
                      <a:cubicBezTo>
                        <a:pt x="24403" y="295"/>
                        <a:pt x="23632" y="0"/>
                        <a:pt x="22861" y="0"/>
                      </a:cubicBezTo>
                      <a:close/>
                    </a:path>
                  </a:pathLst>
                </a:custGeom>
                <a:solidFill>
                  <a:srgbClr val="494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9"/>
                <p:cNvSpPr/>
                <p:nvPr/>
              </p:nvSpPr>
              <p:spPr>
                <a:xfrm>
                  <a:off x="3885623" y="2465897"/>
                  <a:ext cx="287050" cy="287338"/>
                </a:xfrm>
                <a:custGeom>
                  <a:rect b="b" l="l" r="r" t="t"/>
                  <a:pathLst>
                    <a:path extrusionOk="0" h="11955" w="11943">
                      <a:moveTo>
                        <a:pt x="5977" y="0"/>
                      </a:moveTo>
                      <a:cubicBezTo>
                        <a:pt x="2679" y="0"/>
                        <a:pt x="0" y="2679"/>
                        <a:pt x="0" y="5977"/>
                      </a:cubicBezTo>
                      <a:cubicBezTo>
                        <a:pt x="0" y="9275"/>
                        <a:pt x="2679" y="11954"/>
                        <a:pt x="5977" y="11954"/>
                      </a:cubicBezTo>
                      <a:cubicBezTo>
                        <a:pt x="9275" y="11954"/>
                        <a:pt x="11942" y="9275"/>
                        <a:pt x="11942" y="5977"/>
                      </a:cubicBezTo>
                      <a:cubicBezTo>
                        <a:pt x="11942" y="2679"/>
                        <a:pt x="9275" y="0"/>
                        <a:pt x="5977" y="0"/>
                      </a:cubicBezTo>
                      <a:close/>
                    </a:path>
                  </a:pathLst>
                </a:custGeom>
                <a:solidFill>
                  <a:srgbClr val="494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9" name="Google Shape;2119;p49"/>
              <p:cNvGrpSpPr/>
              <p:nvPr/>
            </p:nvGrpSpPr>
            <p:grpSpPr>
              <a:xfrm>
                <a:off x="4151137" y="2732796"/>
                <a:ext cx="374986" cy="374572"/>
                <a:chOff x="3752358" y="3817349"/>
                <a:chExt cx="346056" cy="345674"/>
              </a:xfrm>
            </p:grpSpPr>
            <p:sp>
              <p:nvSpPr>
                <p:cNvPr id="2120" name="Google Shape;2120;p49"/>
                <p:cNvSpPr/>
                <p:nvPr/>
              </p:nvSpPr>
              <p:spPr>
                <a:xfrm>
                  <a:off x="3752358" y="3817349"/>
                  <a:ext cx="346056" cy="345674"/>
                </a:xfrm>
                <a:custGeom>
                  <a:rect b="b" l="l" r="r" t="t"/>
                  <a:pathLst>
                    <a:path extrusionOk="0" h="10860" w="10872">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9"/>
                <p:cNvSpPr/>
                <p:nvPr/>
              </p:nvSpPr>
              <p:spPr>
                <a:xfrm>
                  <a:off x="3831933" y="3955682"/>
                  <a:ext cx="47809" cy="12054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9"/>
                <p:cNvSpPr/>
                <p:nvPr/>
              </p:nvSpPr>
              <p:spPr>
                <a:xfrm>
                  <a:off x="3824739" y="3890112"/>
                  <a:ext cx="55002" cy="55002"/>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9"/>
                <p:cNvSpPr/>
                <p:nvPr/>
              </p:nvSpPr>
              <p:spPr>
                <a:xfrm>
                  <a:off x="3904696" y="3955682"/>
                  <a:ext cx="128148" cy="12054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24" name="Google Shape;2124;p49"/>
            <p:cNvGrpSpPr/>
            <p:nvPr/>
          </p:nvGrpSpPr>
          <p:grpSpPr>
            <a:xfrm>
              <a:off x="7034853" y="3222917"/>
              <a:ext cx="956596" cy="944252"/>
              <a:chOff x="4349489" y="2960313"/>
              <a:chExt cx="1098904" cy="1084724"/>
            </a:xfrm>
          </p:grpSpPr>
          <p:grpSp>
            <p:nvGrpSpPr>
              <p:cNvPr id="2125" name="Google Shape;2125;p49"/>
              <p:cNvGrpSpPr/>
              <p:nvPr/>
            </p:nvGrpSpPr>
            <p:grpSpPr>
              <a:xfrm>
                <a:off x="4349489" y="2960313"/>
                <a:ext cx="1098904" cy="1084724"/>
                <a:chOff x="4349489" y="2960313"/>
                <a:chExt cx="1098904" cy="1084724"/>
              </a:xfrm>
            </p:grpSpPr>
            <p:sp>
              <p:nvSpPr>
                <p:cNvPr id="2126" name="Google Shape;2126;p49"/>
                <p:cNvSpPr/>
                <p:nvPr/>
              </p:nvSpPr>
              <p:spPr>
                <a:xfrm>
                  <a:off x="4349489" y="2960313"/>
                  <a:ext cx="1098904" cy="1084724"/>
                </a:xfrm>
                <a:custGeom>
                  <a:rect b="b" l="l" r="r" t="t"/>
                  <a:pathLst>
                    <a:path extrusionOk="0" h="45131" w="45721">
                      <a:moveTo>
                        <a:pt x="22862" y="0"/>
                      </a:moveTo>
                      <a:cubicBezTo>
                        <a:pt x="22092" y="0"/>
                        <a:pt x="21324" y="295"/>
                        <a:pt x="20741" y="884"/>
                      </a:cubicBezTo>
                      <a:lnTo>
                        <a:pt x="12871" y="8743"/>
                      </a:lnTo>
                      <a:cubicBezTo>
                        <a:pt x="12697" y="8917"/>
                        <a:pt x="12470" y="9001"/>
                        <a:pt x="12243" y="9001"/>
                      </a:cubicBezTo>
                      <a:cubicBezTo>
                        <a:pt x="11942" y="9001"/>
                        <a:pt x="11642" y="8854"/>
                        <a:pt x="11466" y="8576"/>
                      </a:cubicBezTo>
                      <a:cubicBezTo>
                        <a:pt x="11014" y="7861"/>
                        <a:pt x="10645" y="7099"/>
                        <a:pt x="10347" y="6302"/>
                      </a:cubicBezTo>
                      <a:cubicBezTo>
                        <a:pt x="10168" y="5814"/>
                        <a:pt x="9847" y="5373"/>
                        <a:pt x="9394" y="5028"/>
                      </a:cubicBezTo>
                      <a:cubicBezTo>
                        <a:pt x="8866" y="4619"/>
                        <a:pt x="8248" y="4413"/>
                        <a:pt x="7630" y="4413"/>
                      </a:cubicBezTo>
                      <a:cubicBezTo>
                        <a:pt x="7078" y="4413"/>
                        <a:pt x="6525" y="4577"/>
                        <a:pt x="6037" y="4909"/>
                      </a:cubicBezTo>
                      <a:cubicBezTo>
                        <a:pt x="4465" y="5968"/>
                        <a:pt x="4310" y="8123"/>
                        <a:pt x="5584" y="9385"/>
                      </a:cubicBezTo>
                      <a:cubicBezTo>
                        <a:pt x="5894" y="9695"/>
                        <a:pt x="6251" y="9921"/>
                        <a:pt x="6632" y="10064"/>
                      </a:cubicBezTo>
                      <a:cubicBezTo>
                        <a:pt x="7418" y="10350"/>
                        <a:pt x="8180" y="10707"/>
                        <a:pt x="8882" y="11159"/>
                      </a:cubicBezTo>
                      <a:cubicBezTo>
                        <a:pt x="9382"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FCBD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9"/>
                <p:cNvSpPr/>
                <p:nvPr/>
              </p:nvSpPr>
              <p:spPr>
                <a:xfrm>
                  <a:off x="5065741" y="3026769"/>
                  <a:ext cx="287338" cy="287338"/>
                </a:xfrm>
                <a:custGeom>
                  <a:rect b="b" l="l" r="r" t="t"/>
                  <a:pathLst>
                    <a:path extrusionOk="0" h="11955" w="11955">
                      <a:moveTo>
                        <a:pt x="5978" y="1"/>
                      </a:moveTo>
                      <a:cubicBezTo>
                        <a:pt x="2680" y="1"/>
                        <a:pt x="1" y="2679"/>
                        <a:pt x="1" y="5978"/>
                      </a:cubicBezTo>
                      <a:cubicBezTo>
                        <a:pt x="1" y="9276"/>
                        <a:pt x="2680" y="11954"/>
                        <a:pt x="5978" y="11954"/>
                      </a:cubicBezTo>
                      <a:cubicBezTo>
                        <a:pt x="9276" y="11954"/>
                        <a:pt x="11955" y="9276"/>
                        <a:pt x="11955" y="5978"/>
                      </a:cubicBezTo>
                      <a:cubicBezTo>
                        <a:pt x="11955" y="2679"/>
                        <a:pt x="9276" y="1"/>
                        <a:pt x="5978" y="1"/>
                      </a:cubicBezTo>
                      <a:close/>
                    </a:path>
                  </a:pathLst>
                </a:custGeom>
                <a:solidFill>
                  <a:srgbClr val="FCBD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8" name="Google Shape;2128;p49"/>
              <p:cNvGrpSpPr/>
              <p:nvPr/>
            </p:nvGrpSpPr>
            <p:grpSpPr>
              <a:xfrm>
                <a:off x="4732657" y="3315384"/>
                <a:ext cx="374952" cy="374572"/>
                <a:chOff x="4201447" y="3817349"/>
                <a:chExt cx="346024" cy="345674"/>
              </a:xfrm>
            </p:grpSpPr>
            <p:sp>
              <p:nvSpPr>
                <p:cNvPr id="2129" name="Google Shape;2129;p49"/>
                <p:cNvSpPr/>
                <p:nvPr/>
              </p:nvSpPr>
              <p:spPr>
                <a:xfrm>
                  <a:off x="4201447" y="3817349"/>
                  <a:ext cx="346024" cy="345674"/>
                </a:xfrm>
                <a:custGeom>
                  <a:rect b="b" l="l" r="r" t="t"/>
                  <a:pathLst>
                    <a:path extrusionOk="0" h="10860" w="10871">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9"/>
                <p:cNvSpPr/>
                <p:nvPr/>
              </p:nvSpPr>
              <p:spPr>
                <a:xfrm>
                  <a:off x="4271569" y="3904531"/>
                  <a:ext cx="227394" cy="185728"/>
                </a:xfrm>
                <a:custGeom>
                  <a:rect b="b" l="l" r="r" t="t"/>
                  <a:pathLst>
                    <a:path extrusionOk="0" h="5835" w="7144">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31" name="Google Shape;2131;p49"/>
            <p:cNvGrpSpPr/>
            <p:nvPr/>
          </p:nvGrpSpPr>
          <p:grpSpPr>
            <a:xfrm>
              <a:off x="6529419" y="3711909"/>
              <a:ext cx="956596" cy="944315"/>
              <a:chOff x="3768864" y="3522050"/>
              <a:chExt cx="1098904" cy="1084796"/>
            </a:xfrm>
          </p:grpSpPr>
          <p:grpSp>
            <p:nvGrpSpPr>
              <p:cNvPr id="2132" name="Google Shape;2132;p49"/>
              <p:cNvGrpSpPr/>
              <p:nvPr/>
            </p:nvGrpSpPr>
            <p:grpSpPr>
              <a:xfrm>
                <a:off x="3768864" y="3522050"/>
                <a:ext cx="1098904" cy="1084796"/>
                <a:chOff x="3768864" y="3522050"/>
                <a:chExt cx="1098904" cy="1084796"/>
              </a:xfrm>
            </p:grpSpPr>
            <p:sp>
              <p:nvSpPr>
                <p:cNvPr id="2133" name="Google Shape;2133;p49"/>
                <p:cNvSpPr/>
                <p:nvPr/>
              </p:nvSpPr>
              <p:spPr>
                <a:xfrm>
                  <a:off x="3768864" y="3522050"/>
                  <a:ext cx="1098904" cy="1084796"/>
                </a:xfrm>
                <a:custGeom>
                  <a:rect b="b" l="l" r="r" t="t"/>
                  <a:pathLst>
                    <a:path extrusionOk="0" h="45134" w="45721">
                      <a:moveTo>
                        <a:pt x="22862" y="0"/>
                      </a:moveTo>
                      <a:cubicBezTo>
                        <a:pt x="22093" y="0"/>
                        <a:pt x="21325" y="295"/>
                        <a:pt x="20741" y="884"/>
                      </a:cubicBezTo>
                      <a:lnTo>
                        <a:pt x="1179" y="20446"/>
                      </a:lnTo>
                      <a:cubicBezTo>
                        <a:pt x="1" y="21613"/>
                        <a:pt x="1" y="23518"/>
                        <a:pt x="1179" y="24697"/>
                      </a:cubicBezTo>
                      <a:lnTo>
                        <a:pt x="20741" y="44259"/>
                      </a:lnTo>
                      <a:cubicBezTo>
                        <a:pt x="21325" y="44842"/>
                        <a:pt x="22093" y="45134"/>
                        <a:pt x="22862" y="45134"/>
                      </a:cubicBezTo>
                      <a:cubicBezTo>
                        <a:pt x="23631" y="45134"/>
                        <a:pt x="24402" y="44842"/>
                        <a:pt x="24992" y="44259"/>
                      </a:cubicBezTo>
                      <a:lnTo>
                        <a:pt x="44554" y="24697"/>
                      </a:lnTo>
                      <a:cubicBezTo>
                        <a:pt x="45721" y="23518"/>
                        <a:pt x="45721" y="21613"/>
                        <a:pt x="44554" y="20446"/>
                      </a:cubicBezTo>
                      <a:lnTo>
                        <a:pt x="36684" y="12576"/>
                      </a:lnTo>
                      <a:cubicBezTo>
                        <a:pt x="36279" y="12171"/>
                        <a:pt x="36362" y="11481"/>
                        <a:pt x="36850" y="11171"/>
                      </a:cubicBezTo>
                      <a:cubicBezTo>
                        <a:pt x="37565" y="10719"/>
                        <a:pt x="38327" y="10362"/>
                        <a:pt x="39124" y="10052"/>
                      </a:cubicBezTo>
                      <a:cubicBezTo>
                        <a:pt x="39613" y="9874"/>
                        <a:pt x="40053" y="9552"/>
                        <a:pt x="40410" y="9100"/>
                      </a:cubicBezTo>
                      <a:cubicBezTo>
                        <a:pt x="41172" y="8111"/>
                        <a:pt x="41220" y="6778"/>
                        <a:pt x="40518" y="5742"/>
                      </a:cubicBezTo>
                      <a:cubicBezTo>
                        <a:pt x="39931" y="4872"/>
                        <a:pt x="39013" y="4437"/>
                        <a:pt x="38094" y="4437"/>
                      </a:cubicBezTo>
                      <a:cubicBezTo>
                        <a:pt x="37352" y="4437"/>
                        <a:pt x="36610" y="4721"/>
                        <a:pt x="36041" y="5290"/>
                      </a:cubicBezTo>
                      <a:cubicBezTo>
                        <a:pt x="35731" y="5599"/>
                        <a:pt x="35505" y="5956"/>
                        <a:pt x="35362" y="6337"/>
                      </a:cubicBezTo>
                      <a:cubicBezTo>
                        <a:pt x="35076" y="7135"/>
                        <a:pt x="34719" y="7885"/>
                        <a:pt x="34267" y="8588"/>
                      </a:cubicBezTo>
                      <a:cubicBezTo>
                        <a:pt x="34091" y="8872"/>
                        <a:pt x="33796" y="9021"/>
                        <a:pt x="33498" y="9021"/>
                      </a:cubicBezTo>
                      <a:cubicBezTo>
                        <a:pt x="33271" y="9021"/>
                        <a:pt x="33042" y="8934"/>
                        <a:pt x="32862" y="8754"/>
                      </a:cubicBezTo>
                      <a:lnTo>
                        <a:pt x="24992" y="884"/>
                      </a:lnTo>
                      <a:cubicBezTo>
                        <a:pt x="24402" y="295"/>
                        <a:pt x="23631" y="0"/>
                        <a:pt x="22862" y="0"/>
                      </a:cubicBezTo>
                      <a:close/>
                    </a:path>
                  </a:pathLst>
                </a:custGeom>
                <a:solidFill>
                  <a:srgbClr val="EC3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9"/>
                <p:cNvSpPr/>
                <p:nvPr/>
              </p:nvSpPr>
              <p:spPr>
                <a:xfrm>
                  <a:off x="3887041" y="3641743"/>
                  <a:ext cx="287338" cy="287026"/>
                </a:xfrm>
                <a:custGeom>
                  <a:rect b="b" l="l" r="r" t="t"/>
                  <a:pathLst>
                    <a:path extrusionOk="0" h="11942" w="11955">
                      <a:moveTo>
                        <a:pt x="5978" y="0"/>
                      </a:moveTo>
                      <a:cubicBezTo>
                        <a:pt x="2680" y="0"/>
                        <a:pt x="1" y="2667"/>
                        <a:pt x="1" y="5977"/>
                      </a:cubicBezTo>
                      <a:cubicBezTo>
                        <a:pt x="1" y="9275"/>
                        <a:pt x="2680" y="11942"/>
                        <a:pt x="5978" y="11942"/>
                      </a:cubicBezTo>
                      <a:cubicBezTo>
                        <a:pt x="9276" y="11942"/>
                        <a:pt x="11955" y="9275"/>
                        <a:pt x="11955" y="5977"/>
                      </a:cubicBezTo>
                      <a:cubicBezTo>
                        <a:pt x="11955" y="2667"/>
                        <a:pt x="9276" y="0"/>
                        <a:pt x="5978" y="0"/>
                      </a:cubicBezTo>
                      <a:close/>
                    </a:path>
                  </a:pathLst>
                </a:custGeom>
                <a:solidFill>
                  <a:srgbClr val="EC3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5" name="Google Shape;2135;p49"/>
              <p:cNvGrpSpPr/>
              <p:nvPr/>
            </p:nvGrpSpPr>
            <p:grpSpPr>
              <a:xfrm>
                <a:off x="4139616" y="3871555"/>
                <a:ext cx="357419" cy="357005"/>
                <a:chOff x="7482229" y="3351230"/>
                <a:chExt cx="357419" cy="357005"/>
              </a:xfrm>
            </p:grpSpPr>
            <p:sp>
              <p:nvSpPr>
                <p:cNvPr id="2136" name="Google Shape;2136;p49"/>
                <p:cNvSpPr/>
                <p:nvPr/>
              </p:nvSpPr>
              <p:spPr>
                <a:xfrm>
                  <a:off x="7482229" y="3351230"/>
                  <a:ext cx="357419" cy="357005"/>
                </a:xfrm>
                <a:custGeom>
                  <a:rect b="b" l="l" r="r" t="t"/>
                  <a:pathLst>
                    <a:path extrusionOk="0" h="11216" w="11229">
                      <a:moveTo>
                        <a:pt x="5633" y="357"/>
                      </a:moveTo>
                      <a:cubicBezTo>
                        <a:pt x="8538" y="357"/>
                        <a:pt x="10883" y="2703"/>
                        <a:pt x="10883" y="5608"/>
                      </a:cubicBezTo>
                      <a:cubicBezTo>
                        <a:pt x="10883" y="8513"/>
                        <a:pt x="8538" y="10859"/>
                        <a:pt x="5633" y="10859"/>
                      </a:cubicBezTo>
                      <a:cubicBezTo>
                        <a:pt x="2728" y="10859"/>
                        <a:pt x="382" y="8513"/>
                        <a:pt x="382" y="5608"/>
                      </a:cubicBezTo>
                      <a:cubicBezTo>
                        <a:pt x="382" y="2703"/>
                        <a:pt x="2728" y="357"/>
                        <a:pt x="5633" y="357"/>
                      </a:cubicBezTo>
                      <a:close/>
                      <a:moveTo>
                        <a:pt x="5621" y="0"/>
                      </a:moveTo>
                      <a:cubicBezTo>
                        <a:pt x="4109" y="0"/>
                        <a:pt x="2716" y="572"/>
                        <a:pt x="1644" y="1631"/>
                      </a:cubicBezTo>
                      <a:cubicBezTo>
                        <a:pt x="584" y="2691"/>
                        <a:pt x="1" y="4108"/>
                        <a:pt x="1" y="5608"/>
                      </a:cubicBezTo>
                      <a:cubicBezTo>
                        <a:pt x="1" y="7108"/>
                        <a:pt x="584" y="8513"/>
                        <a:pt x="1644" y="9585"/>
                      </a:cubicBezTo>
                      <a:cubicBezTo>
                        <a:pt x="2704" y="10632"/>
                        <a:pt x="4109" y="11216"/>
                        <a:pt x="5621" y="11216"/>
                      </a:cubicBezTo>
                      <a:cubicBezTo>
                        <a:pt x="7121" y="11216"/>
                        <a:pt x="8526" y="10632"/>
                        <a:pt x="9597" y="9585"/>
                      </a:cubicBezTo>
                      <a:cubicBezTo>
                        <a:pt x="10645" y="8525"/>
                        <a:pt x="11229" y="7108"/>
                        <a:pt x="11229" y="5608"/>
                      </a:cubicBezTo>
                      <a:cubicBezTo>
                        <a:pt x="11229" y="4108"/>
                        <a:pt x="10669" y="2703"/>
                        <a:pt x="9597" y="1631"/>
                      </a:cubicBezTo>
                      <a:cubicBezTo>
                        <a:pt x="8538" y="572"/>
                        <a:pt x="7121" y="0"/>
                        <a:pt x="56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9"/>
                <p:cNvSpPr/>
                <p:nvPr/>
              </p:nvSpPr>
              <p:spPr>
                <a:xfrm>
                  <a:off x="7592138" y="3605616"/>
                  <a:ext cx="137983" cy="32530"/>
                </a:xfrm>
                <a:custGeom>
                  <a:rect b="b" l="l" r="r" t="t"/>
                  <a:pathLst>
                    <a:path extrusionOk="0" h="1022" w="4335">
                      <a:moveTo>
                        <a:pt x="202" y="1"/>
                      </a:moveTo>
                      <a:cubicBezTo>
                        <a:pt x="147" y="1"/>
                        <a:pt x="94" y="21"/>
                        <a:pt x="60" y="69"/>
                      </a:cubicBezTo>
                      <a:cubicBezTo>
                        <a:pt x="1" y="140"/>
                        <a:pt x="1" y="259"/>
                        <a:pt x="96" y="319"/>
                      </a:cubicBezTo>
                      <a:cubicBezTo>
                        <a:pt x="644" y="783"/>
                        <a:pt x="1370" y="1021"/>
                        <a:pt x="2168" y="1021"/>
                      </a:cubicBezTo>
                      <a:cubicBezTo>
                        <a:pt x="2954" y="1021"/>
                        <a:pt x="3680" y="771"/>
                        <a:pt x="4239" y="319"/>
                      </a:cubicBezTo>
                      <a:cubicBezTo>
                        <a:pt x="4323" y="259"/>
                        <a:pt x="4335" y="140"/>
                        <a:pt x="4263" y="69"/>
                      </a:cubicBezTo>
                      <a:cubicBezTo>
                        <a:pt x="4228" y="26"/>
                        <a:pt x="4170" y="4"/>
                        <a:pt x="4115" y="4"/>
                      </a:cubicBezTo>
                      <a:cubicBezTo>
                        <a:pt x="4078" y="4"/>
                        <a:pt x="4042" y="14"/>
                        <a:pt x="4013" y="33"/>
                      </a:cubicBezTo>
                      <a:cubicBezTo>
                        <a:pt x="3537" y="438"/>
                        <a:pt x="2882" y="664"/>
                        <a:pt x="2168" y="664"/>
                      </a:cubicBezTo>
                      <a:cubicBezTo>
                        <a:pt x="1465" y="664"/>
                        <a:pt x="810" y="438"/>
                        <a:pt x="322" y="33"/>
                      </a:cubicBezTo>
                      <a:cubicBezTo>
                        <a:pt x="286" y="12"/>
                        <a:pt x="244" y="1"/>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9"/>
                <p:cNvSpPr/>
                <p:nvPr/>
              </p:nvSpPr>
              <p:spPr>
                <a:xfrm>
                  <a:off x="7513709" y="3387962"/>
                  <a:ext cx="295987" cy="282014"/>
                </a:xfrm>
                <a:custGeom>
                  <a:rect b="b" l="l" r="r" t="t"/>
                  <a:pathLst>
                    <a:path extrusionOk="0" h="8860" w="9299">
                      <a:moveTo>
                        <a:pt x="6060" y="370"/>
                      </a:moveTo>
                      <a:cubicBezTo>
                        <a:pt x="6358" y="370"/>
                        <a:pt x="6596" y="608"/>
                        <a:pt x="6596" y="906"/>
                      </a:cubicBezTo>
                      <a:cubicBezTo>
                        <a:pt x="6596" y="1204"/>
                        <a:pt x="6358" y="1442"/>
                        <a:pt x="6060" y="1442"/>
                      </a:cubicBezTo>
                      <a:cubicBezTo>
                        <a:pt x="5763" y="1442"/>
                        <a:pt x="5525" y="1204"/>
                        <a:pt x="5525" y="906"/>
                      </a:cubicBezTo>
                      <a:cubicBezTo>
                        <a:pt x="5525" y="608"/>
                        <a:pt x="5763" y="370"/>
                        <a:pt x="6060" y="370"/>
                      </a:cubicBezTo>
                      <a:close/>
                      <a:moveTo>
                        <a:pt x="1322" y="2989"/>
                      </a:moveTo>
                      <a:cubicBezTo>
                        <a:pt x="1596" y="2989"/>
                        <a:pt x="1834" y="3097"/>
                        <a:pt x="2012" y="3263"/>
                      </a:cubicBezTo>
                      <a:cubicBezTo>
                        <a:pt x="1477" y="3680"/>
                        <a:pt x="1072" y="4240"/>
                        <a:pt x="881" y="4883"/>
                      </a:cubicBezTo>
                      <a:cubicBezTo>
                        <a:pt x="548" y="4716"/>
                        <a:pt x="334" y="4359"/>
                        <a:pt x="334" y="3990"/>
                      </a:cubicBezTo>
                      <a:cubicBezTo>
                        <a:pt x="334" y="3442"/>
                        <a:pt x="774" y="2989"/>
                        <a:pt x="1322" y="2989"/>
                      </a:cubicBezTo>
                      <a:close/>
                      <a:moveTo>
                        <a:pt x="7954" y="2989"/>
                      </a:moveTo>
                      <a:cubicBezTo>
                        <a:pt x="8501" y="2989"/>
                        <a:pt x="8942" y="3442"/>
                        <a:pt x="8942" y="3990"/>
                      </a:cubicBezTo>
                      <a:cubicBezTo>
                        <a:pt x="8966" y="4359"/>
                        <a:pt x="8739" y="4704"/>
                        <a:pt x="8394" y="4883"/>
                      </a:cubicBezTo>
                      <a:cubicBezTo>
                        <a:pt x="8216" y="4240"/>
                        <a:pt x="7811" y="3680"/>
                        <a:pt x="7263" y="3263"/>
                      </a:cubicBezTo>
                      <a:cubicBezTo>
                        <a:pt x="7442" y="3085"/>
                        <a:pt x="7692" y="2989"/>
                        <a:pt x="7954" y="2989"/>
                      </a:cubicBezTo>
                      <a:close/>
                      <a:moveTo>
                        <a:pt x="6072" y="1"/>
                      </a:moveTo>
                      <a:cubicBezTo>
                        <a:pt x="5632" y="1"/>
                        <a:pt x="5251" y="334"/>
                        <a:pt x="5191" y="763"/>
                      </a:cubicBezTo>
                      <a:lnTo>
                        <a:pt x="4596" y="953"/>
                      </a:lnTo>
                      <a:cubicBezTo>
                        <a:pt x="4525" y="989"/>
                        <a:pt x="4477" y="1049"/>
                        <a:pt x="4477" y="1120"/>
                      </a:cubicBezTo>
                      <a:lnTo>
                        <a:pt x="4477" y="2370"/>
                      </a:lnTo>
                      <a:cubicBezTo>
                        <a:pt x="3679" y="2394"/>
                        <a:pt x="2929" y="2632"/>
                        <a:pt x="2334" y="3025"/>
                      </a:cubicBezTo>
                      <a:cubicBezTo>
                        <a:pt x="2084" y="2751"/>
                        <a:pt x="1727" y="2608"/>
                        <a:pt x="1358" y="2608"/>
                      </a:cubicBezTo>
                      <a:cubicBezTo>
                        <a:pt x="607" y="2608"/>
                        <a:pt x="0" y="3216"/>
                        <a:pt x="0" y="3966"/>
                      </a:cubicBezTo>
                      <a:cubicBezTo>
                        <a:pt x="0" y="4513"/>
                        <a:pt x="345" y="5002"/>
                        <a:pt x="834" y="5216"/>
                      </a:cubicBezTo>
                      <a:cubicBezTo>
                        <a:pt x="822" y="5347"/>
                        <a:pt x="798" y="5478"/>
                        <a:pt x="798" y="5609"/>
                      </a:cubicBezTo>
                      <a:cubicBezTo>
                        <a:pt x="798" y="7395"/>
                        <a:pt x="2524" y="8859"/>
                        <a:pt x="4667" y="8859"/>
                      </a:cubicBezTo>
                      <a:cubicBezTo>
                        <a:pt x="5763" y="8859"/>
                        <a:pt x="6739" y="8490"/>
                        <a:pt x="7442" y="7871"/>
                      </a:cubicBezTo>
                      <a:cubicBezTo>
                        <a:pt x="7513" y="7811"/>
                        <a:pt x="7513" y="7692"/>
                        <a:pt x="7454" y="7621"/>
                      </a:cubicBezTo>
                      <a:cubicBezTo>
                        <a:pt x="7421" y="7588"/>
                        <a:pt x="7374" y="7570"/>
                        <a:pt x="7326" y="7570"/>
                      </a:cubicBezTo>
                      <a:cubicBezTo>
                        <a:pt x="7287" y="7570"/>
                        <a:pt x="7248" y="7582"/>
                        <a:pt x="7215" y="7609"/>
                      </a:cubicBezTo>
                      <a:cubicBezTo>
                        <a:pt x="6572" y="8157"/>
                        <a:pt x="5668" y="8514"/>
                        <a:pt x="4667" y="8514"/>
                      </a:cubicBezTo>
                      <a:cubicBezTo>
                        <a:pt x="2739" y="8514"/>
                        <a:pt x="1167" y="7216"/>
                        <a:pt x="1167" y="5633"/>
                      </a:cubicBezTo>
                      <a:cubicBezTo>
                        <a:pt x="1167" y="4037"/>
                        <a:pt x="2739" y="2739"/>
                        <a:pt x="4667" y="2739"/>
                      </a:cubicBezTo>
                      <a:cubicBezTo>
                        <a:pt x="6608" y="2739"/>
                        <a:pt x="8180" y="4037"/>
                        <a:pt x="8180" y="5633"/>
                      </a:cubicBezTo>
                      <a:cubicBezTo>
                        <a:pt x="8180" y="6133"/>
                        <a:pt x="8037" y="6597"/>
                        <a:pt x="7751" y="7014"/>
                      </a:cubicBezTo>
                      <a:cubicBezTo>
                        <a:pt x="7704" y="7085"/>
                        <a:pt x="7727" y="7169"/>
                        <a:pt x="7787" y="7228"/>
                      </a:cubicBezTo>
                      <a:cubicBezTo>
                        <a:pt x="7818" y="7264"/>
                        <a:pt x="7859" y="7280"/>
                        <a:pt x="7902" y="7280"/>
                      </a:cubicBezTo>
                      <a:cubicBezTo>
                        <a:pt x="7958" y="7280"/>
                        <a:pt x="8015" y="7252"/>
                        <a:pt x="8049" y="7204"/>
                      </a:cubicBezTo>
                      <a:cubicBezTo>
                        <a:pt x="8358" y="6740"/>
                        <a:pt x="8537" y="6192"/>
                        <a:pt x="8537" y="5621"/>
                      </a:cubicBezTo>
                      <a:cubicBezTo>
                        <a:pt x="8537" y="5490"/>
                        <a:pt x="8525" y="5359"/>
                        <a:pt x="8513" y="5228"/>
                      </a:cubicBezTo>
                      <a:cubicBezTo>
                        <a:pt x="8978" y="5014"/>
                        <a:pt x="9299" y="4525"/>
                        <a:pt x="9299" y="3978"/>
                      </a:cubicBezTo>
                      <a:cubicBezTo>
                        <a:pt x="9299" y="3228"/>
                        <a:pt x="8692" y="2620"/>
                        <a:pt x="7954" y="2620"/>
                      </a:cubicBezTo>
                      <a:cubicBezTo>
                        <a:pt x="7573" y="2620"/>
                        <a:pt x="7215" y="2775"/>
                        <a:pt x="6965" y="3037"/>
                      </a:cubicBezTo>
                      <a:cubicBezTo>
                        <a:pt x="6358" y="2656"/>
                        <a:pt x="5632" y="2406"/>
                        <a:pt x="4822" y="2382"/>
                      </a:cubicBezTo>
                      <a:lnTo>
                        <a:pt x="4822" y="1263"/>
                      </a:lnTo>
                      <a:lnTo>
                        <a:pt x="5215" y="1132"/>
                      </a:lnTo>
                      <a:cubicBezTo>
                        <a:pt x="5303" y="1507"/>
                        <a:pt x="5647" y="1780"/>
                        <a:pt x="6048" y="1780"/>
                      </a:cubicBezTo>
                      <a:cubicBezTo>
                        <a:pt x="6080" y="1780"/>
                        <a:pt x="6112" y="1779"/>
                        <a:pt x="6144" y="1775"/>
                      </a:cubicBezTo>
                      <a:cubicBezTo>
                        <a:pt x="6584" y="1727"/>
                        <a:pt x="6918" y="1382"/>
                        <a:pt x="6953" y="953"/>
                      </a:cubicBezTo>
                      <a:cubicBezTo>
                        <a:pt x="6977" y="430"/>
                        <a:pt x="6584" y="1"/>
                        <a:pt x="6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9"/>
                <p:cNvSpPr/>
                <p:nvPr/>
              </p:nvSpPr>
              <p:spPr>
                <a:xfrm>
                  <a:off x="7580393" y="3516460"/>
                  <a:ext cx="56880" cy="56880"/>
                </a:xfrm>
                <a:custGeom>
                  <a:rect b="b" l="l" r="r" t="t"/>
                  <a:pathLst>
                    <a:path extrusionOk="0" h="1787" w="1787">
                      <a:moveTo>
                        <a:pt x="894" y="345"/>
                      </a:moveTo>
                      <a:cubicBezTo>
                        <a:pt x="1191" y="345"/>
                        <a:pt x="1429" y="584"/>
                        <a:pt x="1429" y="881"/>
                      </a:cubicBezTo>
                      <a:cubicBezTo>
                        <a:pt x="1418" y="1179"/>
                        <a:pt x="1179" y="1417"/>
                        <a:pt x="894" y="1417"/>
                      </a:cubicBezTo>
                      <a:cubicBezTo>
                        <a:pt x="596" y="1417"/>
                        <a:pt x="358" y="1179"/>
                        <a:pt x="358" y="881"/>
                      </a:cubicBezTo>
                      <a:cubicBezTo>
                        <a:pt x="358" y="584"/>
                        <a:pt x="596" y="345"/>
                        <a:pt x="894" y="345"/>
                      </a:cubicBezTo>
                      <a:close/>
                      <a:moveTo>
                        <a:pt x="894" y="0"/>
                      </a:moveTo>
                      <a:cubicBezTo>
                        <a:pt x="406" y="0"/>
                        <a:pt x="1" y="405"/>
                        <a:pt x="1" y="893"/>
                      </a:cubicBezTo>
                      <a:cubicBezTo>
                        <a:pt x="1" y="1381"/>
                        <a:pt x="406" y="1786"/>
                        <a:pt x="894" y="1786"/>
                      </a:cubicBezTo>
                      <a:cubicBezTo>
                        <a:pt x="1394" y="1786"/>
                        <a:pt x="1787" y="1381"/>
                        <a:pt x="1787" y="893"/>
                      </a:cubicBezTo>
                      <a:cubicBezTo>
                        <a:pt x="1775" y="405"/>
                        <a:pt x="1394" y="0"/>
                        <a:pt x="8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9"/>
                <p:cNvSpPr/>
                <p:nvPr/>
              </p:nvSpPr>
              <p:spPr>
                <a:xfrm>
                  <a:off x="7685750" y="3516460"/>
                  <a:ext cx="56880" cy="56880"/>
                </a:xfrm>
                <a:custGeom>
                  <a:rect b="b" l="l" r="r" t="t"/>
                  <a:pathLst>
                    <a:path extrusionOk="0" h="1787" w="1787">
                      <a:moveTo>
                        <a:pt x="894" y="345"/>
                      </a:moveTo>
                      <a:cubicBezTo>
                        <a:pt x="1191" y="345"/>
                        <a:pt x="1429" y="584"/>
                        <a:pt x="1429" y="881"/>
                      </a:cubicBezTo>
                      <a:cubicBezTo>
                        <a:pt x="1429" y="1179"/>
                        <a:pt x="1191" y="1417"/>
                        <a:pt x="894" y="1417"/>
                      </a:cubicBezTo>
                      <a:cubicBezTo>
                        <a:pt x="596" y="1417"/>
                        <a:pt x="358" y="1179"/>
                        <a:pt x="358" y="881"/>
                      </a:cubicBezTo>
                      <a:cubicBezTo>
                        <a:pt x="358" y="584"/>
                        <a:pt x="596" y="345"/>
                        <a:pt x="894" y="345"/>
                      </a:cubicBezTo>
                      <a:close/>
                      <a:moveTo>
                        <a:pt x="894" y="0"/>
                      </a:moveTo>
                      <a:cubicBezTo>
                        <a:pt x="405" y="0"/>
                        <a:pt x="1" y="405"/>
                        <a:pt x="1" y="893"/>
                      </a:cubicBezTo>
                      <a:cubicBezTo>
                        <a:pt x="1" y="1381"/>
                        <a:pt x="405" y="1786"/>
                        <a:pt x="894" y="1786"/>
                      </a:cubicBezTo>
                      <a:cubicBezTo>
                        <a:pt x="1382" y="1786"/>
                        <a:pt x="1787" y="1381"/>
                        <a:pt x="1787" y="893"/>
                      </a:cubicBezTo>
                      <a:cubicBezTo>
                        <a:pt x="1775" y="405"/>
                        <a:pt x="1382" y="0"/>
                        <a:pt x="8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theme/theme1.xml><?xml version="1.0" encoding="utf-8"?>
<a:theme xmlns:a="http://schemas.openxmlformats.org/drawingml/2006/main" xmlns:r="http://schemas.openxmlformats.org/officeDocument/2006/relationships" name="Chemistry Lesson Infographics by Slidesgo">
  <a:themeElements>
    <a:clrScheme name="Simple Light">
      <a:dk1>
        <a:srgbClr val="000000"/>
      </a:dk1>
      <a:lt1>
        <a:srgbClr val="FFFFFF"/>
      </a:lt1>
      <a:dk2>
        <a:srgbClr val="595959"/>
      </a:dk2>
      <a:lt2>
        <a:srgbClr val="B7B7B7"/>
      </a:lt2>
      <a:accent1>
        <a:srgbClr val="000000"/>
      </a:accent1>
      <a:accent2>
        <a:srgbClr val="FFFFFF"/>
      </a:accent2>
      <a:accent3>
        <a:srgbClr val="595959"/>
      </a:accent3>
      <a:accent4>
        <a:srgbClr val="B7B7B7"/>
      </a:accent4>
      <a:accent5>
        <a:srgbClr val="212121"/>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