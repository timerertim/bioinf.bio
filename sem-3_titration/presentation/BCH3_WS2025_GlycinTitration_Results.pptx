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96" r:id="rId3"/>
    <p:sldId id="298" r:id="rId4"/>
    <p:sldId id="301" r:id="rId5"/>
    <p:sldId id="306" r:id="rId6"/>
    <p:sldId id="305" r:id="rId7"/>
    <p:sldId id="302" r:id="rId8"/>
    <p:sldId id="303" r:id="rId9"/>
    <p:sldId id="304" r:id="rId10"/>
    <p:sldId id="307" r:id="rId11"/>
    <p:sldId id="300" r:id="rId1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4"/>
    </p:embeddedFont>
    <p:embeddedFont>
      <p:font typeface="Catamaran" panose="020B0604020202020204" charset="0"/>
      <p:regular r:id="rId15"/>
      <p:bold r:id="rId16"/>
    </p:embeddedFont>
    <p:embeddedFont>
      <p:font typeface="Fira Math" panose="02000503000000000000" pitchFamily="50" charset="0"/>
      <p:regular r:id="rId17"/>
    </p:embeddedFont>
    <p:embeddedFont>
      <p:font typeface="Love Ya Like A Sister" panose="02000000000000000000" pitchFamily="2" charset="0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9AA0A6"/>
          </p15:clr>
        </p15:guide>
        <p15:guide id="2" orient="horz" pos="297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99"/>
    <a:srgbClr val="9999FF"/>
    <a:srgbClr val="CCFF66"/>
    <a:srgbClr val="FF7C80"/>
    <a:srgbClr val="6699FF"/>
    <a:srgbClr val="FFCC66"/>
    <a:srgbClr val="66CCFF"/>
    <a:srgbClr val="FF66FF"/>
    <a:srgbClr val="3399FF"/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D616C1-2566-4984-BB78-A55419A40D4D}">
  <a:tblStyle styleId="{C5D616C1-2566-4984-BB78-A55419A40D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0" d="100"/>
          <a:sy n="120" d="100"/>
        </p:scale>
        <p:origin x="199" y="-195"/>
      </p:cViewPr>
      <p:guideLst>
        <p:guide pos="2880"/>
        <p:guide orient="horz" pos="29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>
          <a:extLst>
            <a:ext uri="{FF2B5EF4-FFF2-40B4-BE49-F238E27FC236}">
              <a16:creationId xmlns:a16="http://schemas.microsoft.com/office/drawing/2014/main" id="{0B5F8BF3-02FD-7083-F7DB-87AFFCCEF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c96f9f2de6_0_481:notes">
            <a:extLst>
              <a:ext uri="{FF2B5EF4-FFF2-40B4-BE49-F238E27FC236}">
                <a16:creationId xmlns:a16="http://schemas.microsoft.com/office/drawing/2014/main" id="{D0467126-C95D-749C-192F-A20B95CAB9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c96f9f2de6_0_481:notes">
            <a:extLst>
              <a:ext uri="{FF2B5EF4-FFF2-40B4-BE49-F238E27FC236}">
                <a16:creationId xmlns:a16="http://schemas.microsoft.com/office/drawing/2014/main" id="{09074BD9-D314-E525-0A55-AD686F53AC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4721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9">
          <a:extLst>
            <a:ext uri="{FF2B5EF4-FFF2-40B4-BE49-F238E27FC236}">
              <a16:creationId xmlns:a16="http://schemas.microsoft.com/office/drawing/2014/main" id="{02C6D8B6-C807-5612-3A74-4A1CAA921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ca5475d782_0_1874:notes">
            <a:extLst>
              <a:ext uri="{FF2B5EF4-FFF2-40B4-BE49-F238E27FC236}">
                <a16:creationId xmlns:a16="http://schemas.microsoft.com/office/drawing/2014/main" id="{A08EB0E0-7F26-0623-7451-E8C64403C4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ca5475d782_0_1874:notes">
            <a:extLst>
              <a:ext uri="{FF2B5EF4-FFF2-40B4-BE49-F238E27FC236}">
                <a16:creationId xmlns:a16="http://schemas.microsoft.com/office/drawing/2014/main" id="{1C46C5F0-BD25-1563-7DA2-9479C70438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9150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9">
          <a:extLst>
            <a:ext uri="{FF2B5EF4-FFF2-40B4-BE49-F238E27FC236}">
              <a16:creationId xmlns:a16="http://schemas.microsoft.com/office/drawing/2014/main" id="{35438799-31DA-BDED-AFCA-AB4CD107B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ca5475d782_0_1874:notes">
            <a:extLst>
              <a:ext uri="{FF2B5EF4-FFF2-40B4-BE49-F238E27FC236}">
                <a16:creationId xmlns:a16="http://schemas.microsoft.com/office/drawing/2014/main" id="{ED8B5FD4-8F4F-57C0-DBBF-3F0AAB071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ca5475d782_0_1874:notes">
            <a:extLst>
              <a:ext uri="{FF2B5EF4-FFF2-40B4-BE49-F238E27FC236}">
                <a16:creationId xmlns:a16="http://schemas.microsoft.com/office/drawing/2014/main" id="{5B8BA63E-F479-202F-97BE-1B3EF60AF9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48261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9">
          <a:extLst>
            <a:ext uri="{FF2B5EF4-FFF2-40B4-BE49-F238E27FC236}">
              <a16:creationId xmlns:a16="http://schemas.microsoft.com/office/drawing/2014/main" id="{798968DE-05E2-7A2A-AC7B-511E1875A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ca5475d782_0_1260:notes">
            <a:extLst>
              <a:ext uri="{FF2B5EF4-FFF2-40B4-BE49-F238E27FC236}">
                <a16:creationId xmlns:a16="http://schemas.microsoft.com/office/drawing/2014/main" id="{0359ED95-FFC5-99B2-21A3-C788F82D34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ca5475d782_0_1260:notes">
            <a:extLst>
              <a:ext uri="{FF2B5EF4-FFF2-40B4-BE49-F238E27FC236}">
                <a16:creationId xmlns:a16="http://schemas.microsoft.com/office/drawing/2014/main" id="{510C64B6-23BC-2344-4696-61C2FBF7BB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5861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9">
          <a:extLst>
            <a:ext uri="{FF2B5EF4-FFF2-40B4-BE49-F238E27FC236}">
              <a16:creationId xmlns:a16="http://schemas.microsoft.com/office/drawing/2014/main" id="{61765A3D-9CDA-D44A-C911-63AB7872F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ca5475d782_0_1874:notes">
            <a:extLst>
              <a:ext uri="{FF2B5EF4-FFF2-40B4-BE49-F238E27FC236}">
                <a16:creationId xmlns:a16="http://schemas.microsoft.com/office/drawing/2014/main" id="{44E8CB65-96A0-0E21-F28D-0FCFBBB0A6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ca5475d782_0_1874:notes">
            <a:extLst>
              <a:ext uri="{FF2B5EF4-FFF2-40B4-BE49-F238E27FC236}">
                <a16:creationId xmlns:a16="http://schemas.microsoft.com/office/drawing/2014/main" id="{16E4E200-E289-F703-BD1E-F2B1BBFC67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6913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9">
          <a:extLst>
            <a:ext uri="{FF2B5EF4-FFF2-40B4-BE49-F238E27FC236}">
              <a16:creationId xmlns:a16="http://schemas.microsoft.com/office/drawing/2014/main" id="{EFDA9863-1A9A-9F78-42CB-0C239F9EA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ca5475d782_0_1874:notes">
            <a:extLst>
              <a:ext uri="{FF2B5EF4-FFF2-40B4-BE49-F238E27FC236}">
                <a16:creationId xmlns:a16="http://schemas.microsoft.com/office/drawing/2014/main" id="{76FFA898-C710-1F4A-9E07-69F2E35863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ca5475d782_0_1874:notes">
            <a:extLst>
              <a:ext uri="{FF2B5EF4-FFF2-40B4-BE49-F238E27FC236}">
                <a16:creationId xmlns:a16="http://schemas.microsoft.com/office/drawing/2014/main" id="{A7E284E4-472C-F239-FD54-ECB2C38E71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5014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9">
          <a:extLst>
            <a:ext uri="{FF2B5EF4-FFF2-40B4-BE49-F238E27FC236}">
              <a16:creationId xmlns:a16="http://schemas.microsoft.com/office/drawing/2014/main" id="{446D1F88-1869-542D-4305-58A0C060D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ca5475d782_0_1874:notes">
            <a:extLst>
              <a:ext uri="{FF2B5EF4-FFF2-40B4-BE49-F238E27FC236}">
                <a16:creationId xmlns:a16="http://schemas.microsoft.com/office/drawing/2014/main" id="{F0AE4D68-B76F-B3F7-E863-FCFF60597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ca5475d782_0_1874:notes">
            <a:extLst>
              <a:ext uri="{FF2B5EF4-FFF2-40B4-BE49-F238E27FC236}">
                <a16:creationId xmlns:a16="http://schemas.microsoft.com/office/drawing/2014/main" id="{C727C4F7-7C73-5628-9CE4-24306AC270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29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9">
          <a:extLst>
            <a:ext uri="{FF2B5EF4-FFF2-40B4-BE49-F238E27FC236}">
              <a16:creationId xmlns:a16="http://schemas.microsoft.com/office/drawing/2014/main" id="{D59242BE-1FFC-12D1-F66B-021ABA08A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ca5475d782_0_1874:notes">
            <a:extLst>
              <a:ext uri="{FF2B5EF4-FFF2-40B4-BE49-F238E27FC236}">
                <a16:creationId xmlns:a16="http://schemas.microsoft.com/office/drawing/2014/main" id="{F6B2550C-DEF0-94D9-7777-3396C310F8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ca5475d782_0_1874:notes">
            <a:extLst>
              <a:ext uri="{FF2B5EF4-FFF2-40B4-BE49-F238E27FC236}">
                <a16:creationId xmlns:a16="http://schemas.microsoft.com/office/drawing/2014/main" id="{89B5DD85-7D71-4C70-7773-3E081230BC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5747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>
          <a:extLst>
            <a:ext uri="{FF2B5EF4-FFF2-40B4-BE49-F238E27FC236}">
              <a16:creationId xmlns:a16="http://schemas.microsoft.com/office/drawing/2014/main" id="{608F5F89-250D-2657-5E83-4C339D355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c96f9f2de6_0_481:notes">
            <a:extLst>
              <a:ext uri="{FF2B5EF4-FFF2-40B4-BE49-F238E27FC236}">
                <a16:creationId xmlns:a16="http://schemas.microsoft.com/office/drawing/2014/main" id="{6D0A287F-32DE-C23A-7CD6-3CB4532E6C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c96f9f2de6_0_481:notes">
            <a:extLst>
              <a:ext uri="{FF2B5EF4-FFF2-40B4-BE49-F238E27FC236}">
                <a16:creationId xmlns:a16="http://schemas.microsoft.com/office/drawing/2014/main" id="{936D6029-8A08-A17D-D4E8-A54344E96A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20506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>
          <a:extLst>
            <a:ext uri="{FF2B5EF4-FFF2-40B4-BE49-F238E27FC236}">
              <a16:creationId xmlns:a16="http://schemas.microsoft.com/office/drawing/2014/main" id="{9805F3F1-7EC5-0BA4-D84A-5E896CF4D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:notes">
            <a:extLst>
              <a:ext uri="{FF2B5EF4-FFF2-40B4-BE49-F238E27FC236}">
                <a16:creationId xmlns:a16="http://schemas.microsoft.com/office/drawing/2014/main" id="{DC6EC083-1130-1BC0-4B63-3FD14496E7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p:notes">
            <a:extLst>
              <a:ext uri="{FF2B5EF4-FFF2-40B4-BE49-F238E27FC236}">
                <a16:creationId xmlns:a16="http://schemas.microsoft.com/office/drawing/2014/main" id="{DEFCD982-50C8-B207-4249-F70B4E455B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3272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34343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0" y="411475"/>
            <a:ext cx="5040900" cy="306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0" y="3478675"/>
            <a:ext cx="5040900" cy="43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540075" y="330925"/>
            <a:ext cx="7172813" cy="4648240"/>
            <a:chOff x="1540075" y="330925"/>
            <a:chExt cx="7172813" cy="4648240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935800" y="1152600"/>
              <a:ext cx="1772800" cy="701625"/>
              <a:chOff x="2006125" y="1024150"/>
              <a:chExt cx="1772800" cy="701625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2006125" y="1052075"/>
                <a:ext cx="136300" cy="195275"/>
              </a:xfrm>
              <a:custGeom>
                <a:avLst/>
                <a:gdLst/>
                <a:ahLst/>
                <a:cxnLst/>
                <a:rect l="l" t="t" r="r" b="b"/>
                <a:pathLst>
                  <a:path w="5452" h="7811" extrusionOk="0">
                    <a:moveTo>
                      <a:pt x="2668" y="374"/>
                    </a:moveTo>
                    <a:cubicBezTo>
                      <a:pt x="3019" y="374"/>
                      <a:pt x="3379" y="494"/>
                      <a:pt x="3706" y="719"/>
                    </a:cubicBezTo>
                    <a:cubicBezTo>
                      <a:pt x="4352" y="1174"/>
                      <a:pt x="4638" y="1963"/>
                      <a:pt x="4782" y="2728"/>
                    </a:cubicBezTo>
                    <a:cubicBezTo>
                      <a:pt x="5069" y="4186"/>
                      <a:pt x="5045" y="6051"/>
                      <a:pt x="3730" y="7031"/>
                    </a:cubicBezTo>
                    <a:cubicBezTo>
                      <a:pt x="3359" y="7288"/>
                      <a:pt x="2902" y="7460"/>
                      <a:pt x="2458" y="7460"/>
                    </a:cubicBezTo>
                    <a:cubicBezTo>
                      <a:pt x="2157" y="7460"/>
                      <a:pt x="1862" y="7382"/>
                      <a:pt x="1602" y="7198"/>
                    </a:cubicBezTo>
                    <a:cubicBezTo>
                      <a:pt x="1163" y="6869"/>
                      <a:pt x="863" y="6315"/>
                      <a:pt x="919" y="5783"/>
                    </a:cubicBezTo>
                    <a:lnTo>
                      <a:pt x="919" y="5783"/>
                    </a:lnTo>
                    <a:cubicBezTo>
                      <a:pt x="1224" y="6098"/>
                      <a:pt x="1608" y="6333"/>
                      <a:pt x="2056" y="6457"/>
                    </a:cubicBezTo>
                    <a:cubicBezTo>
                      <a:pt x="2277" y="6519"/>
                      <a:pt x="2504" y="6552"/>
                      <a:pt x="2729" y="6552"/>
                    </a:cubicBezTo>
                    <a:cubicBezTo>
                      <a:pt x="3283" y="6552"/>
                      <a:pt x="3824" y="6356"/>
                      <a:pt x="4232" y="5931"/>
                    </a:cubicBezTo>
                    <a:cubicBezTo>
                      <a:pt x="4343" y="5802"/>
                      <a:pt x="4210" y="5615"/>
                      <a:pt x="4078" y="5615"/>
                    </a:cubicBezTo>
                    <a:cubicBezTo>
                      <a:pt x="4040" y="5615"/>
                      <a:pt x="4001" y="5631"/>
                      <a:pt x="3969" y="5668"/>
                    </a:cubicBezTo>
                    <a:cubicBezTo>
                      <a:pt x="3630" y="6034"/>
                      <a:pt x="3187" y="6194"/>
                      <a:pt x="2736" y="6194"/>
                    </a:cubicBezTo>
                    <a:cubicBezTo>
                      <a:pt x="2100" y="6194"/>
                      <a:pt x="1446" y="5877"/>
                      <a:pt x="1040" y="5376"/>
                    </a:cubicBezTo>
                    <a:lnTo>
                      <a:pt x="1040" y="5376"/>
                    </a:lnTo>
                    <a:cubicBezTo>
                      <a:pt x="1051" y="5353"/>
                      <a:pt x="1063" y="5331"/>
                      <a:pt x="1076" y="5310"/>
                    </a:cubicBezTo>
                    <a:cubicBezTo>
                      <a:pt x="1159" y="5161"/>
                      <a:pt x="1035" y="5035"/>
                      <a:pt x="912" y="5035"/>
                    </a:cubicBezTo>
                    <a:cubicBezTo>
                      <a:pt x="883" y="5035"/>
                      <a:pt x="855" y="5041"/>
                      <a:pt x="829" y="5056"/>
                    </a:cubicBezTo>
                    <a:lnTo>
                      <a:pt x="829" y="5056"/>
                    </a:lnTo>
                    <a:cubicBezTo>
                      <a:pt x="123" y="3789"/>
                      <a:pt x="554" y="1863"/>
                      <a:pt x="1578" y="839"/>
                    </a:cubicBezTo>
                    <a:cubicBezTo>
                      <a:pt x="1894" y="523"/>
                      <a:pt x="2276" y="374"/>
                      <a:pt x="2668" y="374"/>
                    </a:cubicBezTo>
                    <a:close/>
                    <a:moveTo>
                      <a:pt x="2654" y="0"/>
                    </a:moveTo>
                    <a:cubicBezTo>
                      <a:pt x="2462" y="0"/>
                      <a:pt x="2269" y="31"/>
                      <a:pt x="2080" y="98"/>
                    </a:cubicBezTo>
                    <a:cubicBezTo>
                      <a:pt x="1267" y="385"/>
                      <a:pt x="765" y="1221"/>
                      <a:pt x="455" y="1986"/>
                    </a:cubicBezTo>
                    <a:cubicBezTo>
                      <a:pt x="120" y="2847"/>
                      <a:pt x="0" y="3851"/>
                      <a:pt x="287" y="4736"/>
                    </a:cubicBezTo>
                    <a:cubicBezTo>
                      <a:pt x="372" y="4985"/>
                      <a:pt x="487" y="5217"/>
                      <a:pt x="629" y="5426"/>
                    </a:cubicBezTo>
                    <a:lnTo>
                      <a:pt x="629" y="5426"/>
                    </a:lnTo>
                    <a:cubicBezTo>
                      <a:pt x="453" y="5979"/>
                      <a:pt x="595" y="6593"/>
                      <a:pt x="957" y="7055"/>
                    </a:cubicBezTo>
                    <a:cubicBezTo>
                      <a:pt x="1329" y="7546"/>
                      <a:pt x="1895" y="7811"/>
                      <a:pt x="2496" y="7811"/>
                    </a:cubicBezTo>
                    <a:cubicBezTo>
                      <a:pt x="2627" y="7811"/>
                      <a:pt x="2760" y="7798"/>
                      <a:pt x="2893" y="7772"/>
                    </a:cubicBezTo>
                    <a:cubicBezTo>
                      <a:pt x="4901" y="7414"/>
                      <a:pt x="5451" y="5142"/>
                      <a:pt x="5260" y="3397"/>
                    </a:cubicBezTo>
                    <a:cubicBezTo>
                      <a:pt x="5164" y="2489"/>
                      <a:pt x="4949" y="1508"/>
                      <a:pt x="4328" y="791"/>
                    </a:cubicBezTo>
                    <a:cubicBezTo>
                      <a:pt x="3906" y="332"/>
                      <a:pt x="3287" y="0"/>
                      <a:pt x="26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2029225" y="1532475"/>
                <a:ext cx="128525" cy="193300"/>
              </a:xfrm>
              <a:custGeom>
                <a:avLst/>
                <a:gdLst/>
                <a:ahLst/>
                <a:cxnLst/>
                <a:rect l="l" t="t" r="r" b="b"/>
                <a:pathLst>
                  <a:path w="5141" h="7732" extrusionOk="0">
                    <a:moveTo>
                      <a:pt x="2633" y="360"/>
                    </a:moveTo>
                    <a:cubicBezTo>
                      <a:pt x="3208" y="360"/>
                      <a:pt x="3661" y="877"/>
                      <a:pt x="3930" y="1395"/>
                    </a:cubicBezTo>
                    <a:cubicBezTo>
                      <a:pt x="4671" y="2877"/>
                      <a:pt x="4766" y="4694"/>
                      <a:pt x="4193" y="6248"/>
                    </a:cubicBezTo>
                    <a:cubicBezTo>
                      <a:pt x="4083" y="6529"/>
                      <a:pt x="3954" y="6810"/>
                      <a:pt x="3751" y="7024"/>
                    </a:cubicBezTo>
                    <a:lnTo>
                      <a:pt x="3751" y="7024"/>
                    </a:lnTo>
                    <a:cubicBezTo>
                      <a:pt x="3715" y="7046"/>
                      <a:pt x="3679" y="7066"/>
                      <a:pt x="3643" y="7085"/>
                    </a:cubicBezTo>
                    <a:cubicBezTo>
                      <a:pt x="3393" y="7219"/>
                      <a:pt x="3131" y="7279"/>
                      <a:pt x="2869" y="7279"/>
                    </a:cubicBezTo>
                    <a:cubicBezTo>
                      <a:pt x="2427" y="7279"/>
                      <a:pt x="1986" y="7107"/>
                      <a:pt x="1611" y="6822"/>
                    </a:cubicBezTo>
                    <a:cubicBezTo>
                      <a:pt x="1567" y="6788"/>
                      <a:pt x="1525" y="6752"/>
                      <a:pt x="1485" y="6716"/>
                    </a:cubicBezTo>
                    <a:lnTo>
                      <a:pt x="1485" y="6716"/>
                    </a:lnTo>
                    <a:cubicBezTo>
                      <a:pt x="1123" y="6338"/>
                      <a:pt x="870" y="5848"/>
                      <a:pt x="650" y="5365"/>
                    </a:cubicBezTo>
                    <a:lnTo>
                      <a:pt x="650" y="5365"/>
                    </a:lnTo>
                    <a:cubicBezTo>
                      <a:pt x="364" y="4360"/>
                      <a:pt x="554" y="3195"/>
                      <a:pt x="893" y="2208"/>
                    </a:cubicBezTo>
                    <a:cubicBezTo>
                      <a:pt x="1132" y="1562"/>
                      <a:pt x="1539" y="773"/>
                      <a:pt x="2184" y="462"/>
                    </a:cubicBezTo>
                    <a:cubicBezTo>
                      <a:pt x="2341" y="391"/>
                      <a:pt x="2491" y="360"/>
                      <a:pt x="2633" y="360"/>
                    </a:cubicBezTo>
                    <a:close/>
                    <a:moveTo>
                      <a:pt x="2664" y="0"/>
                    </a:moveTo>
                    <a:cubicBezTo>
                      <a:pt x="2617" y="0"/>
                      <a:pt x="2568" y="3"/>
                      <a:pt x="2519" y="8"/>
                    </a:cubicBezTo>
                    <a:cubicBezTo>
                      <a:pt x="1682" y="104"/>
                      <a:pt x="1108" y="869"/>
                      <a:pt x="774" y="1562"/>
                    </a:cubicBezTo>
                    <a:cubicBezTo>
                      <a:pt x="282" y="2589"/>
                      <a:pt x="0" y="3895"/>
                      <a:pt x="209" y="5064"/>
                    </a:cubicBezTo>
                    <a:lnTo>
                      <a:pt x="209" y="5064"/>
                    </a:lnTo>
                    <a:cubicBezTo>
                      <a:pt x="180" y="5114"/>
                      <a:pt x="171" y="5178"/>
                      <a:pt x="200" y="5244"/>
                    </a:cubicBezTo>
                    <a:cubicBezTo>
                      <a:pt x="235" y="5322"/>
                      <a:pt x="270" y="5402"/>
                      <a:pt x="307" y="5481"/>
                    </a:cubicBezTo>
                    <a:lnTo>
                      <a:pt x="307" y="5481"/>
                    </a:lnTo>
                    <a:cubicBezTo>
                      <a:pt x="474" y="6052"/>
                      <a:pt x="776" y="6575"/>
                      <a:pt x="1248" y="6996"/>
                    </a:cubicBezTo>
                    <a:lnTo>
                      <a:pt x="1248" y="6996"/>
                    </a:lnTo>
                    <a:cubicBezTo>
                      <a:pt x="1442" y="7196"/>
                      <a:pt x="1663" y="7366"/>
                      <a:pt x="1921" y="7491"/>
                    </a:cubicBezTo>
                    <a:cubicBezTo>
                      <a:pt x="2223" y="7647"/>
                      <a:pt x="2557" y="7732"/>
                      <a:pt x="2882" y="7732"/>
                    </a:cubicBezTo>
                    <a:cubicBezTo>
                      <a:pt x="3256" y="7732"/>
                      <a:pt x="3617" y="7621"/>
                      <a:pt x="3906" y="7378"/>
                    </a:cubicBezTo>
                    <a:lnTo>
                      <a:pt x="3906" y="7378"/>
                    </a:lnTo>
                    <a:cubicBezTo>
                      <a:pt x="4655" y="6933"/>
                      <a:pt x="5141" y="6054"/>
                      <a:pt x="4886" y="5196"/>
                    </a:cubicBezTo>
                    <a:cubicBezTo>
                      <a:pt x="4878" y="5170"/>
                      <a:pt x="4867" y="5148"/>
                      <a:pt x="4853" y="5129"/>
                    </a:cubicBezTo>
                    <a:lnTo>
                      <a:pt x="4853" y="5129"/>
                    </a:lnTo>
                    <a:cubicBezTo>
                      <a:pt x="4886" y="4873"/>
                      <a:pt x="4904" y="4621"/>
                      <a:pt x="4910" y="4383"/>
                    </a:cubicBezTo>
                    <a:cubicBezTo>
                      <a:pt x="4958" y="3379"/>
                      <a:pt x="4766" y="2351"/>
                      <a:pt x="4336" y="1419"/>
                    </a:cubicBezTo>
                    <a:cubicBezTo>
                      <a:pt x="4020" y="742"/>
                      <a:pt x="3469" y="0"/>
                      <a:pt x="26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2345325" y="1274025"/>
                <a:ext cx="23925" cy="155725"/>
              </a:xfrm>
              <a:custGeom>
                <a:avLst/>
                <a:gdLst/>
                <a:ahLst/>
                <a:cxnLst/>
                <a:rect l="l" t="t" r="r" b="b"/>
                <a:pathLst>
                  <a:path w="957" h="6229" extrusionOk="0">
                    <a:moveTo>
                      <a:pt x="173" y="0"/>
                    </a:moveTo>
                    <a:cubicBezTo>
                      <a:pt x="84" y="0"/>
                      <a:pt x="0" y="54"/>
                      <a:pt x="12" y="161"/>
                    </a:cubicBezTo>
                    <a:cubicBezTo>
                      <a:pt x="203" y="2146"/>
                      <a:pt x="395" y="4106"/>
                      <a:pt x="562" y="6067"/>
                    </a:cubicBezTo>
                    <a:cubicBezTo>
                      <a:pt x="574" y="6174"/>
                      <a:pt x="676" y="6228"/>
                      <a:pt x="771" y="6228"/>
                    </a:cubicBezTo>
                    <a:cubicBezTo>
                      <a:pt x="867" y="6228"/>
                      <a:pt x="956" y="6174"/>
                      <a:pt x="944" y="6067"/>
                    </a:cubicBezTo>
                    <a:cubicBezTo>
                      <a:pt x="753" y="4106"/>
                      <a:pt x="562" y="2146"/>
                      <a:pt x="371" y="161"/>
                    </a:cubicBezTo>
                    <a:cubicBezTo>
                      <a:pt x="359" y="54"/>
                      <a:pt x="263" y="0"/>
                      <a:pt x="1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2360550" y="1420900"/>
                <a:ext cx="114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456" h="360" extrusionOk="0">
                    <a:moveTo>
                      <a:pt x="216" y="0"/>
                    </a:moveTo>
                    <a:cubicBezTo>
                      <a:pt x="1" y="0"/>
                      <a:pt x="1" y="359"/>
                      <a:pt x="216" y="359"/>
                    </a:cubicBezTo>
                    <a:cubicBezTo>
                      <a:pt x="455" y="359"/>
                      <a:pt x="45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2352725" y="1334700"/>
                <a:ext cx="101350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4054" h="1211" extrusionOk="0">
                    <a:moveTo>
                      <a:pt x="3798" y="1"/>
                    </a:moveTo>
                    <a:cubicBezTo>
                      <a:pt x="3785" y="1"/>
                      <a:pt x="3771" y="2"/>
                      <a:pt x="3757" y="6"/>
                    </a:cubicBezTo>
                    <a:lnTo>
                      <a:pt x="218" y="866"/>
                    </a:lnTo>
                    <a:cubicBezTo>
                      <a:pt x="1" y="910"/>
                      <a:pt x="60" y="1211"/>
                      <a:pt x="253" y="1211"/>
                    </a:cubicBezTo>
                    <a:cubicBezTo>
                      <a:pt x="272" y="1211"/>
                      <a:pt x="292" y="1208"/>
                      <a:pt x="314" y="1201"/>
                    </a:cubicBezTo>
                    <a:lnTo>
                      <a:pt x="3852" y="364"/>
                    </a:lnTo>
                    <a:cubicBezTo>
                      <a:pt x="4053" y="297"/>
                      <a:pt x="3983" y="1"/>
                      <a:pt x="379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2434975" y="1237100"/>
                <a:ext cx="25125" cy="214600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8584" extrusionOk="0">
                    <a:moveTo>
                      <a:pt x="186" y="1"/>
                    </a:moveTo>
                    <a:cubicBezTo>
                      <a:pt x="90" y="1"/>
                      <a:pt x="0" y="60"/>
                      <a:pt x="12" y="180"/>
                    </a:cubicBezTo>
                    <a:cubicBezTo>
                      <a:pt x="227" y="2929"/>
                      <a:pt x="419" y="5655"/>
                      <a:pt x="634" y="8404"/>
                    </a:cubicBezTo>
                    <a:cubicBezTo>
                      <a:pt x="646" y="8524"/>
                      <a:pt x="741" y="8584"/>
                      <a:pt x="831" y="8584"/>
                    </a:cubicBezTo>
                    <a:cubicBezTo>
                      <a:pt x="921" y="8584"/>
                      <a:pt x="1004" y="8524"/>
                      <a:pt x="993" y="8404"/>
                    </a:cubicBezTo>
                    <a:cubicBezTo>
                      <a:pt x="801" y="5655"/>
                      <a:pt x="586" y="2929"/>
                      <a:pt x="395" y="180"/>
                    </a:cubicBezTo>
                    <a:cubicBezTo>
                      <a:pt x="383" y="60"/>
                      <a:pt x="281" y="1"/>
                      <a:pt x="18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2189825" y="1193625"/>
                <a:ext cx="117200" cy="103300"/>
              </a:xfrm>
              <a:custGeom>
                <a:avLst/>
                <a:gdLst/>
                <a:ahLst/>
                <a:cxnLst/>
                <a:rect l="l" t="t" r="r" b="b"/>
                <a:pathLst>
                  <a:path w="4688" h="4132" extrusionOk="0">
                    <a:moveTo>
                      <a:pt x="265" y="1"/>
                    </a:moveTo>
                    <a:cubicBezTo>
                      <a:pt x="133" y="1"/>
                      <a:pt x="1" y="188"/>
                      <a:pt x="112" y="317"/>
                    </a:cubicBezTo>
                    <a:cubicBezTo>
                      <a:pt x="1331" y="1776"/>
                      <a:pt x="2765" y="3043"/>
                      <a:pt x="4343" y="4095"/>
                    </a:cubicBezTo>
                    <a:cubicBezTo>
                      <a:pt x="4378" y="4120"/>
                      <a:pt x="4412" y="4132"/>
                      <a:pt x="4444" y="4132"/>
                    </a:cubicBezTo>
                    <a:cubicBezTo>
                      <a:pt x="4590" y="4132"/>
                      <a:pt x="4687" y="3901"/>
                      <a:pt x="4511" y="3784"/>
                    </a:cubicBezTo>
                    <a:cubicBezTo>
                      <a:pt x="2981" y="2732"/>
                      <a:pt x="1570" y="1489"/>
                      <a:pt x="375" y="54"/>
                    </a:cubicBezTo>
                    <a:cubicBezTo>
                      <a:pt x="342" y="16"/>
                      <a:pt x="304" y="1"/>
                      <a:pt x="26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214425" y="1175925"/>
                <a:ext cx="108200" cy="90700"/>
              </a:xfrm>
              <a:custGeom>
                <a:avLst/>
                <a:gdLst/>
                <a:ahLst/>
                <a:cxnLst/>
                <a:rect l="l" t="t" r="r" b="b"/>
                <a:pathLst>
                  <a:path w="4328" h="3628" extrusionOk="0">
                    <a:moveTo>
                      <a:pt x="279" y="1"/>
                    </a:moveTo>
                    <a:cubicBezTo>
                      <a:pt x="134" y="1"/>
                      <a:pt x="0" y="177"/>
                      <a:pt x="132" y="308"/>
                    </a:cubicBezTo>
                    <a:cubicBezTo>
                      <a:pt x="1399" y="1408"/>
                      <a:pt x="2666" y="2484"/>
                      <a:pt x="3933" y="3583"/>
                    </a:cubicBezTo>
                    <a:cubicBezTo>
                      <a:pt x="3969" y="3614"/>
                      <a:pt x="4009" y="3627"/>
                      <a:pt x="4049" y="3627"/>
                    </a:cubicBezTo>
                    <a:cubicBezTo>
                      <a:pt x="4194" y="3627"/>
                      <a:pt x="4328" y="3452"/>
                      <a:pt x="4196" y="3320"/>
                    </a:cubicBezTo>
                    <a:cubicBezTo>
                      <a:pt x="2929" y="2221"/>
                      <a:pt x="1662" y="1145"/>
                      <a:pt x="395" y="45"/>
                    </a:cubicBezTo>
                    <a:cubicBezTo>
                      <a:pt x="359" y="14"/>
                      <a:pt x="318" y="1"/>
                      <a:pt x="2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190700" y="1472975"/>
                <a:ext cx="116425" cy="88650"/>
              </a:xfrm>
              <a:custGeom>
                <a:avLst/>
                <a:gdLst/>
                <a:ahLst/>
                <a:cxnLst/>
                <a:rect l="l" t="t" r="r" b="b"/>
                <a:pathLst>
                  <a:path w="4657" h="3546" extrusionOk="0">
                    <a:moveTo>
                      <a:pt x="4388" y="0"/>
                    </a:moveTo>
                    <a:cubicBezTo>
                      <a:pt x="4333" y="0"/>
                      <a:pt x="4278" y="21"/>
                      <a:pt x="4237" y="69"/>
                    </a:cubicBezTo>
                    <a:cubicBezTo>
                      <a:pt x="3209" y="1456"/>
                      <a:pt x="1798" y="2532"/>
                      <a:pt x="196" y="3177"/>
                    </a:cubicBezTo>
                    <a:cubicBezTo>
                      <a:pt x="0" y="3242"/>
                      <a:pt x="62" y="3545"/>
                      <a:pt x="237" y="3545"/>
                    </a:cubicBezTo>
                    <a:cubicBezTo>
                      <a:pt x="254" y="3545"/>
                      <a:pt x="272" y="3542"/>
                      <a:pt x="292" y="3536"/>
                    </a:cubicBezTo>
                    <a:cubicBezTo>
                      <a:pt x="1989" y="2842"/>
                      <a:pt x="3448" y="1719"/>
                      <a:pt x="4571" y="260"/>
                    </a:cubicBezTo>
                    <a:cubicBezTo>
                      <a:pt x="4656" y="124"/>
                      <a:pt x="4524" y="0"/>
                      <a:pt x="438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213750" y="1500075"/>
                <a:ext cx="120875" cy="9267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3707" extrusionOk="0">
                    <a:moveTo>
                      <a:pt x="4600" y="0"/>
                    </a:moveTo>
                    <a:cubicBezTo>
                      <a:pt x="4571" y="0"/>
                      <a:pt x="4540" y="11"/>
                      <a:pt x="4510" y="37"/>
                    </a:cubicBezTo>
                    <a:cubicBezTo>
                      <a:pt x="3052" y="1137"/>
                      <a:pt x="1593" y="2237"/>
                      <a:pt x="159" y="3360"/>
                    </a:cubicBezTo>
                    <a:cubicBezTo>
                      <a:pt x="0" y="3459"/>
                      <a:pt x="88" y="3706"/>
                      <a:pt x="232" y="3706"/>
                    </a:cubicBezTo>
                    <a:cubicBezTo>
                      <a:pt x="261" y="3706"/>
                      <a:pt x="293" y="3696"/>
                      <a:pt x="326" y="3671"/>
                    </a:cubicBezTo>
                    <a:cubicBezTo>
                      <a:pt x="1784" y="2571"/>
                      <a:pt x="3243" y="1448"/>
                      <a:pt x="4677" y="348"/>
                    </a:cubicBezTo>
                    <a:cubicBezTo>
                      <a:pt x="4834" y="230"/>
                      <a:pt x="4734" y="0"/>
                      <a:pt x="46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537925" y="1165425"/>
                <a:ext cx="341450" cy="164225"/>
              </a:xfrm>
              <a:custGeom>
                <a:avLst/>
                <a:gdLst/>
                <a:ahLst/>
                <a:cxnLst/>
                <a:rect l="l" t="t" r="r" b="b"/>
                <a:pathLst>
                  <a:path w="13658" h="6569" extrusionOk="0">
                    <a:moveTo>
                      <a:pt x="12863" y="1"/>
                    </a:moveTo>
                    <a:cubicBezTo>
                      <a:pt x="9058" y="1"/>
                      <a:pt x="5293" y="1398"/>
                      <a:pt x="2397" y="3860"/>
                    </a:cubicBezTo>
                    <a:cubicBezTo>
                      <a:pt x="1537" y="4601"/>
                      <a:pt x="772" y="5414"/>
                      <a:pt x="102" y="6298"/>
                    </a:cubicBezTo>
                    <a:cubicBezTo>
                      <a:pt x="1" y="6434"/>
                      <a:pt x="126" y="6569"/>
                      <a:pt x="259" y="6569"/>
                    </a:cubicBezTo>
                    <a:cubicBezTo>
                      <a:pt x="315" y="6569"/>
                      <a:pt x="371" y="6546"/>
                      <a:pt x="413" y="6490"/>
                    </a:cubicBezTo>
                    <a:cubicBezTo>
                      <a:pt x="3346" y="2655"/>
                      <a:pt x="8088" y="361"/>
                      <a:pt x="12912" y="361"/>
                    </a:cubicBezTo>
                    <a:cubicBezTo>
                      <a:pt x="13081" y="361"/>
                      <a:pt x="13250" y="364"/>
                      <a:pt x="13419" y="369"/>
                    </a:cubicBezTo>
                    <a:cubicBezTo>
                      <a:pt x="13426" y="370"/>
                      <a:pt x="13433" y="370"/>
                      <a:pt x="13440" y="370"/>
                    </a:cubicBezTo>
                    <a:cubicBezTo>
                      <a:pt x="13658" y="370"/>
                      <a:pt x="13651" y="11"/>
                      <a:pt x="13419" y="11"/>
                    </a:cubicBezTo>
                    <a:cubicBezTo>
                      <a:pt x="13234" y="4"/>
                      <a:pt x="13048" y="1"/>
                      <a:pt x="1286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792300" y="1140475"/>
                <a:ext cx="135500" cy="59925"/>
              </a:xfrm>
              <a:custGeom>
                <a:avLst/>
                <a:gdLst/>
                <a:ahLst/>
                <a:cxnLst/>
                <a:rect l="l" t="t" r="r" b="b"/>
                <a:pathLst>
                  <a:path w="5420" h="2397" extrusionOk="0">
                    <a:moveTo>
                      <a:pt x="1197" y="0"/>
                    </a:moveTo>
                    <a:cubicBezTo>
                      <a:pt x="1010" y="0"/>
                      <a:pt x="938" y="318"/>
                      <a:pt x="1140" y="363"/>
                    </a:cubicBezTo>
                    <a:cubicBezTo>
                      <a:pt x="2042" y="540"/>
                      <a:pt x="2932" y="717"/>
                      <a:pt x="3819" y="894"/>
                    </a:cubicBezTo>
                    <a:lnTo>
                      <a:pt x="3819" y="894"/>
                    </a:lnTo>
                    <a:cubicBezTo>
                      <a:pt x="2561" y="1067"/>
                      <a:pt x="1333" y="1459"/>
                      <a:pt x="184" y="2061"/>
                    </a:cubicBezTo>
                    <a:cubicBezTo>
                      <a:pt x="0" y="2142"/>
                      <a:pt x="112" y="2397"/>
                      <a:pt x="282" y="2397"/>
                    </a:cubicBezTo>
                    <a:cubicBezTo>
                      <a:pt x="312" y="2397"/>
                      <a:pt x="343" y="2389"/>
                      <a:pt x="375" y="2371"/>
                    </a:cubicBezTo>
                    <a:cubicBezTo>
                      <a:pt x="1857" y="1606"/>
                      <a:pt x="3483" y="1200"/>
                      <a:pt x="5157" y="1176"/>
                    </a:cubicBezTo>
                    <a:cubicBezTo>
                      <a:pt x="5372" y="1176"/>
                      <a:pt x="5420" y="841"/>
                      <a:pt x="5204" y="817"/>
                    </a:cubicBezTo>
                    <a:cubicBezTo>
                      <a:pt x="5188" y="814"/>
                      <a:pt x="5172" y="810"/>
                      <a:pt x="5157" y="807"/>
                    </a:cubicBezTo>
                    <a:lnTo>
                      <a:pt x="5157" y="807"/>
                    </a:lnTo>
                    <a:cubicBezTo>
                      <a:pt x="5157" y="802"/>
                      <a:pt x="5157" y="798"/>
                      <a:pt x="5157" y="793"/>
                    </a:cubicBezTo>
                    <a:lnTo>
                      <a:pt x="5157" y="793"/>
                    </a:lnTo>
                    <a:cubicBezTo>
                      <a:pt x="5137" y="794"/>
                      <a:pt x="5118" y="794"/>
                      <a:pt x="5099" y="794"/>
                    </a:cubicBezTo>
                    <a:lnTo>
                      <a:pt x="5099" y="794"/>
                    </a:lnTo>
                    <a:cubicBezTo>
                      <a:pt x="3819" y="516"/>
                      <a:pt x="2539" y="260"/>
                      <a:pt x="1236" y="5"/>
                    </a:cubicBezTo>
                    <a:cubicBezTo>
                      <a:pt x="1222" y="2"/>
                      <a:pt x="1209" y="0"/>
                      <a:pt x="11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017300" y="1083150"/>
                <a:ext cx="32200" cy="155950"/>
              </a:xfrm>
              <a:custGeom>
                <a:avLst/>
                <a:gdLst/>
                <a:ahLst/>
                <a:cxnLst/>
                <a:rect l="l" t="t" r="r" b="b"/>
                <a:pathLst>
                  <a:path w="1288" h="6238" extrusionOk="0">
                    <a:moveTo>
                      <a:pt x="226" y="1"/>
                    </a:moveTo>
                    <a:cubicBezTo>
                      <a:pt x="121" y="1"/>
                      <a:pt x="1" y="87"/>
                      <a:pt x="30" y="218"/>
                    </a:cubicBezTo>
                    <a:cubicBezTo>
                      <a:pt x="317" y="2178"/>
                      <a:pt x="604" y="4138"/>
                      <a:pt x="914" y="6099"/>
                    </a:cubicBezTo>
                    <a:cubicBezTo>
                      <a:pt x="924" y="6195"/>
                      <a:pt x="988" y="6237"/>
                      <a:pt x="1060" y="6237"/>
                    </a:cubicBezTo>
                    <a:cubicBezTo>
                      <a:pt x="1165" y="6237"/>
                      <a:pt x="1287" y="6146"/>
                      <a:pt x="1273" y="6003"/>
                    </a:cubicBezTo>
                    <a:lnTo>
                      <a:pt x="364" y="122"/>
                    </a:lnTo>
                    <a:cubicBezTo>
                      <a:pt x="355" y="37"/>
                      <a:pt x="294" y="1"/>
                      <a:pt x="22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3021400" y="1134500"/>
                <a:ext cx="10925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4370" h="1276" extrusionOk="0">
                    <a:moveTo>
                      <a:pt x="4093" y="0"/>
                    </a:moveTo>
                    <a:cubicBezTo>
                      <a:pt x="4079" y="0"/>
                      <a:pt x="4065" y="1"/>
                      <a:pt x="4050" y="4"/>
                    </a:cubicBezTo>
                    <a:cubicBezTo>
                      <a:pt x="2783" y="315"/>
                      <a:pt x="1491" y="602"/>
                      <a:pt x="224" y="913"/>
                    </a:cubicBezTo>
                    <a:cubicBezTo>
                      <a:pt x="0" y="958"/>
                      <a:pt x="91" y="1276"/>
                      <a:pt x="281" y="1276"/>
                    </a:cubicBezTo>
                    <a:cubicBezTo>
                      <a:pt x="294" y="1276"/>
                      <a:pt x="307" y="1275"/>
                      <a:pt x="320" y="1272"/>
                    </a:cubicBezTo>
                    <a:cubicBezTo>
                      <a:pt x="1587" y="961"/>
                      <a:pt x="2878" y="674"/>
                      <a:pt x="4145" y="363"/>
                    </a:cubicBezTo>
                    <a:cubicBezTo>
                      <a:pt x="4369" y="318"/>
                      <a:pt x="4299" y="0"/>
                      <a:pt x="40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3089450" y="1068550"/>
                <a:ext cx="33500" cy="199800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7992" extrusionOk="0">
                    <a:moveTo>
                      <a:pt x="186" y="1"/>
                    </a:moveTo>
                    <a:cubicBezTo>
                      <a:pt x="90" y="1"/>
                      <a:pt x="1" y="60"/>
                      <a:pt x="13" y="180"/>
                    </a:cubicBezTo>
                    <a:cubicBezTo>
                      <a:pt x="324" y="2738"/>
                      <a:pt x="634" y="5272"/>
                      <a:pt x="945" y="7830"/>
                    </a:cubicBezTo>
                    <a:cubicBezTo>
                      <a:pt x="969" y="7938"/>
                      <a:pt x="1071" y="7992"/>
                      <a:pt x="1163" y="7992"/>
                    </a:cubicBezTo>
                    <a:cubicBezTo>
                      <a:pt x="1256" y="7992"/>
                      <a:pt x="1340" y="7938"/>
                      <a:pt x="1328" y="7830"/>
                    </a:cubicBezTo>
                    <a:cubicBezTo>
                      <a:pt x="1017" y="5272"/>
                      <a:pt x="706" y="2738"/>
                      <a:pt x="395" y="180"/>
                    </a:cubicBezTo>
                    <a:cubicBezTo>
                      <a:pt x="383" y="60"/>
                      <a:pt x="282" y="1"/>
                      <a:pt x="18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3140825" y="1188325"/>
                <a:ext cx="76875" cy="58700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2348" extrusionOk="0">
                    <a:moveTo>
                      <a:pt x="1829" y="1"/>
                    </a:moveTo>
                    <a:cubicBezTo>
                      <a:pt x="1226" y="1"/>
                      <a:pt x="635" y="198"/>
                      <a:pt x="157" y="577"/>
                    </a:cubicBezTo>
                    <a:cubicBezTo>
                      <a:pt x="0" y="695"/>
                      <a:pt x="101" y="925"/>
                      <a:pt x="234" y="925"/>
                    </a:cubicBezTo>
                    <a:cubicBezTo>
                      <a:pt x="264" y="925"/>
                      <a:pt x="294" y="914"/>
                      <a:pt x="325" y="888"/>
                    </a:cubicBezTo>
                    <a:cubicBezTo>
                      <a:pt x="773" y="555"/>
                      <a:pt x="1291" y="373"/>
                      <a:pt x="1830" y="373"/>
                    </a:cubicBezTo>
                    <a:cubicBezTo>
                      <a:pt x="1984" y="373"/>
                      <a:pt x="2139" y="388"/>
                      <a:pt x="2295" y="418"/>
                    </a:cubicBezTo>
                    <a:lnTo>
                      <a:pt x="2295" y="418"/>
                    </a:lnTo>
                    <a:cubicBezTo>
                      <a:pt x="1909" y="1037"/>
                      <a:pt x="1425" y="1563"/>
                      <a:pt x="827" y="2011"/>
                    </a:cubicBezTo>
                    <a:cubicBezTo>
                      <a:pt x="712" y="2103"/>
                      <a:pt x="729" y="2348"/>
                      <a:pt x="898" y="2348"/>
                    </a:cubicBezTo>
                    <a:cubicBezTo>
                      <a:pt x="906" y="2348"/>
                      <a:pt x="914" y="2347"/>
                      <a:pt x="922" y="2346"/>
                    </a:cubicBezTo>
                    <a:lnTo>
                      <a:pt x="2859" y="2346"/>
                    </a:lnTo>
                    <a:cubicBezTo>
                      <a:pt x="3074" y="2346"/>
                      <a:pt x="3074" y="1964"/>
                      <a:pt x="2859" y="1964"/>
                    </a:cubicBezTo>
                    <a:cubicBezTo>
                      <a:pt x="2385" y="1981"/>
                      <a:pt x="1911" y="1986"/>
                      <a:pt x="1437" y="1987"/>
                    </a:cubicBezTo>
                    <a:lnTo>
                      <a:pt x="1437" y="1987"/>
                    </a:lnTo>
                    <a:cubicBezTo>
                      <a:pt x="1962" y="1529"/>
                      <a:pt x="2396" y="995"/>
                      <a:pt x="2739" y="386"/>
                    </a:cubicBezTo>
                    <a:cubicBezTo>
                      <a:pt x="2811" y="290"/>
                      <a:pt x="2739" y="147"/>
                      <a:pt x="2644" y="123"/>
                    </a:cubicBezTo>
                    <a:cubicBezTo>
                      <a:pt x="2376" y="41"/>
                      <a:pt x="2102" y="1"/>
                      <a:pt x="182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3257575" y="1063025"/>
                <a:ext cx="91600" cy="176150"/>
              </a:xfrm>
              <a:custGeom>
                <a:avLst/>
                <a:gdLst/>
                <a:ahLst/>
                <a:cxnLst/>
                <a:rect l="l" t="t" r="r" b="b"/>
                <a:pathLst>
                  <a:path w="3664" h="7046" extrusionOk="0">
                    <a:moveTo>
                      <a:pt x="1449" y="1"/>
                    </a:moveTo>
                    <a:cubicBezTo>
                      <a:pt x="1203" y="1"/>
                      <a:pt x="967" y="94"/>
                      <a:pt x="771" y="329"/>
                    </a:cubicBezTo>
                    <a:cubicBezTo>
                      <a:pt x="660" y="459"/>
                      <a:pt x="778" y="646"/>
                      <a:pt x="915" y="646"/>
                    </a:cubicBezTo>
                    <a:cubicBezTo>
                      <a:pt x="955" y="646"/>
                      <a:pt x="996" y="630"/>
                      <a:pt x="1034" y="592"/>
                    </a:cubicBezTo>
                    <a:cubicBezTo>
                      <a:pt x="1155" y="431"/>
                      <a:pt x="1305" y="368"/>
                      <a:pt x="1464" y="368"/>
                    </a:cubicBezTo>
                    <a:cubicBezTo>
                      <a:pt x="1682" y="368"/>
                      <a:pt x="1916" y="488"/>
                      <a:pt x="2110" y="640"/>
                    </a:cubicBezTo>
                    <a:cubicBezTo>
                      <a:pt x="2540" y="927"/>
                      <a:pt x="2755" y="1381"/>
                      <a:pt x="2923" y="1835"/>
                    </a:cubicBezTo>
                    <a:cubicBezTo>
                      <a:pt x="3305" y="2840"/>
                      <a:pt x="3401" y="3963"/>
                      <a:pt x="3162" y="5015"/>
                    </a:cubicBezTo>
                    <a:cubicBezTo>
                      <a:pt x="3042" y="5469"/>
                      <a:pt x="2899" y="6019"/>
                      <a:pt x="2564" y="6378"/>
                    </a:cubicBezTo>
                    <a:cubicBezTo>
                      <a:pt x="2378" y="6586"/>
                      <a:pt x="2156" y="6679"/>
                      <a:pt x="1931" y="6679"/>
                    </a:cubicBezTo>
                    <a:cubicBezTo>
                      <a:pt x="1666" y="6679"/>
                      <a:pt x="1397" y="6550"/>
                      <a:pt x="1177" y="6330"/>
                    </a:cubicBezTo>
                    <a:cubicBezTo>
                      <a:pt x="388" y="5565"/>
                      <a:pt x="628" y="4298"/>
                      <a:pt x="388" y="3294"/>
                    </a:cubicBezTo>
                    <a:cubicBezTo>
                      <a:pt x="370" y="3211"/>
                      <a:pt x="305" y="3174"/>
                      <a:pt x="235" y="3174"/>
                    </a:cubicBezTo>
                    <a:cubicBezTo>
                      <a:pt x="124" y="3174"/>
                      <a:pt x="0" y="3267"/>
                      <a:pt x="30" y="3413"/>
                    </a:cubicBezTo>
                    <a:cubicBezTo>
                      <a:pt x="293" y="4441"/>
                      <a:pt x="78" y="5613"/>
                      <a:pt x="795" y="6474"/>
                    </a:cubicBezTo>
                    <a:cubicBezTo>
                      <a:pt x="1106" y="6837"/>
                      <a:pt x="1523" y="7045"/>
                      <a:pt x="1935" y="7045"/>
                    </a:cubicBezTo>
                    <a:cubicBezTo>
                      <a:pt x="2282" y="7045"/>
                      <a:pt x="2625" y="6897"/>
                      <a:pt x="2899" y="6569"/>
                    </a:cubicBezTo>
                    <a:cubicBezTo>
                      <a:pt x="3496" y="5828"/>
                      <a:pt x="3664" y="4657"/>
                      <a:pt x="3664" y="3724"/>
                    </a:cubicBezTo>
                    <a:cubicBezTo>
                      <a:pt x="3640" y="2744"/>
                      <a:pt x="3425" y="1572"/>
                      <a:pt x="2803" y="783"/>
                    </a:cubicBezTo>
                    <a:cubicBezTo>
                      <a:pt x="2498" y="397"/>
                      <a:pt x="1954" y="1"/>
                      <a:pt x="144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3434025" y="1171650"/>
                <a:ext cx="1148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4592" h="360" extrusionOk="0">
                    <a:moveTo>
                      <a:pt x="240" y="1"/>
                    </a:moveTo>
                    <a:cubicBezTo>
                      <a:pt x="1" y="1"/>
                      <a:pt x="1" y="359"/>
                      <a:pt x="240" y="359"/>
                    </a:cubicBezTo>
                    <a:lnTo>
                      <a:pt x="4352" y="359"/>
                    </a:lnTo>
                    <a:cubicBezTo>
                      <a:pt x="4591" y="359"/>
                      <a:pt x="4591" y="1"/>
                      <a:pt x="435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3426850" y="1141775"/>
                <a:ext cx="121975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4879" h="383" extrusionOk="0">
                    <a:moveTo>
                      <a:pt x="240" y="0"/>
                    </a:moveTo>
                    <a:cubicBezTo>
                      <a:pt x="1" y="0"/>
                      <a:pt x="1" y="383"/>
                      <a:pt x="240" y="383"/>
                    </a:cubicBezTo>
                    <a:lnTo>
                      <a:pt x="4639" y="383"/>
                    </a:lnTo>
                    <a:cubicBezTo>
                      <a:pt x="4878" y="383"/>
                      <a:pt x="4878" y="0"/>
                      <a:pt x="46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3612150" y="1024150"/>
                <a:ext cx="166775" cy="226725"/>
              </a:xfrm>
              <a:custGeom>
                <a:avLst/>
                <a:gdLst/>
                <a:ahLst/>
                <a:cxnLst/>
                <a:rect l="l" t="t" r="r" b="b"/>
                <a:pathLst>
                  <a:path w="6671" h="9069" extrusionOk="0">
                    <a:moveTo>
                      <a:pt x="3678" y="475"/>
                    </a:moveTo>
                    <a:cubicBezTo>
                      <a:pt x="4594" y="1630"/>
                      <a:pt x="5471" y="2876"/>
                      <a:pt x="5930" y="4299"/>
                    </a:cubicBezTo>
                    <a:cubicBezTo>
                      <a:pt x="6336" y="5518"/>
                      <a:pt x="6264" y="7001"/>
                      <a:pt x="5380" y="8005"/>
                    </a:cubicBezTo>
                    <a:cubicBezTo>
                      <a:pt x="4974" y="8474"/>
                      <a:pt x="4460" y="8686"/>
                      <a:pt x="3942" y="8686"/>
                    </a:cubicBezTo>
                    <a:cubicBezTo>
                      <a:pt x="3299" y="8686"/>
                      <a:pt x="2650" y="8359"/>
                      <a:pt x="2200" y="7789"/>
                    </a:cubicBezTo>
                    <a:cubicBezTo>
                      <a:pt x="1387" y="6738"/>
                      <a:pt x="1363" y="5470"/>
                      <a:pt x="1770" y="4275"/>
                    </a:cubicBezTo>
                    <a:cubicBezTo>
                      <a:pt x="2241" y="2930"/>
                      <a:pt x="2993" y="1702"/>
                      <a:pt x="3678" y="475"/>
                    </a:cubicBezTo>
                    <a:close/>
                    <a:moveTo>
                      <a:pt x="3706" y="1"/>
                    </a:moveTo>
                    <a:cubicBezTo>
                      <a:pt x="3625" y="1"/>
                      <a:pt x="3546" y="74"/>
                      <a:pt x="3526" y="164"/>
                    </a:cubicBezTo>
                    <a:lnTo>
                      <a:pt x="3526" y="164"/>
                    </a:lnTo>
                    <a:cubicBezTo>
                      <a:pt x="3477" y="170"/>
                      <a:pt x="3429" y="199"/>
                      <a:pt x="3395" y="258"/>
                    </a:cubicBezTo>
                    <a:cubicBezTo>
                      <a:pt x="2128" y="2482"/>
                      <a:pt x="0" y="5518"/>
                      <a:pt x="1889" y="8005"/>
                    </a:cubicBezTo>
                    <a:cubicBezTo>
                      <a:pt x="2397" y="8651"/>
                      <a:pt x="3181" y="9069"/>
                      <a:pt x="3969" y="9069"/>
                    </a:cubicBezTo>
                    <a:cubicBezTo>
                      <a:pt x="4406" y="9069"/>
                      <a:pt x="4844" y="8940"/>
                      <a:pt x="5236" y="8650"/>
                    </a:cubicBezTo>
                    <a:cubicBezTo>
                      <a:pt x="6312" y="7861"/>
                      <a:pt x="6671" y="6331"/>
                      <a:pt x="6503" y="5064"/>
                    </a:cubicBezTo>
                    <a:cubicBezTo>
                      <a:pt x="6240" y="3199"/>
                      <a:pt x="4973" y="1526"/>
                      <a:pt x="3826" y="67"/>
                    </a:cubicBezTo>
                    <a:cubicBezTo>
                      <a:pt x="3791" y="20"/>
                      <a:pt x="3748" y="1"/>
                      <a:pt x="370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3661150" y="1123975"/>
                <a:ext cx="19400" cy="75075"/>
              </a:xfrm>
              <a:custGeom>
                <a:avLst/>
                <a:gdLst/>
                <a:ahLst/>
                <a:cxnLst/>
                <a:rect l="l" t="t" r="r" b="b"/>
                <a:pathLst>
                  <a:path w="776" h="3003" extrusionOk="0">
                    <a:moveTo>
                      <a:pt x="427" y="0"/>
                    </a:moveTo>
                    <a:cubicBezTo>
                      <a:pt x="353" y="0"/>
                      <a:pt x="283" y="42"/>
                      <a:pt x="264" y="139"/>
                    </a:cubicBezTo>
                    <a:cubicBezTo>
                      <a:pt x="1" y="1047"/>
                      <a:pt x="25" y="1979"/>
                      <a:pt x="360" y="2864"/>
                    </a:cubicBezTo>
                    <a:cubicBezTo>
                      <a:pt x="398" y="2961"/>
                      <a:pt x="480" y="3003"/>
                      <a:pt x="557" y="3003"/>
                    </a:cubicBezTo>
                    <a:cubicBezTo>
                      <a:pt x="671" y="3003"/>
                      <a:pt x="775" y="2911"/>
                      <a:pt x="718" y="2768"/>
                    </a:cubicBezTo>
                    <a:cubicBezTo>
                      <a:pt x="407" y="1956"/>
                      <a:pt x="360" y="1071"/>
                      <a:pt x="622" y="234"/>
                    </a:cubicBezTo>
                    <a:cubicBezTo>
                      <a:pt x="651" y="92"/>
                      <a:pt x="535" y="0"/>
                      <a:pt x="4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3679825" y="1211625"/>
                <a:ext cx="23650" cy="16900"/>
              </a:xfrm>
              <a:custGeom>
                <a:avLst/>
                <a:gdLst/>
                <a:ahLst/>
                <a:cxnLst/>
                <a:rect l="l" t="t" r="r" b="b"/>
                <a:pathLst>
                  <a:path w="946" h="676" extrusionOk="0">
                    <a:moveTo>
                      <a:pt x="266" y="1"/>
                    </a:moveTo>
                    <a:cubicBezTo>
                      <a:pt x="112" y="1"/>
                      <a:pt x="1" y="241"/>
                      <a:pt x="162" y="362"/>
                    </a:cubicBezTo>
                    <a:lnTo>
                      <a:pt x="593" y="649"/>
                    </a:lnTo>
                    <a:cubicBezTo>
                      <a:pt x="626" y="668"/>
                      <a:pt x="659" y="676"/>
                      <a:pt x="689" y="676"/>
                    </a:cubicBezTo>
                    <a:cubicBezTo>
                      <a:pt x="852" y="676"/>
                      <a:pt x="945" y="439"/>
                      <a:pt x="784" y="338"/>
                    </a:cubicBezTo>
                    <a:lnTo>
                      <a:pt x="354" y="27"/>
                    </a:lnTo>
                    <a:cubicBezTo>
                      <a:pt x="324" y="9"/>
                      <a:pt x="294" y="1"/>
                      <a:pt x="26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" name="Google Shape;35;p2"/>
            <p:cNvGrpSpPr/>
            <p:nvPr/>
          </p:nvGrpSpPr>
          <p:grpSpPr>
            <a:xfrm>
              <a:off x="6487313" y="330925"/>
              <a:ext cx="532575" cy="527550"/>
              <a:chOff x="3652200" y="2908525"/>
              <a:chExt cx="532575" cy="527550"/>
            </a:xfrm>
          </p:grpSpPr>
          <p:sp>
            <p:nvSpPr>
              <p:cNvPr id="36" name="Google Shape;36;p2"/>
              <p:cNvSpPr/>
              <p:nvPr/>
            </p:nvSpPr>
            <p:spPr>
              <a:xfrm>
                <a:off x="3888575" y="3140350"/>
                <a:ext cx="162675" cy="144700"/>
              </a:xfrm>
              <a:custGeom>
                <a:avLst/>
                <a:gdLst/>
                <a:ahLst/>
                <a:cxnLst/>
                <a:rect l="l" t="t" r="r" b="b"/>
                <a:pathLst>
                  <a:path w="6507" h="5788" extrusionOk="0">
                    <a:moveTo>
                      <a:pt x="3067" y="363"/>
                    </a:moveTo>
                    <a:cubicBezTo>
                      <a:pt x="3707" y="363"/>
                      <a:pt x="4353" y="606"/>
                      <a:pt x="4842" y="1034"/>
                    </a:cubicBezTo>
                    <a:cubicBezTo>
                      <a:pt x="6507" y="2488"/>
                      <a:pt x="5321" y="5413"/>
                      <a:pt x="3155" y="5413"/>
                    </a:cubicBezTo>
                    <a:cubicBezTo>
                      <a:pt x="3112" y="5413"/>
                      <a:pt x="3069" y="5412"/>
                      <a:pt x="3025" y="5409"/>
                    </a:cubicBezTo>
                    <a:cubicBezTo>
                      <a:pt x="1830" y="5361"/>
                      <a:pt x="730" y="4429"/>
                      <a:pt x="491" y="3257"/>
                    </a:cubicBezTo>
                    <a:cubicBezTo>
                      <a:pt x="480" y="3204"/>
                      <a:pt x="455" y="3167"/>
                      <a:pt x="423" y="3145"/>
                    </a:cubicBezTo>
                    <a:lnTo>
                      <a:pt x="423" y="3145"/>
                    </a:lnTo>
                    <a:cubicBezTo>
                      <a:pt x="560" y="2132"/>
                      <a:pt x="1080" y="1107"/>
                      <a:pt x="2021" y="604"/>
                    </a:cubicBezTo>
                    <a:cubicBezTo>
                      <a:pt x="2348" y="440"/>
                      <a:pt x="2707" y="363"/>
                      <a:pt x="3067" y="363"/>
                    </a:cubicBezTo>
                    <a:close/>
                    <a:moveTo>
                      <a:pt x="3061" y="1"/>
                    </a:moveTo>
                    <a:cubicBezTo>
                      <a:pt x="2815" y="1"/>
                      <a:pt x="2569" y="33"/>
                      <a:pt x="2332" y="102"/>
                    </a:cubicBezTo>
                    <a:cubicBezTo>
                      <a:pt x="874" y="508"/>
                      <a:pt x="132" y="2014"/>
                      <a:pt x="13" y="3425"/>
                    </a:cubicBezTo>
                    <a:cubicBezTo>
                      <a:pt x="1" y="3544"/>
                      <a:pt x="91" y="3604"/>
                      <a:pt x="186" y="3604"/>
                    </a:cubicBezTo>
                    <a:cubicBezTo>
                      <a:pt x="197" y="3604"/>
                      <a:pt x="208" y="3603"/>
                      <a:pt x="218" y="3602"/>
                    </a:cubicBezTo>
                    <a:lnTo>
                      <a:pt x="218" y="3602"/>
                    </a:lnTo>
                    <a:cubicBezTo>
                      <a:pt x="541" y="4683"/>
                      <a:pt x="1509" y="5544"/>
                      <a:pt x="2643" y="5744"/>
                    </a:cubicBezTo>
                    <a:cubicBezTo>
                      <a:pt x="2806" y="5773"/>
                      <a:pt x="2968" y="5788"/>
                      <a:pt x="3128" y="5788"/>
                    </a:cubicBezTo>
                    <a:cubicBezTo>
                      <a:pt x="4141" y="5788"/>
                      <a:pt x="5067" y="5218"/>
                      <a:pt x="5583" y="4309"/>
                    </a:cubicBezTo>
                    <a:cubicBezTo>
                      <a:pt x="6181" y="3305"/>
                      <a:pt x="6181" y="1990"/>
                      <a:pt x="5392" y="1058"/>
                    </a:cubicBezTo>
                    <a:cubicBezTo>
                      <a:pt x="4815" y="406"/>
                      <a:pt x="3932" y="1"/>
                      <a:pt x="30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3894400" y="3001350"/>
                <a:ext cx="44225" cy="145025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5801" extrusionOk="0">
                    <a:moveTo>
                      <a:pt x="222" y="0"/>
                    </a:moveTo>
                    <a:cubicBezTo>
                      <a:pt x="110" y="0"/>
                      <a:pt x="0" y="92"/>
                      <a:pt x="43" y="234"/>
                    </a:cubicBezTo>
                    <a:cubicBezTo>
                      <a:pt x="521" y="2028"/>
                      <a:pt x="904" y="3869"/>
                      <a:pt x="1382" y="5662"/>
                    </a:cubicBezTo>
                    <a:cubicBezTo>
                      <a:pt x="1411" y="5758"/>
                      <a:pt x="1482" y="5800"/>
                      <a:pt x="1555" y="5800"/>
                    </a:cubicBezTo>
                    <a:cubicBezTo>
                      <a:pt x="1661" y="5800"/>
                      <a:pt x="1769" y="5709"/>
                      <a:pt x="1740" y="5566"/>
                    </a:cubicBezTo>
                    <a:cubicBezTo>
                      <a:pt x="1262" y="3773"/>
                      <a:pt x="856" y="1932"/>
                      <a:pt x="401" y="139"/>
                    </a:cubicBezTo>
                    <a:cubicBezTo>
                      <a:pt x="373" y="42"/>
                      <a:pt x="297" y="0"/>
                      <a:pt x="2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3924875" y="2988200"/>
                <a:ext cx="50825" cy="158325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6333" extrusionOk="0">
                    <a:moveTo>
                      <a:pt x="222" y="0"/>
                    </a:moveTo>
                    <a:cubicBezTo>
                      <a:pt x="111" y="0"/>
                      <a:pt x="0" y="92"/>
                      <a:pt x="43" y="235"/>
                    </a:cubicBezTo>
                    <a:cubicBezTo>
                      <a:pt x="569" y="2219"/>
                      <a:pt x="1119" y="4203"/>
                      <a:pt x="1645" y="6212"/>
                    </a:cubicBezTo>
                    <a:cubicBezTo>
                      <a:pt x="1664" y="6296"/>
                      <a:pt x="1731" y="6333"/>
                      <a:pt x="1802" y="6333"/>
                    </a:cubicBezTo>
                    <a:cubicBezTo>
                      <a:pt x="1912" y="6333"/>
                      <a:pt x="2033" y="6246"/>
                      <a:pt x="2004" y="6116"/>
                    </a:cubicBezTo>
                    <a:cubicBezTo>
                      <a:pt x="1478" y="4108"/>
                      <a:pt x="928" y="2123"/>
                      <a:pt x="402" y="139"/>
                    </a:cubicBezTo>
                    <a:cubicBezTo>
                      <a:pt x="373" y="42"/>
                      <a:pt x="297" y="0"/>
                      <a:pt x="2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3848850" y="2908525"/>
                <a:ext cx="106300" cy="94850"/>
              </a:xfrm>
              <a:custGeom>
                <a:avLst/>
                <a:gdLst/>
                <a:ahLst/>
                <a:cxnLst/>
                <a:rect l="l" t="t" r="r" b="b"/>
                <a:pathLst>
                  <a:path w="4252" h="3794" extrusionOk="0">
                    <a:moveTo>
                      <a:pt x="2086" y="0"/>
                    </a:moveTo>
                    <a:cubicBezTo>
                      <a:pt x="1749" y="0"/>
                      <a:pt x="1403" y="103"/>
                      <a:pt x="1076" y="337"/>
                    </a:cubicBezTo>
                    <a:cubicBezTo>
                      <a:pt x="383" y="863"/>
                      <a:pt x="0" y="1820"/>
                      <a:pt x="311" y="2680"/>
                    </a:cubicBezTo>
                    <a:cubicBezTo>
                      <a:pt x="349" y="2765"/>
                      <a:pt x="427" y="2802"/>
                      <a:pt x="502" y="2802"/>
                    </a:cubicBezTo>
                    <a:cubicBezTo>
                      <a:pt x="619" y="2802"/>
                      <a:pt x="727" y="2715"/>
                      <a:pt x="669" y="2585"/>
                    </a:cubicBezTo>
                    <a:cubicBezTo>
                      <a:pt x="359" y="1796"/>
                      <a:pt x="765" y="887"/>
                      <a:pt x="1506" y="505"/>
                    </a:cubicBezTo>
                    <a:cubicBezTo>
                      <a:pt x="1705" y="399"/>
                      <a:pt x="1908" y="352"/>
                      <a:pt x="2107" y="352"/>
                    </a:cubicBezTo>
                    <a:cubicBezTo>
                      <a:pt x="2673" y="352"/>
                      <a:pt x="3201" y="739"/>
                      <a:pt x="3467" y="1270"/>
                    </a:cubicBezTo>
                    <a:cubicBezTo>
                      <a:pt x="3825" y="2011"/>
                      <a:pt x="3658" y="2872"/>
                      <a:pt x="2893" y="3254"/>
                    </a:cubicBezTo>
                    <a:cubicBezTo>
                      <a:pt x="2651" y="3375"/>
                      <a:pt x="2374" y="3437"/>
                      <a:pt x="2099" y="3437"/>
                    </a:cubicBezTo>
                    <a:cubicBezTo>
                      <a:pt x="1612" y="3437"/>
                      <a:pt x="1127" y="3245"/>
                      <a:pt x="837" y="2848"/>
                    </a:cubicBezTo>
                    <a:cubicBezTo>
                      <a:pt x="795" y="2792"/>
                      <a:pt x="736" y="2768"/>
                      <a:pt x="678" y="2768"/>
                    </a:cubicBezTo>
                    <a:cubicBezTo>
                      <a:pt x="538" y="2768"/>
                      <a:pt x="401" y="2904"/>
                      <a:pt x="502" y="3039"/>
                    </a:cubicBezTo>
                    <a:cubicBezTo>
                      <a:pt x="886" y="3544"/>
                      <a:pt x="1509" y="3793"/>
                      <a:pt x="2126" y="3793"/>
                    </a:cubicBezTo>
                    <a:cubicBezTo>
                      <a:pt x="2969" y="3793"/>
                      <a:pt x="3799" y="3328"/>
                      <a:pt x="3993" y="2417"/>
                    </a:cubicBezTo>
                    <a:cubicBezTo>
                      <a:pt x="4251" y="1180"/>
                      <a:pt x="3227" y="0"/>
                      <a:pt x="20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4109425" y="3156025"/>
                <a:ext cx="75350" cy="73975"/>
              </a:xfrm>
              <a:custGeom>
                <a:avLst/>
                <a:gdLst/>
                <a:ahLst/>
                <a:cxnLst/>
                <a:rect l="l" t="t" r="r" b="b"/>
                <a:pathLst>
                  <a:path w="3014" h="2959" extrusionOk="0">
                    <a:moveTo>
                      <a:pt x="1579" y="359"/>
                    </a:moveTo>
                    <a:cubicBezTo>
                      <a:pt x="2201" y="359"/>
                      <a:pt x="2607" y="909"/>
                      <a:pt x="2607" y="1483"/>
                    </a:cubicBezTo>
                    <a:cubicBezTo>
                      <a:pt x="2631" y="2057"/>
                      <a:pt x="2248" y="2559"/>
                      <a:pt x="1651" y="2607"/>
                    </a:cubicBezTo>
                    <a:cubicBezTo>
                      <a:pt x="1633" y="2607"/>
                      <a:pt x="1616" y="2608"/>
                      <a:pt x="1599" y="2608"/>
                    </a:cubicBezTo>
                    <a:cubicBezTo>
                      <a:pt x="1065" y="2608"/>
                      <a:pt x="522" y="2254"/>
                      <a:pt x="384" y="1698"/>
                    </a:cubicBezTo>
                    <a:cubicBezTo>
                      <a:pt x="374" y="1656"/>
                      <a:pt x="353" y="1626"/>
                      <a:pt x="326" y="1607"/>
                    </a:cubicBezTo>
                    <a:lnTo>
                      <a:pt x="326" y="1607"/>
                    </a:lnTo>
                    <a:cubicBezTo>
                      <a:pt x="357" y="1577"/>
                      <a:pt x="378" y="1536"/>
                      <a:pt x="384" y="1483"/>
                    </a:cubicBezTo>
                    <a:cubicBezTo>
                      <a:pt x="407" y="861"/>
                      <a:pt x="981" y="383"/>
                      <a:pt x="1579" y="359"/>
                    </a:cubicBezTo>
                    <a:close/>
                    <a:moveTo>
                      <a:pt x="1579" y="1"/>
                    </a:moveTo>
                    <a:cubicBezTo>
                      <a:pt x="766" y="1"/>
                      <a:pt x="49" y="670"/>
                      <a:pt x="1" y="1483"/>
                    </a:cubicBezTo>
                    <a:cubicBezTo>
                      <a:pt x="1" y="1556"/>
                      <a:pt x="35" y="1607"/>
                      <a:pt x="82" y="1636"/>
                    </a:cubicBezTo>
                    <a:lnTo>
                      <a:pt x="82" y="1636"/>
                    </a:lnTo>
                    <a:cubicBezTo>
                      <a:pt x="45" y="1673"/>
                      <a:pt x="27" y="1728"/>
                      <a:pt x="49" y="1794"/>
                    </a:cubicBezTo>
                    <a:cubicBezTo>
                      <a:pt x="200" y="2483"/>
                      <a:pt x="874" y="2959"/>
                      <a:pt x="1566" y="2959"/>
                    </a:cubicBezTo>
                    <a:cubicBezTo>
                      <a:pt x="1642" y="2959"/>
                      <a:pt x="1718" y="2953"/>
                      <a:pt x="1794" y="2941"/>
                    </a:cubicBezTo>
                    <a:cubicBezTo>
                      <a:pt x="2559" y="2846"/>
                      <a:pt x="3013" y="2152"/>
                      <a:pt x="2966" y="1411"/>
                    </a:cubicBezTo>
                    <a:cubicBezTo>
                      <a:pt x="2918" y="646"/>
                      <a:pt x="2368" y="1"/>
                      <a:pt x="15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3652200" y="3181500"/>
                <a:ext cx="105475" cy="92775"/>
              </a:xfrm>
              <a:custGeom>
                <a:avLst/>
                <a:gdLst/>
                <a:ahLst/>
                <a:cxnLst/>
                <a:rect l="l" t="t" r="r" b="b"/>
                <a:pathLst>
                  <a:path w="4219" h="3711" extrusionOk="0">
                    <a:moveTo>
                      <a:pt x="2009" y="368"/>
                    </a:moveTo>
                    <a:cubicBezTo>
                      <a:pt x="2821" y="368"/>
                      <a:pt x="3347" y="1109"/>
                      <a:pt x="3371" y="1874"/>
                    </a:cubicBezTo>
                    <a:cubicBezTo>
                      <a:pt x="3371" y="2640"/>
                      <a:pt x="2869" y="3309"/>
                      <a:pt x="2080" y="3357"/>
                    </a:cubicBezTo>
                    <a:cubicBezTo>
                      <a:pt x="2063" y="3357"/>
                      <a:pt x="2045" y="3358"/>
                      <a:pt x="2027" y="3358"/>
                    </a:cubicBezTo>
                    <a:cubicBezTo>
                      <a:pt x="1303" y="3358"/>
                      <a:pt x="570" y="2885"/>
                      <a:pt x="407" y="2161"/>
                    </a:cubicBezTo>
                    <a:cubicBezTo>
                      <a:pt x="390" y="2076"/>
                      <a:pt x="333" y="2034"/>
                      <a:pt x="270" y="2025"/>
                    </a:cubicBezTo>
                    <a:lnTo>
                      <a:pt x="270" y="2025"/>
                    </a:lnTo>
                    <a:cubicBezTo>
                      <a:pt x="328" y="1999"/>
                      <a:pt x="375" y="1948"/>
                      <a:pt x="383" y="1874"/>
                    </a:cubicBezTo>
                    <a:cubicBezTo>
                      <a:pt x="407" y="1038"/>
                      <a:pt x="1196" y="368"/>
                      <a:pt x="2009" y="368"/>
                    </a:cubicBezTo>
                    <a:close/>
                    <a:moveTo>
                      <a:pt x="1966" y="1"/>
                    </a:moveTo>
                    <a:cubicBezTo>
                      <a:pt x="1856" y="1"/>
                      <a:pt x="1743" y="11"/>
                      <a:pt x="1626" y="34"/>
                    </a:cubicBezTo>
                    <a:cubicBezTo>
                      <a:pt x="765" y="225"/>
                      <a:pt x="48" y="966"/>
                      <a:pt x="0" y="1874"/>
                    </a:cubicBezTo>
                    <a:cubicBezTo>
                      <a:pt x="0" y="1982"/>
                      <a:pt x="72" y="2036"/>
                      <a:pt x="154" y="2044"/>
                    </a:cubicBezTo>
                    <a:lnTo>
                      <a:pt x="154" y="2044"/>
                    </a:lnTo>
                    <a:cubicBezTo>
                      <a:pt x="82" y="2079"/>
                      <a:pt x="28" y="2155"/>
                      <a:pt x="48" y="2257"/>
                    </a:cubicBezTo>
                    <a:cubicBezTo>
                      <a:pt x="253" y="3149"/>
                      <a:pt x="1147" y="3710"/>
                      <a:pt x="2007" y="3710"/>
                    </a:cubicBezTo>
                    <a:cubicBezTo>
                      <a:pt x="2553" y="3710"/>
                      <a:pt x="3085" y="3485"/>
                      <a:pt x="3419" y="2974"/>
                    </a:cubicBezTo>
                    <a:cubicBezTo>
                      <a:pt x="4218" y="1776"/>
                      <a:pt x="3390" y="1"/>
                      <a:pt x="196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3871550" y="3343250"/>
                <a:ext cx="107200" cy="92825"/>
              </a:xfrm>
              <a:custGeom>
                <a:avLst/>
                <a:gdLst/>
                <a:ahLst/>
                <a:cxnLst/>
                <a:rect l="l" t="t" r="r" b="b"/>
                <a:pathLst>
                  <a:path w="4288" h="3713" extrusionOk="0">
                    <a:moveTo>
                      <a:pt x="2101" y="363"/>
                    </a:moveTo>
                    <a:cubicBezTo>
                      <a:pt x="2821" y="363"/>
                      <a:pt x="3359" y="984"/>
                      <a:pt x="3491" y="1644"/>
                    </a:cubicBezTo>
                    <a:cubicBezTo>
                      <a:pt x="3658" y="2386"/>
                      <a:pt x="3276" y="3103"/>
                      <a:pt x="2535" y="3294"/>
                    </a:cubicBezTo>
                    <a:cubicBezTo>
                      <a:pt x="2387" y="3335"/>
                      <a:pt x="2234" y="3355"/>
                      <a:pt x="2081" y="3355"/>
                    </a:cubicBezTo>
                    <a:cubicBezTo>
                      <a:pt x="1516" y="3355"/>
                      <a:pt x="952" y="3080"/>
                      <a:pt x="670" y="2553"/>
                    </a:cubicBezTo>
                    <a:cubicBezTo>
                      <a:pt x="641" y="2494"/>
                      <a:pt x="588" y="2469"/>
                      <a:pt x="534" y="2469"/>
                    </a:cubicBezTo>
                    <a:cubicBezTo>
                      <a:pt x="519" y="2469"/>
                      <a:pt x="504" y="2471"/>
                      <a:pt x="490" y="2475"/>
                    </a:cubicBezTo>
                    <a:lnTo>
                      <a:pt x="490" y="2475"/>
                    </a:lnTo>
                    <a:cubicBezTo>
                      <a:pt x="551" y="2438"/>
                      <a:pt x="593" y="2373"/>
                      <a:pt x="574" y="2290"/>
                    </a:cubicBezTo>
                    <a:cubicBezTo>
                      <a:pt x="383" y="1429"/>
                      <a:pt x="1053" y="521"/>
                      <a:pt x="1913" y="377"/>
                    </a:cubicBezTo>
                    <a:cubicBezTo>
                      <a:pt x="1977" y="368"/>
                      <a:pt x="2040" y="363"/>
                      <a:pt x="2101" y="363"/>
                    </a:cubicBezTo>
                    <a:close/>
                    <a:moveTo>
                      <a:pt x="2075" y="0"/>
                    </a:moveTo>
                    <a:cubicBezTo>
                      <a:pt x="1860" y="0"/>
                      <a:pt x="1636" y="43"/>
                      <a:pt x="1411" y="138"/>
                    </a:cubicBezTo>
                    <a:cubicBezTo>
                      <a:pt x="574" y="521"/>
                      <a:pt x="1" y="1453"/>
                      <a:pt x="216" y="2386"/>
                    </a:cubicBezTo>
                    <a:cubicBezTo>
                      <a:pt x="235" y="2470"/>
                      <a:pt x="302" y="2507"/>
                      <a:pt x="373" y="2507"/>
                    </a:cubicBezTo>
                    <a:cubicBezTo>
                      <a:pt x="391" y="2507"/>
                      <a:pt x="409" y="2505"/>
                      <a:pt x="427" y="2500"/>
                    </a:cubicBezTo>
                    <a:lnTo>
                      <a:pt x="427" y="2500"/>
                    </a:lnTo>
                    <a:cubicBezTo>
                      <a:pt x="350" y="2547"/>
                      <a:pt x="301" y="2640"/>
                      <a:pt x="359" y="2744"/>
                    </a:cubicBezTo>
                    <a:cubicBezTo>
                      <a:pt x="706" y="3378"/>
                      <a:pt x="1411" y="3713"/>
                      <a:pt x="2104" y="3713"/>
                    </a:cubicBezTo>
                    <a:cubicBezTo>
                      <a:pt x="2798" y="3713"/>
                      <a:pt x="3479" y="3378"/>
                      <a:pt x="3778" y="2673"/>
                    </a:cubicBezTo>
                    <a:cubicBezTo>
                      <a:pt x="4288" y="1449"/>
                      <a:pt x="3320" y="0"/>
                      <a:pt x="20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4024350" y="3166150"/>
                <a:ext cx="104050" cy="25275"/>
              </a:xfrm>
              <a:custGeom>
                <a:avLst/>
                <a:gdLst/>
                <a:ahLst/>
                <a:cxnLst/>
                <a:rect l="l" t="t" r="r" b="b"/>
                <a:pathLst>
                  <a:path w="4162" h="1011" extrusionOk="0">
                    <a:moveTo>
                      <a:pt x="3857" y="1"/>
                    </a:moveTo>
                    <a:cubicBezTo>
                      <a:pt x="3850" y="1"/>
                      <a:pt x="3842" y="1"/>
                      <a:pt x="3834" y="2"/>
                    </a:cubicBezTo>
                    <a:cubicBezTo>
                      <a:pt x="2639" y="217"/>
                      <a:pt x="1420" y="432"/>
                      <a:pt x="224" y="648"/>
                    </a:cubicBezTo>
                    <a:cubicBezTo>
                      <a:pt x="0" y="692"/>
                      <a:pt x="70" y="1011"/>
                      <a:pt x="277" y="1011"/>
                    </a:cubicBezTo>
                    <a:cubicBezTo>
                      <a:pt x="291" y="1011"/>
                      <a:pt x="305" y="1009"/>
                      <a:pt x="320" y="1006"/>
                    </a:cubicBezTo>
                    <a:cubicBezTo>
                      <a:pt x="1539" y="791"/>
                      <a:pt x="2735" y="576"/>
                      <a:pt x="3930" y="361"/>
                    </a:cubicBezTo>
                    <a:cubicBezTo>
                      <a:pt x="4161" y="338"/>
                      <a:pt x="4079" y="1"/>
                      <a:pt x="38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4024925" y="3200150"/>
                <a:ext cx="94950" cy="22950"/>
              </a:xfrm>
              <a:custGeom>
                <a:avLst/>
                <a:gdLst/>
                <a:ahLst/>
                <a:cxnLst/>
                <a:rect l="l" t="t" r="r" b="b"/>
                <a:pathLst>
                  <a:path w="3798" h="918" extrusionOk="0">
                    <a:moveTo>
                      <a:pt x="3539" y="0"/>
                    </a:moveTo>
                    <a:cubicBezTo>
                      <a:pt x="3527" y="0"/>
                      <a:pt x="3514" y="2"/>
                      <a:pt x="3501" y="5"/>
                    </a:cubicBezTo>
                    <a:cubicBezTo>
                      <a:pt x="2401" y="196"/>
                      <a:pt x="1325" y="387"/>
                      <a:pt x="225" y="555"/>
                    </a:cubicBezTo>
                    <a:cubicBezTo>
                      <a:pt x="1" y="600"/>
                      <a:pt x="92" y="918"/>
                      <a:pt x="282" y="918"/>
                    </a:cubicBezTo>
                    <a:cubicBezTo>
                      <a:pt x="294" y="918"/>
                      <a:pt x="307" y="916"/>
                      <a:pt x="321" y="913"/>
                    </a:cubicBezTo>
                    <a:cubicBezTo>
                      <a:pt x="1421" y="722"/>
                      <a:pt x="2496" y="555"/>
                      <a:pt x="3596" y="363"/>
                    </a:cubicBezTo>
                    <a:cubicBezTo>
                      <a:pt x="3798" y="319"/>
                      <a:pt x="3726" y="0"/>
                      <a:pt x="35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3723925" y="3185325"/>
                <a:ext cx="179325" cy="21550"/>
              </a:xfrm>
              <a:custGeom>
                <a:avLst/>
                <a:gdLst/>
                <a:ahLst/>
                <a:cxnLst/>
                <a:rect l="l" t="t" r="r" b="b"/>
                <a:pathLst>
                  <a:path w="7173" h="862" extrusionOk="0">
                    <a:moveTo>
                      <a:pt x="6934" y="0"/>
                    </a:moveTo>
                    <a:cubicBezTo>
                      <a:pt x="4710" y="24"/>
                      <a:pt x="2463" y="191"/>
                      <a:pt x="239" y="478"/>
                    </a:cubicBezTo>
                    <a:cubicBezTo>
                      <a:pt x="7" y="501"/>
                      <a:pt x="0" y="862"/>
                      <a:pt x="218" y="862"/>
                    </a:cubicBezTo>
                    <a:cubicBezTo>
                      <a:pt x="225" y="862"/>
                      <a:pt x="232" y="862"/>
                      <a:pt x="239" y="861"/>
                    </a:cubicBezTo>
                    <a:cubicBezTo>
                      <a:pt x="2463" y="550"/>
                      <a:pt x="4686" y="383"/>
                      <a:pt x="6934" y="359"/>
                    </a:cubicBezTo>
                    <a:cubicBezTo>
                      <a:pt x="7173" y="359"/>
                      <a:pt x="7173" y="0"/>
                      <a:pt x="69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3744050" y="3221775"/>
                <a:ext cx="155025" cy="25850"/>
              </a:xfrm>
              <a:custGeom>
                <a:avLst/>
                <a:gdLst/>
                <a:ahLst/>
                <a:cxnLst/>
                <a:rect l="l" t="t" r="r" b="b"/>
                <a:pathLst>
                  <a:path w="6201" h="1034" extrusionOk="0">
                    <a:moveTo>
                      <a:pt x="5961" y="0"/>
                    </a:moveTo>
                    <a:cubicBezTo>
                      <a:pt x="4025" y="24"/>
                      <a:pt x="2112" y="263"/>
                      <a:pt x="223" y="670"/>
                    </a:cubicBezTo>
                    <a:cubicBezTo>
                      <a:pt x="0" y="737"/>
                      <a:pt x="69" y="1033"/>
                      <a:pt x="273" y="1033"/>
                    </a:cubicBezTo>
                    <a:cubicBezTo>
                      <a:pt x="288" y="1033"/>
                      <a:pt x="303" y="1032"/>
                      <a:pt x="319" y="1029"/>
                    </a:cubicBezTo>
                    <a:cubicBezTo>
                      <a:pt x="2184" y="622"/>
                      <a:pt x="4072" y="407"/>
                      <a:pt x="5961" y="383"/>
                    </a:cubicBezTo>
                    <a:cubicBezTo>
                      <a:pt x="6200" y="359"/>
                      <a:pt x="6200" y="0"/>
                      <a:pt x="59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3922825" y="3279275"/>
                <a:ext cx="23575" cy="70475"/>
              </a:xfrm>
              <a:custGeom>
                <a:avLst/>
                <a:gdLst/>
                <a:ahLst/>
                <a:cxnLst/>
                <a:rect l="l" t="t" r="r" b="b"/>
                <a:pathLst>
                  <a:path w="943" h="2819" extrusionOk="0">
                    <a:moveTo>
                      <a:pt x="718" y="1"/>
                    </a:moveTo>
                    <a:cubicBezTo>
                      <a:pt x="645" y="1"/>
                      <a:pt x="575" y="43"/>
                      <a:pt x="556" y="139"/>
                    </a:cubicBezTo>
                    <a:cubicBezTo>
                      <a:pt x="412" y="952"/>
                      <a:pt x="245" y="1789"/>
                      <a:pt x="30" y="2602"/>
                    </a:cubicBezTo>
                    <a:cubicBezTo>
                      <a:pt x="1" y="2732"/>
                      <a:pt x="121" y="2819"/>
                      <a:pt x="231" y="2819"/>
                    </a:cubicBezTo>
                    <a:cubicBezTo>
                      <a:pt x="302" y="2819"/>
                      <a:pt x="369" y="2782"/>
                      <a:pt x="388" y="2697"/>
                    </a:cubicBezTo>
                    <a:cubicBezTo>
                      <a:pt x="603" y="1884"/>
                      <a:pt x="771" y="1072"/>
                      <a:pt x="914" y="235"/>
                    </a:cubicBezTo>
                    <a:cubicBezTo>
                      <a:pt x="943" y="92"/>
                      <a:pt x="827" y="1"/>
                      <a:pt x="7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3949125" y="3279875"/>
                <a:ext cx="29550" cy="87650"/>
              </a:xfrm>
              <a:custGeom>
                <a:avLst/>
                <a:gdLst/>
                <a:ahLst/>
                <a:cxnLst/>
                <a:rect l="l" t="t" r="r" b="b"/>
                <a:pathLst>
                  <a:path w="1182" h="3506" extrusionOk="0">
                    <a:moveTo>
                      <a:pt x="957" y="1"/>
                    </a:moveTo>
                    <a:cubicBezTo>
                      <a:pt x="884" y="1"/>
                      <a:pt x="814" y="43"/>
                      <a:pt x="795" y="139"/>
                    </a:cubicBezTo>
                    <a:lnTo>
                      <a:pt x="30" y="3271"/>
                    </a:lnTo>
                    <a:cubicBezTo>
                      <a:pt x="1" y="3414"/>
                      <a:pt x="117" y="3505"/>
                      <a:pt x="225" y="3505"/>
                    </a:cubicBezTo>
                    <a:cubicBezTo>
                      <a:pt x="299" y="3505"/>
                      <a:pt x="369" y="3463"/>
                      <a:pt x="388" y="3367"/>
                    </a:cubicBezTo>
                    <a:lnTo>
                      <a:pt x="1153" y="235"/>
                    </a:lnTo>
                    <a:cubicBezTo>
                      <a:pt x="1182" y="92"/>
                      <a:pt x="1066" y="1"/>
                      <a:pt x="95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" name="Google Shape;49;p2"/>
            <p:cNvGrpSpPr/>
            <p:nvPr/>
          </p:nvGrpSpPr>
          <p:grpSpPr>
            <a:xfrm>
              <a:off x="5975013" y="1666613"/>
              <a:ext cx="374775" cy="556925"/>
              <a:chOff x="1035588" y="1564988"/>
              <a:chExt cx="374775" cy="556925"/>
            </a:xfrm>
          </p:grpSpPr>
          <p:sp>
            <p:nvSpPr>
              <p:cNvPr id="50" name="Google Shape;50;p2"/>
              <p:cNvSpPr/>
              <p:nvPr/>
            </p:nvSpPr>
            <p:spPr>
              <a:xfrm>
                <a:off x="1115688" y="1564988"/>
                <a:ext cx="66950" cy="59900"/>
              </a:xfrm>
              <a:custGeom>
                <a:avLst/>
                <a:gdLst/>
                <a:ahLst/>
                <a:cxnLst/>
                <a:rect l="l" t="t" r="r" b="b"/>
                <a:pathLst>
                  <a:path w="2678" h="2396" extrusionOk="0">
                    <a:moveTo>
                      <a:pt x="1252" y="370"/>
                    </a:moveTo>
                    <a:cubicBezTo>
                      <a:pt x="1383" y="370"/>
                      <a:pt x="1526" y="408"/>
                      <a:pt x="1674" y="493"/>
                    </a:cubicBezTo>
                    <a:cubicBezTo>
                      <a:pt x="2080" y="732"/>
                      <a:pt x="2295" y="1211"/>
                      <a:pt x="2008" y="1617"/>
                    </a:cubicBezTo>
                    <a:cubicBezTo>
                      <a:pt x="1825" y="1866"/>
                      <a:pt x="1527" y="2023"/>
                      <a:pt x="1233" y="2023"/>
                    </a:cubicBezTo>
                    <a:cubicBezTo>
                      <a:pt x="1105" y="2023"/>
                      <a:pt x="977" y="1993"/>
                      <a:pt x="861" y="1928"/>
                    </a:cubicBezTo>
                    <a:cubicBezTo>
                      <a:pt x="839" y="1918"/>
                      <a:pt x="818" y="1913"/>
                      <a:pt x="798" y="1911"/>
                    </a:cubicBezTo>
                    <a:lnTo>
                      <a:pt x="798" y="1911"/>
                    </a:lnTo>
                    <a:cubicBezTo>
                      <a:pt x="789" y="1900"/>
                      <a:pt x="778" y="1890"/>
                      <a:pt x="765" y="1880"/>
                    </a:cubicBezTo>
                    <a:cubicBezTo>
                      <a:pt x="185" y="1360"/>
                      <a:pt x="576" y="370"/>
                      <a:pt x="1252" y="370"/>
                    </a:cubicBezTo>
                    <a:close/>
                    <a:moveTo>
                      <a:pt x="1213" y="1"/>
                    </a:moveTo>
                    <a:cubicBezTo>
                      <a:pt x="871" y="1"/>
                      <a:pt x="543" y="151"/>
                      <a:pt x="335" y="469"/>
                    </a:cubicBezTo>
                    <a:cubicBezTo>
                      <a:pt x="0" y="995"/>
                      <a:pt x="48" y="1713"/>
                      <a:pt x="502" y="2143"/>
                    </a:cubicBezTo>
                    <a:cubicBezTo>
                      <a:pt x="530" y="2164"/>
                      <a:pt x="560" y="2176"/>
                      <a:pt x="590" y="2182"/>
                    </a:cubicBezTo>
                    <a:lnTo>
                      <a:pt x="590" y="2182"/>
                    </a:lnTo>
                    <a:cubicBezTo>
                      <a:pt x="604" y="2213"/>
                      <a:pt x="630" y="2241"/>
                      <a:pt x="669" y="2262"/>
                    </a:cubicBezTo>
                    <a:cubicBezTo>
                      <a:pt x="850" y="2353"/>
                      <a:pt x="1043" y="2396"/>
                      <a:pt x="1234" y="2396"/>
                    </a:cubicBezTo>
                    <a:cubicBezTo>
                      <a:pt x="1649" y="2396"/>
                      <a:pt x="2057" y="2192"/>
                      <a:pt x="2319" y="1832"/>
                    </a:cubicBezTo>
                    <a:cubicBezTo>
                      <a:pt x="2678" y="1282"/>
                      <a:pt x="2486" y="589"/>
                      <a:pt x="1937" y="230"/>
                    </a:cubicBezTo>
                    <a:cubicBezTo>
                      <a:pt x="1715" y="80"/>
                      <a:pt x="1461" y="1"/>
                      <a:pt x="121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1104188" y="1666313"/>
                <a:ext cx="38450" cy="32125"/>
              </a:xfrm>
              <a:custGeom>
                <a:avLst/>
                <a:gdLst/>
                <a:ahLst/>
                <a:cxnLst/>
                <a:rect l="l" t="t" r="r" b="b"/>
                <a:pathLst>
                  <a:path w="1538" h="1285" extrusionOk="0">
                    <a:moveTo>
                      <a:pt x="797" y="356"/>
                    </a:moveTo>
                    <a:cubicBezTo>
                      <a:pt x="967" y="356"/>
                      <a:pt x="1129" y="437"/>
                      <a:pt x="1129" y="624"/>
                    </a:cubicBezTo>
                    <a:cubicBezTo>
                      <a:pt x="1143" y="821"/>
                      <a:pt x="917" y="932"/>
                      <a:pt x="708" y="932"/>
                    </a:cubicBezTo>
                    <a:cubicBezTo>
                      <a:pt x="566" y="932"/>
                      <a:pt x="431" y="881"/>
                      <a:pt x="382" y="771"/>
                    </a:cubicBezTo>
                    <a:lnTo>
                      <a:pt x="382" y="771"/>
                    </a:lnTo>
                    <a:cubicBezTo>
                      <a:pt x="405" y="737"/>
                      <a:pt x="417" y="696"/>
                      <a:pt x="412" y="648"/>
                    </a:cubicBezTo>
                    <a:cubicBezTo>
                      <a:pt x="386" y="467"/>
                      <a:pt x="597" y="356"/>
                      <a:pt x="797" y="356"/>
                    </a:cubicBezTo>
                    <a:close/>
                    <a:moveTo>
                      <a:pt x="802" y="0"/>
                    </a:moveTo>
                    <a:cubicBezTo>
                      <a:pt x="447" y="0"/>
                      <a:pt x="85" y="198"/>
                      <a:pt x="47" y="566"/>
                    </a:cubicBezTo>
                    <a:lnTo>
                      <a:pt x="47" y="566"/>
                    </a:lnTo>
                    <a:cubicBezTo>
                      <a:pt x="17" y="595"/>
                      <a:pt x="0" y="639"/>
                      <a:pt x="6" y="696"/>
                    </a:cubicBezTo>
                    <a:cubicBezTo>
                      <a:pt x="28" y="1097"/>
                      <a:pt x="366" y="1285"/>
                      <a:pt x="717" y="1285"/>
                    </a:cubicBezTo>
                    <a:cubicBezTo>
                      <a:pt x="1119" y="1285"/>
                      <a:pt x="1538" y="1036"/>
                      <a:pt x="1512" y="576"/>
                    </a:cubicBezTo>
                    <a:cubicBezTo>
                      <a:pt x="1479" y="184"/>
                      <a:pt x="1144" y="0"/>
                      <a:pt x="8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1035588" y="1595413"/>
                <a:ext cx="31150" cy="26500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1060" extrusionOk="0">
                    <a:moveTo>
                      <a:pt x="647" y="366"/>
                    </a:moveTo>
                    <a:cubicBezTo>
                      <a:pt x="756" y="366"/>
                      <a:pt x="861" y="410"/>
                      <a:pt x="861" y="519"/>
                    </a:cubicBezTo>
                    <a:cubicBezTo>
                      <a:pt x="861" y="639"/>
                      <a:pt x="714" y="707"/>
                      <a:pt x="583" y="707"/>
                    </a:cubicBezTo>
                    <a:cubicBezTo>
                      <a:pt x="499" y="707"/>
                      <a:pt x="422" y="679"/>
                      <a:pt x="394" y="620"/>
                    </a:cubicBezTo>
                    <a:lnTo>
                      <a:pt x="394" y="620"/>
                    </a:lnTo>
                    <a:cubicBezTo>
                      <a:pt x="406" y="591"/>
                      <a:pt x="410" y="557"/>
                      <a:pt x="407" y="519"/>
                    </a:cubicBezTo>
                    <a:cubicBezTo>
                      <a:pt x="381" y="429"/>
                      <a:pt x="517" y="366"/>
                      <a:pt x="647" y="366"/>
                    </a:cubicBezTo>
                    <a:close/>
                    <a:moveTo>
                      <a:pt x="661" y="0"/>
                    </a:moveTo>
                    <a:cubicBezTo>
                      <a:pt x="380" y="0"/>
                      <a:pt x="90" y="157"/>
                      <a:pt x="46" y="443"/>
                    </a:cubicBezTo>
                    <a:lnTo>
                      <a:pt x="46" y="443"/>
                    </a:lnTo>
                    <a:cubicBezTo>
                      <a:pt x="18" y="473"/>
                      <a:pt x="0" y="514"/>
                      <a:pt x="0" y="567"/>
                    </a:cubicBezTo>
                    <a:cubicBezTo>
                      <a:pt x="23" y="902"/>
                      <a:pt x="300" y="1060"/>
                      <a:pt x="585" y="1060"/>
                    </a:cubicBezTo>
                    <a:cubicBezTo>
                      <a:pt x="910" y="1060"/>
                      <a:pt x="1245" y="854"/>
                      <a:pt x="1220" y="472"/>
                    </a:cubicBezTo>
                    <a:cubicBezTo>
                      <a:pt x="1198" y="149"/>
                      <a:pt x="934" y="0"/>
                      <a:pt x="6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1143913" y="1714813"/>
                <a:ext cx="266450" cy="407100"/>
              </a:xfrm>
              <a:custGeom>
                <a:avLst/>
                <a:gdLst/>
                <a:ahLst/>
                <a:cxnLst/>
                <a:rect l="l" t="t" r="r" b="b"/>
                <a:pathLst>
                  <a:path w="10658" h="16284" extrusionOk="0">
                    <a:moveTo>
                      <a:pt x="4126" y="0"/>
                    </a:moveTo>
                    <a:cubicBezTo>
                      <a:pt x="4001" y="0"/>
                      <a:pt x="3874" y="138"/>
                      <a:pt x="3940" y="286"/>
                    </a:cubicBezTo>
                    <a:cubicBezTo>
                      <a:pt x="6091" y="4446"/>
                      <a:pt x="8004" y="8749"/>
                      <a:pt x="9654" y="13149"/>
                    </a:cubicBezTo>
                    <a:cubicBezTo>
                      <a:pt x="9988" y="14009"/>
                      <a:pt x="10658" y="15587"/>
                      <a:pt x="9271" y="15874"/>
                    </a:cubicBezTo>
                    <a:cubicBezTo>
                      <a:pt x="9150" y="15900"/>
                      <a:pt x="9030" y="15912"/>
                      <a:pt x="8911" y="15912"/>
                    </a:cubicBezTo>
                    <a:cubicBezTo>
                      <a:pt x="8138" y="15912"/>
                      <a:pt x="7422" y="15409"/>
                      <a:pt x="6904" y="14870"/>
                    </a:cubicBezTo>
                    <a:cubicBezTo>
                      <a:pt x="6259" y="14201"/>
                      <a:pt x="5828" y="13364"/>
                      <a:pt x="5422" y="12551"/>
                    </a:cubicBezTo>
                    <a:cubicBezTo>
                      <a:pt x="4896" y="11475"/>
                      <a:pt x="4394" y="10375"/>
                      <a:pt x="3892" y="9299"/>
                    </a:cubicBezTo>
                    <a:cubicBezTo>
                      <a:pt x="2720" y="6861"/>
                      <a:pt x="1549" y="4398"/>
                      <a:pt x="377" y="1936"/>
                    </a:cubicBezTo>
                    <a:cubicBezTo>
                      <a:pt x="348" y="1869"/>
                      <a:pt x="297" y="1841"/>
                      <a:pt x="245" y="1841"/>
                    </a:cubicBezTo>
                    <a:cubicBezTo>
                      <a:pt x="128" y="1841"/>
                      <a:pt x="0" y="1978"/>
                      <a:pt x="66" y="2127"/>
                    </a:cubicBezTo>
                    <a:cubicBezTo>
                      <a:pt x="1190" y="4518"/>
                      <a:pt x="2338" y="6909"/>
                      <a:pt x="3461" y="9299"/>
                    </a:cubicBezTo>
                    <a:cubicBezTo>
                      <a:pt x="4035" y="10447"/>
                      <a:pt x="4561" y="11618"/>
                      <a:pt x="5135" y="12790"/>
                    </a:cubicBezTo>
                    <a:cubicBezTo>
                      <a:pt x="5565" y="13651"/>
                      <a:pt x="6043" y="14535"/>
                      <a:pt x="6713" y="15205"/>
                    </a:cubicBezTo>
                    <a:cubicBezTo>
                      <a:pt x="7307" y="15799"/>
                      <a:pt x="8076" y="16284"/>
                      <a:pt x="8915" y="16284"/>
                    </a:cubicBezTo>
                    <a:cubicBezTo>
                      <a:pt x="8954" y="16284"/>
                      <a:pt x="8993" y="16283"/>
                      <a:pt x="9032" y="16281"/>
                    </a:cubicBezTo>
                    <a:cubicBezTo>
                      <a:pt x="9917" y="16233"/>
                      <a:pt x="10538" y="15611"/>
                      <a:pt x="10490" y="14703"/>
                    </a:cubicBezTo>
                    <a:cubicBezTo>
                      <a:pt x="10466" y="14177"/>
                      <a:pt x="10251" y="13675"/>
                      <a:pt x="10060" y="13172"/>
                    </a:cubicBezTo>
                    <a:cubicBezTo>
                      <a:pt x="9845" y="12575"/>
                      <a:pt x="9606" y="11977"/>
                      <a:pt x="9367" y="11379"/>
                    </a:cubicBezTo>
                    <a:cubicBezTo>
                      <a:pt x="8912" y="10208"/>
                      <a:pt x="8434" y="9060"/>
                      <a:pt x="7956" y="7889"/>
                    </a:cubicBezTo>
                    <a:cubicBezTo>
                      <a:pt x="6809" y="5259"/>
                      <a:pt x="5589" y="2653"/>
                      <a:pt x="4274" y="95"/>
                    </a:cubicBezTo>
                    <a:cubicBezTo>
                      <a:pt x="4237" y="28"/>
                      <a:pt x="4182" y="0"/>
                      <a:pt x="41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238813" y="1866163"/>
                <a:ext cx="131500" cy="206225"/>
              </a:xfrm>
              <a:custGeom>
                <a:avLst/>
                <a:gdLst/>
                <a:ahLst/>
                <a:cxnLst/>
                <a:rect l="l" t="t" r="r" b="b"/>
                <a:pathLst>
                  <a:path w="5260" h="8249" extrusionOk="0">
                    <a:moveTo>
                      <a:pt x="1830" y="0"/>
                    </a:moveTo>
                    <a:cubicBezTo>
                      <a:pt x="1767" y="0"/>
                      <a:pt x="1706" y="14"/>
                      <a:pt x="1650" y="42"/>
                    </a:cubicBezTo>
                    <a:lnTo>
                      <a:pt x="311" y="663"/>
                    </a:lnTo>
                    <a:cubicBezTo>
                      <a:pt x="96" y="759"/>
                      <a:pt x="0" y="1022"/>
                      <a:pt x="96" y="1237"/>
                    </a:cubicBezTo>
                    <a:cubicBezTo>
                      <a:pt x="1076" y="3293"/>
                      <a:pt x="885" y="3054"/>
                      <a:pt x="2008" y="5397"/>
                    </a:cubicBezTo>
                    <a:cubicBezTo>
                      <a:pt x="2487" y="6401"/>
                      <a:pt x="3036" y="7501"/>
                      <a:pt x="3897" y="8027"/>
                    </a:cubicBezTo>
                    <a:cubicBezTo>
                      <a:pt x="4117" y="8166"/>
                      <a:pt x="4364" y="8248"/>
                      <a:pt x="4580" y="8248"/>
                    </a:cubicBezTo>
                    <a:cubicBezTo>
                      <a:pt x="4811" y="8248"/>
                      <a:pt x="5006" y="8154"/>
                      <a:pt x="5093" y="7931"/>
                    </a:cubicBezTo>
                    <a:cubicBezTo>
                      <a:pt x="5260" y="7573"/>
                      <a:pt x="5093" y="7047"/>
                      <a:pt x="4901" y="6616"/>
                    </a:cubicBezTo>
                    <a:cubicBezTo>
                      <a:pt x="3658" y="3484"/>
                      <a:pt x="3610" y="3030"/>
                      <a:pt x="2200" y="233"/>
                    </a:cubicBezTo>
                    <a:cubicBezTo>
                      <a:pt x="2132" y="81"/>
                      <a:pt x="1980" y="0"/>
                      <a:pt x="18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113288" y="1683163"/>
                <a:ext cx="149450" cy="88225"/>
              </a:xfrm>
              <a:custGeom>
                <a:avLst/>
                <a:gdLst/>
                <a:ahLst/>
                <a:cxnLst/>
                <a:rect l="l" t="t" r="r" b="b"/>
                <a:pathLst>
                  <a:path w="5978" h="3529" extrusionOk="0">
                    <a:moveTo>
                      <a:pt x="4944" y="1"/>
                    </a:moveTo>
                    <a:cubicBezTo>
                      <a:pt x="4661" y="1"/>
                      <a:pt x="4375" y="125"/>
                      <a:pt x="4136" y="261"/>
                    </a:cubicBezTo>
                    <a:cubicBezTo>
                      <a:pt x="3634" y="500"/>
                      <a:pt x="3156" y="787"/>
                      <a:pt x="2678" y="1074"/>
                    </a:cubicBezTo>
                    <a:cubicBezTo>
                      <a:pt x="2200" y="1337"/>
                      <a:pt x="1698" y="1600"/>
                      <a:pt x="1220" y="1887"/>
                    </a:cubicBezTo>
                    <a:cubicBezTo>
                      <a:pt x="885" y="2054"/>
                      <a:pt x="311" y="2245"/>
                      <a:pt x="120" y="2580"/>
                    </a:cubicBezTo>
                    <a:cubicBezTo>
                      <a:pt x="0" y="2843"/>
                      <a:pt x="120" y="3154"/>
                      <a:pt x="311" y="3321"/>
                    </a:cubicBezTo>
                    <a:cubicBezTo>
                      <a:pt x="483" y="3480"/>
                      <a:pt x="684" y="3529"/>
                      <a:pt x="894" y="3529"/>
                    </a:cubicBezTo>
                    <a:cubicBezTo>
                      <a:pt x="1064" y="3529"/>
                      <a:pt x="1240" y="3497"/>
                      <a:pt x="1411" y="3465"/>
                    </a:cubicBezTo>
                    <a:cubicBezTo>
                      <a:pt x="1613" y="3420"/>
                      <a:pt x="1541" y="3102"/>
                      <a:pt x="1334" y="3102"/>
                    </a:cubicBezTo>
                    <a:cubicBezTo>
                      <a:pt x="1321" y="3102"/>
                      <a:pt x="1306" y="3103"/>
                      <a:pt x="1291" y="3106"/>
                    </a:cubicBezTo>
                    <a:cubicBezTo>
                      <a:pt x="1168" y="3127"/>
                      <a:pt x="1045" y="3183"/>
                      <a:pt x="906" y="3183"/>
                    </a:cubicBezTo>
                    <a:cubicBezTo>
                      <a:pt x="883" y="3183"/>
                      <a:pt x="861" y="3181"/>
                      <a:pt x="837" y="3178"/>
                    </a:cubicBezTo>
                    <a:cubicBezTo>
                      <a:pt x="646" y="3130"/>
                      <a:pt x="287" y="2963"/>
                      <a:pt x="550" y="2676"/>
                    </a:cubicBezTo>
                    <a:cubicBezTo>
                      <a:pt x="694" y="2508"/>
                      <a:pt x="1076" y="2389"/>
                      <a:pt x="1268" y="2269"/>
                    </a:cubicBezTo>
                    <a:cubicBezTo>
                      <a:pt x="1746" y="2006"/>
                      <a:pt x="2248" y="1719"/>
                      <a:pt x="2750" y="1456"/>
                    </a:cubicBezTo>
                    <a:cubicBezTo>
                      <a:pt x="3228" y="1170"/>
                      <a:pt x="3706" y="907"/>
                      <a:pt x="4208" y="644"/>
                    </a:cubicBezTo>
                    <a:cubicBezTo>
                      <a:pt x="4408" y="535"/>
                      <a:pt x="4676" y="371"/>
                      <a:pt x="4929" y="371"/>
                    </a:cubicBezTo>
                    <a:cubicBezTo>
                      <a:pt x="5010" y="371"/>
                      <a:pt x="5089" y="388"/>
                      <a:pt x="5165" y="428"/>
                    </a:cubicBezTo>
                    <a:cubicBezTo>
                      <a:pt x="5308" y="524"/>
                      <a:pt x="5523" y="859"/>
                      <a:pt x="5308" y="978"/>
                    </a:cubicBezTo>
                    <a:cubicBezTo>
                      <a:pt x="5126" y="1099"/>
                      <a:pt x="5234" y="1340"/>
                      <a:pt x="5388" y="1340"/>
                    </a:cubicBezTo>
                    <a:cubicBezTo>
                      <a:pt x="5416" y="1340"/>
                      <a:pt x="5446" y="1332"/>
                      <a:pt x="5475" y="1313"/>
                    </a:cubicBezTo>
                    <a:cubicBezTo>
                      <a:pt x="5977" y="1026"/>
                      <a:pt x="5738" y="285"/>
                      <a:pt x="5284" y="70"/>
                    </a:cubicBezTo>
                    <a:cubicBezTo>
                      <a:pt x="5174" y="21"/>
                      <a:pt x="5059" y="1"/>
                      <a:pt x="494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1310413" y="2005113"/>
                <a:ext cx="22625" cy="17400"/>
              </a:xfrm>
              <a:custGeom>
                <a:avLst/>
                <a:gdLst/>
                <a:ahLst/>
                <a:cxnLst/>
                <a:rect l="l" t="t" r="r" b="b"/>
                <a:pathLst>
                  <a:path w="905" h="696" extrusionOk="0">
                    <a:moveTo>
                      <a:pt x="491" y="1"/>
                    </a:moveTo>
                    <a:cubicBezTo>
                      <a:pt x="253" y="1"/>
                      <a:pt x="1" y="142"/>
                      <a:pt x="53" y="389"/>
                    </a:cubicBezTo>
                    <a:lnTo>
                      <a:pt x="29" y="389"/>
                    </a:lnTo>
                    <a:cubicBezTo>
                      <a:pt x="29" y="598"/>
                      <a:pt x="222" y="696"/>
                      <a:pt x="423" y="696"/>
                    </a:cubicBezTo>
                    <a:cubicBezTo>
                      <a:pt x="658" y="696"/>
                      <a:pt x="904" y="562"/>
                      <a:pt x="866" y="317"/>
                    </a:cubicBezTo>
                    <a:cubicBezTo>
                      <a:pt x="877" y="99"/>
                      <a:pt x="689" y="1"/>
                      <a:pt x="49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1304538" y="1956238"/>
                <a:ext cx="14375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575" h="432" extrusionOk="0">
                    <a:moveTo>
                      <a:pt x="288" y="1"/>
                    </a:moveTo>
                    <a:cubicBezTo>
                      <a:pt x="1" y="1"/>
                      <a:pt x="1" y="431"/>
                      <a:pt x="288" y="431"/>
                    </a:cubicBezTo>
                    <a:cubicBezTo>
                      <a:pt x="575" y="431"/>
                      <a:pt x="575" y="1"/>
                      <a:pt x="28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1277663" y="1924563"/>
                <a:ext cx="13775" cy="10800"/>
              </a:xfrm>
              <a:custGeom>
                <a:avLst/>
                <a:gdLst/>
                <a:ahLst/>
                <a:cxnLst/>
                <a:rect l="l" t="t" r="r" b="b"/>
                <a:pathLst>
                  <a:path w="551" h="432" extrusionOk="0">
                    <a:moveTo>
                      <a:pt x="287" y="1"/>
                    </a:moveTo>
                    <a:cubicBezTo>
                      <a:pt x="0" y="1"/>
                      <a:pt x="0" y="431"/>
                      <a:pt x="287" y="431"/>
                    </a:cubicBezTo>
                    <a:cubicBezTo>
                      <a:pt x="550" y="431"/>
                      <a:pt x="550" y="1"/>
                      <a:pt x="28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1139188" y="1747613"/>
                <a:ext cx="46925" cy="24600"/>
              </a:xfrm>
              <a:custGeom>
                <a:avLst/>
                <a:gdLst/>
                <a:ahLst/>
                <a:cxnLst/>
                <a:rect l="l" t="t" r="r" b="b"/>
                <a:pathLst>
                  <a:path w="1877" h="984" extrusionOk="0">
                    <a:moveTo>
                      <a:pt x="1614" y="1"/>
                    </a:moveTo>
                    <a:cubicBezTo>
                      <a:pt x="1585" y="1"/>
                      <a:pt x="1554" y="8"/>
                      <a:pt x="1523" y="26"/>
                    </a:cubicBezTo>
                    <a:cubicBezTo>
                      <a:pt x="1068" y="217"/>
                      <a:pt x="638" y="432"/>
                      <a:pt x="184" y="648"/>
                    </a:cubicBezTo>
                    <a:cubicBezTo>
                      <a:pt x="0" y="729"/>
                      <a:pt x="112" y="984"/>
                      <a:pt x="282" y="984"/>
                    </a:cubicBezTo>
                    <a:cubicBezTo>
                      <a:pt x="312" y="984"/>
                      <a:pt x="343" y="976"/>
                      <a:pt x="375" y="958"/>
                    </a:cubicBezTo>
                    <a:cubicBezTo>
                      <a:pt x="829" y="767"/>
                      <a:pt x="1260" y="552"/>
                      <a:pt x="1714" y="337"/>
                    </a:cubicBezTo>
                    <a:cubicBezTo>
                      <a:pt x="1877" y="255"/>
                      <a:pt x="1780" y="1"/>
                      <a:pt x="16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1192288" y="1733463"/>
                <a:ext cx="23725" cy="13475"/>
              </a:xfrm>
              <a:custGeom>
                <a:avLst/>
                <a:gdLst/>
                <a:ahLst/>
                <a:cxnLst/>
                <a:rect l="l" t="t" r="r" b="b"/>
                <a:pathLst>
                  <a:path w="949" h="539" extrusionOk="0">
                    <a:moveTo>
                      <a:pt x="675" y="0"/>
                    </a:moveTo>
                    <a:cubicBezTo>
                      <a:pt x="649" y="0"/>
                      <a:pt x="622" y="6"/>
                      <a:pt x="594" y="18"/>
                    </a:cubicBezTo>
                    <a:cubicBezTo>
                      <a:pt x="451" y="66"/>
                      <a:pt x="331" y="138"/>
                      <a:pt x="188" y="209"/>
                    </a:cubicBezTo>
                    <a:cubicBezTo>
                      <a:pt x="0" y="293"/>
                      <a:pt x="121" y="538"/>
                      <a:pt x="296" y="538"/>
                    </a:cubicBezTo>
                    <a:cubicBezTo>
                      <a:pt x="323" y="538"/>
                      <a:pt x="351" y="533"/>
                      <a:pt x="379" y="520"/>
                    </a:cubicBezTo>
                    <a:cubicBezTo>
                      <a:pt x="498" y="449"/>
                      <a:pt x="642" y="401"/>
                      <a:pt x="761" y="329"/>
                    </a:cubicBezTo>
                    <a:cubicBezTo>
                      <a:pt x="948" y="246"/>
                      <a:pt x="846" y="0"/>
                      <a:pt x="6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" name="Google Shape;61;p2"/>
            <p:cNvGrpSpPr/>
            <p:nvPr/>
          </p:nvGrpSpPr>
          <p:grpSpPr>
            <a:xfrm>
              <a:off x="4387950" y="419888"/>
              <a:ext cx="617100" cy="542900"/>
              <a:chOff x="6140175" y="2933025"/>
              <a:chExt cx="617100" cy="542900"/>
            </a:xfrm>
          </p:grpSpPr>
          <p:sp>
            <p:nvSpPr>
              <p:cNvPr id="62" name="Google Shape;62;p2"/>
              <p:cNvSpPr/>
              <p:nvPr/>
            </p:nvSpPr>
            <p:spPr>
              <a:xfrm>
                <a:off x="6140175" y="2933025"/>
                <a:ext cx="617100" cy="542900"/>
              </a:xfrm>
              <a:custGeom>
                <a:avLst/>
                <a:gdLst/>
                <a:ahLst/>
                <a:cxnLst/>
                <a:rect l="l" t="t" r="r" b="b"/>
                <a:pathLst>
                  <a:path w="24684" h="21716" extrusionOk="0">
                    <a:moveTo>
                      <a:pt x="14046" y="377"/>
                    </a:moveTo>
                    <a:cubicBezTo>
                      <a:pt x="15802" y="377"/>
                      <a:pt x="17531" y="757"/>
                      <a:pt x="19137" y="1461"/>
                    </a:cubicBezTo>
                    <a:cubicBezTo>
                      <a:pt x="20859" y="2226"/>
                      <a:pt x="22293" y="3446"/>
                      <a:pt x="23273" y="5071"/>
                    </a:cubicBezTo>
                    <a:cubicBezTo>
                      <a:pt x="23799" y="5932"/>
                      <a:pt x="24158" y="6936"/>
                      <a:pt x="24206" y="7940"/>
                    </a:cubicBezTo>
                    <a:cubicBezTo>
                      <a:pt x="24254" y="8586"/>
                      <a:pt x="24134" y="9327"/>
                      <a:pt x="23536" y="9686"/>
                    </a:cubicBezTo>
                    <a:cubicBezTo>
                      <a:pt x="23375" y="9780"/>
                      <a:pt x="23199" y="9823"/>
                      <a:pt x="23021" y="9823"/>
                    </a:cubicBezTo>
                    <a:cubicBezTo>
                      <a:pt x="22751" y="9823"/>
                      <a:pt x="22476" y="9725"/>
                      <a:pt x="22245" y="9566"/>
                    </a:cubicBezTo>
                    <a:cubicBezTo>
                      <a:pt x="21696" y="9207"/>
                      <a:pt x="21863" y="8610"/>
                      <a:pt x="21815" y="8036"/>
                    </a:cubicBezTo>
                    <a:cubicBezTo>
                      <a:pt x="21716" y="6704"/>
                      <a:pt x="20592" y="5819"/>
                      <a:pt x="19364" y="5819"/>
                    </a:cubicBezTo>
                    <a:cubicBezTo>
                      <a:pt x="19115" y="5819"/>
                      <a:pt x="18861" y="5855"/>
                      <a:pt x="18611" y="5932"/>
                    </a:cubicBezTo>
                    <a:cubicBezTo>
                      <a:pt x="17296" y="6339"/>
                      <a:pt x="16316" y="7869"/>
                      <a:pt x="16388" y="9207"/>
                    </a:cubicBezTo>
                    <a:cubicBezTo>
                      <a:pt x="16412" y="9805"/>
                      <a:pt x="16579" y="10379"/>
                      <a:pt x="16723" y="10929"/>
                    </a:cubicBezTo>
                    <a:cubicBezTo>
                      <a:pt x="16914" y="11766"/>
                      <a:pt x="17057" y="12602"/>
                      <a:pt x="17081" y="13463"/>
                    </a:cubicBezTo>
                    <a:cubicBezTo>
                      <a:pt x="17177" y="15376"/>
                      <a:pt x="16747" y="17312"/>
                      <a:pt x="15527" y="18819"/>
                    </a:cubicBezTo>
                    <a:cubicBezTo>
                      <a:pt x="14523" y="20038"/>
                      <a:pt x="13089" y="20827"/>
                      <a:pt x="11558" y="21162"/>
                    </a:cubicBezTo>
                    <a:cubicBezTo>
                      <a:pt x="10986" y="21292"/>
                      <a:pt x="10399" y="21354"/>
                      <a:pt x="9811" y="21354"/>
                    </a:cubicBezTo>
                    <a:cubicBezTo>
                      <a:pt x="7380" y="21354"/>
                      <a:pt x="4918" y="20288"/>
                      <a:pt x="3262" y="18556"/>
                    </a:cubicBezTo>
                    <a:cubicBezTo>
                      <a:pt x="921" y="16074"/>
                      <a:pt x="460" y="12193"/>
                      <a:pt x="1273" y="8980"/>
                    </a:cubicBezTo>
                    <a:lnTo>
                      <a:pt x="1273" y="8980"/>
                    </a:lnTo>
                    <a:cubicBezTo>
                      <a:pt x="1274" y="8976"/>
                      <a:pt x="1276" y="8972"/>
                      <a:pt x="1278" y="8968"/>
                    </a:cubicBezTo>
                    <a:cubicBezTo>
                      <a:pt x="1732" y="7701"/>
                      <a:pt x="2306" y="6482"/>
                      <a:pt x="3143" y="5406"/>
                    </a:cubicBezTo>
                    <a:cubicBezTo>
                      <a:pt x="4195" y="4067"/>
                      <a:pt x="5581" y="3039"/>
                      <a:pt x="7064" y="2250"/>
                    </a:cubicBezTo>
                    <a:cubicBezTo>
                      <a:pt x="9096" y="1174"/>
                      <a:pt x="11295" y="457"/>
                      <a:pt x="13591" y="385"/>
                    </a:cubicBezTo>
                    <a:cubicBezTo>
                      <a:pt x="13743" y="380"/>
                      <a:pt x="13894" y="377"/>
                      <a:pt x="14046" y="377"/>
                    </a:cubicBezTo>
                    <a:close/>
                    <a:moveTo>
                      <a:pt x="13956" y="0"/>
                    </a:moveTo>
                    <a:cubicBezTo>
                      <a:pt x="11848" y="0"/>
                      <a:pt x="9808" y="564"/>
                      <a:pt x="7901" y="1437"/>
                    </a:cubicBezTo>
                    <a:cubicBezTo>
                      <a:pt x="6275" y="2179"/>
                      <a:pt x="4769" y="3135"/>
                      <a:pt x="3525" y="4426"/>
                    </a:cubicBezTo>
                    <a:cubicBezTo>
                      <a:pt x="2593" y="5406"/>
                      <a:pt x="1876" y="6578"/>
                      <a:pt x="1326" y="7821"/>
                    </a:cubicBezTo>
                    <a:cubicBezTo>
                      <a:pt x="1182" y="8179"/>
                      <a:pt x="1039" y="8514"/>
                      <a:pt x="919" y="8873"/>
                    </a:cubicBezTo>
                    <a:cubicBezTo>
                      <a:pt x="907" y="8909"/>
                      <a:pt x="907" y="8941"/>
                      <a:pt x="914" y="8970"/>
                    </a:cubicBezTo>
                    <a:lnTo>
                      <a:pt x="914" y="8970"/>
                    </a:lnTo>
                    <a:cubicBezTo>
                      <a:pt x="1" y="12593"/>
                      <a:pt x="734" y="16877"/>
                      <a:pt x="3645" y="19392"/>
                    </a:cubicBezTo>
                    <a:cubicBezTo>
                      <a:pt x="5325" y="20865"/>
                      <a:pt x="7585" y="21716"/>
                      <a:pt x="9827" y="21716"/>
                    </a:cubicBezTo>
                    <a:cubicBezTo>
                      <a:pt x="10934" y="21716"/>
                      <a:pt x="12037" y="21508"/>
                      <a:pt x="13065" y="21066"/>
                    </a:cubicBezTo>
                    <a:cubicBezTo>
                      <a:pt x="14499" y="20444"/>
                      <a:pt x="15695" y="19416"/>
                      <a:pt x="16484" y="18077"/>
                    </a:cubicBezTo>
                    <a:cubicBezTo>
                      <a:pt x="17392" y="16476"/>
                      <a:pt x="17583" y="14491"/>
                      <a:pt x="17392" y="12674"/>
                    </a:cubicBezTo>
                    <a:cubicBezTo>
                      <a:pt x="17320" y="11933"/>
                      <a:pt x="17153" y="11192"/>
                      <a:pt x="16962" y="10451"/>
                    </a:cubicBezTo>
                    <a:cubicBezTo>
                      <a:pt x="16842" y="9925"/>
                      <a:pt x="16699" y="9375"/>
                      <a:pt x="16747" y="8825"/>
                    </a:cubicBezTo>
                    <a:cubicBezTo>
                      <a:pt x="16881" y="7477"/>
                      <a:pt x="18086" y="6161"/>
                      <a:pt x="19423" y="6161"/>
                    </a:cubicBezTo>
                    <a:cubicBezTo>
                      <a:pt x="19747" y="6161"/>
                      <a:pt x="20078" y="6238"/>
                      <a:pt x="20404" y="6410"/>
                    </a:cubicBezTo>
                    <a:cubicBezTo>
                      <a:pt x="21241" y="6864"/>
                      <a:pt x="21528" y="7773"/>
                      <a:pt x="21456" y="8658"/>
                    </a:cubicBezTo>
                    <a:cubicBezTo>
                      <a:pt x="21409" y="9112"/>
                      <a:pt x="21648" y="9542"/>
                      <a:pt x="21982" y="9829"/>
                    </a:cubicBezTo>
                    <a:cubicBezTo>
                      <a:pt x="22277" y="10059"/>
                      <a:pt x="22621" y="10169"/>
                      <a:pt x="22961" y="10169"/>
                    </a:cubicBezTo>
                    <a:cubicBezTo>
                      <a:pt x="23502" y="10169"/>
                      <a:pt x="24031" y="9889"/>
                      <a:pt x="24325" y="9375"/>
                    </a:cubicBezTo>
                    <a:cubicBezTo>
                      <a:pt x="24684" y="8729"/>
                      <a:pt x="24612" y="7916"/>
                      <a:pt x="24493" y="7223"/>
                    </a:cubicBezTo>
                    <a:cubicBezTo>
                      <a:pt x="24325" y="6267"/>
                      <a:pt x="23919" y="5382"/>
                      <a:pt x="23393" y="4569"/>
                    </a:cubicBezTo>
                    <a:cubicBezTo>
                      <a:pt x="22437" y="3063"/>
                      <a:pt x="21026" y="1939"/>
                      <a:pt x="19400" y="1198"/>
                    </a:cubicBezTo>
                    <a:cubicBezTo>
                      <a:pt x="17775" y="457"/>
                      <a:pt x="16005" y="51"/>
                      <a:pt x="14212" y="3"/>
                    </a:cubicBezTo>
                    <a:cubicBezTo>
                      <a:pt x="14127" y="1"/>
                      <a:pt x="14042" y="0"/>
                      <a:pt x="1395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6187650" y="3116775"/>
                <a:ext cx="353275" cy="324375"/>
              </a:xfrm>
              <a:custGeom>
                <a:avLst/>
                <a:gdLst/>
                <a:ahLst/>
                <a:cxnLst/>
                <a:rect l="l" t="t" r="r" b="b"/>
                <a:pathLst>
                  <a:path w="14131" h="12975" extrusionOk="0">
                    <a:moveTo>
                      <a:pt x="5502" y="1"/>
                    </a:moveTo>
                    <a:cubicBezTo>
                      <a:pt x="5114" y="1"/>
                      <a:pt x="4728" y="75"/>
                      <a:pt x="4376" y="232"/>
                    </a:cubicBezTo>
                    <a:cubicBezTo>
                      <a:pt x="3867" y="444"/>
                      <a:pt x="3358" y="825"/>
                      <a:pt x="2815" y="825"/>
                    </a:cubicBezTo>
                    <a:cubicBezTo>
                      <a:pt x="2746" y="825"/>
                      <a:pt x="2677" y="819"/>
                      <a:pt x="2607" y="806"/>
                    </a:cubicBezTo>
                    <a:cubicBezTo>
                      <a:pt x="2391" y="758"/>
                      <a:pt x="2200" y="638"/>
                      <a:pt x="1961" y="638"/>
                    </a:cubicBezTo>
                    <a:cubicBezTo>
                      <a:pt x="1940" y="636"/>
                      <a:pt x="1918" y="635"/>
                      <a:pt x="1898" y="635"/>
                    </a:cubicBezTo>
                    <a:cubicBezTo>
                      <a:pt x="1429" y="635"/>
                      <a:pt x="1091" y="1136"/>
                      <a:pt x="885" y="1571"/>
                    </a:cubicBezTo>
                    <a:cubicBezTo>
                      <a:pt x="598" y="2144"/>
                      <a:pt x="455" y="2694"/>
                      <a:pt x="216" y="3770"/>
                    </a:cubicBezTo>
                    <a:cubicBezTo>
                      <a:pt x="1" y="4846"/>
                      <a:pt x="144" y="6639"/>
                      <a:pt x="861" y="8193"/>
                    </a:cubicBezTo>
                    <a:cubicBezTo>
                      <a:pt x="2057" y="10799"/>
                      <a:pt x="3921" y="12042"/>
                      <a:pt x="6360" y="12736"/>
                    </a:cubicBezTo>
                    <a:cubicBezTo>
                      <a:pt x="6902" y="12897"/>
                      <a:pt x="7482" y="12974"/>
                      <a:pt x="8071" y="12974"/>
                    </a:cubicBezTo>
                    <a:cubicBezTo>
                      <a:pt x="10108" y="12974"/>
                      <a:pt x="12250" y="12043"/>
                      <a:pt x="13270" y="10393"/>
                    </a:cubicBezTo>
                    <a:cubicBezTo>
                      <a:pt x="13891" y="9341"/>
                      <a:pt x="14106" y="8098"/>
                      <a:pt x="14106" y="6902"/>
                    </a:cubicBezTo>
                    <a:cubicBezTo>
                      <a:pt x="14130" y="5850"/>
                      <a:pt x="14011" y="4822"/>
                      <a:pt x="13724" y="3818"/>
                    </a:cubicBezTo>
                    <a:cubicBezTo>
                      <a:pt x="13413" y="2718"/>
                      <a:pt x="12696" y="1547"/>
                      <a:pt x="11524" y="1403"/>
                    </a:cubicBezTo>
                    <a:cubicBezTo>
                      <a:pt x="11439" y="1392"/>
                      <a:pt x="11354" y="1387"/>
                      <a:pt x="11268" y="1387"/>
                    </a:cubicBezTo>
                    <a:cubicBezTo>
                      <a:pt x="10532" y="1387"/>
                      <a:pt x="9751" y="1747"/>
                      <a:pt x="9059" y="1747"/>
                    </a:cubicBezTo>
                    <a:cubicBezTo>
                      <a:pt x="8779" y="1747"/>
                      <a:pt x="8514" y="1688"/>
                      <a:pt x="8273" y="1523"/>
                    </a:cubicBezTo>
                    <a:cubicBezTo>
                      <a:pt x="8010" y="1355"/>
                      <a:pt x="7842" y="1092"/>
                      <a:pt x="7651" y="877"/>
                    </a:cubicBezTo>
                    <a:cubicBezTo>
                      <a:pt x="7105" y="315"/>
                      <a:pt x="6299" y="1"/>
                      <a:pt x="55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6271325" y="3295875"/>
                <a:ext cx="51425" cy="50875"/>
              </a:xfrm>
              <a:custGeom>
                <a:avLst/>
                <a:gdLst/>
                <a:ahLst/>
                <a:cxnLst/>
                <a:rect l="l" t="t" r="r" b="b"/>
                <a:pathLst>
                  <a:path w="2057" h="2035" extrusionOk="0">
                    <a:moveTo>
                      <a:pt x="1274" y="990"/>
                    </a:moveTo>
                    <a:lnTo>
                      <a:pt x="1274" y="990"/>
                    </a:lnTo>
                    <a:cubicBezTo>
                      <a:pt x="1334" y="1089"/>
                      <a:pt x="1292" y="1163"/>
                      <a:pt x="1212" y="1172"/>
                    </a:cubicBezTo>
                    <a:lnTo>
                      <a:pt x="1212" y="1172"/>
                    </a:lnTo>
                    <a:cubicBezTo>
                      <a:pt x="1250" y="1117"/>
                      <a:pt x="1273" y="1053"/>
                      <a:pt x="1274" y="990"/>
                    </a:cubicBezTo>
                    <a:close/>
                    <a:moveTo>
                      <a:pt x="519" y="1096"/>
                    </a:moveTo>
                    <a:cubicBezTo>
                      <a:pt x="548" y="1180"/>
                      <a:pt x="595" y="1261"/>
                      <a:pt x="654" y="1332"/>
                    </a:cubicBezTo>
                    <a:lnTo>
                      <a:pt x="654" y="1332"/>
                    </a:lnTo>
                    <a:cubicBezTo>
                      <a:pt x="592" y="1263"/>
                      <a:pt x="543" y="1182"/>
                      <a:pt x="519" y="1096"/>
                    </a:cubicBezTo>
                    <a:close/>
                    <a:moveTo>
                      <a:pt x="1072" y="0"/>
                    </a:moveTo>
                    <a:cubicBezTo>
                      <a:pt x="1058" y="0"/>
                      <a:pt x="1043" y="0"/>
                      <a:pt x="1029" y="1"/>
                    </a:cubicBezTo>
                    <a:cubicBezTo>
                      <a:pt x="560" y="42"/>
                      <a:pt x="143" y="396"/>
                      <a:pt x="60" y="840"/>
                    </a:cubicBezTo>
                    <a:lnTo>
                      <a:pt x="60" y="840"/>
                    </a:lnTo>
                    <a:cubicBezTo>
                      <a:pt x="24" y="873"/>
                      <a:pt x="1" y="920"/>
                      <a:pt x="1" y="981"/>
                    </a:cubicBezTo>
                    <a:cubicBezTo>
                      <a:pt x="25" y="1579"/>
                      <a:pt x="527" y="1985"/>
                      <a:pt x="1077" y="2033"/>
                    </a:cubicBezTo>
                    <a:cubicBezTo>
                      <a:pt x="1089" y="2034"/>
                      <a:pt x="1102" y="2034"/>
                      <a:pt x="1114" y="2034"/>
                    </a:cubicBezTo>
                    <a:cubicBezTo>
                      <a:pt x="1690" y="2034"/>
                      <a:pt x="2057" y="1496"/>
                      <a:pt x="2057" y="957"/>
                    </a:cubicBezTo>
                    <a:cubicBezTo>
                      <a:pt x="2057" y="422"/>
                      <a:pt x="1604" y="0"/>
                      <a:pt x="107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6277900" y="3312950"/>
                <a:ext cx="29850" cy="18625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745" extrusionOk="0">
                    <a:moveTo>
                      <a:pt x="359" y="346"/>
                    </a:moveTo>
                    <a:cubicBezTo>
                      <a:pt x="349" y="368"/>
                      <a:pt x="343" y="389"/>
                      <a:pt x="340" y="410"/>
                    </a:cubicBezTo>
                    <a:lnTo>
                      <a:pt x="340" y="410"/>
                    </a:lnTo>
                    <a:cubicBezTo>
                      <a:pt x="340" y="395"/>
                      <a:pt x="345" y="374"/>
                      <a:pt x="359" y="346"/>
                    </a:cubicBezTo>
                    <a:close/>
                    <a:moveTo>
                      <a:pt x="410" y="1"/>
                    </a:moveTo>
                    <a:cubicBezTo>
                      <a:pt x="277" y="1"/>
                      <a:pt x="144" y="75"/>
                      <a:pt x="96" y="203"/>
                    </a:cubicBezTo>
                    <a:cubicBezTo>
                      <a:pt x="1" y="394"/>
                      <a:pt x="96" y="585"/>
                      <a:pt x="264" y="705"/>
                    </a:cubicBezTo>
                    <a:cubicBezTo>
                      <a:pt x="306" y="733"/>
                      <a:pt x="364" y="744"/>
                      <a:pt x="425" y="744"/>
                    </a:cubicBezTo>
                    <a:cubicBezTo>
                      <a:pt x="467" y="744"/>
                      <a:pt x="511" y="739"/>
                      <a:pt x="551" y="729"/>
                    </a:cubicBezTo>
                    <a:cubicBezTo>
                      <a:pt x="642" y="692"/>
                      <a:pt x="692" y="641"/>
                      <a:pt x="764" y="641"/>
                    </a:cubicBezTo>
                    <a:cubicBezTo>
                      <a:pt x="786" y="641"/>
                      <a:pt x="810" y="646"/>
                      <a:pt x="837" y="657"/>
                    </a:cubicBezTo>
                    <a:cubicBezTo>
                      <a:pt x="866" y="666"/>
                      <a:pt x="892" y="671"/>
                      <a:pt x="917" y="671"/>
                    </a:cubicBezTo>
                    <a:cubicBezTo>
                      <a:pt x="1140" y="671"/>
                      <a:pt x="1194" y="313"/>
                      <a:pt x="957" y="227"/>
                    </a:cubicBezTo>
                    <a:cubicBezTo>
                      <a:pt x="885" y="203"/>
                      <a:pt x="814" y="191"/>
                      <a:pt x="745" y="191"/>
                    </a:cubicBezTo>
                    <a:cubicBezTo>
                      <a:pt x="738" y="191"/>
                      <a:pt x="732" y="191"/>
                      <a:pt x="726" y="191"/>
                    </a:cubicBezTo>
                    <a:lnTo>
                      <a:pt x="726" y="191"/>
                    </a:lnTo>
                    <a:cubicBezTo>
                      <a:pt x="694" y="142"/>
                      <a:pt x="651" y="97"/>
                      <a:pt x="598" y="59"/>
                    </a:cubicBezTo>
                    <a:cubicBezTo>
                      <a:pt x="543" y="19"/>
                      <a:pt x="476" y="1"/>
                      <a:pt x="4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6251600" y="3229675"/>
                <a:ext cx="20750" cy="18025"/>
              </a:xfrm>
              <a:custGeom>
                <a:avLst/>
                <a:gdLst/>
                <a:ahLst/>
                <a:cxnLst/>
                <a:rect l="l" t="t" r="r" b="b"/>
                <a:pathLst>
                  <a:path w="830" h="721" extrusionOk="0">
                    <a:moveTo>
                      <a:pt x="465" y="1"/>
                    </a:moveTo>
                    <a:cubicBezTo>
                      <a:pt x="356" y="1"/>
                      <a:pt x="245" y="49"/>
                      <a:pt x="168" y="139"/>
                    </a:cubicBezTo>
                    <a:cubicBezTo>
                      <a:pt x="1" y="354"/>
                      <a:pt x="192" y="641"/>
                      <a:pt x="431" y="713"/>
                    </a:cubicBezTo>
                    <a:cubicBezTo>
                      <a:pt x="451" y="718"/>
                      <a:pt x="470" y="721"/>
                      <a:pt x="489" y="721"/>
                    </a:cubicBezTo>
                    <a:cubicBezTo>
                      <a:pt x="605" y="721"/>
                      <a:pt x="683" y="618"/>
                      <a:pt x="696" y="510"/>
                    </a:cubicBezTo>
                    <a:lnTo>
                      <a:pt x="696" y="510"/>
                    </a:lnTo>
                    <a:cubicBezTo>
                      <a:pt x="803" y="411"/>
                      <a:pt x="829" y="242"/>
                      <a:pt x="718" y="115"/>
                    </a:cubicBezTo>
                    <a:cubicBezTo>
                      <a:pt x="651" y="37"/>
                      <a:pt x="559" y="1"/>
                      <a:pt x="46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6316750" y="3241350"/>
                <a:ext cx="11375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581" extrusionOk="0">
                    <a:moveTo>
                      <a:pt x="228" y="0"/>
                    </a:moveTo>
                    <a:cubicBezTo>
                      <a:pt x="114" y="0"/>
                      <a:pt x="1" y="66"/>
                      <a:pt x="1" y="198"/>
                    </a:cubicBezTo>
                    <a:lnTo>
                      <a:pt x="1" y="365"/>
                    </a:lnTo>
                    <a:cubicBezTo>
                      <a:pt x="1" y="509"/>
                      <a:pt x="114" y="580"/>
                      <a:pt x="228" y="580"/>
                    </a:cubicBezTo>
                    <a:cubicBezTo>
                      <a:pt x="341" y="580"/>
                      <a:pt x="455" y="509"/>
                      <a:pt x="455" y="365"/>
                    </a:cubicBezTo>
                    <a:lnTo>
                      <a:pt x="455" y="198"/>
                    </a:lnTo>
                    <a:cubicBezTo>
                      <a:pt x="455" y="66"/>
                      <a:pt x="341" y="0"/>
                      <a:pt x="2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6478650" y="3210375"/>
                <a:ext cx="47925" cy="162350"/>
              </a:xfrm>
              <a:custGeom>
                <a:avLst/>
                <a:gdLst/>
                <a:ahLst/>
                <a:cxnLst/>
                <a:rect l="l" t="t" r="r" b="b"/>
                <a:pathLst>
                  <a:path w="1917" h="6494" extrusionOk="0">
                    <a:moveTo>
                      <a:pt x="864" y="0"/>
                    </a:moveTo>
                    <a:cubicBezTo>
                      <a:pt x="748" y="0"/>
                      <a:pt x="639" y="87"/>
                      <a:pt x="697" y="217"/>
                    </a:cubicBezTo>
                    <a:cubicBezTo>
                      <a:pt x="1510" y="2178"/>
                      <a:pt x="1295" y="4473"/>
                      <a:pt x="99" y="6218"/>
                    </a:cubicBezTo>
                    <a:cubicBezTo>
                      <a:pt x="0" y="6367"/>
                      <a:pt x="119" y="6493"/>
                      <a:pt x="248" y="6493"/>
                    </a:cubicBezTo>
                    <a:cubicBezTo>
                      <a:pt x="306" y="6493"/>
                      <a:pt x="366" y="6468"/>
                      <a:pt x="410" y="6410"/>
                    </a:cubicBezTo>
                    <a:cubicBezTo>
                      <a:pt x="1653" y="4569"/>
                      <a:pt x="1916" y="2154"/>
                      <a:pt x="1056" y="122"/>
                    </a:cubicBezTo>
                    <a:cubicBezTo>
                      <a:pt x="1018" y="37"/>
                      <a:pt x="940" y="0"/>
                      <a:pt x="86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6418375" y="3103425"/>
                <a:ext cx="14350" cy="14375"/>
              </a:xfrm>
              <a:custGeom>
                <a:avLst/>
                <a:gdLst/>
                <a:ahLst/>
                <a:cxnLst/>
                <a:rect l="l" t="t" r="r" b="b"/>
                <a:pathLst>
                  <a:path w="574" h="575" extrusionOk="0">
                    <a:moveTo>
                      <a:pt x="287" y="1"/>
                    </a:moveTo>
                    <a:cubicBezTo>
                      <a:pt x="120" y="1"/>
                      <a:pt x="0" y="120"/>
                      <a:pt x="0" y="288"/>
                    </a:cubicBezTo>
                    <a:cubicBezTo>
                      <a:pt x="0" y="455"/>
                      <a:pt x="120" y="574"/>
                      <a:pt x="287" y="574"/>
                    </a:cubicBezTo>
                    <a:cubicBezTo>
                      <a:pt x="454" y="574"/>
                      <a:pt x="574" y="455"/>
                      <a:pt x="574" y="288"/>
                    </a:cubicBezTo>
                    <a:cubicBezTo>
                      <a:pt x="574" y="120"/>
                      <a:pt x="454" y="1"/>
                      <a:pt x="28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6410600" y="3011375"/>
                <a:ext cx="29300" cy="29325"/>
              </a:xfrm>
              <a:custGeom>
                <a:avLst/>
                <a:gdLst/>
                <a:ahLst/>
                <a:cxnLst/>
                <a:rect l="l" t="t" r="r" b="b"/>
                <a:pathLst>
                  <a:path w="1172" h="1173" extrusionOk="0">
                    <a:moveTo>
                      <a:pt x="598" y="1"/>
                    </a:moveTo>
                    <a:cubicBezTo>
                      <a:pt x="263" y="1"/>
                      <a:pt x="0" y="264"/>
                      <a:pt x="0" y="575"/>
                    </a:cubicBezTo>
                    <a:cubicBezTo>
                      <a:pt x="0" y="909"/>
                      <a:pt x="263" y="1172"/>
                      <a:pt x="598" y="1172"/>
                    </a:cubicBezTo>
                    <a:cubicBezTo>
                      <a:pt x="909" y="1172"/>
                      <a:pt x="1172" y="909"/>
                      <a:pt x="1172" y="575"/>
                    </a:cubicBezTo>
                    <a:cubicBezTo>
                      <a:pt x="1172" y="264"/>
                      <a:pt x="909" y="1"/>
                      <a:pt x="59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6473350" y="3069950"/>
                <a:ext cx="29325" cy="29325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1173" extrusionOk="0">
                    <a:moveTo>
                      <a:pt x="574" y="1"/>
                    </a:moveTo>
                    <a:cubicBezTo>
                      <a:pt x="264" y="1"/>
                      <a:pt x="1" y="264"/>
                      <a:pt x="1" y="599"/>
                    </a:cubicBezTo>
                    <a:cubicBezTo>
                      <a:pt x="1" y="909"/>
                      <a:pt x="264" y="1172"/>
                      <a:pt x="574" y="1172"/>
                    </a:cubicBezTo>
                    <a:cubicBezTo>
                      <a:pt x="909" y="1172"/>
                      <a:pt x="1172" y="909"/>
                      <a:pt x="1172" y="599"/>
                    </a:cubicBezTo>
                    <a:cubicBezTo>
                      <a:pt x="1172" y="264"/>
                      <a:pt x="909" y="1"/>
                      <a:pt x="5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6256375" y="3099250"/>
                <a:ext cx="14975" cy="1497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599" extrusionOk="0">
                    <a:moveTo>
                      <a:pt x="288" y="0"/>
                    </a:moveTo>
                    <a:cubicBezTo>
                      <a:pt x="121" y="0"/>
                      <a:pt x="1" y="144"/>
                      <a:pt x="1" y="311"/>
                    </a:cubicBezTo>
                    <a:cubicBezTo>
                      <a:pt x="1" y="478"/>
                      <a:pt x="121" y="598"/>
                      <a:pt x="288" y="598"/>
                    </a:cubicBezTo>
                    <a:cubicBezTo>
                      <a:pt x="455" y="598"/>
                      <a:pt x="599" y="478"/>
                      <a:pt x="599" y="311"/>
                    </a:cubicBezTo>
                    <a:cubicBezTo>
                      <a:pt x="599" y="144"/>
                      <a:pt x="455" y="0"/>
                      <a:pt x="28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6518775" y="2960575"/>
                <a:ext cx="112200" cy="32950"/>
              </a:xfrm>
              <a:custGeom>
                <a:avLst/>
                <a:gdLst/>
                <a:ahLst/>
                <a:cxnLst/>
                <a:rect l="l" t="t" r="r" b="b"/>
                <a:pathLst>
                  <a:path w="4488" h="1318" extrusionOk="0">
                    <a:moveTo>
                      <a:pt x="240" y="1"/>
                    </a:moveTo>
                    <a:cubicBezTo>
                      <a:pt x="1" y="1"/>
                      <a:pt x="1" y="359"/>
                      <a:pt x="240" y="383"/>
                    </a:cubicBezTo>
                    <a:cubicBezTo>
                      <a:pt x="1579" y="383"/>
                      <a:pt x="2917" y="694"/>
                      <a:pt x="4113" y="1292"/>
                    </a:cubicBezTo>
                    <a:cubicBezTo>
                      <a:pt x="4145" y="1309"/>
                      <a:pt x="4176" y="1317"/>
                      <a:pt x="4206" y="1317"/>
                    </a:cubicBezTo>
                    <a:cubicBezTo>
                      <a:pt x="4376" y="1317"/>
                      <a:pt x="4487" y="1062"/>
                      <a:pt x="4304" y="981"/>
                    </a:cubicBezTo>
                    <a:cubicBezTo>
                      <a:pt x="3037" y="359"/>
                      <a:pt x="1650" y="25"/>
                      <a:pt x="2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6643625" y="2999775"/>
                <a:ext cx="22900" cy="13075"/>
              </a:xfrm>
              <a:custGeom>
                <a:avLst/>
                <a:gdLst/>
                <a:ahLst/>
                <a:cxnLst/>
                <a:rect l="l" t="t" r="r" b="b"/>
                <a:pathLst>
                  <a:path w="916" h="523" extrusionOk="0">
                    <a:moveTo>
                      <a:pt x="232" y="1"/>
                    </a:moveTo>
                    <a:cubicBezTo>
                      <a:pt x="60" y="1"/>
                      <a:pt x="0" y="280"/>
                      <a:pt x="195" y="345"/>
                    </a:cubicBezTo>
                    <a:cubicBezTo>
                      <a:pt x="338" y="417"/>
                      <a:pt x="482" y="465"/>
                      <a:pt x="625" y="513"/>
                    </a:cubicBezTo>
                    <a:cubicBezTo>
                      <a:pt x="646" y="520"/>
                      <a:pt x="665" y="523"/>
                      <a:pt x="683" y="523"/>
                    </a:cubicBezTo>
                    <a:cubicBezTo>
                      <a:pt x="856" y="523"/>
                      <a:pt x="915" y="241"/>
                      <a:pt x="721" y="154"/>
                    </a:cubicBezTo>
                    <a:cubicBezTo>
                      <a:pt x="577" y="106"/>
                      <a:pt x="434" y="58"/>
                      <a:pt x="290" y="11"/>
                    </a:cubicBezTo>
                    <a:cubicBezTo>
                      <a:pt x="270" y="4"/>
                      <a:pt x="250" y="1"/>
                      <a:pt x="23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1540075" y="4267975"/>
              <a:ext cx="426775" cy="419600"/>
              <a:chOff x="4224800" y="962550"/>
              <a:chExt cx="426775" cy="419600"/>
            </a:xfrm>
          </p:grpSpPr>
          <p:sp>
            <p:nvSpPr>
              <p:cNvPr id="76" name="Google Shape;76;p2"/>
              <p:cNvSpPr/>
              <p:nvPr/>
            </p:nvSpPr>
            <p:spPr>
              <a:xfrm>
                <a:off x="4294125" y="1085525"/>
                <a:ext cx="105675" cy="143700"/>
              </a:xfrm>
              <a:custGeom>
                <a:avLst/>
                <a:gdLst/>
                <a:ahLst/>
                <a:cxnLst/>
                <a:rect l="l" t="t" r="r" b="b"/>
                <a:pathLst>
                  <a:path w="4227" h="5748" extrusionOk="0">
                    <a:moveTo>
                      <a:pt x="2409" y="1"/>
                    </a:moveTo>
                    <a:cubicBezTo>
                      <a:pt x="1826" y="1"/>
                      <a:pt x="1249" y="337"/>
                      <a:pt x="861" y="792"/>
                    </a:cubicBezTo>
                    <a:cubicBezTo>
                      <a:pt x="240" y="1461"/>
                      <a:pt x="1" y="2442"/>
                      <a:pt x="120" y="3326"/>
                    </a:cubicBezTo>
                    <a:cubicBezTo>
                      <a:pt x="240" y="4235"/>
                      <a:pt x="742" y="5048"/>
                      <a:pt x="1579" y="5454"/>
                    </a:cubicBezTo>
                    <a:cubicBezTo>
                      <a:pt x="1952" y="5647"/>
                      <a:pt x="2363" y="5748"/>
                      <a:pt x="2772" y="5748"/>
                    </a:cubicBezTo>
                    <a:cubicBezTo>
                      <a:pt x="3225" y="5748"/>
                      <a:pt x="3675" y="5623"/>
                      <a:pt x="4065" y="5358"/>
                    </a:cubicBezTo>
                    <a:cubicBezTo>
                      <a:pt x="4226" y="5258"/>
                      <a:pt x="4116" y="5021"/>
                      <a:pt x="3962" y="5021"/>
                    </a:cubicBezTo>
                    <a:cubicBezTo>
                      <a:pt x="3934" y="5021"/>
                      <a:pt x="3904" y="5029"/>
                      <a:pt x="3874" y="5048"/>
                    </a:cubicBezTo>
                    <a:cubicBezTo>
                      <a:pt x="3519" y="5284"/>
                      <a:pt x="3139" y="5390"/>
                      <a:pt x="2767" y="5390"/>
                    </a:cubicBezTo>
                    <a:cubicBezTo>
                      <a:pt x="1711" y="5390"/>
                      <a:pt x="715" y="4542"/>
                      <a:pt x="503" y="3446"/>
                    </a:cubicBezTo>
                    <a:cubicBezTo>
                      <a:pt x="359" y="2705"/>
                      <a:pt x="503" y="1868"/>
                      <a:pt x="933" y="1246"/>
                    </a:cubicBezTo>
                    <a:cubicBezTo>
                      <a:pt x="1258" y="777"/>
                      <a:pt x="1828" y="362"/>
                      <a:pt x="2397" y="362"/>
                    </a:cubicBezTo>
                    <a:cubicBezTo>
                      <a:pt x="2581" y="362"/>
                      <a:pt x="2766" y="406"/>
                      <a:pt x="2941" y="505"/>
                    </a:cubicBezTo>
                    <a:cubicBezTo>
                      <a:pt x="2975" y="524"/>
                      <a:pt x="3008" y="532"/>
                      <a:pt x="3039" y="532"/>
                    </a:cubicBezTo>
                    <a:cubicBezTo>
                      <a:pt x="3206" y="532"/>
                      <a:pt x="3314" y="295"/>
                      <a:pt x="3133" y="194"/>
                    </a:cubicBezTo>
                    <a:cubicBezTo>
                      <a:pt x="2899" y="60"/>
                      <a:pt x="2654" y="1"/>
                      <a:pt x="240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4417550" y="1070950"/>
                <a:ext cx="20950" cy="160350"/>
              </a:xfrm>
              <a:custGeom>
                <a:avLst/>
                <a:gdLst/>
                <a:ahLst/>
                <a:cxnLst/>
                <a:rect l="l" t="t" r="r" b="b"/>
                <a:pathLst>
                  <a:path w="838" h="6414" extrusionOk="0">
                    <a:moveTo>
                      <a:pt x="174" y="0"/>
                    </a:moveTo>
                    <a:cubicBezTo>
                      <a:pt x="84" y="0"/>
                      <a:pt x="1" y="60"/>
                      <a:pt x="13" y="180"/>
                    </a:cubicBezTo>
                    <a:lnTo>
                      <a:pt x="467" y="6252"/>
                    </a:lnTo>
                    <a:cubicBezTo>
                      <a:pt x="479" y="6360"/>
                      <a:pt x="574" y="6414"/>
                      <a:pt x="664" y="6414"/>
                    </a:cubicBezTo>
                    <a:cubicBezTo>
                      <a:pt x="754" y="6414"/>
                      <a:pt x="837" y="6360"/>
                      <a:pt x="825" y="6252"/>
                    </a:cubicBezTo>
                    <a:lnTo>
                      <a:pt x="371" y="180"/>
                    </a:lnTo>
                    <a:cubicBezTo>
                      <a:pt x="359" y="60"/>
                      <a:pt x="264" y="0"/>
                      <a:pt x="17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4417200" y="1137325"/>
                <a:ext cx="80850" cy="30400"/>
              </a:xfrm>
              <a:custGeom>
                <a:avLst/>
                <a:gdLst/>
                <a:ahLst/>
                <a:cxnLst/>
                <a:rect l="l" t="t" r="r" b="b"/>
                <a:pathLst>
                  <a:path w="3234" h="1216" extrusionOk="0">
                    <a:moveTo>
                      <a:pt x="3002" y="1"/>
                    </a:moveTo>
                    <a:cubicBezTo>
                      <a:pt x="2983" y="1"/>
                      <a:pt x="2964" y="4"/>
                      <a:pt x="2943" y="11"/>
                    </a:cubicBezTo>
                    <a:cubicBezTo>
                      <a:pt x="2035" y="298"/>
                      <a:pt x="1126" y="585"/>
                      <a:pt x="218" y="872"/>
                    </a:cubicBezTo>
                    <a:cubicBezTo>
                      <a:pt x="0" y="915"/>
                      <a:pt x="60" y="1216"/>
                      <a:pt x="252" y="1216"/>
                    </a:cubicBezTo>
                    <a:cubicBezTo>
                      <a:pt x="271" y="1216"/>
                      <a:pt x="292" y="1213"/>
                      <a:pt x="313" y="1206"/>
                    </a:cubicBezTo>
                    <a:cubicBezTo>
                      <a:pt x="1222" y="919"/>
                      <a:pt x="2130" y="633"/>
                      <a:pt x="3039" y="346"/>
                    </a:cubicBezTo>
                    <a:cubicBezTo>
                      <a:pt x="3234" y="281"/>
                      <a:pt x="3174" y="1"/>
                      <a:pt x="30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4473725" y="1060775"/>
                <a:ext cx="29325" cy="170375"/>
              </a:xfrm>
              <a:custGeom>
                <a:avLst/>
                <a:gdLst/>
                <a:ahLst/>
                <a:cxnLst/>
                <a:rect l="l" t="t" r="r" b="b"/>
                <a:pathLst>
                  <a:path w="1173" h="6815" extrusionOk="0">
                    <a:moveTo>
                      <a:pt x="174" y="1"/>
                    </a:moveTo>
                    <a:cubicBezTo>
                      <a:pt x="85" y="1"/>
                      <a:pt x="1" y="61"/>
                      <a:pt x="13" y="180"/>
                    </a:cubicBezTo>
                    <a:cubicBezTo>
                      <a:pt x="276" y="2332"/>
                      <a:pt x="539" y="4484"/>
                      <a:pt x="778" y="6635"/>
                    </a:cubicBezTo>
                    <a:cubicBezTo>
                      <a:pt x="802" y="6755"/>
                      <a:pt x="904" y="6815"/>
                      <a:pt x="996" y="6815"/>
                    </a:cubicBezTo>
                    <a:cubicBezTo>
                      <a:pt x="1089" y="6815"/>
                      <a:pt x="1172" y="6755"/>
                      <a:pt x="1161" y="6635"/>
                    </a:cubicBezTo>
                    <a:cubicBezTo>
                      <a:pt x="898" y="4484"/>
                      <a:pt x="635" y="2332"/>
                      <a:pt x="372" y="180"/>
                    </a:cubicBezTo>
                    <a:cubicBezTo>
                      <a:pt x="360" y="61"/>
                      <a:pt x="264" y="1"/>
                      <a:pt x="1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4529775" y="1175525"/>
                <a:ext cx="62250" cy="60175"/>
              </a:xfrm>
              <a:custGeom>
                <a:avLst/>
                <a:gdLst/>
                <a:ahLst/>
                <a:cxnLst/>
                <a:rect l="l" t="t" r="r" b="b"/>
                <a:pathLst>
                  <a:path w="2490" h="2407" extrusionOk="0">
                    <a:moveTo>
                      <a:pt x="803" y="0"/>
                    </a:moveTo>
                    <a:cubicBezTo>
                      <a:pt x="493" y="0"/>
                      <a:pt x="191" y="143"/>
                      <a:pt x="66" y="443"/>
                    </a:cubicBezTo>
                    <a:cubicBezTo>
                      <a:pt x="0" y="592"/>
                      <a:pt x="128" y="729"/>
                      <a:pt x="245" y="729"/>
                    </a:cubicBezTo>
                    <a:cubicBezTo>
                      <a:pt x="297" y="729"/>
                      <a:pt x="347" y="701"/>
                      <a:pt x="377" y="635"/>
                    </a:cubicBezTo>
                    <a:cubicBezTo>
                      <a:pt x="461" y="447"/>
                      <a:pt x="642" y="362"/>
                      <a:pt x="821" y="362"/>
                    </a:cubicBezTo>
                    <a:cubicBezTo>
                      <a:pt x="1098" y="362"/>
                      <a:pt x="1373" y="564"/>
                      <a:pt x="1285" y="898"/>
                    </a:cubicBezTo>
                    <a:cubicBezTo>
                      <a:pt x="1166" y="1376"/>
                      <a:pt x="592" y="1687"/>
                      <a:pt x="377" y="2141"/>
                    </a:cubicBezTo>
                    <a:cubicBezTo>
                      <a:pt x="311" y="2274"/>
                      <a:pt x="408" y="2407"/>
                      <a:pt x="537" y="2407"/>
                    </a:cubicBezTo>
                    <a:cubicBezTo>
                      <a:pt x="547" y="2407"/>
                      <a:pt x="558" y="2406"/>
                      <a:pt x="568" y="2404"/>
                    </a:cubicBezTo>
                    <a:cubicBezTo>
                      <a:pt x="1142" y="2284"/>
                      <a:pt x="1716" y="2165"/>
                      <a:pt x="2266" y="2045"/>
                    </a:cubicBezTo>
                    <a:cubicBezTo>
                      <a:pt x="2490" y="2000"/>
                      <a:pt x="2420" y="1682"/>
                      <a:pt x="2213" y="1682"/>
                    </a:cubicBezTo>
                    <a:cubicBezTo>
                      <a:pt x="2199" y="1682"/>
                      <a:pt x="2185" y="1684"/>
                      <a:pt x="2170" y="1687"/>
                    </a:cubicBezTo>
                    <a:cubicBezTo>
                      <a:pt x="1774" y="1773"/>
                      <a:pt x="1366" y="1859"/>
                      <a:pt x="955" y="1945"/>
                    </a:cubicBezTo>
                    <a:lnTo>
                      <a:pt x="955" y="1945"/>
                    </a:lnTo>
                    <a:cubicBezTo>
                      <a:pt x="1366" y="1473"/>
                      <a:pt x="1963" y="933"/>
                      <a:pt x="1548" y="348"/>
                    </a:cubicBezTo>
                    <a:cubicBezTo>
                      <a:pt x="1377" y="120"/>
                      <a:pt x="1086" y="0"/>
                      <a:pt x="8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4224800" y="962550"/>
                <a:ext cx="426775" cy="419600"/>
              </a:xfrm>
              <a:custGeom>
                <a:avLst/>
                <a:gdLst/>
                <a:ahLst/>
                <a:cxnLst/>
                <a:rect l="l" t="t" r="r" b="b"/>
                <a:pathLst>
                  <a:path w="17071" h="16784" extrusionOk="0">
                    <a:moveTo>
                      <a:pt x="9380" y="1"/>
                    </a:moveTo>
                    <a:cubicBezTo>
                      <a:pt x="7735" y="1"/>
                      <a:pt x="6090" y="520"/>
                      <a:pt x="4782" y="1551"/>
                    </a:cubicBezTo>
                    <a:cubicBezTo>
                      <a:pt x="4632" y="1663"/>
                      <a:pt x="4761" y="1834"/>
                      <a:pt x="4916" y="1834"/>
                    </a:cubicBezTo>
                    <a:cubicBezTo>
                      <a:pt x="4959" y="1834"/>
                      <a:pt x="5003" y="1821"/>
                      <a:pt x="5045" y="1790"/>
                    </a:cubicBezTo>
                    <a:cubicBezTo>
                      <a:pt x="6249" y="833"/>
                      <a:pt x="7778" y="359"/>
                      <a:pt x="9318" y="359"/>
                    </a:cubicBezTo>
                    <a:cubicBezTo>
                      <a:pt x="10317" y="359"/>
                      <a:pt x="11320" y="558"/>
                      <a:pt x="12241" y="953"/>
                    </a:cubicBezTo>
                    <a:cubicBezTo>
                      <a:pt x="14895" y="2101"/>
                      <a:pt x="16425" y="4898"/>
                      <a:pt x="16401" y="7743"/>
                    </a:cubicBezTo>
                    <a:cubicBezTo>
                      <a:pt x="16353" y="10756"/>
                      <a:pt x="14632" y="13696"/>
                      <a:pt x="12098" y="15298"/>
                    </a:cubicBezTo>
                    <a:cubicBezTo>
                      <a:pt x="10901" y="16046"/>
                      <a:pt x="9566" y="16417"/>
                      <a:pt x="8233" y="16417"/>
                    </a:cubicBezTo>
                    <a:cubicBezTo>
                      <a:pt x="6797" y="16417"/>
                      <a:pt x="5365" y="15986"/>
                      <a:pt x="4112" y="15131"/>
                    </a:cubicBezTo>
                    <a:cubicBezTo>
                      <a:pt x="1387" y="13242"/>
                      <a:pt x="287" y="9680"/>
                      <a:pt x="1100" y="6524"/>
                    </a:cubicBezTo>
                    <a:cubicBezTo>
                      <a:pt x="1129" y="6381"/>
                      <a:pt x="1013" y="6290"/>
                      <a:pt x="904" y="6290"/>
                    </a:cubicBezTo>
                    <a:cubicBezTo>
                      <a:pt x="831" y="6290"/>
                      <a:pt x="761" y="6332"/>
                      <a:pt x="741" y="6428"/>
                    </a:cubicBezTo>
                    <a:cubicBezTo>
                      <a:pt x="0" y="9369"/>
                      <a:pt x="789" y="12716"/>
                      <a:pt x="3084" y="14772"/>
                    </a:cubicBezTo>
                    <a:cubicBezTo>
                      <a:pt x="4537" y="16068"/>
                      <a:pt x="6397" y="16783"/>
                      <a:pt x="8279" y="16783"/>
                    </a:cubicBezTo>
                    <a:cubicBezTo>
                      <a:pt x="9278" y="16783"/>
                      <a:pt x="10284" y="16582"/>
                      <a:pt x="11237" y="16159"/>
                    </a:cubicBezTo>
                    <a:cubicBezTo>
                      <a:pt x="14154" y="14868"/>
                      <a:pt x="16258" y="11927"/>
                      <a:pt x="16664" y="8795"/>
                    </a:cubicBezTo>
                    <a:cubicBezTo>
                      <a:pt x="17071" y="5830"/>
                      <a:pt x="15827" y="2603"/>
                      <a:pt x="13198" y="1025"/>
                    </a:cubicBezTo>
                    <a:cubicBezTo>
                      <a:pt x="12043" y="341"/>
                      <a:pt x="10711" y="1"/>
                      <a:pt x="938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2"/>
            <p:cNvGrpSpPr/>
            <p:nvPr/>
          </p:nvGrpSpPr>
          <p:grpSpPr>
            <a:xfrm>
              <a:off x="5417725" y="409600"/>
              <a:ext cx="463850" cy="370200"/>
              <a:chOff x="5552600" y="506900"/>
              <a:chExt cx="463850" cy="370200"/>
            </a:xfrm>
          </p:grpSpPr>
          <p:sp>
            <p:nvSpPr>
              <p:cNvPr id="83" name="Google Shape;83;p2"/>
              <p:cNvSpPr/>
              <p:nvPr/>
            </p:nvSpPr>
            <p:spPr>
              <a:xfrm>
                <a:off x="5580900" y="506900"/>
                <a:ext cx="435550" cy="283025"/>
              </a:xfrm>
              <a:custGeom>
                <a:avLst/>
                <a:gdLst/>
                <a:ahLst/>
                <a:cxnLst/>
                <a:rect l="l" t="t" r="r" b="b"/>
                <a:pathLst>
                  <a:path w="17422" h="11321" extrusionOk="0">
                    <a:moveTo>
                      <a:pt x="15767" y="1"/>
                    </a:moveTo>
                    <a:cubicBezTo>
                      <a:pt x="15706" y="1"/>
                      <a:pt x="15644" y="4"/>
                      <a:pt x="15580" y="11"/>
                    </a:cubicBezTo>
                    <a:cubicBezTo>
                      <a:pt x="14983" y="82"/>
                      <a:pt x="14409" y="345"/>
                      <a:pt x="13859" y="560"/>
                    </a:cubicBezTo>
                    <a:cubicBezTo>
                      <a:pt x="13261" y="823"/>
                      <a:pt x="12640" y="1063"/>
                      <a:pt x="12018" y="1325"/>
                    </a:cubicBezTo>
                    <a:cubicBezTo>
                      <a:pt x="10799" y="1828"/>
                      <a:pt x="9580" y="2354"/>
                      <a:pt x="8384" y="2903"/>
                    </a:cubicBezTo>
                    <a:cubicBezTo>
                      <a:pt x="5587" y="4147"/>
                      <a:pt x="2861" y="5509"/>
                      <a:pt x="184" y="6944"/>
                    </a:cubicBezTo>
                    <a:cubicBezTo>
                      <a:pt x="0" y="7046"/>
                      <a:pt x="112" y="7304"/>
                      <a:pt x="282" y="7304"/>
                    </a:cubicBezTo>
                    <a:cubicBezTo>
                      <a:pt x="312" y="7304"/>
                      <a:pt x="343" y="7296"/>
                      <a:pt x="375" y="7279"/>
                    </a:cubicBezTo>
                    <a:cubicBezTo>
                      <a:pt x="4750" y="4912"/>
                      <a:pt x="9293" y="2808"/>
                      <a:pt x="13907" y="967"/>
                    </a:cubicBezTo>
                    <a:cubicBezTo>
                      <a:pt x="14410" y="757"/>
                      <a:pt x="15182" y="393"/>
                      <a:pt x="15827" y="393"/>
                    </a:cubicBezTo>
                    <a:cubicBezTo>
                      <a:pt x="16287" y="393"/>
                      <a:pt x="16683" y="578"/>
                      <a:pt x="16872" y="1134"/>
                    </a:cubicBezTo>
                    <a:cubicBezTo>
                      <a:pt x="17182" y="2067"/>
                      <a:pt x="16609" y="3071"/>
                      <a:pt x="15987" y="3716"/>
                    </a:cubicBezTo>
                    <a:cubicBezTo>
                      <a:pt x="15294" y="4434"/>
                      <a:pt x="14433" y="4912"/>
                      <a:pt x="13572" y="5366"/>
                    </a:cubicBezTo>
                    <a:cubicBezTo>
                      <a:pt x="12472" y="5940"/>
                      <a:pt x="11349" y="6466"/>
                      <a:pt x="10249" y="7040"/>
                    </a:cubicBezTo>
                    <a:cubicBezTo>
                      <a:pt x="7643" y="8354"/>
                      <a:pt x="5037" y="9669"/>
                      <a:pt x="2407" y="10960"/>
                    </a:cubicBezTo>
                    <a:cubicBezTo>
                      <a:pt x="2224" y="11062"/>
                      <a:pt x="2336" y="11321"/>
                      <a:pt x="2506" y="11321"/>
                    </a:cubicBezTo>
                    <a:cubicBezTo>
                      <a:pt x="2535" y="11321"/>
                      <a:pt x="2567" y="11313"/>
                      <a:pt x="2598" y="11295"/>
                    </a:cubicBezTo>
                    <a:cubicBezTo>
                      <a:pt x="5133" y="10028"/>
                      <a:pt x="7643" y="8761"/>
                      <a:pt x="10177" y="7494"/>
                    </a:cubicBezTo>
                    <a:cubicBezTo>
                      <a:pt x="11373" y="6896"/>
                      <a:pt x="12568" y="6298"/>
                      <a:pt x="13763" y="5701"/>
                    </a:cubicBezTo>
                    <a:cubicBezTo>
                      <a:pt x="14672" y="5223"/>
                      <a:pt x="15580" y="4697"/>
                      <a:pt x="16298" y="3955"/>
                    </a:cubicBezTo>
                    <a:cubicBezTo>
                      <a:pt x="16919" y="3286"/>
                      <a:pt x="17421" y="2401"/>
                      <a:pt x="17326" y="1469"/>
                    </a:cubicBezTo>
                    <a:cubicBezTo>
                      <a:pt x="17237" y="600"/>
                      <a:pt x="16608" y="1"/>
                      <a:pt x="157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5552600" y="673100"/>
                <a:ext cx="99850" cy="148625"/>
              </a:xfrm>
              <a:custGeom>
                <a:avLst/>
                <a:gdLst/>
                <a:ahLst/>
                <a:cxnLst/>
                <a:rect l="l" t="t" r="r" b="b"/>
                <a:pathLst>
                  <a:path w="3994" h="5945" extrusionOk="0">
                    <a:moveTo>
                      <a:pt x="940" y="1"/>
                    </a:moveTo>
                    <a:cubicBezTo>
                      <a:pt x="626" y="1"/>
                      <a:pt x="287" y="215"/>
                      <a:pt x="168" y="511"/>
                    </a:cubicBezTo>
                    <a:cubicBezTo>
                      <a:pt x="1" y="894"/>
                      <a:pt x="144" y="1324"/>
                      <a:pt x="335" y="1659"/>
                    </a:cubicBezTo>
                    <a:cubicBezTo>
                      <a:pt x="622" y="2185"/>
                      <a:pt x="933" y="2687"/>
                      <a:pt x="1220" y="3189"/>
                    </a:cubicBezTo>
                    <a:cubicBezTo>
                      <a:pt x="1507" y="3667"/>
                      <a:pt x="1794" y="4169"/>
                      <a:pt x="2081" y="4671"/>
                    </a:cubicBezTo>
                    <a:cubicBezTo>
                      <a:pt x="2248" y="4910"/>
                      <a:pt x="2391" y="5173"/>
                      <a:pt x="2535" y="5436"/>
                    </a:cubicBezTo>
                    <a:cubicBezTo>
                      <a:pt x="2631" y="5580"/>
                      <a:pt x="2726" y="5771"/>
                      <a:pt x="2870" y="5866"/>
                    </a:cubicBezTo>
                    <a:cubicBezTo>
                      <a:pt x="2962" y="5920"/>
                      <a:pt x="3059" y="5944"/>
                      <a:pt x="3155" y="5944"/>
                    </a:cubicBezTo>
                    <a:cubicBezTo>
                      <a:pt x="3357" y="5944"/>
                      <a:pt x="3553" y="5837"/>
                      <a:pt x="3683" y="5675"/>
                    </a:cubicBezTo>
                    <a:cubicBezTo>
                      <a:pt x="3993" y="5364"/>
                      <a:pt x="3898" y="4910"/>
                      <a:pt x="3802" y="4528"/>
                    </a:cubicBezTo>
                    <a:cubicBezTo>
                      <a:pt x="3784" y="4436"/>
                      <a:pt x="3717" y="4397"/>
                      <a:pt x="3645" y="4397"/>
                    </a:cubicBezTo>
                    <a:cubicBezTo>
                      <a:pt x="3528" y="4397"/>
                      <a:pt x="3399" y="4499"/>
                      <a:pt x="3443" y="4647"/>
                    </a:cubicBezTo>
                    <a:cubicBezTo>
                      <a:pt x="3491" y="4791"/>
                      <a:pt x="3539" y="4958"/>
                      <a:pt x="3515" y="5125"/>
                    </a:cubicBezTo>
                    <a:cubicBezTo>
                      <a:pt x="3515" y="5293"/>
                      <a:pt x="3443" y="5412"/>
                      <a:pt x="3324" y="5508"/>
                    </a:cubicBezTo>
                    <a:lnTo>
                      <a:pt x="3037" y="5508"/>
                    </a:lnTo>
                    <a:cubicBezTo>
                      <a:pt x="2846" y="5388"/>
                      <a:pt x="2678" y="4910"/>
                      <a:pt x="2559" y="4719"/>
                    </a:cubicBezTo>
                    <a:cubicBezTo>
                      <a:pt x="2248" y="4193"/>
                      <a:pt x="1937" y="3667"/>
                      <a:pt x="1626" y="3117"/>
                    </a:cubicBezTo>
                    <a:cubicBezTo>
                      <a:pt x="1340" y="2615"/>
                      <a:pt x="1029" y="2089"/>
                      <a:pt x="742" y="1587"/>
                    </a:cubicBezTo>
                    <a:cubicBezTo>
                      <a:pt x="574" y="1324"/>
                      <a:pt x="335" y="894"/>
                      <a:pt x="551" y="607"/>
                    </a:cubicBezTo>
                    <a:cubicBezTo>
                      <a:pt x="617" y="507"/>
                      <a:pt x="800" y="372"/>
                      <a:pt x="953" y="372"/>
                    </a:cubicBezTo>
                    <a:cubicBezTo>
                      <a:pt x="1020" y="372"/>
                      <a:pt x="1081" y="398"/>
                      <a:pt x="1124" y="463"/>
                    </a:cubicBezTo>
                    <a:cubicBezTo>
                      <a:pt x="1161" y="530"/>
                      <a:pt x="1219" y="558"/>
                      <a:pt x="1277" y="558"/>
                    </a:cubicBezTo>
                    <a:cubicBezTo>
                      <a:pt x="1405" y="558"/>
                      <a:pt x="1534" y="420"/>
                      <a:pt x="1435" y="272"/>
                    </a:cubicBezTo>
                    <a:cubicBezTo>
                      <a:pt x="1317" y="81"/>
                      <a:pt x="1133" y="1"/>
                      <a:pt x="9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5621250" y="748150"/>
                <a:ext cx="320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283" h="1855" extrusionOk="0">
                    <a:moveTo>
                      <a:pt x="315" y="1"/>
                    </a:moveTo>
                    <a:cubicBezTo>
                      <a:pt x="165" y="1"/>
                      <a:pt x="0" y="172"/>
                      <a:pt x="100" y="354"/>
                    </a:cubicBezTo>
                    <a:cubicBezTo>
                      <a:pt x="315" y="808"/>
                      <a:pt x="554" y="1263"/>
                      <a:pt x="793" y="1741"/>
                    </a:cubicBezTo>
                    <a:cubicBezTo>
                      <a:pt x="830" y="1821"/>
                      <a:pt x="893" y="1855"/>
                      <a:pt x="961" y="1855"/>
                    </a:cubicBezTo>
                    <a:cubicBezTo>
                      <a:pt x="1112" y="1855"/>
                      <a:pt x="1282" y="1684"/>
                      <a:pt x="1200" y="1502"/>
                    </a:cubicBezTo>
                    <a:cubicBezTo>
                      <a:pt x="960" y="1047"/>
                      <a:pt x="721" y="569"/>
                      <a:pt x="482" y="115"/>
                    </a:cubicBezTo>
                    <a:cubicBezTo>
                      <a:pt x="446" y="34"/>
                      <a:pt x="382" y="1"/>
                      <a:pt x="3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5606725" y="718175"/>
                <a:ext cx="17300" cy="19675"/>
              </a:xfrm>
              <a:custGeom>
                <a:avLst/>
                <a:gdLst/>
                <a:ahLst/>
                <a:cxnLst/>
                <a:rect l="l" t="t" r="r" b="b"/>
                <a:pathLst>
                  <a:path w="692" h="787" extrusionOk="0">
                    <a:moveTo>
                      <a:pt x="265" y="0"/>
                    </a:moveTo>
                    <a:cubicBezTo>
                      <a:pt x="134" y="0"/>
                      <a:pt x="1" y="138"/>
                      <a:pt x="83" y="286"/>
                    </a:cubicBezTo>
                    <a:cubicBezTo>
                      <a:pt x="155" y="429"/>
                      <a:pt x="226" y="549"/>
                      <a:pt x="298" y="692"/>
                    </a:cubicBezTo>
                    <a:cubicBezTo>
                      <a:pt x="328" y="759"/>
                      <a:pt x="380" y="787"/>
                      <a:pt x="435" y="787"/>
                    </a:cubicBezTo>
                    <a:cubicBezTo>
                      <a:pt x="558" y="787"/>
                      <a:pt x="692" y="650"/>
                      <a:pt x="609" y="501"/>
                    </a:cubicBezTo>
                    <a:cubicBezTo>
                      <a:pt x="537" y="358"/>
                      <a:pt x="489" y="238"/>
                      <a:pt x="418" y="95"/>
                    </a:cubicBezTo>
                    <a:cubicBezTo>
                      <a:pt x="381" y="28"/>
                      <a:pt x="323" y="0"/>
                      <a:pt x="2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5595050" y="547700"/>
                <a:ext cx="383750" cy="246375"/>
              </a:xfrm>
              <a:custGeom>
                <a:avLst/>
                <a:gdLst/>
                <a:ahLst/>
                <a:cxnLst/>
                <a:rect l="l" t="t" r="r" b="b"/>
                <a:pathLst>
                  <a:path w="15350" h="9855" extrusionOk="0">
                    <a:moveTo>
                      <a:pt x="14467" y="0"/>
                    </a:moveTo>
                    <a:cubicBezTo>
                      <a:pt x="12516" y="0"/>
                      <a:pt x="11262" y="2384"/>
                      <a:pt x="9324" y="2897"/>
                    </a:cubicBezTo>
                    <a:cubicBezTo>
                      <a:pt x="8774" y="3041"/>
                      <a:pt x="8201" y="3041"/>
                      <a:pt x="7699" y="3256"/>
                    </a:cubicBezTo>
                    <a:cubicBezTo>
                      <a:pt x="6623" y="3710"/>
                      <a:pt x="6073" y="5097"/>
                      <a:pt x="4901" y="5360"/>
                    </a:cubicBezTo>
                    <a:cubicBezTo>
                      <a:pt x="4567" y="5431"/>
                      <a:pt x="4208" y="5384"/>
                      <a:pt x="3873" y="5527"/>
                    </a:cubicBezTo>
                    <a:cubicBezTo>
                      <a:pt x="3252" y="5742"/>
                      <a:pt x="2989" y="6436"/>
                      <a:pt x="2654" y="6985"/>
                    </a:cubicBezTo>
                    <a:cubicBezTo>
                      <a:pt x="2373" y="7435"/>
                      <a:pt x="1901" y="7855"/>
                      <a:pt x="1434" y="7855"/>
                    </a:cubicBezTo>
                    <a:cubicBezTo>
                      <a:pt x="1305" y="7855"/>
                      <a:pt x="1176" y="7823"/>
                      <a:pt x="1052" y="7751"/>
                    </a:cubicBezTo>
                    <a:cubicBezTo>
                      <a:pt x="693" y="8468"/>
                      <a:pt x="359" y="9161"/>
                      <a:pt x="0" y="9854"/>
                    </a:cubicBezTo>
                    <a:cubicBezTo>
                      <a:pt x="813" y="9496"/>
                      <a:pt x="1602" y="8994"/>
                      <a:pt x="2295" y="8420"/>
                    </a:cubicBezTo>
                    <a:lnTo>
                      <a:pt x="2295" y="8420"/>
                    </a:lnTo>
                    <a:lnTo>
                      <a:pt x="1745" y="8659"/>
                    </a:lnTo>
                    <a:cubicBezTo>
                      <a:pt x="5356" y="6746"/>
                      <a:pt x="8966" y="4810"/>
                      <a:pt x="12552" y="2873"/>
                    </a:cubicBezTo>
                    <a:cubicBezTo>
                      <a:pt x="13460" y="2395"/>
                      <a:pt x="14393" y="1893"/>
                      <a:pt x="15014" y="1056"/>
                    </a:cubicBezTo>
                    <a:cubicBezTo>
                      <a:pt x="15182" y="817"/>
                      <a:pt x="15349" y="459"/>
                      <a:pt x="15134" y="196"/>
                    </a:cubicBezTo>
                    <a:cubicBezTo>
                      <a:pt x="15014" y="52"/>
                      <a:pt x="14823" y="4"/>
                      <a:pt x="14608" y="4"/>
                    </a:cubicBezTo>
                    <a:cubicBezTo>
                      <a:pt x="14560" y="2"/>
                      <a:pt x="14513" y="0"/>
                      <a:pt x="144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5562775" y="786575"/>
                <a:ext cx="39750" cy="90525"/>
              </a:xfrm>
              <a:custGeom>
                <a:avLst/>
                <a:gdLst/>
                <a:ahLst/>
                <a:cxnLst/>
                <a:rect l="l" t="t" r="r" b="b"/>
                <a:pathLst>
                  <a:path w="1590" h="3621" extrusionOk="0">
                    <a:moveTo>
                      <a:pt x="1168" y="882"/>
                    </a:moveTo>
                    <a:lnTo>
                      <a:pt x="1168" y="882"/>
                    </a:lnTo>
                    <a:cubicBezTo>
                      <a:pt x="1127" y="1797"/>
                      <a:pt x="1024" y="3243"/>
                      <a:pt x="693" y="3243"/>
                    </a:cubicBezTo>
                    <a:cubicBezTo>
                      <a:pt x="685" y="3243"/>
                      <a:pt x="678" y="3242"/>
                      <a:pt x="670" y="3240"/>
                    </a:cubicBezTo>
                    <a:cubicBezTo>
                      <a:pt x="526" y="3192"/>
                      <a:pt x="502" y="2929"/>
                      <a:pt x="502" y="2834"/>
                    </a:cubicBezTo>
                    <a:cubicBezTo>
                      <a:pt x="502" y="2738"/>
                      <a:pt x="526" y="2619"/>
                      <a:pt x="550" y="2523"/>
                    </a:cubicBezTo>
                    <a:cubicBezTo>
                      <a:pt x="574" y="2308"/>
                      <a:pt x="646" y="2069"/>
                      <a:pt x="717" y="1853"/>
                    </a:cubicBezTo>
                    <a:cubicBezTo>
                      <a:pt x="835" y="1518"/>
                      <a:pt x="988" y="1194"/>
                      <a:pt x="1168" y="882"/>
                    </a:cubicBezTo>
                    <a:close/>
                    <a:moveTo>
                      <a:pt x="1405" y="1"/>
                    </a:moveTo>
                    <a:cubicBezTo>
                      <a:pt x="1309" y="1"/>
                      <a:pt x="1207" y="60"/>
                      <a:pt x="1196" y="180"/>
                    </a:cubicBezTo>
                    <a:cubicBezTo>
                      <a:pt x="1195" y="193"/>
                      <a:pt x="1194" y="210"/>
                      <a:pt x="1193" y="230"/>
                    </a:cubicBezTo>
                    <a:lnTo>
                      <a:pt x="1193" y="230"/>
                    </a:lnTo>
                    <a:cubicBezTo>
                      <a:pt x="1159" y="242"/>
                      <a:pt x="1126" y="264"/>
                      <a:pt x="1100" y="299"/>
                    </a:cubicBezTo>
                    <a:cubicBezTo>
                      <a:pt x="670" y="897"/>
                      <a:pt x="359" y="1567"/>
                      <a:pt x="191" y="2308"/>
                    </a:cubicBezTo>
                    <a:cubicBezTo>
                      <a:pt x="96" y="2714"/>
                      <a:pt x="0" y="3455"/>
                      <a:pt x="550" y="3599"/>
                    </a:cubicBezTo>
                    <a:cubicBezTo>
                      <a:pt x="602" y="3614"/>
                      <a:pt x="652" y="3621"/>
                      <a:pt x="699" y="3621"/>
                    </a:cubicBezTo>
                    <a:cubicBezTo>
                      <a:pt x="1105" y="3621"/>
                      <a:pt x="1322" y="3105"/>
                      <a:pt x="1387" y="2762"/>
                    </a:cubicBezTo>
                    <a:cubicBezTo>
                      <a:pt x="1506" y="1901"/>
                      <a:pt x="1506" y="1017"/>
                      <a:pt x="1578" y="180"/>
                    </a:cubicBezTo>
                    <a:cubicBezTo>
                      <a:pt x="1590" y="60"/>
                      <a:pt x="1500" y="1"/>
                      <a:pt x="14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5569950" y="811975"/>
                <a:ext cx="27175" cy="58900"/>
              </a:xfrm>
              <a:custGeom>
                <a:avLst/>
                <a:gdLst/>
                <a:ahLst/>
                <a:cxnLst/>
                <a:rect l="l" t="t" r="r" b="b"/>
                <a:pathLst>
                  <a:path w="1087" h="2356" extrusionOk="0">
                    <a:moveTo>
                      <a:pt x="857" y="0"/>
                    </a:moveTo>
                    <a:cubicBezTo>
                      <a:pt x="783" y="0"/>
                      <a:pt x="706" y="37"/>
                      <a:pt x="669" y="120"/>
                    </a:cubicBezTo>
                    <a:cubicBezTo>
                      <a:pt x="610" y="272"/>
                      <a:pt x="556" y="424"/>
                      <a:pt x="509" y="577"/>
                    </a:cubicBezTo>
                    <a:lnTo>
                      <a:pt x="509" y="577"/>
                    </a:lnTo>
                    <a:cubicBezTo>
                      <a:pt x="450" y="580"/>
                      <a:pt x="393" y="609"/>
                      <a:pt x="359" y="670"/>
                    </a:cubicBezTo>
                    <a:cubicBezTo>
                      <a:pt x="120" y="1100"/>
                      <a:pt x="0" y="1579"/>
                      <a:pt x="24" y="2081"/>
                    </a:cubicBezTo>
                    <a:cubicBezTo>
                      <a:pt x="24" y="2200"/>
                      <a:pt x="114" y="2260"/>
                      <a:pt x="206" y="2260"/>
                    </a:cubicBezTo>
                    <a:cubicBezTo>
                      <a:pt x="213" y="2260"/>
                      <a:pt x="219" y="2260"/>
                      <a:pt x="225" y="2259"/>
                    </a:cubicBezTo>
                    <a:lnTo>
                      <a:pt x="225" y="2259"/>
                    </a:lnTo>
                    <a:cubicBezTo>
                      <a:pt x="251" y="2323"/>
                      <a:pt x="318" y="2356"/>
                      <a:pt x="389" y="2356"/>
                    </a:cubicBezTo>
                    <a:cubicBezTo>
                      <a:pt x="484" y="2356"/>
                      <a:pt x="586" y="2296"/>
                      <a:pt x="598" y="2176"/>
                    </a:cubicBezTo>
                    <a:cubicBezTo>
                      <a:pt x="607" y="2084"/>
                      <a:pt x="615" y="1992"/>
                      <a:pt x="623" y="1900"/>
                    </a:cubicBezTo>
                    <a:lnTo>
                      <a:pt x="623" y="1900"/>
                    </a:lnTo>
                    <a:cubicBezTo>
                      <a:pt x="687" y="1329"/>
                      <a:pt x="822" y="775"/>
                      <a:pt x="1028" y="240"/>
                    </a:cubicBezTo>
                    <a:cubicBezTo>
                      <a:pt x="1087" y="93"/>
                      <a:pt x="974" y="0"/>
                      <a:pt x="85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5929150" y="575300"/>
                <a:ext cx="13175" cy="16750"/>
              </a:xfrm>
              <a:custGeom>
                <a:avLst/>
                <a:gdLst/>
                <a:ahLst/>
                <a:cxnLst/>
                <a:rect l="l" t="t" r="r" b="b"/>
                <a:pathLst>
                  <a:path w="527" h="670" extrusionOk="0">
                    <a:moveTo>
                      <a:pt x="288" y="0"/>
                    </a:moveTo>
                    <a:cubicBezTo>
                      <a:pt x="144" y="0"/>
                      <a:pt x="73" y="96"/>
                      <a:pt x="49" y="215"/>
                    </a:cubicBezTo>
                    <a:cubicBezTo>
                      <a:pt x="49" y="287"/>
                      <a:pt x="25" y="359"/>
                      <a:pt x="25" y="430"/>
                    </a:cubicBezTo>
                    <a:cubicBezTo>
                      <a:pt x="1" y="550"/>
                      <a:pt x="144" y="669"/>
                      <a:pt x="264" y="669"/>
                    </a:cubicBezTo>
                    <a:cubicBezTo>
                      <a:pt x="407" y="669"/>
                      <a:pt x="479" y="550"/>
                      <a:pt x="503" y="430"/>
                    </a:cubicBezTo>
                    <a:cubicBezTo>
                      <a:pt x="503" y="359"/>
                      <a:pt x="503" y="287"/>
                      <a:pt x="527" y="215"/>
                    </a:cubicBezTo>
                    <a:cubicBezTo>
                      <a:pt x="527" y="96"/>
                      <a:pt x="407" y="0"/>
                      <a:pt x="28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5786900" y="636250"/>
                <a:ext cx="13175" cy="16775"/>
              </a:xfrm>
              <a:custGeom>
                <a:avLst/>
                <a:gdLst/>
                <a:ahLst/>
                <a:cxnLst/>
                <a:rect l="l" t="t" r="r" b="b"/>
                <a:pathLst>
                  <a:path w="527" h="671" extrusionOk="0">
                    <a:moveTo>
                      <a:pt x="264" y="1"/>
                    </a:moveTo>
                    <a:cubicBezTo>
                      <a:pt x="144" y="1"/>
                      <a:pt x="48" y="120"/>
                      <a:pt x="48" y="240"/>
                    </a:cubicBezTo>
                    <a:lnTo>
                      <a:pt x="25" y="455"/>
                    </a:lnTo>
                    <a:cubicBezTo>
                      <a:pt x="1" y="574"/>
                      <a:pt x="120" y="670"/>
                      <a:pt x="240" y="670"/>
                    </a:cubicBezTo>
                    <a:cubicBezTo>
                      <a:pt x="383" y="670"/>
                      <a:pt x="455" y="574"/>
                      <a:pt x="479" y="455"/>
                    </a:cubicBezTo>
                    <a:lnTo>
                      <a:pt x="503" y="240"/>
                    </a:lnTo>
                    <a:cubicBezTo>
                      <a:pt x="527" y="120"/>
                      <a:pt x="383" y="1"/>
                      <a:pt x="26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5850250" y="623100"/>
                <a:ext cx="14975" cy="1197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479" extrusionOk="0">
                    <a:moveTo>
                      <a:pt x="288" y="1"/>
                    </a:moveTo>
                    <a:cubicBezTo>
                      <a:pt x="1" y="1"/>
                      <a:pt x="1" y="479"/>
                      <a:pt x="288" y="479"/>
                    </a:cubicBezTo>
                    <a:cubicBezTo>
                      <a:pt x="599" y="479"/>
                      <a:pt x="599" y="1"/>
                      <a:pt x="28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" name="Google Shape;93;p2"/>
            <p:cNvGrpSpPr/>
            <p:nvPr/>
          </p:nvGrpSpPr>
          <p:grpSpPr>
            <a:xfrm>
              <a:off x="7019900" y="2652438"/>
              <a:ext cx="1576050" cy="827250"/>
              <a:chOff x="3082300" y="1766675"/>
              <a:chExt cx="1576050" cy="827250"/>
            </a:xfrm>
          </p:grpSpPr>
          <p:sp>
            <p:nvSpPr>
              <p:cNvPr id="94" name="Google Shape;94;p2"/>
              <p:cNvSpPr/>
              <p:nvPr/>
            </p:nvSpPr>
            <p:spPr>
              <a:xfrm>
                <a:off x="3253750" y="1971900"/>
                <a:ext cx="180150" cy="127100"/>
              </a:xfrm>
              <a:custGeom>
                <a:avLst/>
                <a:gdLst/>
                <a:ahLst/>
                <a:cxnLst/>
                <a:rect l="l" t="t" r="r" b="b"/>
                <a:pathLst>
                  <a:path w="7206" h="5084" extrusionOk="0">
                    <a:moveTo>
                      <a:pt x="6964" y="1"/>
                    </a:moveTo>
                    <a:cubicBezTo>
                      <a:pt x="6936" y="1"/>
                      <a:pt x="6907" y="9"/>
                      <a:pt x="6877" y="28"/>
                    </a:cubicBezTo>
                    <a:cubicBezTo>
                      <a:pt x="4630" y="1606"/>
                      <a:pt x="2406" y="3160"/>
                      <a:pt x="159" y="4737"/>
                    </a:cubicBezTo>
                    <a:cubicBezTo>
                      <a:pt x="0" y="4837"/>
                      <a:pt x="105" y="5083"/>
                      <a:pt x="254" y="5083"/>
                    </a:cubicBezTo>
                    <a:cubicBezTo>
                      <a:pt x="285" y="5083"/>
                      <a:pt x="317" y="5073"/>
                      <a:pt x="350" y="5048"/>
                    </a:cubicBezTo>
                    <a:cubicBezTo>
                      <a:pt x="2574" y="3470"/>
                      <a:pt x="4821" y="1916"/>
                      <a:pt x="7044" y="338"/>
                    </a:cubicBezTo>
                    <a:cubicBezTo>
                      <a:pt x="7206" y="238"/>
                      <a:pt x="7112" y="1"/>
                      <a:pt x="696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3248150" y="2090625"/>
                <a:ext cx="16450" cy="179325"/>
              </a:xfrm>
              <a:custGeom>
                <a:avLst/>
                <a:gdLst/>
                <a:ahLst/>
                <a:cxnLst/>
                <a:rect l="l" t="t" r="r" b="b"/>
                <a:pathLst>
                  <a:path w="658" h="7173" extrusionOk="0">
                    <a:moveTo>
                      <a:pt x="180" y="0"/>
                    </a:moveTo>
                    <a:cubicBezTo>
                      <a:pt x="90" y="0"/>
                      <a:pt x="0" y="60"/>
                      <a:pt x="0" y="180"/>
                    </a:cubicBezTo>
                    <a:cubicBezTo>
                      <a:pt x="24" y="2451"/>
                      <a:pt x="120" y="4722"/>
                      <a:pt x="287" y="6994"/>
                    </a:cubicBezTo>
                    <a:cubicBezTo>
                      <a:pt x="287" y="7113"/>
                      <a:pt x="383" y="7173"/>
                      <a:pt x="476" y="7173"/>
                    </a:cubicBezTo>
                    <a:cubicBezTo>
                      <a:pt x="568" y="7173"/>
                      <a:pt x="658" y="7113"/>
                      <a:pt x="646" y="6994"/>
                    </a:cubicBezTo>
                    <a:cubicBezTo>
                      <a:pt x="479" y="4722"/>
                      <a:pt x="383" y="2451"/>
                      <a:pt x="359" y="180"/>
                    </a:cubicBezTo>
                    <a:cubicBezTo>
                      <a:pt x="359" y="60"/>
                      <a:pt x="269" y="0"/>
                      <a:pt x="1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3427000" y="1971900"/>
                <a:ext cx="180175" cy="127100"/>
              </a:xfrm>
              <a:custGeom>
                <a:avLst/>
                <a:gdLst/>
                <a:ahLst/>
                <a:cxnLst/>
                <a:rect l="l" t="t" r="r" b="b"/>
                <a:pathLst>
                  <a:path w="7207" h="5084" extrusionOk="0">
                    <a:moveTo>
                      <a:pt x="265" y="1"/>
                    </a:moveTo>
                    <a:cubicBezTo>
                      <a:pt x="112" y="1"/>
                      <a:pt x="1" y="238"/>
                      <a:pt x="162" y="338"/>
                    </a:cubicBezTo>
                    <a:cubicBezTo>
                      <a:pt x="2410" y="1916"/>
                      <a:pt x="4633" y="3470"/>
                      <a:pt x="6857" y="5048"/>
                    </a:cubicBezTo>
                    <a:cubicBezTo>
                      <a:pt x="6893" y="5073"/>
                      <a:pt x="6929" y="5083"/>
                      <a:pt x="6961" y="5083"/>
                    </a:cubicBezTo>
                    <a:cubicBezTo>
                      <a:pt x="7119" y="5083"/>
                      <a:pt x="7206" y="4837"/>
                      <a:pt x="7048" y="4737"/>
                    </a:cubicBezTo>
                    <a:cubicBezTo>
                      <a:pt x="4824" y="3160"/>
                      <a:pt x="2577" y="1606"/>
                      <a:pt x="354" y="28"/>
                    </a:cubicBezTo>
                    <a:cubicBezTo>
                      <a:pt x="324" y="9"/>
                      <a:pt x="294" y="1"/>
                      <a:pt x="26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3253800" y="2265725"/>
                <a:ext cx="180100" cy="127125"/>
              </a:xfrm>
              <a:custGeom>
                <a:avLst/>
                <a:gdLst/>
                <a:ahLst/>
                <a:cxnLst/>
                <a:rect l="l" t="t" r="r" b="b"/>
                <a:pathLst>
                  <a:path w="7204" h="5085" extrusionOk="0">
                    <a:moveTo>
                      <a:pt x="247" y="0"/>
                    </a:moveTo>
                    <a:cubicBezTo>
                      <a:pt x="100" y="0"/>
                      <a:pt x="0" y="231"/>
                      <a:pt x="157" y="348"/>
                    </a:cubicBezTo>
                    <a:cubicBezTo>
                      <a:pt x="2404" y="1926"/>
                      <a:pt x="4628" y="3480"/>
                      <a:pt x="6875" y="5058"/>
                    </a:cubicBezTo>
                    <a:cubicBezTo>
                      <a:pt x="6905" y="5077"/>
                      <a:pt x="6934" y="5085"/>
                      <a:pt x="6962" y="5085"/>
                    </a:cubicBezTo>
                    <a:cubicBezTo>
                      <a:pt x="7110" y="5085"/>
                      <a:pt x="7204" y="4848"/>
                      <a:pt x="7042" y="4747"/>
                    </a:cubicBezTo>
                    <a:cubicBezTo>
                      <a:pt x="4819" y="3169"/>
                      <a:pt x="2572" y="1591"/>
                      <a:pt x="348" y="37"/>
                    </a:cubicBezTo>
                    <a:cubicBezTo>
                      <a:pt x="314" y="12"/>
                      <a:pt x="279" y="0"/>
                      <a:pt x="2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427000" y="2265725"/>
                <a:ext cx="180125" cy="127125"/>
              </a:xfrm>
              <a:custGeom>
                <a:avLst/>
                <a:gdLst/>
                <a:ahLst/>
                <a:cxnLst/>
                <a:rect l="l" t="t" r="r" b="b"/>
                <a:pathLst>
                  <a:path w="7205" h="5085" extrusionOk="0">
                    <a:moveTo>
                      <a:pt x="6979" y="0"/>
                    </a:moveTo>
                    <a:cubicBezTo>
                      <a:pt x="6949" y="0"/>
                      <a:pt x="6915" y="12"/>
                      <a:pt x="6880" y="37"/>
                    </a:cubicBezTo>
                    <a:cubicBezTo>
                      <a:pt x="4633" y="1615"/>
                      <a:pt x="2410" y="3169"/>
                      <a:pt x="162" y="4747"/>
                    </a:cubicBezTo>
                    <a:cubicBezTo>
                      <a:pt x="1" y="4848"/>
                      <a:pt x="112" y="5085"/>
                      <a:pt x="265" y="5085"/>
                    </a:cubicBezTo>
                    <a:cubicBezTo>
                      <a:pt x="294" y="5085"/>
                      <a:pt x="324" y="5077"/>
                      <a:pt x="354" y="5058"/>
                    </a:cubicBezTo>
                    <a:cubicBezTo>
                      <a:pt x="2577" y="3480"/>
                      <a:pt x="4824" y="1926"/>
                      <a:pt x="7048" y="348"/>
                    </a:cubicBezTo>
                    <a:cubicBezTo>
                      <a:pt x="7205" y="231"/>
                      <a:pt x="7120" y="0"/>
                      <a:pt x="69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596900" y="2090625"/>
                <a:ext cx="15875" cy="179325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173" extrusionOk="0">
                    <a:moveTo>
                      <a:pt x="455" y="0"/>
                    </a:moveTo>
                    <a:cubicBezTo>
                      <a:pt x="365" y="0"/>
                      <a:pt x="276" y="60"/>
                      <a:pt x="276" y="180"/>
                    </a:cubicBezTo>
                    <a:cubicBezTo>
                      <a:pt x="252" y="2451"/>
                      <a:pt x="156" y="4722"/>
                      <a:pt x="13" y="6994"/>
                    </a:cubicBezTo>
                    <a:cubicBezTo>
                      <a:pt x="1" y="7113"/>
                      <a:pt x="84" y="7173"/>
                      <a:pt x="174" y="7173"/>
                    </a:cubicBezTo>
                    <a:cubicBezTo>
                      <a:pt x="264" y="7173"/>
                      <a:pt x="359" y="7113"/>
                      <a:pt x="371" y="6994"/>
                    </a:cubicBezTo>
                    <a:cubicBezTo>
                      <a:pt x="539" y="4722"/>
                      <a:pt x="610" y="2451"/>
                      <a:pt x="634" y="180"/>
                    </a:cubicBezTo>
                    <a:cubicBezTo>
                      <a:pt x="634" y="60"/>
                      <a:pt x="545" y="0"/>
                      <a:pt x="4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3413950" y="2015525"/>
                <a:ext cx="173550" cy="116400"/>
              </a:xfrm>
              <a:custGeom>
                <a:avLst/>
                <a:gdLst/>
                <a:ahLst/>
                <a:cxnLst/>
                <a:rect l="l" t="t" r="r" b="b"/>
                <a:pathLst>
                  <a:path w="6942" h="4656" extrusionOk="0">
                    <a:moveTo>
                      <a:pt x="261" y="1"/>
                    </a:moveTo>
                    <a:cubicBezTo>
                      <a:pt x="108" y="1"/>
                      <a:pt x="1" y="238"/>
                      <a:pt x="182" y="339"/>
                    </a:cubicBezTo>
                    <a:cubicBezTo>
                      <a:pt x="2382" y="1678"/>
                      <a:pt x="4533" y="3112"/>
                      <a:pt x="6613" y="4618"/>
                    </a:cubicBezTo>
                    <a:cubicBezTo>
                      <a:pt x="6648" y="4644"/>
                      <a:pt x="6682" y="4655"/>
                      <a:pt x="6713" y="4655"/>
                    </a:cubicBezTo>
                    <a:cubicBezTo>
                      <a:pt x="6854" y="4655"/>
                      <a:pt x="6942" y="4425"/>
                      <a:pt x="6805" y="4307"/>
                    </a:cubicBezTo>
                    <a:cubicBezTo>
                      <a:pt x="4701" y="2801"/>
                      <a:pt x="2549" y="1367"/>
                      <a:pt x="350" y="28"/>
                    </a:cubicBezTo>
                    <a:cubicBezTo>
                      <a:pt x="320" y="9"/>
                      <a:pt x="290" y="1"/>
                      <a:pt x="2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3284000" y="2107350"/>
                <a:ext cx="16775" cy="14587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835" extrusionOk="0">
                    <a:moveTo>
                      <a:pt x="180" y="1"/>
                    </a:moveTo>
                    <a:cubicBezTo>
                      <a:pt x="91" y="1"/>
                      <a:pt x="1" y="61"/>
                      <a:pt x="1" y="180"/>
                    </a:cubicBezTo>
                    <a:cubicBezTo>
                      <a:pt x="96" y="1997"/>
                      <a:pt x="192" y="3838"/>
                      <a:pt x="288" y="5655"/>
                    </a:cubicBezTo>
                    <a:cubicBezTo>
                      <a:pt x="300" y="5775"/>
                      <a:pt x="395" y="5834"/>
                      <a:pt x="488" y="5834"/>
                    </a:cubicBezTo>
                    <a:cubicBezTo>
                      <a:pt x="581" y="5834"/>
                      <a:pt x="670" y="5775"/>
                      <a:pt x="670" y="5655"/>
                    </a:cubicBezTo>
                    <a:cubicBezTo>
                      <a:pt x="575" y="3838"/>
                      <a:pt x="455" y="1997"/>
                      <a:pt x="359" y="180"/>
                    </a:cubicBezTo>
                    <a:cubicBezTo>
                      <a:pt x="359" y="61"/>
                      <a:pt x="270" y="1"/>
                      <a:pt x="18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3426475" y="2248975"/>
                <a:ext cx="143600" cy="98075"/>
              </a:xfrm>
              <a:custGeom>
                <a:avLst/>
                <a:gdLst/>
                <a:ahLst/>
                <a:cxnLst/>
                <a:rect l="l" t="t" r="r" b="b"/>
                <a:pathLst>
                  <a:path w="5744" h="3923" extrusionOk="0">
                    <a:moveTo>
                      <a:pt x="5505" y="1"/>
                    </a:moveTo>
                    <a:cubicBezTo>
                      <a:pt x="5471" y="1"/>
                      <a:pt x="5434" y="12"/>
                      <a:pt x="5395" y="38"/>
                    </a:cubicBezTo>
                    <a:cubicBezTo>
                      <a:pt x="3650" y="1209"/>
                      <a:pt x="1905" y="2381"/>
                      <a:pt x="159" y="3576"/>
                    </a:cubicBezTo>
                    <a:cubicBezTo>
                      <a:pt x="1" y="3675"/>
                      <a:pt x="89" y="3922"/>
                      <a:pt x="232" y="3922"/>
                    </a:cubicBezTo>
                    <a:cubicBezTo>
                      <a:pt x="262" y="3922"/>
                      <a:pt x="294" y="3912"/>
                      <a:pt x="327" y="3887"/>
                    </a:cubicBezTo>
                    <a:cubicBezTo>
                      <a:pt x="2096" y="2716"/>
                      <a:pt x="3841" y="1520"/>
                      <a:pt x="5586" y="349"/>
                    </a:cubicBezTo>
                    <a:cubicBezTo>
                      <a:pt x="5743" y="231"/>
                      <a:pt x="5659" y="1"/>
                      <a:pt x="55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3428050" y="1898600"/>
                <a:ext cx="9000" cy="856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3426" extrusionOk="0">
                    <a:moveTo>
                      <a:pt x="180" y="1"/>
                    </a:moveTo>
                    <a:cubicBezTo>
                      <a:pt x="90" y="1"/>
                      <a:pt x="1" y="55"/>
                      <a:pt x="1" y="162"/>
                    </a:cubicBezTo>
                    <a:lnTo>
                      <a:pt x="1" y="3246"/>
                    </a:lnTo>
                    <a:cubicBezTo>
                      <a:pt x="1" y="3366"/>
                      <a:pt x="90" y="3426"/>
                      <a:pt x="180" y="3426"/>
                    </a:cubicBezTo>
                    <a:cubicBezTo>
                      <a:pt x="270" y="3426"/>
                      <a:pt x="359" y="3366"/>
                      <a:pt x="359" y="3246"/>
                    </a:cubicBezTo>
                    <a:lnTo>
                      <a:pt x="359" y="162"/>
                    </a:lnTo>
                    <a:cubicBezTo>
                      <a:pt x="359" y="55"/>
                      <a:pt x="270" y="1"/>
                      <a:pt x="18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3403550" y="1772050"/>
                <a:ext cx="9000" cy="9147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3659" extrusionOk="0">
                    <a:moveTo>
                      <a:pt x="180" y="0"/>
                    </a:moveTo>
                    <a:cubicBezTo>
                      <a:pt x="90" y="0"/>
                      <a:pt x="0" y="60"/>
                      <a:pt x="0" y="180"/>
                    </a:cubicBezTo>
                    <a:lnTo>
                      <a:pt x="0" y="3479"/>
                    </a:lnTo>
                    <a:cubicBezTo>
                      <a:pt x="0" y="3599"/>
                      <a:pt x="90" y="3658"/>
                      <a:pt x="180" y="3658"/>
                    </a:cubicBezTo>
                    <a:cubicBezTo>
                      <a:pt x="269" y="3658"/>
                      <a:pt x="359" y="3599"/>
                      <a:pt x="359" y="3479"/>
                    </a:cubicBezTo>
                    <a:lnTo>
                      <a:pt x="359" y="180"/>
                    </a:lnTo>
                    <a:cubicBezTo>
                      <a:pt x="359" y="60"/>
                      <a:pt x="269" y="0"/>
                      <a:pt x="1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3402350" y="1815975"/>
                <a:ext cx="61000" cy="9000"/>
              </a:xfrm>
              <a:custGeom>
                <a:avLst/>
                <a:gdLst/>
                <a:ahLst/>
                <a:cxnLst/>
                <a:rect l="l" t="t" r="r" b="b"/>
                <a:pathLst>
                  <a:path w="2440" h="360" extrusionOk="0">
                    <a:moveTo>
                      <a:pt x="216" y="1"/>
                    </a:moveTo>
                    <a:cubicBezTo>
                      <a:pt x="1" y="1"/>
                      <a:pt x="1" y="359"/>
                      <a:pt x="216" y="359"/>
                    </a:cubicBezTo>
                    <a:lnTo>
                      <a:pt x="2200" y="359"/>
                    </a:lnTo>
                    <a:cubicBezTo>
                      <a:pt x="2439" y="359"/>
                      <a:pt x="2439" y="1"/>
                      <a:pt x="220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3452550" y="1766675"/>
                <a:ext cx="9600" cy="96850"/>
              </a:xfrm>
              <a:custGeom>
                <a:avLst/>
                <a:gdLst/>
                <a:ahLst/>
                <a:cxnLst/>
                <a:rect l="l" t="t" r="r" b="b"/>
                <a:pathLst>
                  <a:path w="384" h="3874" extrusionOk="0">
                    <a:moveTo>
                      <a:pt x="192" y="0"/>
                    </a:moveTo>
                    <a:cubicBezTo>
                      <a:pt x="97" y="0"/>
                      <a:pt x="1" y="60"/>
                      <a:pt x="1" y="180"/>
                    </a:cubicBezTo>
                    <a:lnTo>
                      <a:pt x="1" y="3694"/>
                    </a:lnTo>
                    <a:cubicBezTo>
                      <a:pt x="1" y="3814"/>
                      <a:pt x="97" y="3873"/>
                      <a:pt x="192" y="3873"/>
                    </a:cubicBezTo>
                    <a:cubicBezTo>
                      <a:pt x="288" y="3873"/>
                      <a:pt x="383" y="3814"/>
                      <a:pt x="383" y="3694"/>
                    </a:cubicBezTo>
                    <a:lnTo>
                      <a:pt x="383" y="180"/>
                    </a:lnTo>
                    <a:cubicBezTo>
                      <a:pt x="383" y="60"/>
                      <a:pt x="288" y="0"/>
                      <a:pt x="1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3428050" y="2387525"/>
                <a:ext cx="9000" cy="85650"/>
              </a:xfrm>
              <a:custGeom>
                <a:avLst/>
                <a:gdLst/>
                <a:ahLst/>
                <a:cxnLst/>
                <a:rect l="l" t="t" r="r" b="b"/>
                <a:pathLst>
                  <a:path w="360" h="3426" extrusionOk="0">
                    <a:moveTo>
                      <a:pt x="180" y="1"/>
                    </a:moveTo>
                    <a:cubicBezTo>
                      <a:pt x="90" y="1"/>
                      <a:pt x="1" y="55"/>
                      <a:pt x="1" y="162"/>
                    </a:cubicBezTo>
                    <a:lnTo>
                      <a:pt x="1" y="3246"/>
                    </a:lnTo>
                    <a:cubicBezTo>
                      <a:pt x="1" y="3366"/>
                      <a:pt x="90" y="3426"/>
                      <a:pt x="180" y="3426"/>
                    </a:cubicBezTo>
                    <a:cubicBezTo>
                      <a:pt x="270" y="3426"/>
                      <a:pt x="359" y="3366"/>
                      <a:pt x="359" y="3246"/>
                    </a:cubicBezTo>
                    <a:lnTo>
                      <a:pt x="359" y="162"/>
                    </a:lnTo>
                    <a:cubicBezTo>
                      <a:pt x="359" y="55"/>
                      <a:pt x="270" y="1"/>
                      <a:pt x="18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3403550" y="2502900"/>
                <a:ext cx="9000" cy="910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3641" extrusionOk="0">
                    <a:moveTo>
                      <a:pt x="180" y="0"/>
                    </a:moveTo>
                    <a:cubicBezTo>
                      <a:pt x="90" y="0"/>
                      <a:pt x="0" y="54"/>
                      <a:pt x="0" y="161"/>
                    </a:cubicBezTo>
                    <a:lnTo>
                      <a:pt x="0" y="3461"/>
                    </a:lnTo>
                    <a:cubicBezTo>
                      <a:pt x="0" y="3580"/>
                      <a:pt x="90" y="3640"/>
                      <a:pt x="180" y="3640"/>
                    </a:cubicBezTo>
                    <a:cubicBezTo>
                      <a:pt x="269" y="3640"/>
                      <a:pt x="359" y="3580"/>
                      <a:pt x="359" y="3461"/>
                    </a:cubicBezTo>
                    <a:lnTo>
                      <a:pt x="359" y="161"/>
                    </a:lnTo>
                    <a:cubicBezTo>
                      <a:pt x="359" y="54"/>
                      <a:pt x="269" y="0"/>
                      <a:pt x="1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402350" y="2546375"/>
                <a:ext cx="61000" cy="8975"/>
              </a:xfrm>
              <a:custGeom>
                <a:avLst/>
                <a:gdLst/>
                <a:ahLst/>
                <a:cxnLst/>
                <a:rect l="l" t="t" r="r" b="b"/>
                <a:pathLst>
                  <a:path w="2440" h="359" extrusionOk="0">
                    <a:moveTo>
                      <a:pt x="216" y="0"/>
                    </a:moveTo>
                    <a:cubicBezTo>
                      <a:pt x="1" y="0"/>
                      <a:pt x="1" y="359"/>
                      <a:pt x="216" y="359"/>
                    </a:cubicBezTo>
                    <a:lnTo>
                      <a:pt x="2200" y="359"/>
                    </a:lnTo>
                    <a:cubicBezTo>
                      <a:pt x="2439" y="359"/>
                      <a:pt x="2439" y="0"/>
                      <a:pt x="22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452550" y="2497050"/>
                <a:ext cx="9600" cy="96875"/>
              </a:xfrm>
              <a:custGeom>
                <a:avLst/>
                <a:gdLst/>
                <a:ahLst/>
                <a:cxnLst/>
                <a:rect l="l" t="t" r="r" b="b"/>
                <a:pathLst>
                  <a:path w="384" h="3875" extrusionOk="0">
                    <a:moveTo>
                      <a:pt x="192" y="1"/>
                    </a:moveTo>
                    <a:cubicBezTo>
                      <a:pt x="97" y="1"/>
                      <a:pt x="1" y="61"/>
                      <a:pt x="1" y="180"/>
                    </a:cubicBezTo>
                    <a:lnTo>
                      <a:pt x="1" y="3695"/>
                    </a:lnTo>
                    <a:cubicBezTo>
                      <a:pt x="1" y="3814"/>
                      <a:pt x="97" y="3874"/>
                      <a:pt x="192" y="3874"/>
                    </a:cubicBezTo>
                    <a:cubicBezTo>
                      <a:pt x="288" y="3874"/>
                      <a:pt x="383" y="3814"/>
                      <a:pt x="383" y="3695"/>
                    </a:cubicBezTo>
                    <a:lnTo>
                      <a:pt x="383" y="180"/>
                    </a:lnTo>
                    <a:cubicBezTo>
                      <a:pt x="383" y="61"/>
                      <a:pt x="288" y="1"/>
                      <a:pt x="1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3602100" y="2068350"/>
                <a:ext cx="67950" cy="32600"/>
              </a:xfrm>
              <a:custGeom>
                <a:avLst/>
                <a:gdLst/>
                <a:ahLst/>
                <a:cxnLst/>
                <a:rect l="l" t="t" r="r" b="b"/>
                <a:pathLst>
                  <a:path w="2718" h="1304" extrusionOk="0">
                    <a:moveTo>
                      <a:pt x="2444" y="1"/>
                    </a:moveTo>
                    <a:cubicBezTo>
                      <a:pt x="2418" y="1"/>
                      <a:pt x="2391" y="6"/>
                      <a:pt x="2363" y="19"/>
                    </a:cubicBezTo>
                    <a:cubicBezTo>
                      <a:pt x="1646" y="353"/>
                      <a:pt x="904" y="664"/>
                      <a:pt x="187" y="975"/>
                    </a:cubicBezTo>
                    <a:cubicBezTo>
                      <a:pt x="0" y="1058"/>
                      <a:pt x="120" y="1304"/>
                      <a:pt x="296" y="1304"/>
                    </a:cubicBezTo>
                    <a:cubicBezTo>
                      <a:pt x="323" y="1304"/>
                      <a:pt x="350" y="1298"/>
                      <a:pt x="379" y="1286"/>
                    </a:cubicBezTo>
                    <a:cubicBezTo>
                      <a:pt x="1096" y="975"/>
                      <a:pt x="1813" y="664"/>
                      <a:pt x="2530" y="330"/>
                    </a:cubicBezTo>
                    <a:cubicBezTo>
                      <a:pt x="2717" y="246"/>
                      <a:pt x="2615" y="1"/>
                      <a:pt x="244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3689850" y="1997375"/>
                <a:ext cx="1405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562" h="4320" extrusionOk="0">
                    <a:moveTo>
                      <a:pt x="293" y="1"/>
                    </a:moveTo>
                    <a:cubicBezTo>
                      <a:pt x="204" y="1"/>
                      <a:pt x="108" y="61"/>
                      <a:pt x="96" y="180"/>
                    </a:cubicBezTo>
                    <a:cubicBezTo>
                      <a:pt x="0" y="1495"/>
                      <a:pt x="24" y="2834"/>
                      <a:pt x="192" y="4149"/>
                    </a:cubicBezTo>
                    <a:cubicBezTo>
                      <a:pt x="204" y="4259"/>
                      <a:pt x="304" y="4319"/>
                      <a:pt x="396" y="4319"/>
                    </a:cubicBezTo>
                    <a:cubicBezTo>
                      <a:pt x="483" y="4319"/>
                      <a:pt x="562" y="4265"/>
                      <a:pt x="550" y="4149"/>
                    </a:cubicBezTo>
                    <a:cubicBezTo>
                      <a:pt x="407" y="2834"/>
                      <a:pt x="359" y="1495"/>
                      <a:pt x="455" y="180"/>
                    </a:cubicBezTo>
                    <a:cubicBezTo>
                      <a:pt x="467" y="61"/>
                      <a:pt x="383" y="1"/>
                      <a:pt x="29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3690475" y="2045875"/>
                <a:ext cx="56400" cy="15000"/>
              </a:xfrm>
              <a:custGeom>
                <a:avLst/>
                <a:gdLst/>
                <a:ahLst/>
                <a:cxnLst/>
                <a:rect l="l" t="t" r="r" b="b"/>
                <a:pathLst>
                  <a:path w="2256" h="600" extrusionOk="0">
                    <a:moveTo>
                      <a:pt x="1438" y="0"/>
                    </a:moveTo>
                    <a:cubicBezTo>
                      <a:pt x="1016" y="0"/>
                      <a:pt x="598" y="86"/>
                      <a:pt x="191" y="248"/>
                    </a:cubicBezTo>
                    <a:cubicBezTo>
                      <a:pt x="0" y="312"/>
                      <a:pt x="53" y="599"/>
                      <a:pt x="216" y="599"/>
                    </a:cubicBezTo>
                    <a:cubicBezTo>
                      <a:pt x="238" y="599"/>
                      <a:pt x="261" y="594"/>
                      <a:pt x="286" y="583"/>
                    </a:cubicBezTo>
                    <a:cubicBezTo>
                      <a:pt x="671" y="443"/>
                      <a:pt x="1069" y="354"/>
                      <a:pt x="1480" y="354"/>
                    </a:cubicBezTo>
                    <a:cubicBezTo>
                      <a:pt x="1630" y="354"/>
                      <a:pt x="1782" y="366"/>
                      <a:pt x="1936" y="392"/>
                    </a:cubicBezTo>
                    <a:cubicBezTo>
                      <a:pt x="1951" y="395"/>
                      <a:pt x="1965" y="396"/>
                      <a:pt x="1979" y="396"/>
                    </a:cubicBezTo>
                    <a:cubicBezTo>
                      <a:pt x="2186" y="396"/>
                      <a:pt x="2256" y="80"/>
                      <a:pt x="2032" y="57"/>
                    </a:cubicBezTo>
                    <a:cubicBezTo>
                      <a:pt x="1833" y="19"/>
                      <a:pt x="1635" y="0"/>
                      <a:pt x="14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3733475" y="1992000"/>
                <a:ext cx="15275" cy="124350"/>
              </a:xfrm>
              <a:custGeom>
                <a:avLst/>
                <a:gdLst/>
                <a:ahLst/>
                <a:cxnLst/>
                <a:rect l="l" t="t" r="r" b="b"/>
                <a:pathLst>
                  <a:path w="611" h="4974" extrusionOk="0">
                    <a:moveTo>
                      <a:pt x="309" y="1"/>
                    </a:moveTo>
                    <a:cubicBezTo>
                      <a:pt x="216" y="1"/>
                      <a:pt x="120" y="60"/>
                      <a:pt x="120" y="180"/>
                    </a:cubicBezTo>
                    <a:cubicBezTo>
                      <a:pt x="1" y="1710"/>
                      <a:pt x="49" y="3264"/>
                      <a:pt x="240" y="4794"/>
                    </a:cubicBezTo>
                    <a:cubicBezTo>
                      <a:pt x="252" y="4914"/>
                      <a:pt x="347" y="4973"/>
                      <a:pt x="437" y="4973"/>
                    </a:cubicBezTo>
                    <a:cubicBezTo>
                      <a:pt x="527" y="4973"/>
                      <a:pt x="610" y="4914"/>
                      <a:pt x="598" y="4794"/>
                    </a:cubicBezTo>
                    <a:cubicBezTo>
                      <a:pt x="407" y="3264"/>
                      <a:pt x="359" y="1710"/>
                      <a:pt x="479" y="180"/>
                    </a:cubicBezTo>
                    <a:cubicBezTo>
                      <a:pt x="491" y="60"/>
                      <a:pt x="401" y="1"/>
                      <a:pt x="30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3590275" y="2267175"/>
                <a:ext cx="101750" cy="57550"/>
              </a:xfrm>
              <a:custGeom>
                <a:avLst/>
                <a:gdLst/>
                <a:ahLst/>
                <a:cxnLst/>
                <a:rect l="l" t="t" r="r" b="b"/>
                <a:pathLst>
                  <a:path w="4070" h="2302" extrusionOk="0">
                    <a:moveTo>
                      <a:pt x="275" y="0"/>
                    </a:moveTo>
                    <a:cubicBezTo>
                      <a:pt x="108" y="0"/>
                      <a:pt x="1" y="237"/>
                      <a:pt x="182" y="338"/>
                    </a:cubicBezTo>
                    <a:cubicBezTo>
                      <a:pt x="1354" y="983"/>
                      <a:pt x="2525" y="1629"/>
                      <a:pt x="3720" y="2275"/>
                    </a:cubicBezTo>
                    <a:cubicBezTo>
                      <a:pt x="3750" y="2293"/>
                      <a:pt x="3780" y="2301"/>
                      <a:pt x="3809" y="2301"/>
                    </a:cubicBezTo>
                    <a:cubicBezTo>
                      <a:pt x="3962" y="2301"/>
                      <a:pt x="4069" y="2065"/>
                      <a:pt x="3888" y="1964"/>
                    </a:cubicBezTo>
                    <a:cubicBezTo>
                      <a:pt x="2716" y="1318"/>
                      <a:pt x="1545" y="673"/>
                      <a:pt x="373" y="27"/>
                    </a:cubicBezTo>
                    <a:cubicBezTo>
                      <a:pt x="340" y="8"/>
                      <a:pt x="307" y="0"/>
                      <a:pt x="2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3713750" y="2260975"/>
                <a:ext cx="9000" cy="1022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4089" extrusionOk="0">
                    <a:moveTo>
                      <a:pt x="180" y="0"/>
                    </a:moveTo>
                    <a:cubicBezTo>
                      <a:pt x="90" y="0"/>
                      <a:pt x="1" y="60"/>
                      <a:pt x="1" y="180"/>
                    </a:cubicBezTo>
                    <a:lnTo>
                      <a:pt x="1" y="3909"/>
                    </a:lnTo>
                    <a:cubicBezTo>
                      <a:pt x="1" y="4029"/>
                      <a:pt x="90" y="4089"/>
                      <a:pt x="180" y="4089"/>
                    </a:cubicBezTo>
                    <a:cubicBezTo>
                      <a:pt x="270" y="4089"/>
                      <a:pt x="359" y="4029"/>
                      <a:pt x="359" y="3909"/>
                    </a:cubicBezTo>
                    <a:lnTo>
                      <a:pt x="359" y="180"/>
                    </a:lnTo>
                    <a:cubicBezTo>
                      <a:pt x="359" y="60"/>
                      <a:pt x="270" y="0"/>
                      <a:pt x="1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3718450" y="2301875"/>
                <a:ext cx="60475" cy="19425"/>
              </a:xfrm>
              <a:custGeom>
                <a:avLst/>
                <a:gdLst/>
                <a:ahLst/>
                <a:cxnLst/>
                <a:rect l="l" t="t" r="r" b="b"/>
                <a:pathLst>
                  <a:path w="2419" h="777" extrusionOk="0">
                    <a:moveTo>
                      <a:pt x="2202" y="1"/>
                    </a:moveTo>
                    <a:cubicBezTo>
                      <a:pt x="2195" y="1"/>
                      <a:pt x="2187" y="1"/>
                      <a:pt x="2180" y="2"/>
                    </a:cubicBezTo>
                    <a:cubicBezTo>
                      <a:pt x="1510" y="26"/>
                      <a:pt x="841" y="145"/>
                      <a:pt x="195" y="408"/>
                    </a:cubicBezTo>
                    <a:cubicBezTo>
                      <a:pt x="1" y="495"/>
                      <a:pt x="60" y="777"/>
                      <a:pt x="233" y="777"/>
                    </a:cubicBezTo>
                    <a:cubicBezTo>
                      <a:pt x="251" y="777"/>
                      <a:pt x="270" y="774"/>
                      <a:pt x="291" y="767"/>
                    </a:cubicBezTo>
                    <a:cubicBezTo>
                      <a:pt x="913" y="504"/>
                      <a:pt x="1534" y="384"/>
                      <a:pt x="2180" y="361"/>
                    </a:cubicBezTo>
                    <a:cubicBezTo>
                      <a:pt x="2411" y="337"/>
                      <a:pt x="2419" y="1"/>
                      <a:pt x="22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3766950" y="2249600"/>
                <a:ext cx="13475" cy="13012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205" extrusionOk="0">
                    <a:moveTo>
                      <a:pt x="365" y="1"/>
                    </a:moveTo>
                    <a:cubicBezTo>
                      <a:pt x="276" y="1"/>
                      <a:pt x="180" y="61"/>
                      <a:pt x="168" y="180"/>
                    </a:cubicBezTo>
                    <a:cubicBezTo>
                      <a:pt x="25" y="1806"/>
                      <a:pt x="1" y="3408"/>
                      <a:pt x="96" y="5034"/>
                    </a:cubicBezTo>
                    <a:cubicBezTo>
                      <a:pt x="96" y="5144"/>
                      <a:pt x="191" y="5204"/>
                      <a:pt x="283" y="5204"/>
                    </a:cubicBezTo>
                    <a:cubicBezTo>
                      <a:pt x="370" y="5204"/>
                      <a:pt x="455" y="5150"/>
                      <a:pt x="455" y="5034"/>
                    </a:cubicBezTo>
                    <a:cubicBezTo>
                      <a:pt x="359" y="3408"/>
                      <a:pt x="383" y="1806"/>
                      <a:pt x="527" y="180"/>
                    </a:cubicBezTo>
                    <a:cubicBezTo>
                      <a:pt x="539" y="61"/>
                      <a:pt x="455" y="1"/>
                      <a:pt x="36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3192675" y="2068350"/>
                <a:ext cx="67950" cy="32600"/>
              </a:xfrm>
              <a:custGeom>
                <a:avLst/>
                <a:gdLst/>
                <a:ahLst/>
                <a:cxnLst/>
                <a:rect l="l" t="t" r="r" b="b"/>
                <a:pathLst>
                  <a:path w="2718" h="1304" extrusionOk="0">
                    <a:moveTo>
                      <a:pt x="273" y="1"/>
                    </a:moveTo>
                    <a:cubicBezTo>
                      <a:pt x="102" y="1"/>
                      <a:pt x="0" y="246"/>
                      <a:pt x="187" y="330"/>
                    </a:cubicBezTo>
                    <a:cubicBezTo>
                      <a:pt x="904" y="664"/>
                      <a:pt x="1622" y="975"/>
                      <a:pt x="2339" y="1286"/>
                    </a:cubicBezTo>
                    <a:cubicBezTo>
                      <a:pt x="2367" y="1298"/>
                      <a:pt x="2395" y="1304"/>
                      <a:pt x="2421" y="1304"/>
                    </a:cubicBezTo>
                    <a:cubicBezTo>
                      <a:pt x="2597" y="1304"/>
                      <a:pt x="2717" y="1058"/>
                      <a:pt x="2530" y="975"/>
                    </a:cubicBezTo>
                    <a:cubicBezTo>
                      <a:pt x="1789" y="664"/>
                      <a:pt x="1072" y="353"/>
                      <a:pt x="355" y="19"/>
                    </a:cubicBezTo>
                    <a:cubicBezTo>
                      <a:pt x="326" y="6"/>
                      <a:pt x="299" y="1"/>
                      <a:pt x="27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3158800" y="1997375"/>
                <a:ext cx="14050" cy="107775"/>
              </a:xfrm>
              <a:custGeom>
                <a:avLst/>
                <a:gdLst/>
                <a:ahLst/>
                <a:cxnLst/>
                <a:rect l="l" t="t" r="r" b="b"/>
                <a:pathLst>
                  <a:path w="562" h="4311" extrusionOk="0">
                    <a:moveTo>
                      <a:pt x="269" y="1"/>
                    </a:moveTo>
                    <a:cubicBezTo>
                      <a:pt x="179" y="1"/>
                      <a:pt x="96" y="61"/>
                      <a:pt x="108" y="180"/>
                    </a:cubicBezTo>
                    <a:cubicBezTo>
                      <a:pt x="203" y="1495"/>
                      <a:pt x="155" y="2834"/>
                      <a:pt x="12" y="4149"/>
                    </a:cubicBezTo>
                    <a:cubicBezTo>
                      <a:pt x="0" y="4256"/>
                      <a:pt x="84" y="4310"/>
                      <a:pt x="173" y="4310"/>
                    </a:cubicBezTo>
                    <a:cubicBezTo>
                      <a:pt x="263" y="4310"/>
                      <a:pt x="359" y="4256"/>
                      <a:pt x="371" y="4149"/>
                    </a:cubicBezTo>
                    <a:cubicBezTo>
                      <a:pt x="514" y="2834"/>
                      <a:pt x="562" y="1495"/>
                      <a:pt x="466" y="180"/>
                    </a:cubicBezTo>
                    <a:cubicBezTo>
                      <a:pt x="454" y="61"/>
                      <a:pt x="359" y="1"/>
                      <a:pt x="26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3115825" y="2045875"/>
                <a:ext cx="56400" cy="15000"/>
              </a:xfrm>
              <a:custGeom>
                <a:avLst/>
                <a:gdLst/>
                <a:ahLst/>
                <a:cxnLst/>
                <a:rect l="l" t="t" r="r" b="b"/>
                <a:pathLst>
                  <a:path w="2256" h="600" extrusionOk="0">
                    <a:moveTo>
                      <a:pt x="819" y="0"/>
                    </a:moveTo>
                    <a:cubicBezTo>
                      <a:pt x="621" y="0"/>
                      <a:pt x="423" y="19"/>
                      <a:pt x="225" y="57"/>
                    </a:cubicBezTo>
                    <a:cubicBezTo>
                      <a:pt x="1" y="80"/>
                      <a:pt x="71" y="396"/>
                      <a:pt x="277" y="396"/>
                    </a:cubicBezTo>
                    <a:cubicBezTo>
                      <a:pt x="291" y="396"/>
                      <a:pt x="306" y="395"/>
                      <a:pt x="320" y="392"/>
                    </a:cubicBezTo>
                    <a:cubicBezTo>
                      <a:pt x="468" y="366"/>
                      <a:pt x="617" y="354"/>
                      <a:pt x="766" y="354"/>
                    </a:cubicBezTo>
                    <a:cubicBezTo>
                      <a:pt x="1174" y="354"/>
                      <a:pt x="1585" y="443"/>
                      <a:pt x="1970" y="583"/>
                    </a:cubicBezTo>
                    <a:cubicBezTo>
                      <a:pt x="1995" y="594"/>
                      <a:pt x="2019" y="599"/>
                      <a:pt x="2040" y="599"/>
                    </a:cubicBezTo>
                    <a:cubicBezTo>
                      <a:pt x="2203" y="599"/>
                      <a:pt x="2256" y="312"/>
                      <a:pt x="2066" y="248"/>
                    </a:cubicBezTo>
                    <a:cubicBezTo>
                      <a:pt x="1659" y="86"/>
                      <a:pt x="1240" y="0"/>
                      <a:pt x="8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3113950" y="1992000"/>
                <a:ext cx="15275" cy="124350"/>
              </a:xfrm>
              <a:custGeom>
                <a:avLst/>
                <a:gdLst/>
                <a:ahLst/>
                <a:cxnLst/>
                <a:rect l="l" t="t" r="r" b="b"/>
                <a:pathLst>
                  <a:path w="611" h="4974" extrusionOk="0">
                    <a:moveTo>
                      <a:pt x="294" y="1"/>
                    </a:moveTo>
                    <a:cubicBezTo>
                      <a:pt x="204" y="1"/>
                      <a:pt x="121" y="60"/>
                      <a:pt x="132" y="180"/>
                    </a:cubicBezTo>
                    <a:cubicBezTo>
                      <a:pt x="252" y="1710"/>
                      <a:pt x="204" y="3264"/>
                      <a:pt x="13" y="4794"/>
                    </a:cubicBezTo>
                    <a:cubicBezTo>
                      <a:pt x="1" y="4914"/>
                      <a:pt x="85" y="4973"/>
                      <a:pt x="174" y="4973"/>
                    </a:cubicBezTo>
                    <a:cubicBezTo>
                      <a:pt x="264" y="4973"/>
                      <a:pt x="360" y="4914"/>
                      <a:pt x="372" y="4794"/>
                    </a:cubicBezTo>
                    <a:cubicBezTo>
                      <a:pt x="563" y="3264"/>
                      <a:pt x="611" y="1710"/>
                      <a:pt x="491" y="180"/>
                    </a:cubicBezTo>
                    <a:cubicBezTo>
                      <a:pt x="479" y="60"/>
                      <a:pt x="384" y="1"/>
                      <a:pt x="29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3170600" y="2267175"/>
                <a:ext cx="101325" cy="57550"/>
              </a:xfrm>
              <a:custGeom>
                <a:avLst/>
                <a:gdLst/>
                <a:ahLst/>
                <a:cxnLst/>
                <a:rect l="l" t="t" r="r" b="b"/>
                <a:pathLst>
                  <a:path w="4053" h="2302" extrusionOk="0">
                    <a:moveTo>
                      <a:pt x="3796" y="0"/>
                    </a:moveTo>
                    <a:cubicBezTo>
                      <a:pt x="3766" y="0"/>
                      <a:pt x="3734" y="8"/>
                      <a:pt x="3700" y="27"/>
                    </a:cubicBezTo>
                    <a:cubicBezTo>
                      <a:pt x="2529" y="673"/>
                      <a:pt x="1357" y="1318"/>
                      <a:pt x="162" y="1964"/>
                    </a:cubicBezTo>
                    <a:cubicBezTo>
                      <a:pt x="0" y="2065"/>
                      <a:pt x="111" y="2301"/>
                      <a:pt x="265" y="2301"/>
                    </a:cubicBezTo>
                    <a:cubicBezTo>
                      <a:pt x="293" y="2301"/>
                      <a:pt x="323" y="2293"/>
                      <a:pt x="353" y="2275"/>
                    </a:cubicBezTo>
                    <a:cubicBezTo>
                      <a:pt x="1524" y="1629"/>
                      <a:pt x="2720" y="983"/>
                      <a:pt x="3891" y="338"/>
                    </a:cubicBezTo>
                    <a:cubicBezTo>
                      <a:pt x="4053" y="237"/>
                      <a:pt x="3959" y="0"/>
                      <a:pt x="37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3139950" y="2260975"/>
                <a:ext cx="9000" cy="102225"/>
              </a:xfrm>
              <a:custGeom>
                <a:avLst/>
                <a:gdLst/>
                <a:ahLst/>
                <a:cxnLst/>
                <a:rect l="l" t="t" r="r" b="b"/>
                <a:pathLst>
                  <a:path w="360" h="4089" extrusionOk="0">
                    <a:moveTo>
                      <a:pt x="180" y="0"/>
                    </a:moveTo>
                    <a:cubicBezTo>
                      <a:pt x="91" y="0"/>
                      <a:pt x="1" y="60"/>
                      <a:pt x="1" y="180"/>
                    </a:cubicBezTo>
                    <a:lnTo>
                      <a:pt x="1" y="3909"/>
                    </a:lnTo>
                    <a:cubicBezTo>
                      <a:pt x="1" y="4029"/>
                      <a:pt x="91" y="4089"/>
                      <a:pt x="180" y="4089"/>
                    </a:cubicBezTo>
                    <a:cubicBezTo>
                      <a:pt x="270" y="4089"/>
                      <a:pt x="360" y="4029"/>
                      <a:pt x="360" y="3909"/>
                    </a:cubicBezTo>
                    <a:lnTo>
                      <a:pt x="360" y="180"/>
                    </a:lnTo>
                    <a:cubicBezTo>
                      <a:pt x="360" y="60"/>
                      <a:pt x="270" y="0"/>
                      <a:pt x="1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3083775" y="2301875"/>
                <a:ext cx="60475" cy="19425"/>
              </a:xfrm>
              <a:custGeom>
                <a:avLst/>
                <a:gdLst/>
                <a:ahLst/>
                <a:cxnLst/>
                <a:rect l="l" t="t" r="r" b="b"/>
                <a:pathLst>
                  <a:path w="2419" h="777" extrusionOk="0">
                    <a:moveTo>
                      <a:pt x="196" y="1"/>
                    </a:moveTo>
                    <a:cubicBezTo>
                      <a:pt x="1" y="1"/>
                      <a:pt x="8" y="337"/>
                      <a:pt x="216" y="361"/>
                    </a:cubicBezTo>
                    <a:cubicBezTo>
                      <a:pt x="885" y="384"/>
                      <a:pt x="1507" y="504"/>
                      <a:pt x="2128" y="767"/>
                    </a:cubicBezTo>
                    <a:cubicBezTo>
                      <a:pt x="2149" y="774"/>
                      <a:pt x="2168" y="777"/>
                      <a:pt x="2187" y="777"/>
                    </a:cubicBezTo>
                    <a:cubicBezTo>
                      <a:pt x="2359" y="777"/>
                      <a:pt x="2419" y="495"/>
                      <a:pt x="2224" y="408"/>
                    </a:cubicBezTo>
                    <a:cubicBezTo>
                      <a:pt x="1579" y="145"/>
                      <a:pt x="909" y="26"/>
                      <a:pt x="216" y="2"/>
                    </a:cubicBezTo>
                    <a:cubicBezTo>
                      <a:pt x="209" y="1"/>
                      <a:pt x="202" y="1"/>
                      <a:pt x="19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3082300" y="2249825"/>
                <a:ext cx="13450" cy="129900"/>
              </a:xfrm>
              <a:custGeom>
                <a:avLst/>
                <a:gdLst/>
                <a:ahLst/>
                <a:cxnLst/>
                <a:rect l="l" t="t" r="r" b="b"/>
                <a:pathLst>
                  <a:path w="538" h="5196" extrusionOk="0">
                    <a:moveTo>
                      <a:pt x="166" y="1"/>
                    </a:moveTo>
                    <a:cubicBezTo>
                      <a:pt x="79" y="1"/>
                      <a:pt x="0" y="55"/>
                      <a:pt x="12" y="171"/>
                    </a:cubicBezTo>
                    <a:cubicBezTo>
                      <a:pt x="131" y="1797"/>
                      <a:pt x="179" y="3399"/>
                      <a:pt x="84" y="5025"/>
                    </a:cubicBezTo>
                    <a:cubicBezTo>
                      <a:pt x="72" y="5141"/>
                      <a:pt x="157" y="5195"/>
                      <a:pt x="247" y="5195"/>
                    </a:cubicBezTo>
                    <a:cubicBezTo>
                      <a:pt x="341" y="5195"/>
                      <a:pt x="442" y="5135"/>
                      <a:pt x="442" y="5025"/>
                    </a:cubicBezTo>
                    <a:cubicBezTo>
                      <a:pt x="538" y="3399"/>
                      <a:pt x="514" y="1797"/>
                      <a:pt x="370" y="171"/>
                    </a:cubicBezTo>
                    <a:cubicBezTo>
                      <a:pt x="358" y="61"/>
                      <a:pt x="258" y="1"/>
                      <a:pt x="16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3851150" y="2076200"/>
                <a:ext cx="362800" cy="52250"/>
              </a:xfrm>
              <a:custGeom>
                <a:avLst/>
                <a:gdLst/>
                <a:ahLst/>
                <a:cxnLst/>
                <a:rect l="l" t="t" r="r" b="b"/>
                <a:pathLst>
                  <a:path w="14512" h="2090" extrusionOk="0">
                    <a:moveTo>
                      <a:pt x="6101" y="1"/>
                    </a:moveTo>
                    <a:cubicBezTo>
                      <a:pt x="4108" y="1"/>
                      <a:pt x="2113" y="297"/>
                      <a:pt x="195" y="900"/>
                    </a:cubicBezTo>
                    <a:cubicBezTo>
                      <a:pt x="0" y="965"/>
                      <a:pt x="60" y="1245"/>
                      <a:pt x="232" y="1245"/>
                    </a:cubicBezTo>
                    <a:cubicBezTo>
                      <a:pt x="250" y="1245"/>
                      <a:pt x="270" y="1242"/>
                      <a:pt x="291" y="1235"/>
                    </a:cubicBezTo>
                    <a:cubicBezTo>
                      <a:pt x="2184" y="647"/>
                      <a:pt x="4155" y="354"/>
                      <a:pt x="6125" y="354"/>
                    </a:cubicBezTo>
                    <a:cubicBezTo>
                      <a:pt x="8881" y="354"/>
                      <a:pt x="11633" y="928"/>
                      <a:pt x="14157" y="2072"/>
                    </a:cubicBezTo>
                    <a:cubicBezTo>
                      <a:pt x="14185" y="2084"/>
                      <a:pt x="14213" y="2090"/>
                      <a:pt x="14238" y="2090"/>
                    </a:cubicBezTo>
                    <a:cubicBezTo>
                      <a:pt x="14410" y="2090"/>
                      <a:pt x="14512" y="1844"/>
                      <a:pt x="14325" y="1761"/>
                    </a:cubicBezTo>
                    <a:cubicBezTo>
                      <a:pt x="11745" y="597"/>
                      <a:pt x="8926" y="1"/>
                      <a:pt x="61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4163825" y="2075825"/>
                <a:ext cx="69350" cy="65325"/>
              </a:xfrm>
              <a:custGeom>
                <a:avLst/>
                <a:gdLst/>
                <a:ahLst/>
                <a:cxnLst/>
                <a:rect l="l" t="t" r="r" b="b"/>
                <a:pathLst>
                  <a:path w="2774" h="2613" extrusionOk="0">
                    <a:moveTo>
                      <a:pt x="572" y="1"/>
                    </a:moveTo>
                    <a:cubicBezTo>
                      <a:pt x="430" y="1"/>
                      <a:pt x="301" y="188"/>
                      <a:pt x="431" y="317"/>
                    </a:cubicBezTo>
                    <a:cubicBezTo>
                      <a:pt x="1066" y="889"/>
                      <a:pt x="1645" y="1536"/>
                      <a:pt x="2168" y="2208"/>
                    </a:cubicBezTo>
                    <a:lnTo>
                      <a:pt x="2168" y="2208"/>
                    </a:lnTo>
                    <a:cubicBezTo>
                      <a:pt x="1518" y="2213"/>
                      <a:pt x="870" y="2230"/>
                      <a:pt x="240" y="2230"/>
                    </a:cubicBezTo>
                    <a:cubicBezTo>
                      <a:pt x="1" y="2254"/>
                      <a:pt x="1" y="2613"/>
                      <a:pt x="240" y="2613"/>
                    </a:cubicBezTo>
                    <a:cubicBezTo>
                      <a:pt x="981" y="2589"/>
                      <a:pt x="1746" y="2589"/>
                      <a:pt x="2511" y="2565"/>
                    </a:cubicBezTo>
                    <a:cubicBezTo>
                      <a:pt x="2654" y="2565"/>
                      <a:pt x="2774" y="2397"/>
                      <a:pt x="2678" y="2302"/>
                    </a:cubicBezTo>
                    <a:cubicBezTo>
                      <a:pt x="2081" y="1489"/>
                      <a:pt x="1435" y="748"/>
                      <a:pt x="694" y="54"/>
                    </a:cubicBezTo>
                    <a:cubicBezTo>
                      <a:pt x="656" y="17"/>
                      <a:pt x="614" y="1"/>
                      <a:pt x="57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4314450" y="2078150"/>
                <a:ext cx="112150" cy="164650"/>
              </a:xfrm>
              <a:custGeom>
                <a:avLst/>
                <a:gdLst/>
                <a:ahLst/>
                <a:cxnLst/>
                <a:rect l="l" t="t" r="r" b="b"/>
                <a:pathLst>
                  <a:path w="4486" h="6586" extrusionOk="0">
                    <a:moveTo>
                      <a:pt x="2841" y="1"/>
                    </a:moveTo>
                    <a:cubicBezTo>
                      <a:pt x="2254" y="1"/>
                      <a:pt x="1663" y="281"/>
                      <a:pt x="1220" y="679"/>
                    </a:cubicBezTo>
                    <a:cubicBezTo>
                      <a:pt x="407" y="1372"/>
                      <a:pt x="0" y="2520"/>
                      <a:pt x="72" y="3596"/>
                    </a:cubicBezTo>
                    <a:cubicBezTo>
                      <a:pt x="120" y="4647"/>
                      <a:pt x="622" y="5628"/>
                      <a:pt x="1531" y="6154"/>
                    </a:cubicBezTo>
                    <a:cubicBezTo>
                      <a:pt x="2008" y="6432"/>
                      <a:pt x="2544" y="6585"/>
                      <a:pt x="3073" y="6585"/>
                    </a:cubicBezTo>
                    <a:cubicBezTo>
                      <a:pt x="3499" y="6585"/>
                      <a:pt x="3920" y="6486"/>
                      <a:pt x="4304" y="6273"/>
                    </a:cubicBezTo>
                    <a:cubicBezTo>
                      <a:pt x="4485" y="6172"/>
                      <a:pt x="4378" y="5936"/>
                      <a:pt x="4225" y="5936"/>
                    </a:cubicBezTo>
                    <a:cubicBezTo>
                      <a:pt x="4196" y="5936"/>
                      <a:pt x="4167" y="5944"/>
                      <a:pt x="4137" y="5962"/>
                    </a:cubicBezTo>
                    <a:cubicBezTo>
                      <a:pt x="3803" y="6140"/>
                      <a:pt x="3441" y="6222"/>
                      <a:pt x="3079" y="6222"/>
                    </a:cubicBezTo>
                    <a:cubicBezTo>
                      <a:pt x="2610" y="6222"/>
                      <a:pt x="2139" y="6085"/>
                      <a:pt x="1722" y="5843"/>
                    </a:cubicBezTo>
                    <a:cubicBezTo>
                      <a:pt x="909" y="5365"/>
                      <a:pt x="479" y="4504"/>
                      <a:pt x="431" y="3596"/>
                    </a:cubicBezTo>
                    <a:cubicBezTo>
                      <a:pt x="383" y="2687"/>
                      <a:pt x="670" y="1707"/>
                      <a:pt x="1315" y="1061"/>
                    </a:cubicBezTo>
                    <a:cubicBezTo>
                      <a:pt x="1719" y="674"/>
                      <a:pt x="2285" y="363"/>
                      <a:pt x="2838" y="363"/>
                    </a:cubicBezTo>
                    <a:cubicBezTo>
                      <a:pt x="3105" y="363"/>
                      <a:pt x="3369" y="436"/>
                      <a:pt x="3611" y="607"/>
                    </a:cubicBezTo>
                    <a:cubicBezTo>
                      <a:pt x="3645" y="633"/>
                      <a:pt x="3679" y="644"/>
                      <a:pt x="3710" y="644"/>
                    </a:cubicBezTo>
                    <a:cubicBezTo>
                      <a:pt x="3851" y="644"/>
                      <a:pt x="3939" y="414"/>
                      <a:pt x="3802" y="296"/>
                    </a:cubicBezTo>
                    <a:cubicBezTo>
                      <a:pt x="3500" y="90"/>
                      <a:pt x="3171" y="1"/>
                      <a:pt x="284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4449525" y="2183275"/>
                <a:ext cx="55125" cy="62175"/>
              </a:xfrm>
              <a:custGeom>
                <a:avLst/>
                <a:gdLst/>
                <a:ahLst/>
                <a:cxnLst/>
                <a:rect l="l" t="t" r="r" b="b"/>
                <a:pathLst>
                  <a:path w="2205" h="2487" extrusionOk="0">
                    <a:moveTo>
                      <a:pt x="1544" y="1537"/>
                    </a:moveTo>
                    <a:lnTo>
                      <a:pt x="1544" y="1537"/>
                    </a:lnTo>
                    <a:cubicBezTo>
                      <a:pt x="1609" y="1698"/>
                      <a:pt x="1503" y="1901"/>
                      <a:pt x="1363" y="2020"/>
                    </a:cubicBezTo>
                    <a:cubicBezTo>
                      <a:pt x="1292" y="2076"/>
                      <a:pt x="1212" y="2100"/>
                      <a:pt x="1131" y="2100"/>
                    </a:cubicBezTo>
                    <a:cubicBezTo>
                      <a:pt x="1106" y="2100"/>
                      <a:pt x="1080" y="2098"/>
                      <a:pt x="1054" y="2093"/>
                    </a:cubicBezTo>
                    <a:lnTo>
                      <a:pt x="1054" y="2093"/>
                    </a:lnTo>
                    <a:cubicBezTo>
                      <a:pt x="1138" y="1847"/>
                      <a:pt x="1310" y="1648"/>
                      <a:pt x="1544" y="1537"/>
                    </a:cubicBezTo>
                    <a:close/>
                    <a:moveTo>
                      <a:pt x="625" y="0"/>
                    </a:moveTo>
                    <a:cubicBezTo>
                      <a:pt x="571" y="0"/>
                      <a:pt x="516" y="25"/>
                      <a:pt x="479" y="84"/>
                    </a:cubicBezTo>
                    <a:cubicBezTo>
                      <a:pt x="240" y="538"/>
                      <a:pt x="1" y="1064"/>
                      <a:pt x="144" y="1590"/>
                    </a:cubicBezTo>
                    <a:cubicBezTo>
                      <a:pt x="214" y="1871"/>
                      <a:pt x="400" y="2152"/>
                      <a:pt x="646" y="2309"/>
                    </a:cubicBezTo>
                    <a:lnTo>
                      <a:pt x="646" y="2309"/>
                    </a:lnTo>
                    <a:cubicBezTo>
                      <a:pt x="623" y="2428"/>
                      <a:pt x="707" y="2487"/>
                      <a:pt x="799" y="2487"/>
                    </a:cubicBezTo>
                    <a:cubicBezTo>
                      <a:pt x="851" y="2487"/>
                      <a:pt x="906" y="2468"/>
                      <a:pt x="946" y="2430"/>
                    </a:cubicBezTo>
                    <a:lnTo>
                      <a:pt x="946" y="2430"/>
                    </a:lnTo>
                    <a:cubicBezTo>
                      <a:pt x="1001" y="2442"/>
                      <a:pt x="1056" y="2448"/>
                      <a:pt x="1110" y="2448"/>
                    </a:cubicBezTo>
                    <a:cubicBezTo>
                      <a:pt x="1725" y="2448"/>
                      <a:pt x="2205" y="1686"/>
                      <a:pt x="1746" y="1184"/>
                    </a:cubicBezTo>
                    <a:cubicBezTo>
                      <a:pt x="1711" y="1149"/>
                      <a:pt x="1663" y="1126"/>
                      <a:pt x="1612" y="1126"/>
                    </a:cubicBezTo>
                    <a:cubicBezTo>
                      <a:pt x="1593" y="1126"/>
                      <a:pt x="1574" y="1129"/>
                      <a:pt x="1555" y="1136"/>
                    </a:cubicBezTo>
                    <a:cubicBezTo>
                      <a:pt x="1158" y="1280"/>
                      <a:pt x="883" y="1561"/>
                      <a:pt x="742" y="1926"/>
                    </a:cubicBezTo>
                    <a:lnTo>
                      <a:pt x="742" y="1926"/>
                    </a:lnTo>
                    <a:cubicBezTo>
                      <a:pt x="725" y="1911"/>
                      <a:pt x="709" y="1894"/>
                      <a:pt x="694" y="1877"/>
                    </a:cubicBezTo>
                    <a:cubicBezTo>
                      <a:pt x="264" y="1423"/>
                      <a:pt x="527" y="729"/>
                      <a:pt x="790" y="275"/>
                    </a:cubicBezTo>
                    <a:cubicBezTo>
                      <a:pt x="872" y="126"/>
                      <a:pt x="749" y="0"/>
                      <a:pt x="6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4520950" y="2060000"/>
                <a:ext cx="20350" cy="199950"/>
              </a:xfrm>
              <a:custGeom>
                <a:avLst/>
                <a:gdLst/>
                <a:ahLst/>
                <a:cxnLst/>
                <a:rect l="l" t="t" r="r" b="b"/>
                <a:pathLst>
                  <a:path w="814" h="7998" extrusionOk="0">
                    <a:moveTo>
                      <a:pt x="174" y="0"/>
                    </a:moveTo>
                    <a:cubicBezTo>
                      <a:pt x="84" y="0"/>
                      <a:pt x="1" y="54"/>
                      <a:pt x="13" y="162"/>
                    </a:cubicBezTo>
                    <a:cubicBezTo>
                      <a:pt x="156" y="2720"/>
                      <a:pt x="300" y="5278"/>
                      <a:pt x="443" y="7836"/>
                    </a:cubicBezTo>
                    <a:cubicBezTo>
                      <a:pt x="443" y="7944"/>
                      <a:pt x="539" y="7997"/>
                      <a:pt x="631" y="7997"/>
                    </a:cubicBezTo>
                    <a:cubicBezTo>
                      <a:pt x="724" y="7997"/>
                      <a:pt x="814" y="7944"/>
                      <a:pt x="802" y="7836"/>
                    </a:cubicBezTo>
                    <a:cubicBezTo>
                      <a:pt x="658" y="5278"/>
                      <a:pt x="515" y="2720"/>
                      <a:pt x="371" y="162"/>
                    </a:cubicBezTo>
                    <a:cubicBezTo>
                      <a:pt x="359" y="54"/>
                      <a:pt x="264" y="0"/>
                      <a:pt x="17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4487800" y="2142300"/>
                <a:ext cx="138675" cy="23975"/>
              </a:xfrm>
              <a:custGeom>
                <a:avLst/>
                <a:gdLst/>
                <a:ahLst/>
                <a:cxnLst/>
                <a:rect l="l" t="t" r="r" b="b"/>
                <a:pathLst>
                  <a:path w="5547" h="959" extrusionOk="0">
                    <a:moveTo>
                      <a:pt x="5351" y="0"/>
                    </a:moveTo>
                    <a:cubicBezTo>
                      <a:pt x="5345" y="0"/>
                      <a:pt x="5338" y="1"/>
                      <a:pt x="5331" y="1"/>
                    </a:cubicBezTo>
                    <a:cubicBezTo>
                      <a:pt x="3634" y="193"/>
                      <a:pt x="1912" y="408"/>
                      <a:pt x="215" y="599"/>
                    </a:cubicBezTo>
                    <a:cubicBezTo>
                      <a:pt x="7" y="622"/>
                      <a:pt x="0" y="959"/>
                      <a:pt x="195" y="959"/>
                    </a:cubicBezTo>
                    <a:cubicBezTo>
                      <a:pt x="201" y="959"/>
                      <a:pt x="208" y="959"/>
                      <a:pt x="215" y="958"/>
                    </a:cubicBezTo>
                    <a:cubicBezTo>
                      <a:pt x="1912" y="767"/>
                      <a:pt x="3634" y="575"/>
                      <a:pt x="5331" y="360"/>
                    </a:cubicBezTo>
                    <a:cubicBezTo>
                      <a:pt x="5540" y="337"/>
                      <a:pt x="5546" y="0"/>
                      <a:pt x="53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4566975" y="2074925"/>
                <a:ext cx="17650" cy="195025"/>
              </a:xfrm>
              <a:custGeom>
                <a:avLst/>
                <a:gdLst/>
                <a:ahLst/>
                <a:cxnLst/>
                <a:rect l="l" t="t" r="r" b="b"/>
                <a:pathLst>
                  <a:path w="706" h="7801" extrusionOk="0">
                    <a:moveTo>
                      <a:pt x="183" y="1"/>
                    </a:moveTo>
                    <a:cubicBezTo>
                      <a:pt x="90" y="1"/>
                      <a:pt x="1" y="55"/>
                      <a:pt x="13" y="162"/>
                    </a:cubicBezTo>
                    <a:cubicBezTo>
                      <a:pt x="108" y="2649"/>
                      <a:pt x="228" y="5135"/>
                      <a:pt x="347" y="7622"/>
                    </a:cubicBezTo>
                    <a:cubicBezTo>
                      <a:pt x="347" y="7741"/>
                      <a:pt x="437" y="7801"/>
                      <a:pt x="527" y="7801"/>
                    </a:cubicBezTo>
                    <a:cubicBezTo>
                      <a:pt x="616" y="7801"/>
                      <a:pt x="706" y="7741"/>
                      <a:pt x="706" y="7622"/>
                    </a:cubicBezTo>
                    <a:cubicBezTo>
                      <a:pt x="586" y="5135"/>
                      <a:pt x="491" y="2649"/>
                      <a:pt x="371" y="162"/>
                    </a:cubicBezTo>
                    <a:cubicBezTo>
                      <a:pt x="371" y="55"/>
                      <a:pt x="276" y="1"/>
                      <a:pt x="18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4594175" y="2200750"/>
                <a:ext cx="64175" cy="55675"/>
              </a:xfrm>
              <a:custGeom>
                <a:avLst/>
                <a:gdLst/>
                <a:ahLst/>
                <a:cxnLst/>
                <a:rect l="l" t="t" r="r" b="b"/>
                <a:pathLst>
                  <a:path w="2567" h="2227" extrusionOk="0">
                    <a:moveTo>
                      <a:pt x="1853" y="1092"/>
                    </a:moveTo>
                    <a:lnTo>
                      <a:pt x="1853" y="1092"/>
                    </a:lnTo>
                    <a:cubicBezTo>
                      <a:pt x="1973" y="1413"/>
                      <a:pt x="1767" y="1734"/>
                      <a:pt x="1462" y="1830"/>
                    </a:cubicBezTo>
                    <a:lnTo>
                      <a:pt x="1462" y="1830"/>
                    </a:lnTo>
                    <a:cubicBezTo>
                      <a:pt x="1489" y="1537"/>
                      <a:pt x="1622" y="1277"/>
                      <a:pt x="1853" y="1092"/>
                    </a:cubicBezTo>
                    <a:close/>
                    <a:moveTo>
                      <a:pt x="793" y="0"/>
                    </a:moveTo>
                    <a:cubicBezTo>
                      <a:pt x="751" y="0"/>
                      <a:pt x="708" y="16"/>
                      <a:pt x="670" y="54"/>
                    </a:cubicBezTo>
                    <a:cubicBezTo>
                      <a:pt x="0" y="676"/>
                      <a:pt x="24" y="1895"/>
                      <a:pt x="1005" y="2182"/>
                    </a:cubicBezTo>
                    <a:cubicBezTo>
                      <a:pt x="1099" y="2213"/>
                      <a:pt x="1193" y="2227"/>
                      <a:pt x="1285" y="2227"/>
                    </a:cubicBezTo>
                    <a:cubicBezTo>
                      <a:pt x="1987" y="2227"/>
                      <a:pt x="2567" y="1403"/>
                      <a:pt x="2080" y="748"/>
                    </a:cubicBezTo>
                    <a:cubicBezTo>
                      <a:pt x="2029" y="696"/>
                      <a:pt x="1965" y="657"/>
                      <a:pt x="1897" y="657"/>
                    </a:cubicBezTo>
                    <a:cubicBezTo>
                      <a:pt x="1871" y="657"/>
                      <a:pt x="1844" y="663"/>
                      <a:pt x="1817" y="676"/>
                    </a:cubicBezTo>
                    <a:cubicBezTo>
                      <a:pt x="1392" y="931"/>
                      <a:pt x="1136" y="1339"/>
                      <a:pt x="1086" y="1830"/>
                    </a:cubicBezTo>
                    <a:lnTo>
                      <a:pt x="1086" y="1830"/>
                    </a:lnTo>
                    <a:cubicBezTo>
                      <a:pt x="1043" y="1817"/>
                      <a:pt x="1000" y="1799"/>
                      <a:pt x="957" y="1776"/>
                    </a:cubicBezTo>
                    <a:cubicBezTo>
                      <a:pt x="359" y="1465"/>
                      <a:pt x="503" y="700"/>
                      <a:pt x="933" y="293"/>
                    </a:cubicBezTo>
                    <a:cubicBezTo>
                      <a:pt x="1062" y="183"/>
                      <a:pt x="935" y="0"/>
                      <a:pt x="7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" name="Google Shape;135;p2"/>
            <p:cNvGrpSpPr/>
            <p:nvPr/>
          </p:nvGrpSpPr>
          <p:grpSpPr>
            <a:xfrm>
              <a:off x="6149938" y="2247100"/>
              <a:ext cx="821250" cy="649275"/>
              <a:chOff x="4388575" y="3544450"/>
              <a:chExt cx="821250" cy="649275"/>
            </a:xfrm>
          </p:grpSpPr>
          <p:sp>
            <p:nvSpPr>
              <p:cNvPr id="136" name="Google Shape;136;p2"/>
              <p:cNvSpPr/>
              <p:nvPr/>
            </p:nvSpPr>
            <p:spPr>
              <a:xfrm>
                <a:off x="4393575" y="3811375"/>
                <a:ext cx="164500" cy="116000"/>
              </a:xfrm>
              <a:custGeom>
                <a:avLst/>
                <a:gdLst/>
                <a:ahLst/>
                <a:cxnLst/>
                <a:rect l="l" t="t" r="r" b="b"/>
                <a:pathLst>
                  <a:path w="6580" h="4640" extrusionOk="0">
                    <a:moveTo>
                      <a:pt x="6332" y="1"/>
                    </a:moveTo>
                    <a:cubicBezTo>
                      <a:pt x="6300" y="1"/>
                      <a:pt x="6266" y="12"/>
                      <a:pt x="6231" y="38"/>
                    </a:cubicBezTo>
                    <a:cubicBezTo>
                      <a:pt x="4223" y="1448"/>
                      <a:pt x="2191" y="2859"/>
                      <a:pt x="159" y="4293"/>
                    </a:cubicBezTo>
                    <a:cubicBezTo>
                      <a:pt x="0" y="4392"/>
                      <a:pt x="104" y="4639"/>
                      <a:pt x="254" y="4639"/>
                    </a:cubicBezTo>
                    <a:cubicBezTo>
                      <a:pt x="284" y="4639"/>
                      <a:pt x="317" y="4629"/>
                      <a:pt x="350" y="4604"/>
                    </a:cubicBezTo>
                    <a:cubicBezTo>
                      <a:pt x="2358" y="3194"/>
                      <a:pt x="4390" y="1759"/>
                      <a:pt x="6423" y="348"/>
                    </a:cubicBezTo>
                    <a:cubicBezTo>
                      <a:pt x="6579" y="231"/>
                      <a:pt x="6479" y="1"/>
                      <a:pt x="633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4388575" y="3919000"/>
                <a:ext cx="15850" cy="163200"/>
              </a:xfrm>
              <a:custGeom>
                <a:avLst/>
                <a:gdLst/>
                <a:ahLst/>
                <a:cxnLst/>
                <a:rect l="l" t="t" r="r" b="b"/>
                <a:pathLst>
                  <a:path w="634" h="6528" extrusionOk="0">
                    <a:moveTo>
                      <a:pt x="179" y="0"/>
                    </a:moveTo>
                    <a:cubicBezTo>
                      <a:pt x="90" y="0"/>
                      <a:pt x="0" y="60"/>
                      <a:pt x="0" y="180"/>
                    </a:cubicBezTo>
                    <a:cubicBezTo>
                      <a:pt x="24" y="2236"/>
                      <a:pt x="120" y="4292"/>
                      <a:pt x="263" y="6348"/>
                    </a:cubicBezTo>
                    <a:cubicBezTo>
                      <a:pt x="263" y="6467"/>
                      <a:pt x="359" y="6527"/>
                      <a:pt x="451" y="6527"/>
                    </a:cubicBezTo>
                    <a:cubicBezTo>
                      <a:pt x="544" y="6527"/>
                      <a:pt x="634" y="6467"/>
                      <a:pt x="622" y="6348"/>
                    </a:cubicBezTo>
                    <a:cubicBezTo>
                      <a:pt x="478" y="4292"/>
                      <a:pt x="383" y="2236"/>
                      <a:pt x="359" y="180"/>
                    </a:cubicBezTo>
                    <a:cubicBezTo>
                      <a:pt x="359" y="60"/>
                      <a:pt x="269" y="0"/>
                      <a:pt x="1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4550800" y="3811375"/>
                <a:ext cx="168775" cy="118175"/>
              </a:xfrm>
              <a:custGeom>
                <a:avLst/>
                <a:gdLst/>
                <a:ahLst/>
                <a:cxnLst/>
                <a:rect l="l" t="t" r="r" b="b"/>
                <a:pathLst>
                  <a:path w="6751" h="4727" extrusionOk="0">
                    <a:moveTo>
                      <a:pt x="248" y="1"/>
                    </a:moveTo>
                    <a:cubicBezTo>
                      <a:pt x="101" y="1"/>
                      <a:pt x="1" y="231"/>
                      <a:pt x="158" y="348"/>
                    </a:cubicBezTo>
                    <a:cubicBezTo>
                      <a:pt x="2238" y="1807"/>
                      <a:pt x="4341" y="3241"/>
                      <a:pt x="6421" y="4700"/>
                    </a:cubicBezTo>
                    <a:cubicBezTo>
                      <a:pt x="6451" y="4718"/>
                      <a:pt x="6481" y="4727"/>
                      <a:pt x="6508" y="4727"/>
                    </a:cubicBezTo>
                    <a:cubicBezTo>
                      <a:pt x="6656" y="4727"/>
                      <a:pt x="6750" y="4490"/>
                      <a:pt x="6589" y="4389"/>
                    </a:cubicBezTo>
                    <a:cubicBezTo>
                      <a:pt x="4509" y="2931"/>
                      <a:pt x="2429" y="1496"/>
                      <a:pt x="349" y="38"/>
                    </a:cubicBezTo>
                    <a:cubicBezTo>
                      <a:pt x="314" y="12"/>
                      <a:pt x="280" y="1"/>
                      <a:pt x="2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4393500" y="4077600"/>
                <a:ext cx="164675" cy="116125"/>
              </a:xfrm>
              <a:custGeom>
                <a:avLst/>
                <a:gdLst/>
                <a:ahLst/>
                <a:cxnLst/>
                <a:rect l="l" t="t" r="r" b="b"/>
                <a:pathLst>
                  <a:path w="6587" h="4645" extrusionOk="0">
                    <a:moveTo>
                      <a:pt x="265" y="1"/>
                    </a:moveTo>
                    <a:cubicBezTo>
                      <a:pt x="111" y="1"/>
                      <a:pt x="0" y="238"/>
                      <a:pt x="162" y="339"/>
                    </a:cubicBezTo>
                    <a:cubicBezTo>
                      <a:pt x="2194" y="1773"/>
                      <a:pt x="4226" y="3184"/>
                      <a:pt x="6234" y="4618"/>
                    </a:cubicBezTo>
                    <a:cubicBezTo>
                      <a:pt x="6264" y="4637"/>
                      <a:pt x="6294" y="4645"/>
                      <a:pt x="6323" y="4645"/>
                    </a:cubicBezTo>
                    <a:cubicBezTo>
                      <a:pt x="6476" y="4645"/>
                      <a:pt x="6587" y="4408"/>
                      <a:pt x="6426" y="4307"/>
                    </a:cubicBezTo>
                    <a:cubicBezTo>
                      <a:pt x="4393" y="2873"/>
                      <a:pt x="2361" y="1462"/>
                      <a:pt x="353" y="28"/>
                    </a:cubicBezTo>
                    <a:cubicBezTo>
                      <a:pt x="323" y="9"/>
                      <a:pt x="293" y="1"/>
                      <a:pt x="26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4550700" y="4078600"/>
                <a:ext cx="174775" cy="115125"/>
              </a:xfrm>
              <a:custGeom>
                <a:avLst/>
                <a:gdLst/>
                <a:ahLst/>
                <a:cxnLst/>
                <a:rect l="l" t="t" r="r" b="b"/>
                <a:pathLst>
                  <a:path w="6991" h="4605" extrusionOk="0">
                    <a:moveTo>
                      <a:pt x="6737" y="0"/>
                    </a:moveTo>
                    <a:cubicBezTo>
                      <a:pt x="6706" y="0"/>
                      <a:pt x="6673" y="11"/>
                      <a:pt x="6641" y="36"/>
                    </a:cubicBezTo>
                    <a:cubicBezTo>
                      <a:pt x="4537" y="1518"/>
                      <a:pt x="2265" y="2785"/>
                      <a:pt x="162" y="4267"/>
                    </a:cubicBezTo>
                    <a:cubicBezTo>
                      <a:pt x="0" y="4368"/>
                      <a:pt x="111" y="4605"/>
                      <a:pt x="264" y="4605"/>
                    </a:cubicBezTo>
                    <a:cubicBezTo>
                      <a:pt x="293" y="4605"/>
                      <a:pt x="323" y="4597"/>
                      <a:pt x="353" y="4578"/>
                    </a:cubicBezTo>
                    <a:cubicBezTo>
                      <a:pt x="2457" y="3096"/>
                      <a:pt x="4704" y="1829"/>
                      <a:pt x="6832" y="346"/>
                    </a:cubicBezTo>
                    <a:cubicBezTo>
                      <a:pt x="6990" y="247"/>
                      <a:pt x="6886" y="0"/>
                      <a:pt x="67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4710725" y="3919000"/>
                <a:ext cx="16750" cy="16395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558" extrusionOk="0">
                    <a:moveTo>
                      <a:pt x="204" y="0"/>
                    </a:moveTo>
                    <a:cubicBezTo>
                      <a:pt x="114" y="0"/>
                      <a:pt x="24" y="60"/>
                      <a:pt x="24" y="180"/>
                    </a:cubicBezTo>
                    <a:cubicBezTo>
                      <a:pt x="1" y="2260"/>
                      <a:pt x="311" y="4316"/>
                      <a:pt x="168" y="6396"/>
                    </a:cubicBezTo>
                    <a:cubicBezTo>
                      <a:pt x="156" y="6503"/>
                      <a:pt x="246" y="6557"/>
                      <a:pt x="338" y="6557"/>
                    </a:cubicBezTo>
                    <a:cubicBezTo>
                      <a:pt x="431" y="6557"/>
                      <a:pt x="527" y="6503"/>
                      <a:pt x="527" y="6396"/>
                    </a:cubicBezTo>
                    <a:cubicBezTo>
                      <a:pt x="670" y="4316"/>
                      <a:pt x="359" y="2260"/>
                      <a:pt x="383" y="180"/>
                    </a:cubicBezTo>
                    <a:cubicBezTo>
                      <a:pt x="383" y="60"/>
                      <a:pt x="293" y="0"/>
                      <a:pt x="2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4741200" y="3935125"/>
                <a:ext cx="13475" cy="139900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596" extrusionOk="0">
                    <a:moveTo>
                      <a:pt x="201" y="1"/>
                    </a:moveTo>
                    <a:cubicBezTo>
                      <a:pt x="108" y="1"/>
                      <a:pt x="13" y="61"/>
                      <a:pt x="1" y="180"/>
                    </a:cubicBezTo>
                    <a:cubicBezTo>
                      <a:pt x="1" y="1925"/>
                      <a:pt x="73" y="3671"/>
                      <a:pt x="168" y="5416"/>
                    </a:cubicBezTo>
                    <a:cubicBezTo>
                      <a:pt x="180" y="5536"/>
                      <a:pt x="276" y="5595"/>
                      <a:pt x="365" y="5595"/>
                    </a:cubicBezTo>
                    <a:cubicBezTo>
                      <a:pt x="455" y="5595"/>
                      <a:pt x="539" y="5536"/>
                      <a:pt x="527" y="5416"/>
                    </a:cubicBezTo>
                    <a:cubicBezTo>
                      <a:pt x="431" y="3671"/>
                      <a:pt x="360" y="1925"/>
                      <a:pt x="383" y="180"/>
                    </a:cubicBezTo>
                    <a:cubicBezTo>
                      <a:pt x="383" y="61"/>
                      <a:pt x="294" y="1"/>
                      <a:pt x="2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4767500" y="3935125"/>
                <a:ext cx="13475" cy="139900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596" extrusionOk="0">
                    <a:moveTo>
                      <a:pt x="201" y="1"/>
                    </a:moveTo>
                    <a:cubicBezTo>
                      <a:pt x="108" y="1"/>
                      <a:pt x="13" y="61"/>
                      <a:pt x="1" y="180"/>
                    </a:cubicBezTo>
                    <a:cubicBezTo>
                      <a:pt x="1" y="1925"/>
                      <a:pt x="73" y="3671"/>
                      <a:pt x="168" y="5416"/>
                    </a:cubicBezTo>
                    <a:cubicBezTo>
                      <a:pt x="180" y="5536"/>
                      <a:pt x="276" y="5595"/>
                      <a:pt x="365" y="5595"/>
                    </a:cubicBezTo>
                    <a:cubicBezTo>
                      <a:pt x="455" y="5595"/>
                      <a:pt x="539" y="5536"/>
                      <a:pt x="527" y="5416"/>
                    </a:cubicBezTo>
                    <a:cubicBezTo>
                      <a:pt x="431" y="3671"/>
                      <a:pt x="359" y="1925"/>
                      <a:pt x="383" y="180"/>
                    </a:cubicBezTo>
                    <a:cubicBezTo>
                      <a:pt x="383" y="61"/>
                      <a:pt x="294" y="1"/>
                      <a:pt x="2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4903175" y="3672000"/>
                <a:ext cx="13475" cy="139575"/>
              </a:xfrm>
              <a:custGeom>
                <a:avLst/>
                <a:gdLst/>
                <a:ahLst/>
                <a:cxnLst/>
                <a:rect l="l" t="t" r="r" b="b"/>
                <a:pathLst>
                  <a:path w="539" h="5583" extrusionOk="0">
                    <a:moveTo>
                      <a:pt x="204" y="0"/>
                    </a:moveTo>
                    <a:cubicBezTo>
                      <a:pt x="115" y="0"/>
                      <a:pt x="25" y="54"/>
                      <a:pt x="25" y="162"/>
                    </a:cubicBezTo>
                    <a:cubicBezTo>
                      <a:pt x="1" y="1907"/>
                      <a:pt x="73" y="3676"/>
                      <a:pt x="168" y="5421"/>
                    </a:cubicBezTo>
                    <a:cubicBezTo>
                      <a:pt x="180" y="5529"/>
                      <a:pt x="276" y="5583"/>
                      <a:pt x="366" y="5583"/>
                    </a:cubicBezTo>
                    <a:cubicBezTo>
                      <a:pt x="455" y="5583"/>
                      <a:pt x="539" y="5529"/>
                      <a:pt x="527" y="5421"/>
                    </a:cubicBezTo>
                    <a:cubicBezTo>
                      <a:pt x="431" y="3676"/>
                      <a:pt x="360" y="1907"/>
                      <a:pt x="384" y="162"/>
                    </a:cubicBezTo>
                    <a:cubicBezTo>
                      <a:pt x="384" y="54"/>
                      <a:pt x="294" y="0"/>
                      <a:pt x="2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4869375" y="3544450"/>
                <a:ext cx="171150" cy="117575"/>
              </a:xfrm>
              <a:custGeom>
                <a:avLst/>
                <a:gdLst/>
                <a:ahLst/>
                <a:cxnLst/>
                <a:rect l="l" t="t" r="r" b="b"/>
                <a:pathLst>
                  <a:path w="6846" h="4703" extrusionOk="0">
                    <a:moveTo>
                      <a:pt x="6582" y="1"/>
                    </a:moveTo>
                    <a:cubicBezTo>
                      <a:pt x="6553" y="1"/>
                      <a:pt x="6523" y="9"/>
                      <a:pt x="6493" y="28"/>
                    </a:cubicBezTo>
                    <a:cubicBezTo>
                      <a:pt x="4389" y="1510"/>
                      <a:pt x="2238" y="2897"/>
                      <a:pt x="158" y="4355"/>
                    </a:cubicBezTo>
                    <a:cubicBezTo>
                      <a:pt x="1" y="4473"/>
                      <a:pt x="101" y="4703"/>
                      <a:pt x="248" y="4703"/>
                    </a:cubicBezTo>
                    <a:cubicBezTo>
                      <a:pt x="280" y="4703"/>
                      <a:pt x="314" y="4692"/>
                      <a:pt x="349" y="4666"/>
                    </a:cubicBezTo>
                    <a:cubicBezTo>
                      <a:pt x="2429" y="3208"/>
                      <a:pt x="4581" y="1821"/>
                      <a:pt x="6684" y="339"/>
                    </a:cubicBezTo>
                    <a:cubicBezTo>
                      <a:pt x="6846" y="238"/>
                      <a:pt x="6735" y="1"/>
                      <a:pt x="65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4870900" y="3652425"/>
                <a:ext cx="15275" cy="162975"/>
              </a:xfrm>
              <a:custGeom>
                <a:avLst/>
                <a:gdLst/>
                <a:ahLst/>
                <a:cxnLst/>
                <a:rect l="l" t="t" r="r" b="b"/>
                <a:pathLst>
                  <a:path w="611" h="6519" extrusionOk="0">
                    <a:moveTo>
                      <a:pt x="180" y="0"/>
                    </a:moveTo>
                    <a:cubicBezTo>
                      <a:pt x="91" y="0"/>
                      <a:pt x="1" y="60"/>
                      <a:pt x="1" y="180"/>
                    </a:cubicBezTo>
                    <a:cubicBezTo>
                      <a:pt x="25" y="2236"/>
                      <a:pt x="97" y="4292"/>
                      <a:pt x="240" y="6348"/>
                    </a:cubicBezTo>
                    <a:cubicBezTo>
                      <a:pt x="252" y="6458"/>
                      <a:pt x="353" y="6518"/>
                      <a:pt x="444" y="6518"/>
                    </a:cubicBezTo>
                    <a:cubicBezTo>
                      <a:pt x="531" y="6518"/>
                      <a:pt x="610" y="6464"/>
                      <a:pt x="599" y="6348"/>
                    </a:cubicBezTo>
                    <a:cubicBezTo>
                      <a:pt x="455" y="4292"/>
                      <a:pt x="383" y="2236"/>
                      <a:pt x="360" y="180"/>
                    </a:cubicBezTo>
                    <a:cubicBezTo>
                      <a:pt x="360" y="60"/>
                      <a:pt x="270" y="0"/>
                      <a:pt x="1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5033050" y="3544450"/>
                <a:ext cx="170550" cy="117575"/>
              </a:xfrm>
              <a:custGeom>
                <a:avLst/>
                <a:gdLst/>
                <a:ahLst/>
                <a:cxnLst/>
                <a:rect l="l" t="t" r="r" b="b"/>
                <a:pathLst>
                  <a:path w="6822" h="4703" extrusionOk="0">
                    <a:moveTo>
                      <a:pt x="242" y="1"/>
                    </a:moveTo>
                    <a:cubicBezTo>
                      <a:pt x="94" y="1"/>
                      <a:pt x="0" y="238"/>
                      <a:pt x="161" y="339"/>
                    </a:cubicBezTo>
                    <a:cubicBezTo>
                      <a:pt x="2241" y="1821"/>
                      <a:pt x="4393" y="3208"/>
                      <a:pt x="6497" y="4666"/>
                    </a:cubicBezTo>
                    <a:cubicBezTo>
                      <a:pt x="6532" y="4692"/>
                      <a:pt x="6565" y="4703"/>
                      <a:pt x="6596" y="4703"/>
                    </a:cubicBezTo>
                    <a:cubicBezTo>
                      <a:pt x="6737" y="4703"/>
                      <a:pt x="6821" y="4473"/>
                      <a:pt x="6664" y="4355"/>
                    </a:cubicBezTo>
                    <a:cubicBezTo>
                      <a:pt x="4584" y="2897"/>
                      <a:pt x="2433" y="1510"/>
                      <a:pt x="329" y="28"/>
                    </a:cubicBezTo>
                    <a:cubicBezTo>
                      <a:pt x="299" y="9"/>
                      <a:pt x="269" y="1"/>
                      <a:pt x="24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4875925" y="3810825"/>
                <a:ext cx="164500" cy="116000"/>
              </a:xfrm>
              <a:custGeom>
                <a:avLst/>
                <a:gdLst/>
                <a:ahLst/>
                <a:cxnLst/>
                <a:rect l="l" t="t" r="r" b="b"/>
                <a:pathLst>
                  <a:path w="6580" h="4640" extrusionOk="0">
                    <a:moveTo>
                      <a:pt x="231" y="1"/>
                    </a:moveTo>
                    <a:cubicBezTo>
                      <a:pt x="88" y="1"/>
                      <a:pt x="0" y="248"/>
                      <a:pt x="159" y="347"/>
                    </a:cubicBezTo>
                    <a:cubicBezTo>
                      <a:pt x="2191" y="1781"/>
                      <a:pt x="4199" y="3192"/>
                      <a:pt x="6231" y="4602"/>
                    </a:cubicBezTo>
                    <a:cubicBezTo>
                      <a:pt x="6266" y="4628"/>
                      <a:pt x="6300" y="4639"/>
                      <a:pt x="6332" y="4639"/>
                    </a:cubicBezTo>
                    <a:cubicBezTo>
                      <a:pt x="6479" y="4639"/>
                      <a:pt x="6579" y="4409"/>
                      <a:pt x="6422" y="4291"/>
                    </a:cubicBezTo>
                    <a:cubicBezTo>
                      <a:pt x="4390" y="2881"/>
                      <a:pt x="2358" y="1446"/>
                      <a:pt x="326" y="36"/>
                    </a:cubicBezTo>
                    <a:cubicBezTo>
                      <a:pt x="293" y="11"/>
                      <a:pt x="261" y="1"/>
                      <a:pt x="2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5037225" y="3811975"/>
                <a:ext cx="169950" cy="113400"/>
              </a:xfrm>
              <a:custGeom>
                <a:avLst/>
                <a:gdLst/>
                <a:ahLst/>
                <a:cxnLst/>
                <a:rect l="l" t="t" r="r" b="b"/>
                <a:pathLst>
                  <a:path w="6798" h="4536" extrusionOk="0">
                    <a:moveTo>
                      <a:pt x="6573" y="1"/>
                    </a:moveTo>
                    <a:cubicBezTo>
                      <a:pt x="6542" y="1"/>
                      <a:pt x="6508" y="12"/>
                      <a:pt x="6474" y="38"/>
                    </a:cubicBezTo>
                    <a:cubicBezTo>
                      <a:pt x="4394" y="1472"/>
                      <a:pt x="2242" y="2739"/>
                      <a:pt x="162" y="4198"/>
                    </a:cubicBezTo>
                    <a:cubicBezTo>
                      <a:pt x="0" y="4298"/>
                      <a:pt x="111" y="4535"/>
                      <a:pt x="265" y="4535"/>
                    </a:cubicBezTo>
                    <a:cubicBezTo>
                      <a:pt x="293" y="4535"/>
                      <a:pt x="323" y="4527"/>
                      <a:pt x="353" y="4508"/>
                    </a:cubicBezTo>
                    <a:cubicBezTo>
                      <a:pt x="2409" y="3074"/>
                      <a:pt x="4585" y="1783"/>
                      <a:pt x="6641" y="348"/>
                    </a:cubicBezTo>
                    <a:cubicBezTo>
                      <a:pt x="6798" y="231"/>
                      <a:pt x="6713" y="1"/>
                      <a:pt x="657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5193075" y="3652425"/>
                <a:ext cx="16750" cy="163800"/>
              </a:xfrm>
              <a:custGeom>
                <a:avLst/>
                <a:gdLst/>
                <a:ahLst/>
                <a:cxnLst/>
                <a:rect l="l" t="t" r="r" b="b"/>
                <a:pathLst>
                  <a:path w="670" h="6552" extrusionOk="0">
                    <a:moveTo>
                      <a:pt x="180" y="0"/>
                    </a:moveTo>
                    <a:cubicBezTo>
                      <a:pt x="90" y="0"/>
                      <a:pt x="0" y="60"/>
                      <a:pt x="0" y="180"/>
                    </a:cubicBezTo>
                    <a:cubicBezTo>
                      <a:pt x="0" y="2236"/>
                      <a:pt x="311" y="4316"/>
                      <a:pt x="168" y="6372"/>
                    </a:cubicBezTo>
                    <a:cubicBezTo>
                      <a:pt x="156" y="6491"/>
                      <a:pt x="240" y="6551"/>
                      <a:pt x="329" y="6551"/>
                    </a:cubicBezTo>
                    <a:cubicBezTo>
                      <a:pt x="419" y="6551"/>
                      <a:pt x="514" y="6491"/>
                      <a:pt x="526" y="6372"/>
                    </a:cubicBezTo>
                    <a:cubicBezTo>
                      <a:pt x="670" y="4316"/>
                      <a:pt x="359" y="2236"/>
                      <a:pt x="359" y="180"/>
                    </a:cubicBezTo>
                    <a:cubicBezTo>
                      <a:pt x="359" y="60"/>
                      <a:pt x="269" y="0"/>
                      <a:pt x="1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4709075" y="3811375"/>
                <a:ext cx="172950" cy="118175"/>
              </a:xfrm>
              <a:custGeom>
                <a:avLst/>
                <a:gdLst/>
                <a:ahLst/>
                <a:cxnLst/>
                <a:rect l="l" t="t" r="r" b="b"/>
                <a:pathLst>
                  <a:path w="6918" h="4727" extrusionOk="0">
                    <a:moveTo>
                      <a:pt x="6693" y="1"/>
                    </a:moveTo>
                    <a:cubicBezTo>
                      <a:pt x="6662" y="1"/>
                      <a:pt x="6628" y="12"/>
                      <a:pt x="6593" y="38"/>
                    </a:cubicBezTo>
                    <a:cubicBezTo>
                      <a:pt x="4466" y="1520"/>
                      <a:pt x="2290" y="2907"/>
                      <a:pt x="162" y="4389"/>
                    </a:cubicBezTo>
                    <a:cubicBezTo>
                      <a:pt x="1" y="4490"/>
                      <a:pt x="112" y="4727"/>
                      <a:pt x="265" y="4727"/>
                    </a:cubicBezTo>
                    <a:cubicBezTo>
                      <a:pt x="294" y="4727"/>
                      <a:pt x="324" y="4718"/>
                      <a:pt x="353" y="4700"/>
                    </a:cubicBezTo>
                    <a:cubicBezTo>
                      <a:pt x="2457" y="3217"/>
                      <a:pt x="4657" y="1831"/>
                      <a:pt x="6761" y="348"/>
                    </a:cubicBezTo>
                    <a:cubicBezTo>
                      <a:pt x="6918" y="231"/>
                      <a:pt x="6833" y="1"/>
                      <a:pt x="669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4874750" y="3811375"/>
                <a:ext cx="164525" cy="116000"/>
              </a:xfrm>
              <a:custGeom>
                <a:avLst/>
                <a:gdLst/>
                <a:ahLst/>
                <a:cxnLst/>
                <a:rect l="l" t="t" r="r" b="b"/>
                <a:pathLst>
                  <a:path w="6581" h="4640" extrusionOk="0">
                    <a:moveTo>
                      <a:pt x="248" y="1"/>
                    </a:moveTo>
                    <a:cubicBezTo>
                      <a:pt x="101" y="1"/>
                      <a:pt x="1" y="231"/>
                      <a:pt x="158" y="348"/>
                    </a:cubicBezTo>
                    <a:cubicBezTo>
                      <a:pt x="2190" y="1759"/>
                      <a:pt x="4222" y="3194"/>
                      <a:pt x="6230" y="4604"/>
                    </a:cubicBezTo>
                    <a:cubicBezTo>
                      <a:pt x="6263" y="4629"/>
                      <a:pt x="6296" y="4639"/>
                      <a:pt x="6327" y="4639"/>
                    </a:cubicBezTo>
                    <a:cubicBezTo>
                      <a:pt x="6476" y="4639"/>
                      <a:pt x="6580" y="4392"/>
                      <a:pt x="6422" y="4293"/>
                    </a:cubicBezTo>
                    <a:cubicBezTo>
                      <a:pt x="4389" y="2859"/>
                      <a:pt x="2381" y="1448"/>
                      <a:pt x="349" y="38"/>
                    </a:cubicBezTo>
                    <a:cubicBezTo>
                      <a:pt x="315" y="12"/>
                      <a:pt x="280" y="1"/>
                      <a:pt x="2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4717950" y="4077600"/>
                <a:ext cx="164200" cy="116125"/>
              </a:xfrm>
              <a:custGeom>
                <a:avLst/>
                <a:gdLst/>
                <a:ahLst/>
                <a:cxnLst/>
                <a:rect l="l" t="t" r="r" b="b"/>
                <a:pathLst>
                  <a:path w="6568" h="4645" extrusionOk="0">
                    <a:moveTo>
                      <a:pt x="246" y="1"/>
                    </a:moveTo>
                    <a:cubicBezTo>
                      <a:pt x="98" y="1"/>
                      <a:pt x="1" y="238"/>
                      <a:pt x="142" y="339"/>
                    </a:cubicBezTo>
                    <a:cubicBezTo>
                      <a:pt x="2174" y="1773"/>
                      <a:pt x="4206" y="3184"/>
                      <a:pt x="6238" y="4618"/>
                    </a:cubicBezTo>
                    <a:cubicBezTo>
                      <a:pt x="6268" y="4637"/>
                      <a:pt x="6298" y="4645"/>
                      <a:pt x="6325" y="4645"/>
                    </a:cubicBezTo>
                    <a:cubicBezTo>
                      <a:pt x="6473" y="4645"/>
                      <a:pt x="6567" y="4408"/>
                      <a:pt x="6406" y="4307"/>
                    </a:cubicBezTo>
                    <a:cubicBezTo>
                      <a:pt x="4398" y="2873"/>
                      <a:pt x="2365" y="1462"/>
                      <a:pt x="333" y="28"/>
                    </a:cubicBezTo>
                    <a:cubicBezTo>
                      <a:pt x="303" y="9"/>
                      <a:pt x="274" y="1"/>
                      <a:pt x="24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4874650" y="4077600"/>
                <a:ext cx="164675" cy="116125"/>
              </a:xfrm>
              <a:custGeom>
                <a:avLst/>
                <a:gdLst/>
                <a:ahLst/>
                <a:cxnLst/>
                <a:rect l="l" t="t" r="r" b="b"/>
                <a:pathLst>
                  <a:path w="6587" h="4645" extrusionOk="0">
                    <a:moveTo>
                      <a:pt x="6323" y="1"/>
                    </a:moveTo>
                    <a:cubicBezTo>
                      <a:pt x="6294" y="1"/>
                      <a:pt x="6264" y="9"/>
                      <a:pt x="6234" y="28"/>
                    </a:cubicBezTo>
                    <a:cubicBezTo>
                      <a:pt x="4226" y="1462"/>
                      <a:pt x="2194" y="2873"/>
                      <a:pt x="162" y="4307"/>
                    </a:cubicBezTo>
                    <a:cubicBezTo>
                      <a:pt x="0" y="4408"/>
                      <a:pt x="111" y="4645"/>
                      <a:pt x="265" y="4645"/>
                    </a:cubicBezTo>
                    <a:cubicBezTo>
                      <a:pt x="293" y="4645"/>
                      <a:pt x="323" y="4637"/>
                      <a:pt x="353" y="4618"/>
                    </a:cubicBezTo>
                    <a:cubicBezTo>
                      <a:pt x="2385" y="3184"/>
                      <a:pt x="4393" y="1773"/>
                      <a:pt x="6426" y="339"/>
                    </a:cubicBezTo>
                    <a:cubicBezTo>
                      <a:pt x="6587" y="238"/>
                      <a:pt x="6476" y="1"/>
                      <a:pt x="632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5028700" y="3919000"/>
                <a:ext cx="15575" cy="163200"/>
              </a:xfrm>
              <a:custGeom>
                <a:avLst/>
                <a:gdLst/>
                <a:ahLst/>
                <a:cxnLst/>
                <a:rect l="l" t="t" r="r" b="b"/>
                <a:pathLst>
                  <a:path w="623" h="6528" extrusionOk="0">
                    <a:moveTo>
                      <a:pt x="443" y="0"/>
                    </a:moveTo>
                    <a:cubicBezTo>
                      <a:pt x="353" y="0"/>
                      <a:pt x="264" y="60"/>
                      <a:pt x="264" y="180"/>
                    </a:cubicBezTo>
                    <a:cubicBezTo>
                      <a:pt x="240" y="2236"/>
                      <a:pt x="144" y="4292"/>
                      <a:pt x="1" y="6348"/>
                    </a:cubicBezTo>
                    <a:cubicBezTo>
                      <a:pt x="1" y="6467"/>
                      <a:pt x="90" y="6527"/>
                      <a:pt x="180" y="6527"/>
                    </a:cubicBezTo>
                    <a:cubicBezTo>
                      <a:pt x="270" y="6527"/>
                      <a:pt x="359" y="6467"/>
                      <a:pt x="359" y="6348"/>
                    </a:cubicBezTo>
                    <a:cubicBezTo>
                      <a:pt x="527" y="4292"/>
                      <a:pt x="598" y="2236"/>
                      <a:pt x="622" y="180"/>
                    </a:cubicBezTo>
                    <a:cubicBezTo>
                      <a:pt x="622" y="60"/>
                      <a:pt x="533" y="0"/>
                      <a:pt x="4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4418000" y="3852025"/>
                <a:ext cx="141275" cy="100825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4033" extrusionOk="0">
                    <a:moveTo>
                      <a:pt x="5403" y="0"/>
                    </a:moveTo>
                    <a:cubicBezTo>
                      <a:pt x="5371" y="0"/>
                      <a:pt x="5337" y="12"/>
                      <a:pt x="5302" y="37"/>
                    </a:cubicBezTo>
                    <a:cubicBezTo>
                      <a:pt x="3581" y="1257"/>
                      <a:pt x="1859" y="2476"/>
                      <a:pt x="162" y="3671"/>
                    </a:cubicBezTo>
                    <a:cubicBezTo>
                      <a:pt x="0" y="3793"/>
                      <a:pt x="95" y="4033"/>
                      <a:pt x="243" y="4033"/>
                    </a:cubicBezTo>
                    <a:cubicBezTo>
                      <a:pt x="270" y="4033"/>
                      <a:pt x="300" y="4025"/>
                      <a:pt x="329" y="4006"/>
                    </a:cubicBezTo>
                    <a:cubicBezTo>
                      <a:pt x="2051" y="2787"/>
                      <a:pt x="3772" y="1568"/>
                      <a:pt x="5493" y="348"/>
                    </a:cubicBezTo>
                    <a:cubicBezTo>
                      <a:pt x="5650" y="231"/>
                      <a:pt x="5550" y="0"/>
                      <a:pt x="54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4546625" y="4058825"/>
                <a:ext cx="142950" cy="97500"/>
              </a:xfrm>
              <a:custGeom>
                <a:avLst/>
                <a:gdLst/>
                <a:ahLst/>
                <a:cxnLst/>
                <a:rect l="l" t="t" r="r" b="b"/>
                <a:pathLst>
                  <a:path w="5718" h="3900" extrusionOk="0">
                    <a:moveTo>
                      <a:pt x="5492" y="1"/>
                    </a:moveTo>
                    <a:cubicBezTo>
                      <a:pt x="5461" y="1"/>
                      <a:pt x="5428" y="12"/>
                      <a:pt x="5393" y="38"/>
                    </a:cubicBezTo>
                    <a:cubicBezTo>
                      <a:pt x="3648" y="1209"/>
                      <a:pt x="1902" y="2381"/>
                      <a:pt x="157" y="3552"/>
                    </a:cubicBezTo>
                    <a:cubicBezTo>
                      <a:pt x="0" y="3670"/>
                      <a:pt x="85" y="3900"/>
                      <a:pt x="239" y="3900"/>
                    </a:cubicBezTo>
                    <a:cubicBezTo>
                      <a:pt x="273" y="3900"/>
                      <a:pt x="310" y="3889"/>
                      <a:pt x="348" y="3863"/>
                    </a:cubicBezTo>
                    <a:cubicBezTo>
                      <a:pt x="2070" y="2691"/>
                      <a:pt x="3815" y="1520"/>
                      <a:pt x="5560" y="348"/>
                    </a:cubicBezTo>
                    <a:cubicBezTo>
                      <a:pt x="5717" y="231"/>
                      <a:pt x="5633" y="1"/>
                      <a:pt x="54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4902725" y="3580675"/>
                <a:ext cx="143675" cy="97850"/>
              </a:xfrm>
              <a:custGeom>
                <a:avLst/>
                <a:gdLst/>
                <a:ahLst/>
                <a:cxnLst/>
                <a:rect l="l" t="t" r="r" b="b"/>
                <a:pathLst>
                  <a:path w="5747" h="3914" extrusionOk="0">
                    <a:moveTo>
                      <a:pt x="5499" y="0"/>
                    </a:moveTo>
                    <a:cubicBezTo>
                      <a:pt x="5467" y="0"/>
                      <a:pt x="5433" y="11"/>
                      <a:pt x="5398" y="37"/>
                    </a:cubicBezTo>
                    <a:cubicBezTo>
                      <a:pt x="3653" y="1209"/>
                      <a:pt x="1908" y="2380"/>
                      <a:pt x="162" y="3552"/>
                    </a:cubicBezTo>
                    <a:cubicBezTo>
                      <a:pt x="1" y="3673"/>
                      <a:pt x="112" y="3913"/>
                      <a:pt x="266" y="3913"/>
                    </a:cubicBezTo>
                    <a:cubicBezTo>
                      <a:pt x="294" y="3913"/>
                      <a:pt x="324" y="3905"/>
                      <a:pt x="354" y="3886"/>
                    </a:cubicBezTo>
                    <a:cubicBezTo>
                      <a:pt x="2099" y="2691"/>
                      <a:pt x="3844" y="1519"/>
                      <a:pt x="5590" y="348"/>
                    </a:cubicBezTo>
                    <a:cubicBezTo>
                      <a:pt x="5746" y="230"/>
                      <a:pt x="5646" y="0"/>
                      <a:pt x="54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2"/>
            <p:cNvGrpSpPr/>
            <p:nvPr/>
          </p:nvGrpSpPr>
          <p:grpSpPr>
            <a:xfrm>
              <a:off x="4582200" y="4106713"/>
              <a:ext cx="507325" cy="625350"/>
              <a:chOff x="4880025" y="2619575"/>
              <a:chExt cx="507325" cy="625350"/>
            </a:xfrm>
          </p:grpSpPr>
          <p:sp>
            <p:nvSpPr>
              <p:cNvPr id="160" name="Google Shape;160;p2"/>
              <p:cNvSpPr/>
              <p:nvPr/>
            </p:nvSpPr>
            <p:spPr>
              <a:xfrm>
                <a:off x="4884050" y="2959075"/>
                <a:ext cx="10200" cy="194425"/>
              </a:xfrm>
              <a:custGeom>
                <a:avLst/>
                <a:gdLst/>
                <a:ahLst/>
                <a:cxnLst/>
                <a:rect l="l" t="t" r="r" b="b"/>
                <a:pathLst>
                  <a:path w="408" h="7777" extrusionOk="0">
                    <a:moveTo>
                      <a:pt x="180" y="1"/>
                    </a:moveTo>
                    <a:cubicBezTo>
                      <a:pt x="91" y="1"/>
                      <a:pt x="1" y="61"/>
                      <a:pt x="1" y="180"/>
                    </a:cubicBezTo>
                    <a:lnTo>
                      <a:pt x="49" y="7616"/>
                    </a:lnTo>
                    <a:cubicBezTo>
                      <a:pt x="49" y="7723"/>
                      <a:pt x="138" y="7777"/>
                      <a:pt x="228" y="7777"/>
                    </a:cubicBezTo>
                    <a:cubicBezTo>
                      <a:pt x="318" y="7777"/>
                      <a:pt x="407" y="7723"/>
                      <a:pt x="407" y="7616"/>
                    </a:cubicBezTo>
                    <a:lnTo>
                      <a:pt x="360" y="180"/>
                    </a:lnTo>
                    <a:cubicBezTo>
                      <a:pt x="360" y="61"/>
                      <a:pt x="270" y="1"/>
                      <a:pt x="18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4880025" y="3150575"/>
                <a:ext cx="143175" cy="92225"/>
              </a:xfrm>
              <a:custGeom>
                <a:avLst/>
                <a:gdLst/>
                <a:ahLst/>
                <a:cxnLst/>
                <a:rect l="l" t="t" r="r" b="b"/>
                <a:pathLst>
                  <a:path w="5727" h="3689" extrusionOk="0">
                    <a:moveTo>
                      <a:pt x="265" y="0"/>
                    </a:moveTo>
                    <a:cubicBezTo>
                      <a:pt x="111" y="0"/>
                      <a:pt x="1" y="237"/>
                      <a:pt x="162" y="338"/>
                    </a:cubicBezTo>
                    <a:cubicBezTo>
                      <a:pt x="1859" y="1510"/>
                      <a:pt x="3605" y="2609"/>
                      <a:pt x="5374" y="3661"/>
                    </a:cubicBezTo>
                    <a:cubicBezTo>
                      <a:pt x="5408" y="3680"/>
                      <a:pt x="5440" y="3688"/>
                      <a:pt x="5470" y="3688"/>
                    </a:cubicBezTo>
                    <a:cubicBezTo>
                      <a:pt x="5633" y="3688"/>
                      <a:pt x="5726" y="3451"/>
                      <a:pt x="5565" y="3351"/>
                    </a:cubicBezTo>
                    <a:cubicBezTo>
                      <a:pt x="3796" y="2299"/>
                      <a:pt x="2051" y="1199"/>
                      <a:pt x="353" y="27"/>
                    </a:cubicBezTo>
                    <a:cubicBezTo>
                      <a:pt x="323" y="9"/>
                      <a:pt x="293" y="0"/>
                      <a:pt x="26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4885875" y="2888025"/>
                <a:ext cx="190175" cy="75975"/>
              </a:xfrm>
              <a:custGeom>
                <a:avLst/>
                <a:gdLst/>
                <a:ahLst/>
                <a:cxnLst/>
                <a:rect l="l" t="t" r="r" b="b"/>
                <a:pathLst>
                  <a:path w="7607" h="3039" extrusionOk="0">
                    <a:moveTo>
                      <a:pt x="7376" y="0"/>
                    </a:moveTo>
                    <a:cubicBezTo>
                      <a:pt x="7357" y="0"/>
                      <a:pt x="7337" y="3"/>
                      <a:pt x="7316" y="10"/>
                    </a:cubicBezTo>
                    <a:cubicBezTo>
                      <a:pt x="4949" y="894"/>
                      <a:pt x="2558" y="1803"/>
                      <a:pt x="191" y="2687"/>
                    </a:cubicBezTo>
                    <a:cubicBezTo>
                      <a:pt x="1" y="2751"/>
                      <a:pt x="35" y="3038"/>
                      <a:pt x="210" y="3038"/>
                    </a:cubicBezTo>
                    <a:cubicBezTo>
                      <a:pt x="233" y="3038"/>
                      <a:pt x="259" y="3033"/>
                      <a:pt x="287" y="3022"/>
                    </a:cubicBezTo>
                    <a:cubicBezTo>
                      <a:pt x="2653" y="2161"/>
                      <a:pt x="5044" y="1253"/>
                      <a:pt x="7411" y="368"/>
                    </a:cubicBezTo>
                    <a:cubicBezTo>
                      <a:pt x="7607" y="303"/>
                      <a:pt x="7565" y="0"/>
                      <a:pt x="73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5014975" y="3171775"/>
                <a:ext cx="185875" cy="73150"/>
              </a:xfrm>
              <a:custGeom>
                <a:avLst/>
                <a:gdLst/>
                <a:ahLst/>
                <a:cxnLst/>
                <a:rect l="l" t="t" r="r" b="b"/>
                <a:pathLst>
                  <a:path w="7435" h="2926" extrusionOk="0">
                    <a:moveTo>
                      <a:pt x="7218" y="0"/>
                    </a:moveTo>
                    <a:cubicBezTo>
                      <a:pt x="7197" y="0"/>
                      <a:pt x="7173" y="5"/>
                      <a:pt x="7148" y="16"/>
                    </a:cubicBezTo>
                    <a:cubicBezTo>
                      <a:pt x="4829" y="853"/>
                      <a:pt x="2510" y="1714"/>
                      <a:pt x="191" y="2574"/>
                    </a:cubicBezTo>
                    <a:cubicBezTo>
                      <a:pt x="1" y="2638"/>
                      <a:pt x="53" y="2925"/>
                      <a:pt x="217" y="2925"/>
                    </a:cubicBezTo>
                    <a:cubicBezTo>
                      <a:pt x="238" y="2925"/>
                      <a:pt x="262" y="2920"/>
                      <a:pt x="287" y="2909"/>
                    </a:cubicBezTo>
                    <a:cubicBezTo>
                      <a:pt x="2606" y="2072"/>
                      <a:pt x="4925" y="1212"/>
                      <a:pt x="7244" y="351"/>
                    </a:cubicBezTo>
                    <a:cubicBezTo>
                      <a:pt x="7434" y="287"/>
                      <a:pt x="7382" y="0"/>
                      <a:pt x="7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5193075" y="2974475"/>
                <a:ext cx="15575" cy="202200"/>
              </a:xfrm>
              <a:custGeom>
                <a:avLst/>
                <a:gdLst/>
                <a:ahLst/>
                <a:cxnLst/>
                <a:rect l="l" t="t" r="r" b="b"/>
                <a:pathLst>
                  <a:path w="623" h="8088" extrusionOk="0">
                    <a:moveTo>
                      <a:pt x="419" y="1"/>
                    </a:moveTo>
                    <a:cubicBezTo>
                      <a:pt x="329" y="1"/>
                      <a:pt x="240" y="54"/>
                      <a:pt x="240" y="162"/>
                    </a:cubicBezTo>
                    <a:cubicBezTo>
                      <a:pt x="263" y="2744"/>
                      <a:pt x="0" y="5326"/>
                      <a:pt x="24" y="7908"/>
                    </a:cubicBezTo>
                    <a:cubicBezTo>
                      <a:pt x="24" y="8028"/>
                      <a:pt x="114" y="8087"/>
                      <a:pt x="204" y="8087"/>
                    </a:cubicBezTo>
                    <a:cubicBezTo>
                      <a:pt x="293" y="8087"/>
                      <a:pt x="383" y="8028"/>
                      <a:pt x="383" y="7908"/>
                    </a:cubicBezTo>
                    <a:cubicBezTo>
                      <a:pt x="359" y="5326"/>
                      <a:pt x="622" y="2744"/>
                      <a:pt x="598" y="162"/>
                    </a:cubicBezTo>
                    <a:cubicBezTo>
                      <a:pt x="598" y="54"/>
                      <a:pt x="508" y="1"/>
                      <a:pt x="4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5064200" y="2885575"/>
                <a:ext cx="142875" cy="94600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3784" extrusionOk="0">
                    <a:moveTo>
                      <a:pt x="254" y="1"/>
                    </a:moveTo>
                    <a:cubicBezTo>
                      <a:pt x="104" y="1"/>
                      <a:pt x="0" y="248"/>
                      <a:pt x="159" y="347"/>
                    </a:cubicBezTo>
                    <a:cubicBezTo>
                      <a:pt x="1832" y="1542"/>
                      <a:pt x="3697" y="2451"/>
                      <a:pt x="5299" y="3742"/>
                    </a:cubicBezTo>
                    <a:cubicBezTo>
                      <a:pt x="5338" y="3771"/>
                      <a:pt x="5380" y="3783"/>
                      <a:pt x="5420" y="3783"/>
                    </a:cubicBezTo>
                    <a:cubicBezTo>
                      <a:pt x="5578" y="3783"/>
                      <a:pt x="5714" y="3593"/>
                      <a:pt x="5562" y="3479"/>
                    </a:cubicBezTo>
                    <a:cubicBezTo>
                      <a:pt x="3936" y="2164"/>
                      <a:pt x="2047" y="1231"/>
                      <a:pt x="350" y="36"/>
                    </a:cubicBezTo>
                    <a:cubicBezTo>
                      <a:pt x="317" y="11"/>
                      <a:pt x="284" y="1"/>
                      <a:pt x="25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5094725" y="2870000"/>
                <a:ext cx="122550" cy="80725"/>
              </a:xfrm>
              <a:custGeom>
                <a:avLst/>
                <a:gdLst/>
                <a:ahLst/>
                <a:cxnLst/>
                <a:rect l="l" t="t" r="r" b="b"/>
                <a:pathLst>
                  <a:path w="4902" h="3229" extrusionOk="0">
                    <a:moveTo>
                      <a:pt x="247" y="1"/>
                    </a:moveTo>
                    <a:cubicBezTo>
                      <a:pt x="100" y="1"/>
                      <a:pt x="0" y="231"/>
                      <a:pt x="157" y="348"/>
                    </a:cubicBezTo>
                    <a:cubicBezTo>
                      <a:pt x="1591" y="1352"/>
                      <a:pt x="3074" y="2285"/>
                      <a:pt x="4556" y="3193"/>
                    </a:cubicBezTo>
                    <a:cubicBezTo>
                      <a:pt x="4589" y="3218"/>
                      <a:pt x="4622" y="3228"/>
                      <a:pt x="4652" y="3228"/>
                    </a:cubicBezTo>
                    <a:cubicBezTo>
                      <a:pt x="4801" y="3228"/>
                      <a:pt x="4902" y="2982"/>
                      <a:pt x="4723" y="2882"/>
                    </a:cubicBezTo>
                    <a:cubicBezTo>
                      <a:pt x="3241" y="1974"/>
                      <a:pt x="1759" y="1042"/>
                      <a:pt x="348" y="37"/>
                    </a:cubicBezTo>
                    <a:cubicBezTo>
                      <a:pt x="314" y="12"/>
                      <a:pt x="279" y="1"/>
                      <a:pt x="24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5109650" y="2848475"/>
                <a:ext cx="122750" cy="80525"/>
              </a:xfrm>
              <a:custGeom>
                <a:avLst/>
                <a:gdLst/>
                <a:ahLst/>
                <a:cxnLst/>
                <a:rect l="l" t="t" r="r" b="b"/>
                <a:pathLst>
                  <a:path w="4910" h="3221" extrusionOk="0">
                    <a:moveTo>
                      <a:pt x="248" y="1"/>
                    </a:moveTo>
                    <a:cubicBezTo>
                      <a:pt x="101" y="1"/>
                      <a:pt x="1" y="231"/>
                      <a:pt x="158" y="349"/>
                    </a:cubicBezTo>
                    <a:cubicBezTo>
                      <a:pt x="1592" y="1353"/>
                      <a:pt x="3074" y="2285"/>
                      <a:pt x="4557" y="3194"/>
                    </a:cubicBezTo>
                    <a:cubicBezTo>
                      <a:pt x="4587" y="3212"/>
                      <a:pt x="4617" y="3220"/>
                      <a:pt x="4645" y="3220"/>
                    </a:cubicBezTo>
                    <a:cubicBezTo>
                      <a:pt x="4799" y="3220"/>
                      <a:pt x="4909" y="2984"/>
                      <a:pt x="4748" y="2883"/>
                    </a:cubicBezTo>
                    <a:cubicBezTo>
                      <a:pt x="3242" y="1974"/>
                      <a:pt x="1783" y="1042"/>
                      <a:pt x="349" y="38"/>
                    </a:cubicBezTo>
                    <a:cubicBezTo>
                      <a:pt x="314" y="12"/>
                      <a:pt x="280" y="1"/>
                      <a:pt x="2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5070575" y="2623675"/>
                <a:ext cx="186450" cy="73150"/>
              </a:xfrm>
              <a:custGeom>
                <a:avLst/>
                <a:gdLst/>
                <a:ahLst/>
                <a:cxnLst/>
                <a:rect l="l" t="t" r="r" b="b"/>
                <a:pathLst>
                  <a:path w="7458" h="2926" extrusionOk="0">
                    <a:moveTo>
                      <a:pt x="7242" y="0"/>
                    </a:moveTo>
                    <a:cubicBezTo>
                      <a:pt x="7220" y="0"/>
                      <a:pt x="7197" y="5"/>
                      <a:pt x="7172" y="16"/>
                    </a:cubicBezTo>
                    <a:cubicBezTo>
                      <a:pt x="4853" y="853"/>
                      <a:pt x="2534" y="1714"/>
                      <a:pt x="191" y="2575"/>
                    </a:cubicBezTo>
                    <a:cubicBezTo>
                      <a:pt x="0" y="2638"/>
                      <a:pt x="53" y="2925"/>
                      <a:pt x="216" y="2925"/>
                    </a:cubicBezTo>
                    <a:cubicBezTo>
                      <a:pt x="238" y="2925"/>
                      <a:pt x="261" y="2920"/>
                      <a:pt x="286" y="2909"/>
                    </a:cubicBezTo>
                    <a:cubicBezTo>
                      <a:pt x="2629" y="2072"/>
                      <a:pt x="4948" y="1212"/>
                      <a:pt x="7267" y="351"/>
                    </a:cubicBezTo>
                    <a:cubicBezTo>
                      <a:pt x="7457" y="288"/>
                      <a:pt x="7405" y="0"/>
                      <a:pt x="72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5066350" y="2693100"/>
                <a:ext cx="12000" cy="202650"/>
              </a:xfrm>
              <a:custGeom>
                <a:avLst/>
                <a:gdLst/>
                <a:ahLst/>
                <a:cxnLst/>
                <a:rect l="l" t="t" r="r" b="b"/>
                <a:pathLst>
                  <a:path w="480" h="8106" extrusionOk="0">
                    <a:moveTo>
                      <a:pt x="288" y="1"/>
                    </a:moveTo>
                    <a:cubicBezTo>
                      <a:pt x="192" y="1"/>
                      <a:pt x="97" y="61"/>
                      <a:pt x="97" y="180"/>
                    </a:cubicBezTo>
                    <a:cubicBezTo>
                      <a:pt x="120" y="2762"/>
                      <a:pt x="1" y="5344"/>
                      <a:pt x="25" y="7926"/>
                    </a:cubicBezTo>
                    <a:cubicBezTo>
                      <a:pt x="25" y="8046"/>
                      <a:pt x="114" y="8106"/>
                      <a:pt x="204" y="8106"/>
                    </a:cubicBezTo>
                    <a:cubicBezTo>
                      <a:pt x="294" y="8106"/>
                      <a:pt x="383" y="8046"/>
                      <a:pt x="383" y="7926"/>
                    </a:cubicBezTo>
                    <a:cubicBezTo>
                      <a:pt x="383" y="5344"/>
                      <a:pt x="479" y="2762"/>
                      <a:pt x="479" y="180"/>
                    </a:cubicBezTo>
                    <a:cubicBezTo>
                      <a:pt x="479" y="61"/>
                      <a:pt x="383" y="1"/>
                      <a:pt x="28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>
                <a:off x="5070450" y="2624425"/>
                <a:ext cx="186125" cy="73450"/>
              </a:xfrm>
              <a:custGeom>
                <a:avLst/>
                <a:gdLst/>
                <a:ahLst/>
                <a:cxnLst/>
                <a:rect l="l" t="t" r="r" b="b"/>
                <a:pathLst>
                  <a:path w="7445" h="2938" extrusionOk="0">
                    <a:moveTo>
                      <a:pt x="7213" y="1"/>
                    </a:moveTo>
                    <a:cubicBezTo>
                      <a:pt x="7195" y="1"/>
                      <a:pt x="7174" y="4"/>
                      <a:pt x="7153" y="10"/>
                    </a:cubicBezTo>
                    <a:cubicBezTo>
                      <a:pt x="4834" y="871"/>
                      <a:pt x="2515" y="1732"/>
                      <a:pt x="196" y="2568"/>
                    </a:cubicBezTo>
                    <a:cubicBezTo>
                      <a:pt x="1" y="2655"/>
                      <a:pt x="61" y="2937"/>
                      <a:pt x="233" y="2937"/>
                    </a:cubicBezTo>
                    <a:cubicBezTo>
                      <a:pt x="251" y="2937"/>
                      <a:pt x="271" y="2934"/>
                      <a:pt x="291" y="2927"/>
                    </a:cubicBezTo>
                    <a:cubicBezTo>
                      <a:pt x="2610" y="2066"/>
                      <a:pt x="4929" y="1230"/>
                      <a:pt x="7248" y="369"/>
                    </a:cubicBezTo>
                    <a:cubicBezTo>
                      <a:pt x="7444" y="304"/>
                      <a:pt x="7402" y="1"/>
                      <a:pt x="721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>
                <a:off x="5199575" y="2905350"/>
                <a:ext cx="186700" cy="73425"/>
              </a:xfrm>
              <a:custGeom>
                <a:avLst/>
                <a:gdLst/>
                <a:ahLst/>
                <a:cxnLst/>
                <a:rect l="l" t="t" r="r" b="b"/>
                <a:pathLst>
                  <a:path w="7468" h="2937" extrusionOk="0">
                    <a:moveTo>
                      <a:pt x="7231" y="1"/>
                    </a:moveTo>
                    <a:cubicBezTo>
                      <a:pt x="7214" y="1"/>
                      <a:pt x="7195" y="4"/>
                      <a:pt x="7176" y="10"/>
                    </a:cubicBezTo>
                    <a:cubicBezTo>
                      <a:pt x="4833" y="871"/>
                      <a:pt x="2514" y="1731"/>
                      <a:pt x="195" y="2568"/>
                    </a:cubicBezTo>
                    <a:cubicBezTo>
                      <a:pt x="0" y="2655"/>
                      <a:pt x="60" y="2937"/>
                      <a:pt x="232" y="2937"/>
                    </a:cubicBezTo>
                    <a:cubicBezTo>
                      <a:pt x="250" y="2937"/>
                      <a:pt x="270" y="2934"/>
                      <a:pt x="290" y="2927"/>
                    </a:cubicBezTo>
                    <a:cubicBezTo>
                      <a:pt x="2609" y="2066"/>
                      <a:pt x="4928" y="1229"/>
                      <a:pt x="7271" y="369"/>
                    </a:cubicBezTo>
                    <a:cubicBezTo>
                      <a:pt x="7467" y="303"/>
                      <a:pt x="7406" y="1"/>
                      <a:pt x="72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>
                <a:off x="5377175" y="2715825"/>
                <a:ext cx="10175" cy="194425"/>
              </a:xfrm>
              <a:custGeom>
                <a:avLst/>
                <a:gdLst/>
                <a:ahLst/>
                <a:cxnLst/>
                <a:rect l="l" t="t" r="r" b="b"/>
                <a:pathLst>
                  <a:path w="407" h="7777" extrusionOk="0">
                    <a:moveTo>
                      <a:pt x="191" y="0"/>
                    </a:moveTo>
                    <a:cubicBezTo>
                      <a:pt x="96" y="0"/>
                      <a:pt x="0" y="60"/>
                      <a:pt x="0" y="180"/>
                    </a:cubicBezTo>
                    <a:lnTo>
                      <a:pt x="48" y="7615"/>
                    </a:lnTo>
                    <a:cubicBezTo>
                      <a:pt x="48" y="7723"/>
                      <a:pt x="138" y="7776"/>
                      <a:pt x="227" y="7776"/>
                    </a:cubicBezTo>
                    <a:cubicBezTo>
                      <a:pt x="317" y="7776"/>
                      <a:pt x="407" y="7723"/>
                      <a:pt x="407" y="7615"/>
                    </a:cubicBezTo>
                    <a:lnTo>
                      <a:pt x="383" y="180"/>
                    </a:lnTo>
                    <a:cubicBezTo>
                      <a:pt x="383" y="60"/>
                      <a:pt x="287" y="0"/>
                      <a:pt x="1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5248925" y="2619575"/>
                <a:ext cx="136200" cy="101850"/>
              </a:xfrm>
              <a:custGeom>
                <a:avLst/>
                <a:gdLst/>
                <a:ahLst/>
                <a:cxnLst/>
                <a:rect l="l" t="t" r="r" b="b"/>
                <a:pathLst>
                  <a:path w="5448" h="4074" extrusionOk="0">
                    <a:moveTo>
                      <a:pt x="247" y="0"/>
                    </a:moveTo>
                    <a:cubicBezTo>
                      <a:pt x="101" y="0"/>
                      <a:pt x="0" y="230"/>
                      <a:pt x="157" y="348"/>
                    </a:cubicBezTo>
                    <a:cubicBezTo>
                      <a:pt x="1831" y="1519"/>
                      <a:pt x="3457" y="2762"/>
                      <a:pt x="5058" y="4030"/>
                    </a:cubicBezTo>
                    <a:cubicBezTo>
                      <a:pt x="5095" y="4061"/>
                      <a:pt x="5136" y="4074"/>
                      <a:pt x="5175" y="4074"/>
                    </a:cubicBezTo>
                    <a:cubicBezTo>
                      <a:pt x="5318" y="4074"/>
                      <a:pt x="5447" y="3903"/>
                      <a:pt x="5297" y="3791"/>
                    </a:cubicBezTo>
                    <a:cubicBezTo>
                      <a:pt x="3696" y="2476"/>
                      <a:pt x="2046" y="1232"/>
                      <a:pt x="349" y="37"/>
                    </a:cubicBezTo>
                    <a:cubicBezTo>
                      <a:pt x="314" y="11"/>
                      <a:pt x="280" y="0"/>
                      <a:pt x="2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>
                <a:off x="4918125" y="2981800"/>
                <a:ext cx="10800" cy="166325"/>
              </a:xfrm>
              <a:custGeom>
                <a:avLst/>
                <a:gdLst/>
                <a:ahLst/>
                <a:cxnLst/>
                <a:rect l="l" t="t" r="r" b="b"/>
                <a:pathLst>
                  <a:path w="432" h="6653" extrusionOk="0">
                    <a:moveTo>
                      <a:pt x="180" y="0"/>
                    </a:moveTo>
                    <a:cubicBezTo>
                      <a:pt x="90" y="0"/>
                      <a:pt x="1" y="60"/>
                      <a:pt x="1" y="180"/>
                    </a:cubicBezTo>
                    <a:lnTo>
                      <a:pt x="72" y="6491"/>
                    </a:lnTo>
                    <a:cubicBezTo>
                      <a:pt x="72" y="6599"/>
                      <a:pt x="162" y="6653"/>
                      <a:pt x="252" y="6653"/>
                    </a:cubicBezTo>
                    <a:cubicBezTo>
                      <a:pt x="341" y="6653"/>
                      <a:pt x="431" y="6599"/>
                      <a:pt x="431" y="6491"/>
                    </a:cubicBezTo>
                    <a:lnTo>
                      <a:pt x="359" y="180"/>
                    </a:lnTo>
                    <a:cubicBezTo>
                      <a:pt x="359" y="60"/>
                      <a:pt x="270" y="0"/>
                      <a:pt x="1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2"/>
              <p:cNvSpPr/>
              <p:nvPr/>
            </p:nvSpPr>
            <p:spPr>
              <a:xfrm>
                <a:off x="5160200" y="2992400"/>
                <a:ext cx="11375" cy="166350"/>
              </a:xfrm>
              <a:custGeom>
                <a:avLst/>
                <a:gdLst/>
                <a:ahLst/>
                <a:cxnLst/>
                <a:rect l="l" t="t" r="r" b="b"/>
                <a:pathLst>
                  <a:path w="455" h="6654" extrusionOk="0">
                    <a:moveTo>
                      <a:pt x="275" y="1"/>
                    </a:moveTo>
                    <a:cubicBezTo>
                      <a:pt x="186" y="1"/>
                      <a:pt x="96" y="55"/>
                      <a:pt x="96" y="162"/>
                    </a:cubicBezTo>
                    <a:cubicBezTo>
                      <a:pt x="72" y="2266"/>
                      <a:pt x="48" y="4370"/>
                      <a:pt x="0" y="6474"/>
                    </a:cubicBezTo>
                    <a:cubicBezTo>
                      <a:pt x="0" y="6593"/>
                      <a:pt x="90" y="6653"/>
                      <a:pt x="183" y="6653"/>
                    </a:cubicBezTo>
                    <a:cubicBezTo>
                      <a:pt x="275" y="6653"/>
                      <a:pt x="371" y="6593"/>
                      <a:pt x="383" y="6474"/>
                    </a:cubicBezTo>
                    <a:cubicBezTo>
                      <a:pt x="407" y="4370"/>
                      <a:pt x="431" y="2266"/>
                      <a:pt x="455" y="162"/>
                    </a:cubicBezTo>
                    <a:cubicBezTo>
                      <a:pt x="455" y="55"/>
                      <a:pt x="365" y="1"/>
                      <a:pt x="27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6" name="Google Shape;176;p2"/>
            <p:cNvGrpSpPr/>
            <p:nvPr/>
          </p:nvGrpSpPr>
          <p:grpSpPr>
            <a:xfrm>
              <a:off x="7827725" y="1657550"/>
              <a:ext cx="605500" cy="933350"/>
              <a:chOff x="7824975" y="1451700"/>
              <a:chExt cx="605500" cy="933350"/>
            </a:xfrm>
          </p:grpSpPr>
          <p:sp>
            <p:nvSpPr>
              <p:cNvPr id="177" name="Google Shape;177;p2"/>
              <p:cNvSpPr/>
              <p:nvPr/>
            </p:nvSpPr>
            <p:spPr>
              <a:xfrm>
                <a:off x="7890125" y="1946325"/>
                <a:ext cx="476375" cy="438725"/>
              </a:xfrm>
              <a:custGeom>
                <a:avLst/>
                <a:gdLst/>
                <a:ahLst/>
                <a:cxnLst/>
                <a:rect l="l" t="t" r="r" b="b"/>
                <a:pathLst>
                  <a:path w="19055" h="17549" extrusionOk="0">
                    <a:moveTo>
                      <a:pt x="7880" y="0"/>
                    </a:moveTo>
                    <a:cubicBezTo>
                      <a:pt x="7709" y="0"/>
                      <a:pt x="7604" y="246"/>
                      <a:pt x="7770" y="329"/>
                    </a:cubicBezTo>
                    <a:cubicBezTo>
                      <a:pt x="10807" y="1620"/>
                      <a:pt x="13986" y="2863"/>
                      <a:pt x="16306" y="5302"/>
                    </a:cubicBezTo>
                    <a:cubicBezTo>
                      <a:pt x="17405" y="6449"/>
                      <a:pt x="18386" y="7908"/>
                      <a:pt x="18505" y="9534"/>
                    </a:cubicBezTo>
                    <a:cubicBezTo>
                      <a:pt x="18601" y="10992"/>
                      <a:pt x="18051" y="12474"/>
                      <a:pt x="17023" y="13502"/>
                    </a:cubicBezTo>
                    <a:cubicBezTo>
                      <a:pt x="15827" y="14722"/>
                      <a:pt x="14082" y="15152"/>
                      <a:pt x="12504" y="15606"/>
                    </a:cubicBezTo>
                    <a:cubicBezTo>
                      <a:pt x="10735" y="16084"/>
                      <a:pt x="8942" y="16515"/>
                      <a:pt x="7125" y="16849"/>
                    </a:cubicBezTo>
                    <a:cubicBezTo>
                      <a:pt x="6298" y="17010"/>
                      <a:pt x="5369" y="17209"/>
                      <a:pt x="4469" y="17209"/>
                    </a:cubicBezTo>
                    <a:cubicBezTo>
                      <a:pt x="3627" y="17209"/>
                      <a:pt x="2810" y="17034"/>
                      <a:pt x="2128" y="16491"/>
                    </a:cubicBezTo>
                    <a:cubicBezTo>
                      <a:pt x="837" y="15439"/>
                      <a:pt x="431" y="13622"/>
                      <a:pt x="502" y="12020"/>
                    </a:cubicBezTo>
                    <a:cubicBezTo>
                      <a:pt x="526" y="11040"/>
                      <a:pt x="717" y="10060"/>
                      <a:pt x="980" y="9103"/>
                    </a:cubicBezTo>
                    <a:cubicBezTo>
                      <a:pt x="1196" y="8219"/>
                      <a:pt x="1459" y="7334"/>
                      <a:pt x="1865" y="6521"/>
                    </a:cubicBezTo>
                    <a:cubicBezTo>
                      <a:pt x="2678" y="4871"/>
                      <a:pt x="3802" y="3389"/>
                      <a:pt x="4519" y="1668"/>
                    </a:cubicBezTo>
                    <a:cubicBezTo>
                      <a:pt x="4577" y="1537"/>
                      <a:pt x="4468" y="1451"/>
                      <a:pt x="4357" y="1451"/>
                    </a:cubicBezTo>
                    <a:cubicBezTo>
                      <a:pt x="4285" y="1451"/>
                      <a:pt x="4212" y="1487"/>
                      <a:pt x="4184" y="1572"/>
                    </a:cubicBezTo>
                    <a:cubicBezTo>
                      <a:pt x="3467" y="3246"/>
                      <a:pt x="2343" y="4704"/>
                      <a:pt x="1554" y="6330"/>
                    </a:cubicBezTo>
                    <a:cubicBezTo>
                      <a:pt x="789" y="7884"/>
                      <a:pt x="335" y="9677"/>
                      <a:pt x="168" y="11374"/>
                    </a:cubicBezTo>
                    <a:cubicBezTo>
                      <a:pt x="0" y="13024"/>
                      <a:pt x="239" y="14841"/>
                      <a:pt x="1315" y="16156"/>
                    </a:cubicBezTo>
                    <a:cubicBezTo>
                      <a:pt x="2147" y="17210"/>
                      <a:pt x="3322" y="17549"/>
                      <a:pt x="4553" y="17549"/>
                    </a:cubicBezTo>
                    <a:cubicBezTo>
                      <a:pt x="4914" y="17549"/>
                      <a:pt x="5279" y="17520"/>
                      <a:pt x="5642" y="17471"/>
                    </a:cubicBezTo>
                    <a:cubicBezTo>
                      <a:pt x="7555" y="17208"/>
                      <a:pt x="9468" y="16754"/>
                      <a:pt x="11333" y="16276"/>
                    </a:cubicBezTo>
                    <a:cubicBezTo>
                      <a:pt x="13054" y="15845"/>
                      <a:pt x="14919" y="15439"/>
                      <a:pt x="16425" y="14459"/>
                    </a:cubicBezTo>
                    <a:cubicBezTo>
                      <a:pt x="17692" y="13622"/>
                      <a:pt x="18553" y="12283"/>
                      <a:pt x="18792" y="10801"/>
                    </a:cubicBezTo>
                    <a:cubicBezTo>
                      <a:pt x="19055" y="9223"/>
                      <a:pt x="18577" y="7740"/>
                      <a:pt x="17692" y="6425"/>
                    </a:cubicBezTo>
                    <a:cubicBezTo>
                      <a:pt x="15421" y="3078"/>
                      <a:pt x="11548" y="1548"/>
                      <a:pt x="7962" y="18"/>
                    </a:cubicBezTo>
                    <a:cubicBezTo>
                      <a:pt x="7933" y="6"/>
                      <a:pt x="7906" y="0"/>
                      <a:pt x="78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>
                <a:off x="7929675" y="1760250"/>
                <a:ext cx="74750" cy="231850"/>
              </a:xfrm>
              <a:custGeom>
                <a:avLst/>
                <a:gdLst/>
                <a:ahLst/>
                <a:cxnLst/>
                <a:rect l="l" t="t" r="r" b="b"/>
                <a:pathLst>
                  <a:path w="2990" h="9274" extrusionOk="0">
                    <a:moveTo>
                      <a:pt x="212" y="0"/>
                    </a:moveTo>
                    <a:cubicBezTo>
                      <a:pt x="106" y="0"/>
                      <a:pt x="0" y="87"/>
                      <a:pt x="44" y="217"/>
                    </a:cubicBezTo>
                    <a:cubicBezTo>
                      <a:pt x="976" y="3158"/>
                      <a:pt x="1885" y="6122"/>
                      <a:pt x="2602" y="9135"/>
                    </a:cubicBezTo>
                    <a:cubicBezTo>
                      <a:pt x="2621" y="9231"/>
                      <a:pt x="2691" y="9273"/>
                      <a:pt x="2765" y="9273"/>
                    </a:cubicBezTo>
                    <a:cubicBezTo>
                      <a:pt x="2873" y="9273"/>
                      <a:pt x="2989" y="9182"/>
                      <a:pt x="2961" y="9039"/>
                    </a:cubicBezTo>
                    <a:cubicBezTo>
                      <a:pt x="2220" y="6027"/>
                      <a:pt x="1335" y="3062"/>
                      <a:pt x="379" y="121"/>
                    </a:cubicBezTo>
                    <a:cubicBezTo>
                      <a:pt x="350" y="37"/>
                      <a:pt x="281" y="0"/>
                      <a:pt x="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>
                <a:off x="7886525" y="1698650"/>
                <a:ext cx="148850" cy="73050"/>
              </a:xfrm>
              <a:custGeom>
                <a:avLst/>
                <a:gdLst/>
                <a:ahLst/>
                <a:cxnLst/>
                <a:rect l="l" t="t" r="r" b="b"/>
                <a:pathLst>
                  <a:path w="5954" h="2922" extrusionOk="0">
                    <a:moveTo>
                      <a:pt x="4981" y="0"/>
                    </a:moveTo>
                    <a:cubicBezTo>
                      <a:pt x="4827" y="0"/>
                      <a:pt x="4669" y="28"/>
                      <a:pt x="4543" y="51"/>
                    </a:cubicBezTo>
                    <a:cubicBezTo>
                      <a:pt x="3969" y="123"/>
                      <a:pt x="3420" y="314"/>
                      <a:pt x="2870" y="505"/>
                    </a:cubicBezTo>
                    <a:cubicBezTo>
                      <a:pt x="2320" y="720"/>
                      <a:pt x="1770" y="960"/>
                      <a:pt x="1268" y="1223"/>
                    </a:cubicBezTo>
                    <a:cubicBezTo>
                      <a:pt x="885" y="1438"/>
                      <a:pt x="455" y="1701"/>
                      <a:pt x="192" y="2059"/>
                    </a:cubicBezTo>
                    <a:cubicBezTo>
                      <a:pt x="1" y="2346"/>
                      <a:pt x="72" y="2681"/>
                      <a:pt x="407" y="2824"/>
                    </a:cubicBezTo>
                    <a:cubicBezTo>
                      <a:pt x="578" y="2897"/>
                      <a:pt x="777" y="2921"/>
                      <a:pt x="984" y="2921"/>
                    </a:cubicBezTo>
                    <a:cubicBezTo>
                      <a:pt x="1325" y="2921"/>
                      <a:pt x="1687" y="2854"/>
                      <a:pt x="1985" y="2824"/>
                    </a:cubicBezTo>
                    <a:cubicBezTo>
                      <a:pt x="2224" y="2824"/>
                      <a:pt x="2224" y="2466"/>
                      <a:pt x="1985" y="2466"/>
                    </a:cubicBezTo>
                    <a:cubicBezTo>
                      <a:pt x="1656" y="2486"/>
                      <a:pt x="1291" y="2542"/>
                      <a:pt x="952" y="2542"/>
                    </a:cubicBezTo>
                    <a:cubicBezTo>
                      <a:pt x="897" y="2542"/>
                      <a:pt x="843" y="2541"/>
                      <a:pt x="790" y="2538"/>
                    </a:cubicBezTo>
                    <a:cubicBezTo>
                      <a:pt x="718" y="2538"/>
                      <a:pt x="551" y="2538"/>
                      <a:pt x="503" y="2466"/>
                    </a:cubicBezTo>
                    <a:cubicBezTo>
                      <a:pt x="455" y="2418"/>
                      <a:pt x="527" y="2227"/>
                      <a:pt x="575" y="2179"/>
                    </a:cubicBezTo>
                    <a:cubicBezTo>
                      <a:pt x="646" y="2059"/>
                      <a:pt x="790" y="1964"/>
                      <a:pt x="885" y="1892"/>
                    </a:cubicBezTo>
                    <a:cubicBezTo>
                      <a:pt x="1531" y="1438"/>
                      <a:pt x="2296" y="1103"/>
                      <a:pt x="3037" y="840"/>
                    </a:cubicBezTo>
                    <a:cubicBezTo>
                      <a:pt x="3396" y="697"/>
                      <a:pt x="3778" y="577"/>
                      <a:pt x="4161" y="481"/>
                    </a:cubicBezTo>
                    <a:cubicBezTo>
                      <a:pt x="4321" y="446"/>
                      <a:pt x="4641" y="344"/>
                      <a:pt x="4883" y="344"/>
                    </a:cubicBezTo>
                    <a:cubicBezTo>
                      <a:pt x="4965" y="344"/>
                      <a:pt x="5038" y="355"/>
                      <a:pt x="5093" y="386"/>
                    </a:cubicBezTo>
                    <a:cubicBezTo>
                      <a:pt x="5452" y="553"/>
                      <a:pt x="4472" y="1199"/>
                      <a:pt x="4328" y="1342"/>
                    </a:cubicBezTo>
                    <a:cubicBezTo>
                      <a:pt x="4198" y="1472"/>
                      <a:pt x="4327" y="1659"/>
                      <a:pt x="4458" y="1659"/>
                    </a:cubicBezTo>
                    <a:cubicBezTo>
                      <a:pt x="4496" y="1659"/>
                      <a:pt x="4535" y="1643"/>
                      <a:pt x="4567" y="1605"/>
                    </a:cubicBezTo>
                    <a:cubicBezTo>
                      <a:pt x="4878" y="1318"/>
                      <a:pt x="5954" y="697"/>
                      <a:pt x="5428" y="147"/>
                    </a:cubicBezTo>
                    <a:cubicBezTo>
                      <a:pt x="5315" y="34"/>
                      <a:pt x="5150" y="0"/>
                      <a:pt x="49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>
                <a:off x="7996625" y="1732750"/>
                <a:ext cx="96775" cy="2227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8908" extrusionOk="0">
                    <a:moveTo>
                      <a:pt x="228" y="0"/>
                    </a:moveTo>
                    <a:cubicBezTo>
                      <a:pt x="115" y="0"/>
                      <a:pt x="0" y="87"/>
                      <a:pt x="44" y="217"/>
                    </a:cubicBezTo>
                    <a:cubicBezTo>
                      <a:pt x="1119" y="3110"/>
                      <a:pt x="2291" y="5979"/>
                      <a:pt x="3510" y="8824"/>
                    </a:cubicBezTo>
                    <a:cubicBezTo>
                      <a:pt x="3532" y="8883"/>
                      <a:pt x="3577" y="8908"/>
                      <a:pt x="3626" y="8908"/>
                    </a:cubicBezTo>
                    <a:cubicBezTo>
                      <a:pt x="3737" y="8908"/>
                      <a:pt x="3871" y="8782"/>
                      <a:pt x="3821" y="8633"/>
                    </a:cubicBezTo>
                    <a:cubicBezTo>
                      <a:pt x="2602" y="5812"/>
                      <a:pt x="1454" y="2991"/>
                      <a:pt x="402" y="122"/>
                    </a:cubicBezTo>
                    <a:cubicBezTo>
                      <a:pt x="374" y="37"/>
                      <a:pt x="301" y="0"/>
                      <a:pt x="2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>
                <a:off x="7948175" y="2052475"/>
                <a:ext cx="367525" cy="271825"/>
              </a:xfrm>
              <a:custGeom>
                <a:avLst/>
                <a:gdLst/>
                <a:ahLst/>
                <a:cxnLst/>
                <a:rect l="l" t="t" r="r" b="b"/>
                <a:pathLst>
                  <a:path w="14701" h="10873" extrusionOk="0">
                    <a:moveTo>
                      <a:pt x="571" y="4044"/>
                    </a:moveTo>
                    <a:lnTo>
                      <a:pt x="514" y="4243"/>
                    </a:lnTo>
                    <a:lnTo>
                      <a:pt x="514" y="4243"/>
                    </a:lnTo>
                    <a:cubicBezTo>
                      <a:pt x="526" y="4207"/>
                      <a:pt x="537" y="4170"/>
                      <a:pt x="549" y="4133"/>
                    </a:cubicBezTo>
                    <a:lnTo>
                      <a:pt x="549" y="4133"/>
                    </a:lnTo>
                    <a:cubicBezTo>
                      <a:pt x="557" y="4104"/>
                      <a:pt x="564" y="4074"/>
                      <a:pt x="571" y="4044"/>
                    </a:cubicBezTo>
                    <a:close/>
                    <a:moveTo>
                      <a:pt x="514" y="4243"/>
                    </a:moveTo>
                    <a:lnTo>
                      <a:pt x="514" y="4243"/>
                    </a:lnTo>
                    <a:cubicBezTo>
                      <a:pt x="462" y="4409"/>
                      <a:pt x="417" y="4567"/>
                      <a:pt x="380" y="4714"/>
                    </a:cubicBezTo>
                    <a:lnTo>
                      <a:pt x="514" y="4243"/>
                    </a:lnTo>
                    <a:close/>
                    <a:moveTo>
                      <a:pt x="8973" y="0"/>
                    </a:moveTo>
                    <a:cubicBezTo>
                      <a:pt x="8793" y="0"/>
                      <a:pt x="8614" y="31"/>
                      <a:pt x="8437" y="99"/>
                    </a:cubicBezTo>
                    <a:cubicBezTo>
                      <a:pt x="7720" y="362"/>
                      <a:pt x="7289" y="1175"/>
                      <a:pt x="6548" y="1295"/>
                    </a:cubicBezTo>
                    <a:cubicBezTo>
                      <a:pt x="6500" y="1303"/>
                      <a:pt x="6451" y="1306"/>
                      <a:pt x="6403" y="1306"/>
                    </a:cubicBezTo>
                    <a:cubicBezTo>
                      <a:pt x="5581" y="1306"/>
                      <a:pt x="4741" y="242"/>
                      <a:pt x="3921" y="242"/>
                    </a:cubicBezTo>
                    <a:cubicBezTo>
                      <a:pt x="3904" y="242"/>
                      <a:pt x="3887" y="242"/>
                      <a:pt x="3870" y="243"/>
                    </a:cubicBezTo>
                    <a:cubicBezTo>
                      <a:pt x="3225" y="291"/>
                      <a:pt x="2460" y="769"/>
                      <a:pt x="2029" y="1271"/>
                    </a:cubicBezTo>
                    <a:cubicBezTo>
                      <a:pt x="1398" y="1981"/>
                      <a:pt x="864" y="3164"/>
                      <a:pt x="549" y="4133"/>
                    </a:cubicBezTo>
                    <a:lnTo>
                      <a:pt x="549" y="4133"/>
                    </a:lnTo>
                    <a:cubicBezTo>
                      <a:pt x="270" y="5278"/>
                      <a:pt x="1" y="6466"/>
                      <a:pt x="141" y="7654"/>
                    </a:cubicBezTo>
                    <a:cubicBezTo>
                      <a:pt x="284" y="8874"/>
                      <a:pt x="930" y="10093"/>
                      <a:pt x="2029" y="10595"/>
                    </a:cubicBezTo>
                    <a:cubicBezTo>
                      <a:pt x="2504" y="10803"/>
                      <a:pt x="3016" y="10873"/>
                      <a:pt x="3531" y="10873"/>
                    </a:cubicBezTo>
                    <a:cubicBezTo>
                      <a:pt x="3845" y="10873"/>
                      <a:pt x="4160" y="10847"/>
                      <a:pt x="4468" y="10810"/>
                    </a:cubicBezTo>
                    <a:cubicBezTo>
                      <a:pt x="7026" y="10571"/>
                      <a:pt x="9513" y="9878"/>
                      <a:pt x="11832" y="8802"/>
                    </a:cubicBezTo>
                    <a:cubicBezTo>
                      <a:pt x="12692" y="8396"/>
                      <a:pt x="13601" y="7894"/>
                      <a:pt x="14079" y="7033"/>
                    </a:cubicBezTo>
                    <a:cubicBezTo>
                      <a:pt x="14701" y="5933"/>
                      <a:pt x="14414" y="4499"/>
                      <a:pt x="13721" y="3447"/>
                    </a:cubicBezTo>
                    <a:cubicBezTo>
                      <a:pt x="13027" y="2395"/>
                      <a:pt x="11975" y="1630"/>
                      <a:pt x="10947" y="888"/>
                    </a:cubicBezTo>
                    <a:cubicBezTo>
                      <a:pt x="10359" y="452"/>
                      <a:pt x="9665" y="0"/>
                      <a:pt x="89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>
                <a:off x="8103500" y="2051950"/>
                <a:ext cx="12575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503" h="384" extrusionOk="0">
                    <a:moveTo>
                      <a:pt x="263" y="1"/>
                    </a:moveTo>
                    <a:cubicBezTo>
                      <a:pt x="0" y="1"/>
                      <a:pt x="0" y="383"/>
                      <a:pt x="263" y="383"/>
                    </a:cubicBezTo>
                    <a:cubicBezTo>
                      <a:pt x="502" y="383"/>
                      <a:pt x="502" y="1"/>
                      <a:pt x="26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>
                <a:off x="8063225" y="2015475"/>
                <a:ext cx="22975" cy="21425"/>
              </a:xfrm>
              <a:custGeom>
                <a:avLst/>
                <a:gdLst/>
                <a:ahLst/>
                <a:cxnLst/>
                <a:rect l="l" t="t" r="r" b="b"/>
                <a:pathLst>
                  <a:path w="919" h="857" extrusionOk="0">
                    <a:moveTo>
                      <a:pt x="430" y="0"/>
                    </a:moveTo>
                    <a:cubicBezTo>
                      <a:pt x="288" y="0"/>
                      <a:pt x="167" y="76"/>
                      <a:pt x="90" y="189"/>
                    </a:cubicBezTo>
                    <a:lnTo>
                      <a:pt x="90" y="189"/>
                    </a:lnTo>
                    <a:cubicBezTo>
                      <a:pt x="37" y="251"/>
                      <a:pt x="7" y="329"/>
                      <a:pt x="6" y="413"/>
                    </a:cubicBezTo>
                    <a:lnTo>
                      <a:pt x="6" y="413"/>
                    </a:lnTo>
                    <a:cubicBezTo>
                      <a:pt x="1" y="458"/>
                      <a:pt x="2" y="505"/>
                      <a:pt x="10" y="551"/>
                    </a:cubicBezTo>
                    <a:cubicBezTo>
                      <a:pt x="22" y="614"/>
                      <a:pt x="58" y="654"/>
                      <a:pt x="102" y="673"/>
                    </a:cubicBezTo>
                    <a:lnTo>
                      <a:pt x="102" y="673"/>
                    </a:lnTo>
                    <a:cubicBezTo>
                      <a:pt x="152" y="750"/>
                      <a:pt x="227" y="810"/>
                      <a:pt x="320" y="838"/>
                    </a:cubicBezTo>
                    <a:cubicBezTo>
                      <a:pt x="363" y="851"/>
                      <a:pt x="405" y="857"/>
                      <a:pt x="446" y="857"/>
                    </a:cubicBezTo>
                    <a:cubicBezTo>
                      <a:pt x="638" y="857"/>
                      <a:pt x="807" y="728"/>
                      <a:pt x="846" y="551"/>
                    </a:cubicBezTo>
                    <a:cubicBezTo>
                      <a:pt x="918" y="288"/>
                      <a:pt x="751" y="2"/>
                      <a:pt x="464" y="2"/>
                    </a:cubicBezTo>
                    <a:cubicBezTo>
                      <a:pt x="453" y="1"/>
                      <a:pt x="441" y="0"/>
                      <a:pt x="4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>
                <a:off x="8119750" y="2019550"/>
                <a:ext cx="1140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56" h="430" extrusionOk="0">
                    <a:moveTo>
                      <a:pt x="236" y="1"/>
                    </a:moveTo>
                    <a:cubicBezTo>
                      <a:pt x="122" y="1"/>
                      <a:pt x="1" y="101"/>
                      <a:pt x="44" y="245"/>
                    </a:cubicBezTo>
                    <a:cubicBezTo>
                      <a:pt x="44" y="269"/>
                      <a:pt x="44" y="269"/>
                      <a:pt x="44" y="293"/>
                    </a:cubicBezTo>
                    <a:cubicBezTo>
                      <a:pt x="63" y="388"/>
                      <a:pt x="134" y="430"/>
                      <a:pt x="211" y="430"/>
                    </a:cubicBezTo>
                    <a:cubicBezTo>
                      <a:pt x="327" y="430"/>
                      <a:pt x="455" y="332"/>
                      <a:pt x="426" y="173"/>
                    </a:cubicBezTo>
                    <a:cubicBezTo>
                      <a:pt x="426" y="173"/>
                      <a:pt x="402" y="149"/>
                      <a:pt x="402" y="149"/>
                    </a:cubicBezTo>
                    <a:cubicBezTo>
                      <a:pt x="383" y="45"/>
                      <a:pt x="311" y="1"/>
                      <a:pt x="2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>
                <a:off x="8013175" y="2238950"/>
                <a:ext cx="49700" cy="41725"/>
              </a:xfrm>
              <a:custGeom>
                <a:avLst/>
                <a:gdLst/>
                <a:ahLst/>
                <a:cxnLst/>
                <a:rect l="l" t="t" r="r" b="b"/>
                <a:pathLst>
                  <a:path w="1988" h="1669" extrusionOk="0">
                    <a:moveTo>
                      <a:pt x="886" y="732"/>
                    </a:moveTo>
                    <a:cubicBezTo>
                      <a:pt x="917" y="732"/>
                      <a:pt x="945" y="750"/>
                      <a:pt x="960" y="793"/>
                    </a:cubicBezTo>
                    <a:cubicBezTo>
                      <a:pt x="989" y="868"/>
                      <a:pt x="954" y="905"/>
                      <a:pt x="906" y="905"/>
                    </a:cubicBezTo>
                    <a:cubicBezTo>
                      <a:pt x="877" y="905"/>
                      <a:pt x="843" y="892"/>
                      <a:pt x="816" y="865"/>
                    </a:cubicBezTo>
                    <a:cubicBezTo>
                      <a:pt x="799" y="842"/>
                      <a:pt x="780" y="826"/>
                      <a:pt x="760" y="815"/>
                    </a:cubicBezTo>
                    <a:lnTo>
                      <a:pt x="760" y="815"/>
                    </a:lnTo>
                    <a:cubicBezTo>
                      <a:pt x="787" y="770"/>
                      <a:pt x="840" y="732"/>
                      <a:pt x="886" y="732"/>
                    </a:cubicBezTo>
                    <a:close/>
                    <a:moveTo>
                      <a:pt x="856" y="1"/>
                    </a:moveTo>
                    <a:cubicBezTo>
                      <a:pt x="500" y="1"/>
                      <a:pt x="183" y="259"/>
                      <a:pt x="123" y="602"/>
                    </a:cubicBezTo>
                    <a:cubicBezTo>
                      <a:pt x="1" y="1228"/>
                      <a:pt x="542" y="1669"/>
                      <a:pt x="1061" y="1669"/>
                    </a:cubicBezTo>
                    <a:cubicBezTo>
                      <a:pt x="1354" y="1669"/>
                      <a:pt x="1641" y="1528"/>
                      <a:pt x="1796" y="1200"/>
                    </a:cubicBezTo>
                    <a:cubicBezTo>
                      <a:pt x="1988" y="769"/>
                      <a:pt x="1725" y="219"/>
                      <a:pt x="1270" y="76"/>
                    </a:cubicBezTo>
                    <a:cubicBezTo>
                      <a:pt x="1219" y="60"/>
                      <a:pt x="1167" y="50"/>
                      <a:pt x="1115" y="45"/>
                    </a:cubicBezTo>
                    <a:lnTo>
                      <a:pt x="1115" y="45"/>
                    </a:lnTo>
                    <a:cubicBezTo>
                      <a:pt x="1096" y="39"/>
                      <a:pt x="1076" y="33"/>
                      <a:pt x="1055" y="28"/>
                    </a:cubicBezTo>
                    <a:cubicBezTo>
                      <a:pt x="988" y="9"/>
                      <a:pt x="921" y="1"/>
                      <a:pt x="85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2"/>
              <p:cNvSpPr/>
              <p:nvPr/>
            </p:nvSpPr>
            <p:spPr>
              <a:xfrm>
                <a:off x="8027000" y="2187000"/>
                <a:ext cx="21125" cy="18225"/>
              </a:xfrm>
              <a:custGeom>
                <a:avLst/>
                <a:gdLst/>
                <a:ahLst/>
                <a:cxnLst/>
                <a:rect l="l" t="t" r="r" b="b"/>
                <a:pathLst>
                  <a:path w="845" h="729" extrusionOk="0">
                    <a:moveTo>
                      <a:pt x="356" y="0"/>
                    </a:moveTo>
                    <a:cubicBezTo>
                      <a:pt x="276" y="0"/>
                      <a:pt x="194" y="29"/>
                      <a:pt x="120" y="98"/>
                    </a:cubicBezTo>
                    <a:cubicBezTo>
                      <a:pt x="0" y="217"/>
                      <a:pt x="0" y="433"/>
                      <a:pt x="120" y="576"/>
                    </a:cubicBezTo>
                    <a:cubicBezTo>
                      <a:pt x="202" y="675"/>
                      <a:pt x="308" y="728"/>
                      <a:pt x="420" y="728"/>
                    </a:cubicBezTo>
                    <a:cubicBezTo>
                      <a:pt x="470" y="728"/>
                      <a:pt x="522" y="718"/>
                      <a:pt x="574" y="695"/>
                    </a:cubicBezTo>
                    <a:cubicBezTo>
                      <a:pt x="609" y="678"/>
                      <a:pt x="635" y="656"/>
                      <a:pt x="653" y="631"/>
                    </a:cubicBezTo>
                    <a:lnTo>
                      <a:pt x="653" y="631"/>
                    </a:lnTo>
                    <a:cubicBezTo>
                      <a:pt x="678" y="613"/>
                      <a:pt x="700" y="587"/>
                      <a:pt x="717" y="552"/>
                    </a:cubicBezTo>
                    <a:cubicBezTo>
                      <a:pt x="845" y="297"/>
                      <a:pt x="612" y="0"/>
                      <a:pt x="35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2"/>
              <p:cNvSpPr/>
              <p:nvPr/>
            </p:nvSpPr>
            <p:spPr>
              <a:xfrm>
                <a:off x="8072925" y="2214425"/>
                <a:ext cx="15300" cy="9925"/>
              </a:xfrm>
              <a:custGeom>
                <a:avLst/>
                <a:gdLst/>
                <a:ahLst/>
                <a:cxnLst/>
                <a:rect l="l" t="t" r="r" b="b"/>
                <a:pathLst>
                  <a:path w="612" h="397" extrusionOk="0">
                    <a:moveTo>
                      <a:pt x="331" y="1"/>
                    </a:moveTo>
                    <a:cubicBezTo>
                      <a:pt x="318" y="1"/>
                      <a:pt x="305" y="2"/>
                      <a:pt x="291" y="5"/>
                    </a:cubicBezTo>
                    <a:cubicBezTo>
                      <a:pt x="267" y="5"/>
                      <a:pt x="243" y="5"/>
                      <a:pt x="219" y="29"/>
                    </a:cubicBezTo>
                    <a:cubicBezTo>
                      <a:pt x="1" y="73"/>
                      <a:pt x="62" y="396"/>
                      <a:pt x="257" y="396"/>
                    </a:cubicBezTo>
                    <a:cubicBezTo>
                      <a:pt x="275" y="396"/>
                      <a:pt x="294" y="394"/>
                      <a:pt x="315" y="387"/>
                    </a:cubicBezTo>
                    <a:lnTo>
                      <a:pt x="387" y="387"/>
                    </a:lnTo>
                    <a:cubicBezTo>
                      <a:pt x="612" y="342"/>
                      <a:pt x="540" y="1"/>
                      <a:pt x="33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2"/>
              <p:cNvSpPr/>
              <p:nvPr/>
            </p:nvSpPr>
            <p:spPr>
              <a:xfrm>
                <a:off x="7928975" y="1549650"/>
                <a:ext cx="83100" cy="77325"/>
              </a:xfrm>
              <a:custGeom>
                <a:avLst/>
                <a:gdLst/>
                <a:ahLst/>
                <a:cxnLst/>
                <a:rect l="l" t="t" r="r" b="b"/>
                <a:pathLst>
                  <a:path w="3324" h="3093" extrusionOk="0">
                    <a:moveTo>
                      <a:pt x="1633" y="378"/>
                    </a:moveTo>
                    <a:cubicBezTo>
                      <a:pt x="1967" y="378"/>
                      <a:pt x="2310" y="527"/>
                      <a:pt x="2558" y="799"/>
                    </a:cubicBezTo>
                    <a:cubicBezTo>
                      <a:pt x="3060" y="1349"/>
                      <a:pt x="3084" y="2186"/>
                      <a:pt x="2391" y="2568"/>
                    </a:cubicBezTo>
                    <a:cubicBezTo>
                      <a:pt x="2176" y="2690"/>
                      <a:pt x="1927" y="2753"/>
                      <a:pt x="1681" y="2753"/>
                    </a:cubicBezTo>
                    <a:cubicBezTo>
                      <a:pt x="1300" y="2753"/>
                      <a:pt x="926" y="2601"/>
                      <a:pt x="694" y="2281"/>
                    </a:cubicBezTo>
                    <a:cubicBezTo>
                      <a:pt x="673" y="2249"/>
                      <a:pt x="646" y="2227"/>
                      <a:pt x="617" y="2213"/>
                    </a:cubicBezTo>
                    <a:lnTo>
                      <a:pt x="617" y="2213"/>
                    </a:lnTo>
                    <a:cubicBezTo>
                      <a:pt x="427" y="1787"/>
                      <a:pt x="489" y="1268"/>
                      <a:pt x="741" y="871"/>
                    </a:cubicBezTo>
                    <a:cubicBezTo>
                      <a:pt x="959" y="533"/>
                      <a:pt x="1292" y="378"/>
                      <a:pt x="1633" y="378"/>
                    </a:cubicBezTo>
                    <a:close/>
                    <a:moveTo>
                      <a:pt x="1643" y="1"/>
                    </a:moveTo>
                    <a:cubicBezTo>
                      <a:pt x="1133" y="1"/>
                      <a:pt x="659" y="291"/>
                      <a:pt x="383" y="751"/>
                    </a:cubicBezTo>
                    <a:cubicBezTo>
                      <a:pt x="0" y="1421"/>
                      <a:pt x="48" y="2305"/>
                      <a:pt x="622" y="2855"/>
                    </a:cubicBezTo>
                    <a:cubicBezTo>
                      <a:pt x="661" y="2884"/>
                      <a:pt x="701" y="2897"/>
                      <a:pt x="740" y="2897"/>
                    </a:cubicBezTo>
                    <a:cubicBezTo>
                      <a:pt x="777" y="2897"/>
                      <a:pt x="811" y="2886"/>
                      <a:pt x="841" y="2868"/>
                    </a:cubicBezTo>
                    <a:lnTo>
                      <a:pt x="841" y="2868"/>
                    </a:lnTo>
                    <a:cubicBezTo>
                      <a:pt x="1102" y="3020"/>
                      <a:pt x="1407" y="3093"/>
                      <a:pt x="1711" y="3093"/>
                    </a:cubicBezTo>
                    <a:cubicBezTo>
                      <a:pt x="2485" y="3093"/>
                      <a:pt x="3256" y="2619"/>
                      <a:pt x="3300" y="1755"/>
                    </a:cubicBezTo>
                    <a:cubicBezTo>
                      <a:pt x="3323" y="1014"/>
                      <a:pt x="2797" y="321"/>
                      <a:pt x="2104" y="82"/>
                    </a:cubicBezTo>
                    <a:cubicBezTo>
                      <a:pt x="1950" y="27"/>
                      <a:pt x="1795" y="1"/>
                      <a:pt x="164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"/>
              <p:cNvSpPr/>
              <p:nvPr/>
            </p:nvSpPr>
            <p:spPr>
              <a:xfrm>
                <a:off x="7824975" y="1475550"/>
                <a:ext cx="59775" cy="53900"/>
              </a:xfrm>
              <a:custGeom>
                <a:avLst/>
                <a:gdLst/>
                <a:ahLst/>
                <a:cxnLst/>
                <a:rect l="l" t="t" r="r" b="b"/>
                <a:pathLst>
                  <a:path w="2391" h="2156" extrusionOk="0">
                    <a:moveTo>
                      <a:pt x="1190" y="367"/>
                    </a:moveTo>
                    <a:cubicBezTo>
                      <a:pt x="1357" y="367"/>
                      <a:pt x="1534" y="437"/>
                      <a:pt x="1698" y="607"/>
                    </a:cubicBezTo>
                    <a:cubicBezTo>
                      <a:pt x="1985" y="894"/>
                      <a:pt x="2008" y="1348"/>
                      <a:pt x="1674" y="1611"/>
                    </a:cubicBezTo>
                    <a:cubicBezTo>
                      <a:pt x="1519" y="1727"/>
                      <a:pt x="1323" y="1795"/>
                      <a:pt x="1133" y="1795"/>
                    </a:cubicBezTo>
                    <a:cubicBezTo>
                      <a:pt x="972" y="1795"/>
                      <a:pt x="815" y="1745"/>
                      <a:pt x="694" y="1635"/>
                    </a:cubicBezTo>
                    <a:cubicBezTo>
                      <a:pt x="677" y="1619"/>
                      <a:pt x="660" y="1607"/>
                      <a:pt x="643" y="1598"/>
                    </a:cubicBezTo>
                    <a:lnTo>
                      <a:pt x="643" y="1598"/>
                    </a:lnTo>
                    <a:cubicBezTo>
                      <a:pt x="638" y="1587"/>
                      <a:pt x="631" y="1575"/>
                      <a:pt x="622" y="1564"/>
                    </a:cubicBezTo>
                    <a:cubicBezTo>
                      <a:pt x="261" y="1040"/>
                      <a:pt x="677" y="367"/>
                      <a:pt x="1190" y="367"/>
                    </a:cubicBezTo>
                    <a:close/>
                    <a:moveTo>
                      <a:pt x="1148" y="1"/>
                    </a:moveTo>
                    <a:cubicBezTo>
                      <a:pt x="920" y="1"/>
                      <a:pt x="692" y="79"/>
                      <a:pt x="502" y="249"/>
                    </a:cubicBezTo>
                    <a:cubicBezTo>
                      <a:pt x="96" y="631"/>
                      <a:pt x="0" y="1277"/>
                      <a:pt x="311" y="1755"/>
                    </a:cubicBezTo>
                    <a:cubicBezTo>
                      <a:pt x="333" y="1785"/>
                      <a:pt x="360" y="1805"/>
                      <a:pt x="388" y="1818"/>
                    </a:cubicBezTo>
                    <a:lnTo>
                      <a:pt x="388" y="1818"/>
                    </a:lnTo>
                    <a:cubicBezTo>
                      <a:pt x="396" y="1838"/>
                      <a:pt x="410" y="1857"/>
                      <a:pt x="431" y="1874"/>
                    </a:cubicBezTo>
                    <a:cubicBezTo>
                      <a:pt x="646" y="2066"/>
                      <a:pt x="909" y="2155"/>
                      <a:pt x="1172" y="2155"/>
                    </a:cubicBezTo>
                    <a:cubicBezTo>
                      <a:pt x="1435" y="2155"/>
                      <a:pt x="1698" y="2066"/>
                      <a:pt x="1913" y="1898"/>
                    </a:cubicBezTo>
                    <a:cubicBezTo>
                      <a:pt x="2391" y="1516"/>
                      <a:pt x="2391" y="846"/>
                      <a:pt x="2008" y="416"/>
                    </a:cubicBezTo>
                    <a:cubicBezTo>
                      <a:pt x="1786" y="152"/>
                      <a:pt x="1466" y="1"/>
                      <a:pt x="11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"/>
              <p:cNvSpPr/>
              <p:nvPr/>
            </p:nvSpPr>
            <p:spPr>
              <a:xfrm>
                <a:off x="7897375" y="1672875"/>
                <a:ext cx="30875" cy="24475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979" extrusionOk="0">
                    <a:moveTo>
                      <a:pt x="603" y="356"/>
                    </a:moveTo>
                    <a:cubicBezTo>
                      <a:pt x="626" y="356"/>
                      <a:pt x="649" y="359"/>
                      <a:pt x="666" y="365"/>
                    </a:cubicBezTo>
                    <a:cubicBezTo>
                      <a:pt x="762" y="389"/>
                      <a:pt x="834" y="437"/>
                      <a:pt x="810" y="508"/>
                    </a:cubicBezTo>
                    <a:cubicBezTo>
                      <a:pt x="799" y="583"/>
                      <a:pt x="718" y="614"/>
                      <a:pt x="633" y="614"/>
                    </a:cubicBezTo>
                    <a:cubicBezTo>
                      <a:pt x="545" y="614"/>
                      <a:pt x="453" y="580"/>
                      <a:pt x="431" y="523"/>
                    </a:cubicBezTo>
                    <a:lnTo>
                      <a:pt x="431" y="523"/>
                    </a:lnTo>
                    <a:cubicBezTo>
                      <a:pt x="444" y="499"/>
                      <a:pt x="451" y="470"/>
                      <a:pt x="451" y="437"/>
                    </a:cubicBezTo>
                    <a:cubicBezTo>
                      <a:pt x="451" y="383"/>
                      <a:pt x="532" y="356"/>
                      <a:pt x="603" y="356"/>
                    </a:cubicBezTo>
                    <a:close/>
                    <a:moveTo>
                      <a:pt x="605" y="0"/>
                    </a:moveTo>
                    <a:cubicBezTo>
                      <a:pt x="403" y="0"/>
                      <a:pt x="206" y="90"/>
                      <a:pt x="127" y="284"/>
                    </a:cubicBezTo>
                    <a:lnTo>
                      <a:pt x="127" y="284"/>
                    </a:lnTo>
                    <a:cubicBezTo>
                      <a:pt x="100" y="306"/>
                      <a:pt x="78" y="341"/>
                      <a:pt x="69" y="389"/>
                    </a:cubicBezTo>
                    <a:cubicBezTo>
                      <a:pt x="0" y="758"/>
                      <a:pt x="339" y="979"/>
                      <a:pt x="660" y="979"/>
                    </a:cubicBezTo>
                    <a:cubicBezTo>
                      <a:pt x="899" y="979"/>
                      <a:pt x="1128" y="856"/>
                      <a:pt x="1169" y="580"/>
                    </a:cubicBezTo>
                    <a:cubicBezTo>
                      <a:pt x="1235" y="210"/>
                      <a:pt x="913" y="0"/>
                      <a:pt x="6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>
                <a:off x="8133975" y="1451700"/>
                <a:ext cx="296500" cy="237125"/>
              </a:xfrm>
              <a:custGeom>
                <a:avLst/>
                <a:gdLst/>
                <a:ahLst/>
                <a:cxnLst/>
                <a:rect l="l" t="t" r="r" b="b"/>
                <a:pathLst>
                  <a:path w="11860" h="9485" extrusionOk="0">
                    <a:moveTo>
                      <a:pt x="7125" y="2207"/>
                    </a:moveTo>
                    <a:cubicBezTo>
                      <a:pt x="7137" y="2210"/>
                      <a:pt x="7146" y="2212"/>
                      <a:pt x="7153" y="2213"/>
                    </a:cubicBezTo>
                    <a:lnTo>
                      <a:pt x="7153" y="2213"/>
                    </a:lnTo>
                    <a:cubicBezTo>
                      <a:pt x="7153" y="2213"/>
                      <a:pt x="7153" y="2213"/>
                      <a:pt x="7153" y="2213"/>
                    </a:cubicBezTo>
                    <a:cubicBezTo>
                      <a:pt x="7144" y="2213"/>
                      <a:pt x="7134" y="2211"/>
                      <a:pt x="7125" y="2207"/>
                    </a:cubicBezTo>
                    <a:close/>
                    <a:moveTo>
                      <a:pt x="3788" y="4700"/>
                    </a:moveTo>
                    <a:lnTo>
                      <a:pt x="3788" y="4700"/>
                    </a:lnTo>
                    <a:cubicBezTo>
                      <a:pt x="3792" y="4700"/>
                      <a:pt x="3795" y="4709"/>
                      <a:pt x="3789" y="4735"/>
                    </a:cubicBezTo>
                    <a:lnTo>
                      <a:pt x="3789" y="4735"/>
                    </a:lnTo>
                    <a:cubicBezTo>
                      <a:pt x="3776" y="4716"/>
                      <a:pt x="3783" y="4700"/>
                      <a:pt x="3788" y="4700"/>
                    </a:cubicBezTo>
                    <a:close/>
                    <a:moveTo>
                      <a:pt x="3794" y="4742"/>
                    </a:moveTo>
                    <a:cubicBezTo>
                      <a:pt x="3813" y="4755"/>
                      <a:pt x="3826" y="4765"/>
                      <a:pt x="3826" y="4765"/>
                    </a:cubicBezTo>
                    <a:cubicBezTo>
                      <a:pt x="3811" y="4758"/>
                      <a:pt x="3801" y="4750"/>
                      <a:pt x="3794" y="4742"/>
                    </a:cubicBezTo>
                    <a:close/>
                    <a:moveTo>
                      <a:pt x="5948" y="523"/>
                    </a:moveTo>
                    <a:cubicBezTo>
                      <a:pt x="6175" y="981"/>
                      <a:pt x="6395" y="1427"/>
                      <a:pt x="6647" y="1872"/>
                    </a:cubicBezTo>
                    <a:cubicBezTo>
                      <a:pt x="6758" y="2093"/>
                      <a:pt x="6889" y="2478"/>
                      <a:pt x="7153" y="2478"/>
                    </a:cubicBezTo>
                    <a:cubicBezTo>
                      <a:pt x="7175" y="2478"/>
                      <a:pt x="7198" y="2475"/>
                      <a:pt x="7221" y="2470"/>
                    </a:cubicBezTo>
                    <a:cubicBezTo>
                      <a:pt x="7364" y="2446"/>
                      <a:pt x="7556" y="2350"/>
                      <a:pt x="7699" y="2278"/>
                    </a:cubicBezTo>
                    <a:cubicBezTo>
                      <a:pt x="7986" y="2159"/>
                      <a:pt x="8249" y="2015"/>
                      <a:pt x="8536" y="1896"/>
                    </a:cubicBezTo>
                    <a:cubicBezTo>
                      <a:pt x="9037" y="1654"/>
                      <a:pt x="9524" y="1413"/>
                      <a:pt x="10031" y="1194"/>
                    </a:cubicBezTo>
                    <a:lnTo>
                      <a:pt x="10031" y="1194"/>
                    </a:lnTo>
                    <a:cubicBezTo>
                      <a:pt x="9522" y="1959"/>
                      <a:pt x="9029" y="2737"/>
                      <a:pt x="8536" y="3498"/>
                    </a:cubicBezTo>
                    <a:cubicBezTo>
                      <a:pt x="8503" y="3556"/>
                      <a:pt x="8510" y="3611"/>
                      <a:pt x="8537" y="3651"/>
                    </a:cubicBezTo>
                    <a:lnTo>
                      <a:pt x="8537" y="3651"/>
                    </a:lnTo>
                    <a:cubicBezTo>
                      <a:pt x="8542" y="3699"/>
                      <a:pt x="8572" y="3744"/>
                      <a:pt x="8632" y="3761"/>
                    </a:cubicBezTo>
                    <a:cubicBezTo>
                      <a:pt x="9482" y="4004"/>
                      <a:pt x="10332" y="4264"/>
                      <a:pt x="11182" y="4555"/>
                    </a:cubicBezTo>
                    <a:lnTo>
                      <a:pt x="11182" y="4555"/>
                    </a:lnTo>
                    <a:cubicBezTo>
                      <a:pt x="10217" y="4772"/>
                      <a:pt x="9266" y="5016"/>
                      <a:pt x="8297" y="5243"/>
                    </a:cubicBezTo>
                    <a:cubicBezTo>
                      <a:pt x="8249" y="5267"/>
                      <a:pt x="8201" y="5339"/>
                      <a:pt x="8201" y="5387"/>
                    </a:cubicBezTo>
                    <a:cubicBezTo>
                      <a:pt x="8159" y="6555"/>
                      <a:pt x="8116" y="7741"/>
                      <a:pt x="8107" y="8914"/>
                    </a:cubicBezTo>
                    <a:lnTo>
                      <a:pt x="8107" y="8914"/>
                    </a:lnTo>
                    <a:cubicBezTo>
                      <a:pt x="7462" y="8038"/>
                      <a:pt x="6703" y="7246"/>
                      <a:pt x="6073" y="6343"/>
                    </a:cubicBezTo>
                    <a:cubicBezTo>
                      <a:pt x="6059" y="6301"/>
                      <a:pt x="6013" y="6276"/>
                      <a:pt x="5963" y="6276"/>
                    </a:cubicBezTo>
                    <a:cubicBezTo>
                      <a:pt x="5927" y="6276"/>
                      <a:pt x="5888" y="6289"/>
                      <a:pt x="5858" y="6319"/>
                    </a:cubicBezTo>
                    <a:cubicBezTo>
                      <a:pt x="5165" y="7180"/>
                      <a:pt x="4417" y="8023"/>
                      <a:pt x="3694" y="8863"/>
                    </a:cubicBezTo>
                    <a:lnTo>
                      <a:pt x="3694" y="8863"/>
                    </a:lnTo>
                    <a:cubicBezTo>
                      <a:pt x="3780" y="8135"/>
                      <a:pt x="3839" y="7410"/>
                      <a:pt x="3898" y="6701"/>
                    </a:cubicBezTo>
                    <a:cubicBezTo>
                      <a:pt x="3922" y="6271"/>
                      <a:pt x="3969" y="5841"/>
                      <a:pt x="3993" y="5410"/>
                    </a:cubicBezTo>
                    <a:cubicBezTo>
                      <a:pt x="4017" y="5195"/>
                      <a:pt x="4089" y="4932"/>
                      <a:pt x="4065" y="4717"/>
                    </a:cubicBezTo>
                    <a:cubicBezTo>
                      <a:pt x="4041" y="4574"/>
                      <a:pt x="3993" y="4550"/>
                      <a:pt x="3898" y="4478"/>
                    </a:cubicBezTo>
                    <a:cubicBezTo>
                      <a:pt x="3683" y="4311"/>
                      <a:pt x="3443" y="4143"/>
                      <a:pt x="3228" y="3952"/>
                    </a:cubicBezTo>
                    <a:cubicBezTo>
                      <a:pt x="2356" y="3308"/>
                      <a:pt x="1501" y="2664"/>
                      <a:pt x="633" y="2020"/>
                    </a:cubicBezTo>
                    <a:lnTo>
                      <a:pt x="633" y="2020"/>
                    </a:lnTo>
                    <a:cubicBezTo>
                      <a:pt x="2199" y="2122"/>
                      <a:pt x="3764" y="2304"/>
                      <a:pt x="5308" y="2565"/>
                    </a:cubicBezTo>
                    <a:cubicBezTo>
                      <a:pt x="5380" y="2565"/>
                      <a:pt x="5452" y="2541"/>
                      <a:pt x="5476" y="2470"/>
                    </a:cubicBezTo>
                    <a:cubicBezTo>
                      <a:pt x="5638" y="1821"/>
                      <a:pt x="5800" y="1172"/>
                      <a:pt x="5948" y="523"/>
                    </a:cubicBezTo>
                    <a:close/>
                    <a:moveTo>
                      <a:pt x="5902" y="0"/>
                    </a:moveTo>
                    <a:cubicBezTo>
                      <a:pt x="5839" y="0"/>
                      <a:pt x="5776" y="37"/>
                      <a:pt x="5763" y="103"/>
                    </a:cubicBezTo>
                    <a:cubicBezTo>
                      <a:pt x="5605" y="821"/>
                      <a:pt x="5427" y="1539"/>
                      <a:pt x="5248" y="2257"/>
                    </a:cubicBezTo>
                    <a:lnTo>
                      <a:pt x="5248" y="2257"/>
                    </a:lnTo>
                    <a:cubicBezTo>
                      <a:pt x="3569" y="1982"/>
                      <a:pt x="1869" y="1798"/>
                      <a:pt x="168" y="1705"/>
                    </a:cubicBezTo>
                    <a:cubicBezTo>
                      <a:pt x="25" y="1705"/>
                      <a:pt x="1" y="1896"/>
                      <a:pt x="96" y="1968"/>
                    </a:cubicBezTo>
                    <a:cubicBezTo>
                      <a:pt x="1077" y="2685"/>
                      <a:pt x="2057" y="3426"/>
                      <a:pt x="3013" y="4143"/>
                    </a:cubicBezTo>
                    <a:cubicBezTo>
                      <a:pt x="3252" y="4335"/>
                      <a:pt x="3491" y="4502"/>
                      <a:pt x="3706" y="4693"/>
                    </a:cubicBezTo>
                    <a:cubicBezTo>
                      <a:pt x="3720" y="4693"/>
                      <a:pt x="3758" y="4717"/>
                      <a:pt x="3788" y="4738"/>
                    </a:cubicBezTo>
                    <a:lnTo>
                      <a:pt x="3788" y="4738"/>
                    </a:lnTo>
                    <a:cubicBezTo>
                      <a:pt x="3785" y="4745"/>
                      <a:pt x="3782" y="4754"/>
                      <a:pt x="3778" y="4765"/>
                    </a:cubicBezTo>
                    <a:cubicBezTo>
                      <a:pt x="3706" y="5004"/>
                      <a:pt x="3730" y="5315"/>
                      <a:pt x="3706" y="5554"/>
                    </a:cubicBezTo>
                    <a:cubicBezTo>
                      <a:pt x="3683" y="5960"/>
                      <a:pt x="3635" y="6367"/>
                      <a:pt x="3611" y="6773"/>
                    </a:cubicBezTo>
                    <a:cubicBezTo>
                      <a:pt x="3539" y="7634"/>
                      <a:pt x="3467" y="8471"/>
                      <a:pt x="3372" y="9331"/>
                    </a:cubicBezTo>
                    <a:cubicBezTo>
                      <a:pt x="3355" y="9400"/>
                      <a:pt x="3436" y="9456"/>
                      <a:pt x="3509" y="9456"/>
                    </a:cubicBezTo>
                    <a:cubicBezTo>
                      <a:pt x="3539" y="9456"/>
                      <a:pt x="3567" y="9447"/>
                      <a:pt x="3587" y="9427"/>
                    </a:cubicBezTo>
                    <a:cubicBezTo>
                      <a:pt x="4383" y="8494"/>
                      <a:pt x="5179" y="7605"/>
                      <a:pt x="5955" y="6656"/>
                    </a:cubicBezTo>
                    <a:lnTo>
                      <a:pt x="5955" y="6656"/>
                    </a:lnTo>
                    <a:cubicBezTo>
                      <a:pt x="6649" y="7613"/>
                      <a:pt x="7475" y="8456"/>
                      <a:pt x="8129" y="9427"/>
                    </a:cubicBezTo>
                    <a:cubicBezTo>
                      <a:pt x="8158" y="9465"/>
                      <a:pt x="8206" y="9484"/>
                      <a:pt x="8253" y="9484"/>
                    </a:cubicBezTo>
                    <a:cubicBezTo>
                      <a:pt x="8324" y="9484"/>
                      <a:pt x="8392" y="9441"/>
                      <a:pt x="8392" y="9355"/>
                    </a:cubicBezTo>
                    <a:cubicBezTo>
                      <a:pt x="8369" y="8078"/>
                      <a:pt x="8436" y="6779"/>
                      <a:pt x="8484" y="5501"/>
                    </a:cubicBezTo>
                    <a:lnTo>
                      <a:pt x="8484" y="5501"/>
                    </a:lnTo>
                    <a:cubicBezTo>
                      <a:pt x="9568" y="5223"/>
                      <a:pt x="10630" y="4948"/>
                      <a:pt x="11716" y="4717"/>
                    </a:cubicBezTo>
                    <a:cubicBezTo>
                      <a:pt x="11859" y="4693"/>
                      <a:pt x="11835" y="4502"/>
                      <a:pt x="11716" y="4454"/>
                    </a:cubicBezTo>
                    <a:cubicBezTo>
                      <a:pt x="10781" y="4089"/>
                      <a:pt x="9802" y="3811"/>
                      <a:pt x="8842" y="3537"/>
                    </a:cubicBezTo>
                    <a:lnTo>
                      <a:pt x="8842" y="3537"/>
                    </a:lnTo>
                    <a:cubicBezTo>
                      <a:pt x="9394" y="2686"/>
                      <a:pt x="9946" y="1813"/>
                      <a:pt x="10520" y="940"/>
                    </a:cubicBezTo>
                    <a:cubicBezTo>
                      <a:pt x="10577" y="845"/>
                      <a:pt x="10499" y="751"/>
                      <a:pt x="10405" y="751"/>
                    </a:cubicBezTo>
                    <a:cubicBezTo>
                      <a:pt x="10380" y="751"/>
                      <a:pt x="10354" y="757"/>
                      <a:pt x="10329" y="772"/>
                    </a:cubicBezTo>
                    <a:cubicBezTo>
                      <a:pt x="9301" y="1203"/>
                      <a:pt x="8273" y="1681"/>
                      <a:pt x="7269" y="2159"/>
                    </a:cubicBezTo>
                    <a:cubicBezTo>
                      <a:pt x="7237" y="2175"/>
                      <a:pt x="7205" y="2202"/>
                      <a:pt x="7173" y="2210"/>
                    </a:cubicBezTo>
                    <a:lnTo>
                      <a:pt x="7173" y="2210"/>
                    </a:lnTo>
                    <a:cubicBezTo>
                      <a:pt x="7167" y="2200"/>
                      <a:pt x="7139" y="2175"/>
                      <a:pt x="7125" y="2135"/>
                    </a:cubicBezTo>
                    <a:cubicBezTo>
                      <a:pt x="7030" y="1944"/>
                      <a:pt x="6886" y="1753"/>
                      <a:pt x="6791" y="1561"/>
                    </a:cubicBezTo>
                    <a:cubicBezTo>
                      <a:pt x="6528" y="1059"/>
                      <a:pt x="6265" y="557"/>
                      <a:pt x="6026" y="79"/>
                    </a:cubicBezTo>
                    <a:cubicBezTo>
                      <a:pt x="6004" y="25"/>
                      <a:pt x="5953" y="0"/>
                      <a:pt x="59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>
                <a:off x="8228600" y="1514050"/>
                <a:ext cx="115200" cy="92125"/>
              </a:xfrm>
              <a:custGeom>
                <a:avLst/>
                <a:gdLst/>
                <a:ahLst/>
                <a:cxnLst/>
                <a:rect l="l" t="t" r="r" b="b"/>
                <a:pathLst>
                  <a:path w="4608" h="3685" extrusionOk="0">
                    <a:moveTo>
                      <a:pt x="2330" y="575"/>
                    </a:moveTo>
                    <a:lnTo>
                      <a:pt x="2330" y="575"/>
                    </a:lnTo>
                    <a:cubicBezTo>
                      <a:pt x="2443" y="828"/>
                      <a:pt x="2592" y="1099"/>
                      <a:pt x="2790" y="1099"/>
                    </a:cubicBezTo>
                    <a:cubicBezTo>
                      <a:pt x="2910" y="1099"/>
                      <a:pt x="3125" y="956"/>
                      <a:pt x="3245" y="908"/>
                    </a:cubicBezTo>
                    <a:cubicBezTo>
                      <a:pt x="3358" y="846"/>
                      <a:pt x="3472" y="789"/>
                      <a:pt x="3586" y="734"/>
                    </a:cubicBezTo>
                    <a:lnTo>
                      <a:pt x="3586" y="734"/>
                    </a:lnTo>
                    <a:cubicBezTo>
                      <a:pt x="3456" y="935"/>
                      <a:pt x="3326" y="1137"/>
                      <a:pt x="3197" y="1339"/>
                    </a:cubicBezTo>
                    <a:cubicBezTo>
                      <a:pt x="3172" y="1376"/>
                      <a:pt x="3170" y="1414"/>
                      <a:pt x="3182" y="1446"/>
                    </a:cubicBezTo>
                    <a:lnTo>
                      <a:pt x="3182" y="1446"/>
                    </a:lnTo>
                    <a:cubicBezTo>
                      <a:pt x="3190" y="1493"/>
                      <a:pt x="3225" y="1537"/>
                      <a:pt x="3292" y="1554"/>
                    </a:cubicBezTo>
                    <a:cubicBezTo>
                      <a:pt x="3499" y="1622"/>
                      <a:pt x="3713" y="1691"/>
                      <a:pt x="3926" y="1760"/>
                    </a:cubicBezTo>
                    <a:lnTo>
                      <a:pt x="3926" y="1760"/>
                    </a:lnTo>
                    <a:cubicBezTo>
                      <a:pt x="3672" y="1821"/>
                      <a:pt x="3415" y="1886"/>
                      <a:pt x="3149" y="1960"/>
                    </a:cubicBezTo>
                    <a:cubicBezTo>
                      <a:pt x="3101" y="1960"/>
                      <a:pt x="3053" y="2032"/>
                      <a:pt x="3053" y="2080"/>
                    </a:cubicBezTo>
                    <a:cubicBezTo>
                      <a:pt x="3037" y="2432"/>
                      <a:pt x="3032" y="2773"/>
                      <a:pt x="3030" y="3111"/>
                    </a:cubicBezTo>
                    <a:lnTo>
                      <a:pt x="3030" y="3111"/>
                    </a:lnTo>
                    <a:cubicBezTo>
                      <a:pt x="2840" y="2831"/>
                      <a:pt x="2653" y="2551"/>
                      <a:pt x="2456" y="2271"/>
                    </a:cubicBezTo>
                    <a:cubicBezTo>
                      <a:pt x="2428" y="2229"/>
                      <a:pt x="2384" y="2204"/>
                      <a:pt x="2338" y="2204"/>
                    </a:cubicBezTo>
                    <a:cubicBezTo>
                      <a:pt x="2305" y="2204"/>
                      <a:pt x="2271" y="2217"/>
                      <a:pt x="2241" y="2247"/>
                    </a:cubicBezTo>
                    <a:cubicBezTo>
                      <a:pt x="2027" y="2510"/>
                      <a:pt x="1813" y="2795"/>
                      <a:pt x="1600" y="3072"/>
                    </a:cubicBezTo>
                    <a:lnTo>
                      <a:pt x="1600" y="3072"/>
                    </a:lnTo>
                    <a:cubicBezTo>
                      <a:pt x="1617" y="2883"/>
                      <a:pt x="1630" y="2693"/>
                      <a:pt x="1643" y="2510"/>
                    </a:cubicBezTo>
                    <a:cubicBezTo>
                      <a:pt x="1667" y="2295"/>
                      <a:pt x="1738" y="2008"/>
                      <a:pt x="1691" y="1817"/>
                    </a:cubicBezTo>
                    <a:cubicBezTo>
                      <a:pt x="1667" y="1673"/>
                      <a:pt x="1523" y="1601"/>
                      <a:pt x="1404" y="1530"/>
                    </a:cubicBezTo>
                    <a:cubicBezTo>
                      <a:pt x="1154" y="1327"/>
                      <a:pt x="905" y="1135"/>
                      <a:pt x="655" y="946"/>
                    </a:cubicBezTo>
                    <a:lnTo>
                      <a:pt x="655" y="946"/>
                    </a:lnTo>
                    <a:cubicBezTo>
                      <a:pt x="1120" y="985"/>
                      <a:pt x="1585" y="1034"/>
                      <a:pt x="2049" y="1123"/>
                    </a:cubicBezTo>
                    <a:cubicBezTo>
                      <a:pt x="2121" y="1123"/>
                      <a:pt x="2193" y="1099"/>
                      <a:pt x="2217" y="1028"/>
                    </a:cubicBezTo>
                    <a:cubicBezTo>
                      <a:pt x="2254" y="877"/>
                      <a:pt x="2292" y="726"/>
                      <a:pt x="2330" y="575"/>
                    </a:cubicBezTo>
                    <a:close/>
                    <a:moveTo>
                      <a:pt x="2304" y="0"/>
                    </a:moveTo>
                    <a:cubicBezTo>
                      <a:pt x="2245" y="0"/>
                      <a:pt x="2183" y="40"/>
                      <a:pt x="2169" y="95"/>
                    </a:cubicBezTo>
                    <a:cubicBezTo>
                      <a:pt x="2107" y="342"/>
                      <a:pt x="2045" y="589"/>
                      <a:pt x="1984" y="836"/>
                    </a:cubicBezTo>
                    <a:lnTo>
                      <a:pt x="1984" y="836"/>
                    </a:lnTo>
                    <a:cubicBezTo>
                      <a:pt x="1409" y="735"/>
                      <a:pt x="835" y="673"/>
                      <a:pt x="260" y="648"/>
                    </a:cubicBezTo>
                    <a:lnTo>
                      <a:pt x="260" y="648"/>
                    </a:lnTo>
                    <a:cubicBezTo>
                      <a:pt x="259" y="647"/>
                      <a:pt x="257" y="646"/>
                      <a:pt x="256" y="645"/>
                    </a:cubicBezTo>
                    <a:cubicBezTo>
                      <a:pt x="256" y="646"/>
                      <a:pt x="256" y="647"/>
                      <a:pt x="255" y="648"/>
                    </a:cubicBezTo>
                    <a:lnTo>
                      <a:pt x="255" y="648"/>
                    </a:lnTo>
                    <a:cubicBezTo>
                      <a:pt x="232" y="647"/>
                      <a:pt x="208" y="646"/>
                      <a:pt x="184" y="645"/>
                    </a:cubicBezTo>
                    <a:cubicBezTo>
                      <a:pt x="175" y="644"/>
                      <a:pt x="165" y="643"/>
                      <a:pt x="157" y="643"/>
                    </a:cubicBezTo>
                    <a:cubicBezTo>
                      <a:pt x="15" y="643"/>
                      <a:pt x="0" y="817"/>
                      <a:pt x="113" y="884"/>
                    </a:cubicBezTo>
                    <a:cubicBezTo>
                      <a:pt x="447" y="1147"/>
                      <a:pt x="806" y="1410"/>
                      <a:pt x="1141" y="1673"/>
                    </a:cubicBezTo>
                    <a:cubicBezTo>
                      <a:pt x="1212" y="1721"/>
                      <a:pt x="1356" y="1864"/>
                      <a:pt x="1428" y="1888"/>
                    </a:cubicBezTo>
                    <a:cubicBezTo>
                      <a:pt x="1332" y="2056"/>
                      <a:pt x="1380" y="2438"/>
                      <a:pt x="1356" y="2630"/>
                    </a:cubicBezTo>
                    <a:cubicBezTo>
                      <a:pt x="1332" y="2940"/>
                      <a:pt x="1308" y="3227"/>
                      <a:pt x="1260" y="3538"/>
                    </a:cubicBezTo>
                    <a:cubicBezTo>
                      <a:pt x="1260" y="3619"/>
                      <a:pt x="1337" y="3678"/>
                      <a:pt x="1409" y="3678"/>
                    </a:cubicBezTo>
                    <a:cubicBezTo>
                      <a:pt x="1443" y="3678"/>
                      <a:pt x="1476" y="3665"/>
                      <a:pt x="1499" y="3634"/>
                    </a:cubicBezTo>
                    <a:cubicBezTo>
                      <a:pt x="1797" y="3294"/>
                      <a:pt x="2056" y="2935"/>
                      <a:pt x="2329" y="2574"/>
                    </a:cubicBezTo>
                    <a:lnTo>
                      <a:pt x="2329" y="2574"/>
                    </a:lnTo>
                    <a:lnTo>
                      <a:pt x="3053" y="3610"/>
                    </a:lnTo>
                    <a:cubicBezTo>
                      <a:pt x="3083" y="3660"/>
                      <a:pt x="3134" y="3684"/>
                      <a:pt x="3181" y="3684"/>
                    </a:cubicBezTo>
                    <a:cubicBezTo>
                      <a:pt x="3247" y="3684"/>
                      <a:pt x="3306" y="3636"/>
                      <a:pt x="3292" y="3538"/>
                    </a:cubicBezTo>
                    <a:cubicBezTo>
                      <a:pt x="3292" y="3097"/>
                      <a:pt x="3313" y="2657"/>
                      <a:pt x="3335" y="2197"/>
                    </a:cubicBezTo>
                    <a:lnTo>
                      <a:pt x="3335" y="2197"/>
                    </a:lnTo>
                    <a:cubicBezTo>
                      <a:pt x="3711" y="2089"/>
                      <a:pt x="4088" y="2001"/>
                      <a:pt x="4464" y="1912"/>
                    </a:cubicBezTo>
                    <a:cubicBezTo>
                      <a:pt x="4607" y="1888"/>
                      <a:pt x="4584" y="1697"/>
                      <a:pt x="4464" y="1649"/>
                    </a:cubicBezTo>
                    <a:cubicBezTo>
                      <a:pt x="4159" y="1527"/>
                      <a:pt x="3836" y="1440"/>
                      <a:pt x="3526" y="1343"/>
                    </a:cubicBezTo>
                    <a:lnTo>
                      <a:pt x="3526" y="1343"/>
                    </a:lnTo>
                    <a:cubicBezTo>
                      <a:pt x="3711" y="1054"/>
                      <a:pt x="3896" y="766"/>
                      <a:pt x="4081" y="478"/>
                    </a:cubicBezTo>
                    <a:cubicBezTo>
                      <a:pt x="4142" y="377"/>
                      <a:pt x="4049" y="276"/>
                      <a:pt x="3947" y="276"/>
                    </a:cubicBezTo>
                    <a:cubicBezTo>
                      <a:pt x="3928" y="276"/>
                      <a:pt x="3909" y="279"/>
                      <a:pt x="3890" y="287"/>
                    </a:cubicBezTo>
                    <a:cubicBezTo>
                      <a:pt x="3699" y="382"/>
                      <a:pt x="3508" y="478"/>
                      <a:pt x="3316" y="550"/>
                    </a:cubicBezTo>
                    <a:cubicBezTo>
                      <a:pt x="3173" y="621"/>
                      <a:pt x="2934" y="693"/>
                      <a:pt x="2814" y="789"/>
                    </a:cubicBezTo>
                    <a:cubicBezTo>
                      <a:pt x="2805" y="789"/>
                      <a:pt x="2795" y="793"/>
                      <a:pt x="2785" y="797"/>
                    </a:cubicBezTo>
                    <a:lnTo>
                      <a:pt x="2785" y="797"/>
                    </a:lnTo>
                    <a:cubicBezTo>
                      <a:pt x="2760" y="731"/>
                      <a:pt x="2717" y="664"/>
                      <a:pt x="2695" y="597"/>
                    </a:cubicBezTo>
                    <a:cubicBezTo>
                      <a:pt x="2599" y="430"/>
                      <a:pt x="2504" y="239"/>
                      <a:pt x="2408" y="71"/>
                    </a:cubicBezTo>
                    <a:cubicBezTo>
                      <a:pt x="2388" y="21"/>
                      <a:pt x="2347" y="0"/>
                      <a:pt x="23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3" name="Google Shape;193;p2"/>
            <p:cNvGrpSpPr/>
            <p:nvPr/>
          </p:nvGrpSpPr>
          <p:grpSpPr>
            <a:xfrm>
              <a:off x="6971200" y="1500588"/>
              <a:ext cx="504925" cy="509725"/>
              <a:chOff x="1964875" y="2473875"/>
              <a:chExt cx="504925" cy="509725"/>
            </a:xfrm>
          </p:grpSpPr>
          <p:sp>
            <p:nvSpPr>
              <p:cNvPr id="194" name="Google Shape;194;p2"/>
              <p:cNvSpPr/>
              <p:nvPr/>
            </p:nvSpPr>
            <p:spPr>
              <a:xfrm>
                <a:off x="1964875" y="2575950"/>
                <a:ext cx="500300" cy="304300"/>
              </a:xfrm>
              <a:custGeom>
                <a:avLst/>
                <a:gdLst/>
                <a:ahLst/>
                <a:cxnLst/>
                <a:rect l="l" t="t" r="r" b="b"/>
                <a:pathLst>
                  <a:path w="20012" h="12172" extrusionOk="0">
                    <a:moveTo>
                      <a:pt x="4921" y="1"/>
                    </a:moveTo>
                    <a:cubicBezTo>
                      <a:pt x="4131" y="1"/>
                      <a:pt x="3346" y="99"/>
                      <a:pt x="2630" y="395"/>
                    </a:cubicBezTo>
                    <a:cubicBezTo>
                      <a:pt x="1196" y="1017"/>
                      <a:pt x="1" y="2475"/>
                      <a:pt x="455" y="4101"/>
                    </a:cubicBezTo>
                    <a:cubicBezTo>
                      <a:pt x="909" y="5751"/>
                      <a:pt x="2391" y="6970"/>
                      <a:pt x="3515" y="8189"/>
                    </a:cubicBezTo>
                    <a:cubicBezTo>
                      <a:pt x="3548" y="8222"/>
                      <a:pt x="3585" y="8236"/>
                      <a:pt x="3620" y="8236"/>
                    </a:cubicBezTo>
                    <a:cubicBezTo>
                      <a:pt x="3739" y="8236"/>
                      <a:pt x="3841" y="8079"/>
                      <a:pt x="3730" y="7950"/>
                    </a:cubicBezTo>
                    <a:cubicBezTo>
                      <a:pt x="2774" y="6898"/>
                      <a:pt x="1626" y="5894"/>
                      <a:pt x="1005" y="4603"/>
                    </a:cubicBezTo>
                    <a:cubicBezTo>
                      <a:pt x="670" y="3934"/>
                      <a:pt x="574" y="3240"/>
                      <a:pt x="837" y="2547"/>
                    </a:cubicBezTo>
                    <a:cubicBezTo>
                      <a:pt x="1100" y="1854"/>
                      <a:pt x="1674" y="1280"/>
                      <a:pt x="2320" y="921"/>
                    </a:cubicBezTo>
                    <a:cubicBezTo>
                      <a:pt x="3115" y="462"/>
                      <a:pt x="4018" y="336"/>
                      <a:pt x="4929" y="336"/>
                    </a:cubicBezTo>
                    <a:cubicBezTo>
                      <a:pt x="5442" y="336"/>
                      <a:pt x="5956" y="376"/>
                      <a:pt x="6456" y="419"/>
                    </a:cubicBezTo>
                    <a:cubicBezTo>
                      <a:pt x="7914" y="563"/>
                      <a:pt x="9373" y="873"/>
                      <a:pt x="10759" y="1328"/>
                    </a:cubicBezTo>
                    <a:cubicBezTo>
                      <a:pt x="13652" y="2260"/>
                      <a:pt x="16354" y="3886"/>
                      <a:pt x="18290" y="6253"/>
                    </a:cubicBezTo>
                    <a:cubicBezTo>
                      <a:pt x="18792" y="6874"/>
                      <a:pt x="19342" y="7568"/>
                      <a:pt x="19510" y="8381"/>
                    </a:cubicBezTo>
                    <a:cubicBezTo>
                      <a:pt x="19701" y="9217"/>
                      <a:pt x="19342" y="10078"/>
                      <a:pt x="18721" y="10652"/>
                    </a:cubicBezTo>
                    <a:cubicBezTo>
                      <a:pt x="17661" y="11649"/>
                      <a:pt x="16024" y="11834"/>
                      <a:pt x="14578" y="11834"/>
                    </a:cubicBezTo>
                    <a:cubicBezTo>
                      <a:pt x="14360" y="11834"/>
                      <a:pt x="14146" y="11830"/>
                      <a:pt x="13939" y="11823"/>
                    </a:cubicBezTo>
                    <a:cubicBezTo>
                      <a:pt x="10281" y="11704"/>
                      <a:pt x="7030" y="10006"/>
                      <a:pt x="4017" y="8094"/>
                    </a:cubicBezTo>
                    <a:cubicBezTo>
                      <a:pt x="3989" y="8079"/>
                      <a:pt x="3961" y="8073"/>
                      <a:pt x="3936" y="8073"/>
                    </a:cubicBezTo>
                    <a:cubicBezTo>
                      <a:pt x="3790" y="8073"/>
                      <a:pt x="3707" y="8279"/>
                      <a:pt x="3850" y="8381"/>
                    </a:cubicBezTo>
                    <a:cubicBezTo>
                      <a:pt x="6791" y="10222"/>
                      <a:pt x="9922" y="11895"/>
                      <a:pt x="13461" y="12134"/>
                    </a:cubicBezTo>
                    <a:cubicBezTo>
                      <a:pt x="13825" y="12156"/>
                      <a:pt x="14210" y="12171"/>
                      <a:pt x="14604" y="12171"/>
                    </a:cubicBezTo>
                    <a:cubicBezTo>
                      <a:pt x="15966" y="12171"/>
                      <a:pt x="17435" y="11986"/>
                      <a:pt x="18529" y="11226"/>
                    </a:cubicBezTo>
                    <a:cubicBezTo>
                      <a:pt x="19127" y="10819"/>
                      <a:pt x="19605" y="10222"/>
                      <a:pt x="19797" y="9528"/>
                    </a:cubicBezTo>
                    <a:cubicBezTo>
                      <a:pt x="20012" y="8739"/>
                      <a:pt x="19797" y="7974"/>
                      <a:pt x="19414" y="7281"/>
                    </a:cubicBezTo>
                    <a:cubicBezTo>
                      <a:pt x="18625" y="5894"/>
                      <a:pt x="17406" y="4699"/>
                      <a:pt x="16139" y="3742"/>
                    </a:cubicBezTo>
                    <a:cubicBezTo>
                      <a:pt x="14824" y="2714"/>
                      <a:pt x="13341" y="1925"/>
                      <a:pt x="11787" y="1352"/>
                    </a:cubicBezTo>
                    <a:cubicBezTo>
                      <a:pt x="10281" y="778"/>
                      <a:pt x="8703" y="395"/>
                      <a:pt x="7101" y="180"/>
                    </a:cubicBezTo>
                    <a:cubicBezTo>
                      <a:pt x="6407" y="88"/>
                      <a:pt x="5662" y="1"/>
                      <a:pt x="492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2080825" y="2473875"/>
                <a:ext cx="267800" cy="509725"/>
              </a:xfrm>
              <a:custGeom>
                <a:avLst/>
                <a:gdLst/>
                <a:ahLst/>
                <a:cxnLst/>
                <a:rect l="l" t="t" r="r" b="b"/>
                <a:pathLst>
                  <a:path w="10712" h="20389" extrusionOk="0">
                    <a:moveTo>
                      <a:pt x="6477" y="1"/>
                    </a:moveTo>
                    <a:cubicBezTo>
                      <a:pt x="6253" y="1"/>
                      <a:pt x="6015" y="26"/>
                      <a:pt x="5763" y="79"/>
                    </a:cubicBezTo>
                    <a:cubicBezTo>
                      <a:pt x="4161" y="438"/>
                      <a:pt x="3181" y="1681"/>
                      <a:pt x="2463" y="3044"/>
                    </a:cubicBezTo>
                    <a:cubicBezTo>
                      <a:pt x="1722" y="4526"/>
                      <a:pt x="1172" y="6104"/>
                      <a:pt x="790" y="7706"/>
                    </a:cubicBezTo>
                    <a:cubicBezTo>
                      <a:pt x="1" y="11173"/>
                      <a:pt x="96" y="14926"/>
                      <a:pt x="1627" y="18202"/>
                    </a:cubicBezTo>
                    <a:cubicBezTo>
                      <a:pt x="1937" y="18871"/>
                      <a:pt x="2344" y="19564"/>
                      <a:pt x="2989" y="19995"/>
                    </a:cubicBezTo>
                    <a:cubicBezTo>
                      <a:pt x="3417" y="20270"/>
                      <a:pt x="3913" y="20388"/>
                      <a:pt x="4409" y="20388"/>
                    </a:cubicBezTo>
                    <a:cubicBezTo>
                      <a:pt x="4689" y="20388"/>
                      <a:pt x="4969" y="20351"/>
                      <a:pt x="5237" y="20282"/>
                    </a:cubicBezTo>
                    <a:cubicBezTo>
                      <a:pt x="6862" y="19851"/>
                      <a:pt x="7914" y="18273"/>
                      <a:pt x="8679" y="16887"/>
                    </a:cubicBezTo>
                    <a:cubicBezTo>
                      <a:pt x="10568" y="13492"/>
                      <a:pt x="10712" y="9619"/>
                      <a:pt x="10496" y="5817"/>
                    </a:cubicBezTo>
                    <a:cubicBezTo>
                      <a:pt x="10484" y="5710"/>
                      <a:pt x="10401" y="5656"/>
                      <a:pt x="10320" y="5656"/>
                    </a:cubicBezTo>
                    <a:cubicBezTo>
                      <a:pt x="10239" y="5656"/>
                      <a:pt x="10162" y="5710"/>
                      <a:pt x="10162" y="5817"/>
                    </a:cubicBezTo>
                    <a:cubicBezTo>
                      <a:pt x="10329" y="8901"/>
                      <a:pt x="10329" y="12057"/>
                      <a:pt x="9205" y="14998"/>
                    </a:cubicBezTo>
                    <a:cubicBezTo>
                      <a:pt x="8656" y="16456"/>
                      <a:pt x="7843" y="17986"/>
                      <a:pt x="6695" y="19062"/>
                    </a:cubicBezTo>
                    <a:cubicBezTo>
                      <a:pt x="6073" y="19636"/>
                      <a:pt x="5284" y="20066"/>
                      <a:pt x="4424" y="20066"/>
                    </a:cubicBezTo>
                    <a:cubicBezTo>
                      <a:pt x="3539" y="20066"/>
                      <a:pt x="2822" y="19588"/>
                      <a:pt x="2344" y="18847"/>
                    </a:cubicBezTo>
                    <a:cubicBezTo>
                      <a:pt x="1483" y="17532"/>
                      <a:pt x="1029" y="15859"/>
                      <a:pt x="790" y="14305"/>
                    </a:cubicBezTo>
                    <a:cubicBezTo>
                      <a:pt x="527" y="12607"/>
                      <a:pt x="575" y="10862"/>
                      <a:pt x="838" y="9164"/>
                    </a:cubicBezTo>
                    <a:cubicBezTo>
                      <a:pt x="1077" y="7658"/>
                      <a:pt x="1507" y="6152"/>
                      <a:pt x="2081" y="4717"/>
                    </a:cubicBezTo>
                    <a:cubicBezTo>
                      <a:pt x="2607" y="3402"/>
                      <a:pt x="3228" y="1872"/>
                      <a:pt x="4424" y="1036"/>
                    </a:cubicBezTo>
                    <a:cubicBezTo>
                      <a:pt x="5015" y="616"/>
                      <a:pt x="5743" y="333"/>
                      <a:pt x="6475" y="333"/>
                    </a:cubicBezTo>
                    <a:cubicBezTo>
                      <a:pt x="6660" y="333"/>
                      <a:pt x="6846" y="351"/>
                      <a:pt x="7030" y="390"/>
                    </a:cubicBezTo>
                    <a:cubicBezTo>
                      <a:pt x="7723" y="533"/>
                      <a:pt x="8225" y="988"/>
                      <a:pt x="8608" y="1561"/>
                    </a:cubicBezTo>
                    <a:cubicBezTo>
                      <a:pt x="9397" y="2733"/>
                      <a:pt x="9731" y="4191"/>
                      <a:pt x="10186" y="5506"/>
                    </a:cubicBezTo>
                    <a:cubicBezTo>
                      <a:pt x="10205" y="5585"/>
                      <a:pt x="10269" y="5619"/>
                      <a:pt x="10334" y="5619"/>
                    </a:cubicBezTo>
                    <a:cubicBezTo>
                      <a:pt x="10428" y="5619"/>
                      <a:pt x="10525" y="5548"/>
                      <a:pt x="10496" y="5435"/>
                    </a:cubicBezTo>
                    <a:cubicBezTo>
                      <a:pt x="9792" y="3366"/>
                      <a:pt x="9068" y="1"/>
                      <a:pt x="647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1985200" y="2552400"/>
                <a:ext cx="467425" cy="347675"/>
              </a:xfrm>
              <a:custGeom>
                <a:avLst/>
                <a:gdLst/>
                <a:ahLst/>
                <a:cxnLst/>
                <a:rect l="l" t="t" r="r" b="b"/>
                <a:pathLst>
                  <a:path w="18697" h="13907" extrusionOk="0">
                    <a:moveTo>
                      <a:pt x="14610" y="1"/>
                    </a:moveTo>
                    <a:cubicBezTo>
                      <a:pt x="13739" y="1"/>
                      <a:pt x="12855" y="195"/>
                      <a:pt x="12002" y="429"/>
                    </a:cubicBezTo>
                    <a:cubicBezTo>
                      <a:pt x="10448" y="859"/>
                      <a:pt x="8942" y="1433"/>
                      <a:pt x="7508" y="2198"/>
                    </a:cubicBezTo>
                    <a:cubicBezTo>
                      <a:pt x="4663" y="3752"/>
                      <a:pt x="2104" y="6047"/>
                      <a:pt x="670" y="8988"/>
                    </a:cubicBezTo>
                    <a:cubicBezTo>
                      <a:pt x="311" y="9729"/>
                      <a:pt x="0" y="10566"/>
                      <a:pt x="144" y="11403"/>
                    </a:cubicBezTo>
                    <a:cubicBezTo>
                      <a:pt x="263" y="12096"/>
                      <a:pt x="718" y="12718"/>
                      <a:pt x="1292" y="13148"/>
                    </a:cubicBezTo>
                    <a:cubicBezTo>
                      <a:pt x="2090" y="13720"/>
                      <a:pt x="3065" y="13907"/>
                      <a:pt x="4054" y="13907"/>
                    </a:cubicBezTo>
                    <a:cubicBezTo>
                      <a:pt x="4842" y="13907"/>
                      <a:pt x="5639" y="13788"/>
                      <a:pt x="6360" y="13650"/>
                    </a:cubicBezTo>
                    <a:cubicBezTo>
                      <a:pt x="10090" y="12957"/>
                      <a:pt x="13126" y="10638"/>
                      <a:pt x="15875" y="8175"/>
                    </a:cubicBezTo>
                    <a:cubicBezTo>
                      <a:pt x="16007" y="8063"/>
                      <a:pt x="15888" y="7892"/>
                      <a:pt x="15762" y="7892"/>
                    </a:cubicBezTo>
                    <a:cubicBezTo>
                      <a:pt x="15727" y="7892"/>
                      <a:pt x="15691" y="7905"/>
                      <a:pt x="15660" y="7936"/>
                    </a:cubicBezTo>
                    <a:cubicBezTo>
                      <a:pt x="13365" y="9992"/>
                      <a:pt x="10926" y="11952"/>
                      <a:pt x="7986" y="12909"/>
                    </a:cubicBezTo>
                    <a:cubicBezTo>
                      <a:pt x="6774" y="13293"/>
                      <a:pt x="5439" y="13585"/>
                      <a:pt x="4142" y="13585"/>
                    </a:cubicBezTo>
                    <a:cubicBezTo>
                      <a:pt x="3827" y="13585"/>
                      <a:pt x="3513" y="13568"/>
                      <a:pt x="3204" y="13530"/>
                    </a:cubicBezTo>
                    <a:cubicBezTo>
                      <a:pt x="2391" y="13411"/>
                      <a:pt x="1578" y="13100"/>
                      <a:pt x="1005" y="12455"/>
                    </a:cubicBezTo>
                    <a:cubicBezTo>
                      <a:pt x="383" y="11737"/>
                      <a:pt x="311" y="10829"/>
                      <a:pt x="598" y="9968"/>
                    </a:cubicBezTo>
                    <a:cubicBezTo>
                      <a:pt x="1100" y="8510"/>
                      <a:pt x="2080" y="7123"/>
                      <a:pt x="3109" y="5999"/>
                    </a:cubicBezTo>
                    <a:cubicBezTo>
                      <a:pt x="4137" y="4900"/>
                      <a:pt x="5308" y="3919"/>
                      <a:pt x="6575" y="3130"/>
                    </a:cubicBezTo>
                    <a:cubicBezTo>
                      <a:pt x="7866" y="2318"/>
                      <a:pt x="9253" y="1672"/>
                      <a:pt x="10664" y="1170"/>
                    </a:cubicBezTo>
                    <a:cubicBezTo>
                      <a:pt x="11912" y="746"/>
                      <a:pt x="13306" y="302"/>
                      <a:pt x="14651" y="302"/>
                    </a:cubicBezTo>
                    <a:cubicBezTo>
                      <a:pt x="14749" y="302"/>
                      <a:pt x="14846" y="304"/>
                      <a:pt x="14943" y="309"/>
                    </a:cubicBezTo>
                    <a:cubicBezTo>
                      <a:pt x="16545" y="405"/>
                      <a:pt x="18338" y="1600"/>
                      <a:pt x="18147" y="3369"/>
                    </a:cubicBezTo>
                    <a:cubicBezTo>
                      <a:pt x="17979" y="4995"/>
                      <a:pt x="16736" y="6430"/>
                      <a:pt x="15899" y="7745"/>
                    </a:cubicBezTo>
                    <a:cubicBezTo>
                      <a:pt x="15817" y="7876"/>
                      <a:pt x="15927" y="7996"/>
                      <a:pt x="16035" y="7996"/>
                    </a:cubicBezTo>
                    <a:cubicBezTo>
                      <a:pt x="16084" y="7996"/>
                      <a:pt x="16133" y="7972"/>
                      <a:pt x="16162" y="7912"/>
                    </a:cubicBezTo>
                    <a:cubicBezTo>
                      <a:pt x="17023" y="6597"/>
                      <a:pt x="18123" y="5282"/>
                      <a:pt x="18434" y="3704"/>
                    </a:cubicBezTo>
                    <a:cubicBezTo>
                      <a:pt x="18697" y="2246"/>
                      <a:pt x="17812" y="979"/>
                      <a:pt x="16497" y="381"/>
                    </a:cubicBezTo>
                    <a:cubicBezTo>
                      <a:pt x="15888" y="107"/>
                      <a:pt x="15252" y="1"/>
                      <a:pt x="146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2189875" y="2685725"/>
                <a:ext cx="68450" cy="68850"/>
              </a:xfrm>
              <a:custGeom>
                <a:avLst/>
                <a:gdLst/>
                <a:ahLst/>
                <a:cxnLst/>
                <a:rect l="l" t="t" r="r" b="b"/>
                <a:pathLst>
                  <a:path w="2738" h="2754" extrusionOk="0">
                    <a:moveTo>
                      <a:pt x="1573" y="0"/>
                    </a:moveTo>
                    <a:cubicBezTo>
                      <a:pt x="1494" y="0"/>
                      <a:pt x="1413" y="14"/>
                      <a:pt x="1329" y="45"/>
                    </a:cubicBezTo>
                    <a:cubicBezTo>
                      <a:pt x="1260" y="68"/>
                      <a:pt x="1192" y="96"/>
                      <a:pt x="1126" y="130"/>
                    </a:cubicBezTo>
                    <a:lnTo>
                      <a:pt x="1126" y="130"/>
                    </a:lnTo>
                    <a:cubicBezTo>
                      <a:pt x="688" y="230"/>
                      <a:pt x="287" y="542"/>
                      <a:pt x="134" y="977"/>
                    </a:cubicBezTo>
                    <a:cubicBezTo>
                      <a:pt x="1" y="1354"/>
                      <a:pt x="73" y="1854"/>
                      <a:pt x="389" y="2116"/>
                    </a:cubicBezTo>
                    <a:lnTo>
                      <a:pt x="389" y="2116"/>
                    </a:lnTo>
                    <a:cubicBezTo>
                      <a:pt x="426" y="2251"/>
                      <a:pt x="491" y="2377"/>
                      <a:pt x="588" y="2483"/>
                    </a:cubicBezTo>
                    <a:cubicBezTo>
                      <a:pt x="764" y="2659"/>
                      <a:pt x="964" y="2734"/>
                      <a:pt x="1166" y="2734"/>
                    </a:cubicBezTo>
                    <a:cubicBezTo>
                      <a:pt x="1235" y="2734"/>
                      <a:pt x="1305" y="2725"/>
                      <a:pt x="1374" y="2708"/>
                    </a:cubicBezTo>
                    <a:lnTo>
                      <a:pt x="1374" y="2708"/>
                    </a:lnTo>
                    <a:cubicBezTo>
                      <a:pt x="1447" y="2739"/>
                      <a:pt x="1519" y="2753"/>
                      <a:pt x="1587" y="2753"/>
                    </a:cubicBezTo>
                    <a:cubicBezTo>
                      <a:pt x="1831" y="2753"/>
                      <a:pt x="2035" y="2570"/>
                      <a:pt x="2150" y="2328"/>
                    </a:cubicBezTo>
                    <a:lnTo>
                      <a:pt x="2150" y="2328"/>
                    </a:lnTo>
                    <a:cubicBezTo>
                      <a:pt x="2155" y="2324"/>
                      <a:pt x="2160" y="2320"/>
                      <a:pt x="2166" y="2316"/>
                    </a:cubicBezTo>
                    <a:cubicBezTo>
                      <a:pt x="2698" y="1911"/>
                      <a:pt x="2737" y="1108"/>
                      <a:pt x="2367" y="582"/>
                    </a:cubicBezTo>
                    <a:lnTo>
                      <a:pt x="2367" y="582"/>
                    </a:lnTo>
                    <a:cubicBezTo>
                      <a:pt x="2191" y="255"/>
                      <a:pt x="1908" y="0"/>
                      <a:pt x="15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2122000" y="2532275"/>
                <a:ext cx="39675" cy="38750"/>
              </a:xfrm>
              <a:custGeom>
                <a:avLst/>
                <a:gdLst/>
                <a:ahLst/>
                <a:cxnLst/>
                <a:rect l="l" t="t" r="r" b="b"/>
                <a:pathLst>
                  <a:path w="1587" h="1550" extrusionOk="0">
                    <a:moveTo>
                      <a:pt x="806" y="632"/>
                    </a:moveTo>
                    <a:cubicBezTo>
                      <a:pt x="980" y="632"/>
                      <a:pt x="949" y="947"/>
                      <a:pt x="792" y="947"/>
                    </a:cubicBezTo>
                    <a:cubicBezTo>
                      <a:pt x="754" y="951"/>
                      <a:pt x="723" y="965"/>
                      <a:pt x="698" y="985"/>
                    </a:cubicBezTo>
                    <a:lnTo>
                      <a:pt x="698" y="985"/>
                    </a:lnTo>
                    <a:cubicBezTo>
                      <a:pt x="534" y="902"/>
                      <a:pt x="585" y="659"/>
                      <a:pt x="768" y="636"/>
                    </a:cubicBezTo>
                    <a:cubicBezTo>
                      <a:pt x="782" y="633"/>
                      <a:pt x="794" y="632"/>
                      <a:pt x="806" y="632"/>
                    </a:cubicBezTo>
                    <a:close/>
                    <a:moveTo>
                      <a:pt x="736" y="1"/>
                    </a:moveTo>
                    <a:cubicBezTo>
                      <a:pt x="578" y="1"/>
                      <a:pt x="421" y="68"/>
                      <a:pt x="290" y="230"/>
                    </a:cubicBezTo>
                    <a:cubicBezTo>
                      <a:pt x="220" y="309"/>
                      <a:pt x="170" y="401"/>
                      <a:pt x="137" y="499"/>
                    </a:cubicBezTo>
                    <a:lnTo>
                      <a:pt x="137" y="499"/>
                    </a:lnTo>
                    <a:cubicBezTo>
                      <a:pt x="1" y="735"/>
                      <a:pt x="55" y="1039"/>
                      <a:pt x="237" y="1256"/>
                    </a:cubicBezTo>
                    <a:lnTo>
                      <a:pt x="237" y="1256"/>
                    </a:lnTo>
                    <a:cubicBezTo>
                      <a:pt x="326" y="1388"/>
                      <a:pt x="457" y="1493"/>
                      <a:pt x="625" y="1545"/>
                    </a:cubicBezTo>
                    <a:cubicBezTo>
                      <a:pt x="639" y="1548"/>
                      <a:pt x="652" y="1550"/>
                      <a:pt x="664" y="1550"/>
                    </a:cubicBezTo>
                    <a:cubicBezTo>
                      <a:pt x="691" y="1550"/>
                      <a:pt x="714" y="1543"/>
                      <a:pt x="735" y="1531"/>
                    </a:cubicBezTo>
                    <a:lnTo>
                      <a:pt x="735" y="1531"/>
                    </a:lnTo>
                    <a:cubicBezTo>
                      <a:pt x="773" y="1537"/>
                      <a:pt x="810" y="1540"/>
                      <a:pt x="846" y="1540"/>
                    </a:cubicBezTo>
                    <a:cubicBezTo>
                      <a:pt x="1277" y="1540"/>
                      <a:pt x="1587" y="1126"/>
                      <a:pt x="1486" y="660"/>
                    </a:cubicBezTo>
                    <a:cubicBezTo>
                      <a:pt x="1405" y="303"/>
                      <a:pt x="1070" y="1"/>
                      <a:pt x="7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2147650" y="2815600"/>
                <a:ext cx="39150" cy="38725"/>
              </a:xfrm>
              <a:custGeom>
                <a:avLst/>
                <a:gdLst/>
                <a:ahLst/>
                <a:cxnLst/>
                <a:rect l="l" t="t" r="r" b="b"/>
                <a:pathLst>
                  <a:path w="1566" h="1549" extrusionOk="0">
                    <a:moveTo>
                      <a:pt x="782" y="631"/>
                    </a:moveTo>
                    <a:cubicBezTo>
                      <a:pt x="934" y="631"/>
                      <a:pt x="904" y="924"/>
                      <a:pt x="771" y="946"/>
                    </a:cubicBezTo>
                    <a:cubicBezTo>
                      <a:pt x="732" y="951"/>
                      <a:pt x="700" y="965"/>
                      <a:pt x="676" y="985"/>
                    </a:cubicBezTo>
                    <a:lnTo>
                      <a:pt x="676" y="985"/>
                    </a:lnTo>
                    <a:cubicBezTo>
                      <a:pt x="487" y="903"/>
                      <a:pt x="540" y="659"/>
                      <a:pt x="747" y="636"/>
                    </a:cubicBezTo>
                    <a:cubicBezTo>
                      <a:pt x="759" y="632"/>
                      <a:pt x="771" y="631"/>
                      <a:pt x="782" y="631"/>
                    </a:cubicBezTo>
                    <a:close/>
                    <a:moveTo>
                      <a:pt x="707" y="0"/>
                    </a:moveTo>
                    <a:cubicBezTo>
                      <a:pt x="546" y="0"/>
                      <a:pt x="383" y="68"/>
                      <a:pt x="245" y="229"/>
                    </a:cubicBezTo>
                    <a:cubicBezTo>
                      <a:pt x="169" y="321"/>
                      <a:pt x="118" y="429"/>
                      <a:pt x="90" y="544"/>
                    </a:cubicBezTo>
                    <a:lnTo>
                      <a:pt x="90" y="544"/>
                    </a:lnTo>
                    <a:cubicBezTo>
                      <a:pt x="1" y="738"/>
                      <a:pt x="32" y="968"/>
                      <a:pt x="153" y="1159"/>
                    </a:cubicBezTo>
                    <a:lnTo>
                      <a:pt x="153" y="1159"/>
                    </a:lnTo>
                    <a:cubicBezTo>
                      <a:pt x="237" y="1336"/>
                      <a:pt x="381" y="1481"/>
                      <a:pt x="579" y="1544"/>
                    </a:cubicBezTo>
                    <a:cubicBezTo>
                      <a:pt x="595" y="1547"/>
                      <a:pt x="609" y="1549"/>
                      <a:pt x="623" y="1549"/>
                    </a:cubicBezTo>
                    <a:cubicBezTo>
                      <a:pt x="653" y="1549"/>
                      <a:pt x="680" y="1541"/>
                      <a:pt x="702" y="1528"/>
                    </a:cubicBezTo>
                    <a:lnTo>
                      <a:pt x="702" y="1528"/>
                    </a:lnTo>
                    <a:cubicBezTo>
                      <a:pt x="744" y="1536"/>
                      <a:pt x="784" y="1539"/>
                      <a:pt x="824" y="1539"/>
                    </a:cubicBezTo>
                    <a:cubicBezTo>
                      <a:pt x="1255" y="1539"/>
                      <a:pt x="1565" y="1125"/>
                      <a:pt x="1464" y="659"/>
                    </a:cubicBezTo>
                    <a:cubicBezTo>
                      <a:pt x="1383" y="302"/>
                      <a:pt x="1048" y="0"/>
                      <a:pt x="70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2419475" y="2608900"/>
                <a:ext cx="50325" cy="54950"/>
              </a:xfrm>
              <a:custGeom>
                <a:avLst/>
                <a:gdLst/>
                <a:ahLst/>
                <a:cxnLst/>
                <a:rect l="l" t="t" r="r" b="b"/>
                <a:pathLst>
                  <a:path w="2013" h="2198" extrusionOk="0">
                    <a:moveTo>
                      <a:pt x="1158" y="852"/>
                    </a:moveTo>
                    <a:cubicBezTo>
                      <a:pt x="1218" y="855"/>
                      <a:pt x="1276" y="870"/>
                      <a:pt x="1330" y="900"/>
                    </a:cubicBezTo>
                    <a:lnTo>
                      <a:pt x="1330" y="900"/>
                    </a:lnTo>
                    <a:cubicBezTo>
                      <a:pt x="1346" y="928"/>
                      <a:pt x="1360" y="957"/>
                      <a:pt x="1371" y="988"/>
                    </a:cubicBezTo>
                    <a:lnTo>
                      <a:pt x="1371" y="988"/>
                    </a:lnTo>
                    <a:cubicBezTo>
                      <a:pt x="1337" y="1005"/>
                      <a:pt x="1300" y="1013"/>
                      <a:pt x="1263" y="1013"/>
                    </a:cubicBezTo>
                    <a:cubicBezTo>
                      <a:pt x="1253" y="1013"/>
                      <a:pt x="1244" y="1012"/>
                      <a:pt x="1235" y="1012"/>
                    </a:cubicBezTo>
                    <a:lnTo>
                      <a:pt x="1235" y="1012"/>
                    </a:lnTo>
                    <a:cubicBezTo>
                      <a:pt x="1216" y="955"/>
                      <a:pt x="1191" y="901"/>
                      <a:pt x="1158" y="852"/>
                    </a:cubicBezTo>
                    <a:close/>
                    <a:moveTo>
                      <a:pt x="1398" y="1321"/>
                    </a:moveTo>
                    <a:lnTo>
                      <a:pt x="1398" y="1321"/>
                    </a:lnTo>
                    <a:cubicBezTo>
                      <a:pt x="1395" y="1342"/>
                      <a:pt x="1391" y="1362"/>
                      <a:pt x="1386" y="1383"/>
                    </a:cubicBezTo>
                    <a:lnTo>
                      <a:pt x="1386" y="1383"/>
                    </a:lnTo>
                    <a:cubicBezTo>
                      <a:pt x="1369" y="1384"/>
                      <a:pt x="1352" y="1384"/>
                      <a:pt x="1335" y="1384"/>
                    </a:cubicBezTo>
                    <a:cubicBezTo>
                      <a:pt x="1307" y="1384"/>
                      <a:pt x="1279" y="1383"/>
                      <a:pt x="1251" y="1380"/>
                    </a:cubicBezTo>
                    <a:lnTo>
                      <a:pt x="1251" y="1380"/>
                    </a:lnTo>
                    <a:cubicBezTo>
                      <a:pt x="1255" y="1363"/>
                      <a:pt x="1258" y="1346"/>
                      <a:pt x="1261" y="1329"/>
                    </a:cubicBezTo>
                    <a:lnTo>
                      <a:pt x="1261" y="1329"/>
                    </a:lnTo>
                    <a:cubicBezTo>
                      <a:pt x="1273" y="1329"/>
                      <a:pt x="1285" y="1329"/>
                      <a:pt x="1297" y="1329"/>
                    </a:cubicBezTo>
                    <a:cubicBezTo>
                      <a:pt x="1331" y="1329"/>
                      <a:pt x="1365" y="1327"/>
                      <a:pt x="1398" y="1321"/>
                    </a:cubicBezTo>
                    <a:close/>
                    <a:moveTo>
                      <a:pt x="1117" y="1"/>
                    </a:moveTo>
                    <a:cubicBezTo>
                      <a:pt x="950" y="1"/>
                      <a:pt x="778" y="61"/>
                      <a:pt x="632" y="201"/>
                    </a:cubicBezTo>
                    <a:cubicBezTo>
                      <a:pt x="630" y="203"/>
                      <a:pt x="629" y="204"/>
                      <a:pt x="627" y="206"/>
                    </a:cubicBezTo>
                    <a:lnTo>
                      <a:pt x="627" y="206"/>
                    </a:lnTo>
                    <a:cubicBezTo>
                      <a:pt x="342" y="329"/>
                      <a:pt x="108" y="578"/>
                      <a:pt x="35" y="894"/>
                    </a:cubicBezTo>
                    <a:cubicBezTo>
                      <a:pt x="0" y="1032"/>
                      <a:pt x="4" y="1171"/>
                      <a:pt x="38" y="1303"/>
                    </a:cubicBezTo>
                    <a:lnTo>
                      <a:pt x="38" y="1303"/>
                    </a:lnTo>
                    <a:cubicBezTo>
                      <a:pt x="50" y="1489"/>
                      <a:pt x="111" y="1673"/>
                      <a:pt x="226" y="1827"/>
                    </a:cubicBezTo>
                    <a:cubicBezTo>
                      <a:pt x="409" y="2062"/>
                      <a:pt x="713" y="2197"/>
                      <a:pt x="1014" y="2197"/>
                    </a:cubicBezTo>
                    <a:cubicBezTo>
                      <a:pt x="1264" y="2197"/>
                      <a:pt x="1511" y="2104"/>
                      <a:pt x="1684" y="1898"/>
                    </a:cubicBezTo>
                    <a:cubicBezTo>
                      <a:pt x="1789" y="1779"/>
                      <a:pt x="1849" y="1627"/>
                      <a:pt x="1868" y="1467"/>
                    </a:cubicBezTo>
                    <a:lnTo>
                      <a:pt x="1868" y="1467"/>
                    </a:lnTo>
                    <a:cubicBezTo>
                      <a:pt x="2013" y="1219"/>
                      <a:pt x="1985" y="910"/>
                      <a:pt x="1856" y="653"/>
                    </a:cubicBezTo>
                    <a:lnTo>
                      <a:pt x="1856" y="653"/>
                    </a:lnTo>
                    <a:cubicBezTo>
                      <a:pt x="1820" y="281"/>
                      <a:pt x="1478" y="1"/>
                      <a:pt x="11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2128725" y="2536925"/>
                <a:ext cx="19575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783" h="978" extrusionOk="0">
                    <a:moveTo>
                      <a:pt x="305" y="0"/>
                    </a:moveTo>
                    <a:cubicBezTo>
                      <a:pt x="280" y="0"/>
                      <a:pt x="257" y="6"/>
                      <a:pt x="237" y="20"/>
                    </a:cubicBezTo>
                    <a:cubicBezTo>
                      <a:pt x="46" y="141"/>
                      <a:pt x="6" y="350"/>
                      <a:pt x="71" y="537"/>
                    </a:cubicBezTo>
                    <a:lnTo>
                      <a:pt x="71" y="537"/>
                    </a:lnTo>
                    <a:cubicBezTo>
                      <a:pt x="70" y="540"/>
                      <a:pt x="70" y="543"/>
                      <a:pt x="69" y="546"/>
                    </a:cubicBezTo>
                    <a:cubicBezTo>
                      <a:pt x="0" y="786"/>
                      <a:pt x="215" y="977"/>
                      <a:pt x="431" y="977"/>
                    </a:cubicBezTo>
                    <a:cubicBezTo>
                      <a:pt x="515" y="977"/>
                      <a:pt x="599" y="948"/>
                      <a:pt x="667" y="880"/>
                    </a:cubicBezTo>
                    <a:cubicBezTo>
                      <a:pt x="696" y="856"/>
                      <a:pt x="710" y="827"/>
                      <a:pt x="713" y="798"/>
                    </a:cubicBezTo>
                    <a:lnTo>
                      <a:pt x="713" y="798"/>
                    </a:lnTo>
                    <a:cubicBezTo>
                      <a:pt x="772" y="728"/>
                      <a:pt x="783" y="625"/>
                      <a:pt x="739" y="522"/>
                    </a:cubicBezTo>
                    <a:cubicBezTo>
                      <a:pt x="702" y="441"/>
                      <a:pt x="630" y="380"/>
                      <a:pt x="548" y="345"/>
                    </a:cubicBezTo>
                    <a:lnTo>
                      <a:pt x="548" y="345"/>
                    </a:lnTo>
                    <a:cubicBezTo>
                      <a:pt x="532" y="257"/>
                      <a:pt x="500" y="172"/>
                      <a:pt x="452" y="91"/>
                    </a:cubicBezTo>
                    <a:cubicBezTo>
                      <a:pt x="434" y="40"/>
                      <a:pt x="368" y="0"/>
                      <a:pt x="3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2154950" y="2822075"/>
                <a:ext cx="18575" cy="14800"/>
              </a:xfrm>
              <a:custGeom>
                <a:avLst/>
                <a:gdLst/>
                <a:ahLst/>
                <a:cxnLst/>
                <a:rect l="l" t="t" r="r" b="b"/>
                <a:pathLst>
                  <a:path w="743" h="592" extrusionOk="0">
                    <a:moveTo>
                      <a:pt x="407" y="257"/>
                    </a:moveTo>
                    <a:cubicBezTo>
                      <a:pt x="423" y="257"/>
                      <a:pt x="433" y="259"/>
                      <a:pt x="437" y="262"/>
                    </a:cubicBezTo>
                    <a:lnTo>
                      <a:pt x="437" y="262"/>
                    </a:lnTo>
                    <a:cubicBezTo>
                      <a:pt x="427" y="260"/>
                      <a:pt x="417" y="258"/>
                      <a:pt x="407" y="257"/>
                    </a:cubicBezTo>
                    <a:close/>
                    <a:moveTo>
                      <a:pt x="383" y="0"/>
                    </a:moveTo>
                    <a:cubicBezTo>
                      <a:pt x="325" y="0"/>
                      <a:pt x="267" y="20"/>
                      <a:pt x="216" y="66"/>
                    </a:cubicBezTo>
                    <a:cubicBezTo>
                      <a:pt x="0" y="257"/>
                      <a:pt x="168" y="568"/>
                      <a:pt x="407" y="592"/>
                    </a:cubicBezTo>
                    <a:cubicBezTo>
                      <a:pt x="482" y="592"/>
                      <a:pt x="531" y="554"/>
                      <a:pt x="553" y="504"/>
                    </a:cubicBezTo>
                    <a:lnTo>
                      <a:pt x="553" y="504"/>
                    </a:lnTo>
                    <a:cubicBezTo>
                      <a:pt x="606" y="498"/>
                      <a:pt x="653" y="466"/>
                      <a:pt x="670" y="400"/>
                    </a:cubicBezTo>
                    <a:cubicBezTo>
                      <a:pt x="743" y="200"/>
                      <a:pt x="566" y="0"/>
                      <a:pt x="3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2"/>
            <p:cNvGrpSpPr/>
            <p:nvPr/>
          </p:nvGrpSpPr>
          <p:grpSpPr>
            <a:xfrm rot="1509030">
              <a:off x="3003444" y="3860988"/>
              <a:ext cx="962081" cy="959206"/>
              <a:chOff x="2754175" y="3560650"/>
              <a:chExt cx="962075" cy="959200"/>
            </a:xfrm>
          </p:grpSpPr>
          <p:sp>
            <p:nvSpPr>
              <p:cNvPr id="204" name="Google Shape;204;p2"/>
              <p:cNvSpPr/>
              <p:nvPr/>
            </p:nvSpPr>
            <p:spPr>
              <a:xfrm>
                <a:off x="2872525" y="4240550"/>
                <a:ext cx="93200" cy="176350"/>
              </a:xfrm>
              <a:custGeom>
                <a:avLst/>
                <a:gdLst/>
                <a:ahLst/>
                <a:cxnLst/>
                <a:rect l="l" t="t" r="r" b="b"/>
                <a:pathLst>
                  <a:path w="3728" h="7054" extrusionOk="0">
                    <a:moveTo>
                      <a:pt x="247" y="1"/>
                    </a:moveTo>
                    <a:cubicBezTo>
                      <a:pt x="124" y="1"/>
                      <a:pt x="0" y="127"/>
                      <a:pt x="83" y="276"/>
                    </a:cubicBezTo>
                    <a:cubicBezTo>
                      <a:pt x="1159" y="2499"/>
                      <a:pt x="2258" y="4723"/>
                      <a:pt x="3334" y="6970"/>
                    </a:cubicBezTo>
                    <a:cubicBezTo>
                      <a:pt x="3371" y="7029"/>
                      <a:pt x="3426" y="7054"/>
                      <a:pt x="3481" y="7054"/>
                    </a:cubicBezTo>
                    <a:cubicBezTo>
                      <a:pt x="3604" y="7054"/>
                      <a:pt x="3728" y="6928"/>
                      <a:pt x="3645" y="6779"/>
                    </a:cubicBezTo>
                    <a:cubicBezTo>
                      <a:pt x="2569" y="4555"/>
                      <a:pt x="1469" y="2332"/>
                      <a:pt x="394" y="84"/>
                    </a:cubicBezTo>
                    <a:cubicBezTo>
                      <a:pt x="357" y="26"/>
                      <a:pt x="302" y="1"/>
                      <a:pt x="24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2914300" y="4284750"/>
                <a:ext cx="80175" cy="56275"/>
              </a:xfrm>
              <a:custGeom>
                <a:avLst/>
                <a:gdLst/>
                <a:ahLst/>
                <a:cxnLst/>
                <a:rect l="l" t="t" r="r" b="b"/>
                <a:pathLst>
                  <a:path w="3207" h="2251" extrusionOk="0">
                    <a:moveTo>
                      <a:pt x="2960" y="1"/>
                    </a:moveTo>
                    <a:cubicBezTo>
                      <a:pt x="2928" y="1"/>
                      <a:pt x="2893" y="12"/>
                      <a:pt x="2859" y="38"/>
                    </a:cubicBezTo>
                    <a:cubicBezTo>
                      <a:pt x="1950" y="659"/>
                      <a:pt x="1066" y="1281"/>
                      <a:pt x="157" y="1903"/>
                    </a:cubicBezTo>
                    <a:cubicBezTo>
                      <a:pt x="0" y="2020"/>
                      <a:pt x="101" y="2250"/>
                      <a:pt x="247" y="2250"/>
                    </a:cubicBezTo>
                    <a:cubicBezTo>
                      <a:pt x="279" y="2250"/>
                      <a:pt x="314" y="2239"/>
                      <a:pt x="348" y="2214"/>
                    </a:cubicBezTo>
                    <a:cubicBezTo>
                      <a:pt x="1233" y="1592"/>
                      <a:pt x="2141" y="970"/>
                      <a:pt x="3050" y="349"/>
                    </a:cubicBezTo>
                    <a:cubicBezTo>
                      <a:pt x="3207" y="231"/>
                      <a:pt x="3106" y="1"/>
                      <a:pt x="29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2936275" y="4194525"/>
                <a:ext cx="109125" cy="196975"/>
              </a:xfrm>
              <a:custGeom>
                <a:avLst/>
                <a:gdLst/>
                <a:ahLst/>
                <a:cxnLst/>
                <a:rect l="l" t="t" r="r" b="b"/>
                <a:pathLst>
                  <a:path w="4365" h="7879" extrusionOk="0">
                    <a:moveTo>
                      <a:pt x="247" y="1"/>
                    </a:moveTo>
                    <a:cubicBezTo>
                      <a:pt x="129" y="1"/>
                      <a:pt x="1" y="127"/>
                      <a:pt x="67" y="276"/>
                    </a:cubicBezTo>
                    <a:cubicBezTo>
                      <a:pt x="1382" y="2786"/>
                      <a:pt x="2673" y="5273"/>
                      <a:pt x="3988" y="7783"/>
                    </a:cubicBezTo>
                    <a:cubicBezTo>
                      <a:pt x="4018" y="7851"/>
                      <a:pt x="4069" y="7878"/>
                      <a:pt x="4122" y="7878"/>
                    </a:cubicBezTo>
                    <a:cubicBezTo>
                      <a:pt x="4239" y="7878"/>
                      <a:pt x="4364" y="7747"/>
                      <a:pt x="4299" y="7616"/>
                    </a:cubicBezTo>
                    <a:cubicBezTo>
                      <a:pt x="2984" y="5105"/>
                      <a:pt x="1693" y="2595"/>
                      <a:pt x="378" y="85"/>
                    </a:cubicBezTo>
                    <a:cubicBezTo>
                      <a:pt x="348" y="26"/>
                      <a:pt x="299" y="1"/>
                      <a:pt x="24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3051025" y="4280125"/>
                <a:ext cx="102375" cy="90125"/>
              </a:xfrm>
              <a:custGeom>
                <a:avLst/>
                <a:gdLst/>
                <a:ahLst/>
                <a:cxnLst/>
                <a:rect l="l" t="t" r="r" b="b"/>
                <a:pathLst>
                  <a:path w="4095" h="3605" extrusionOk="0">
                    <a:moveTo>
                      <a:pt x="1706" y="1"/>
                    </a:moveTo>
                    <a:cubicBezTo>
                      <a:pt x="955" y="1"/>
                      <a:pt x="290" y="485"/>
                      <a:pt x="43" y="1179"/>
                    </a:cubicBezTo>
                    <a:cubicBezTo>
                      <a:pt x="0" y="1310"/>
                      <a:pt x="106" y="1396"/>
                      <a:pt x="217" y="1396"/>
                    </a:cubicBezTo>
                    <a:cubicBezTo>
                      <a:pt x="290" y="1396"/>
                      <a:pt x="364" y="1360"/>
                      <a:pt x="402" y="1275"/>
                    </a:cubicBezTo>
                    <a:cubicBezTo>
                      <a:pt x="599" y="728"/>
                      <a:pt x="1116" y="381"/>
                      <a:pt x="1697" y="381"/>
                    </a:cubicBezTo>
                    <a:cubicBezTo>
                      <a:pt x="1704" y="381"/>
                      <a:pt x="1710" y="381"/>
                      <a:pt x="1717" y="381"/>
                    </a:cubicBezTo>
                    <a:lnTo>
                      <a:pt x="1717" y="381"/>
                    </a:lnTo>
                    <a:cubicBezTo>
                      <a:pt x="2051" y="1368"/>
                      <a:pt x="2038" y="2395"/>
                      <a:pt x="1741" y="3379"/>
                    </a:cubicBezTo>
                    <a:cubicBezTo>
                      <a:pt x="1707" y="3498"/>
                      <a:pt x="1806" y="3605"/>
                      <a:pt x="1918" y="3605"/>
                    </a:cubicBezTo>
                    <a:cubicBezTo>
                      <a:pt x="1963" y="3605"/>
                      <a:pt x="2010" y="3587"/>
                      <a:pt x="2052" y="3546"/>
                    </a:cubicBezTo>
                    <a:cubicBezTo>
                      <a:pt x="2673" y="2877"/>
                      <a:pt x="3319" y="2183"/>
                      <a:pt x="3964" y="1514"/>
                    </a:cubicBezTo>
                    <a:cubicBezTo>
                      <a:pt x="4094" y="1384"/>
                      <a:pt x="3966" y="1197"/>
                      <a:pt x="3834" y="1197"/>
                    </a:cubicBezTo>
                    <a:cubicBezTo>
                      <a:pt x="3796" y="1197"/>
                      <a:pt x="3758" y="1213"/>
                      <a:pt x="3725" y="1251"/>
                    </a:cubicBezTo>
                    <a:cubicBezTo>
                      <a:pt x="3231" y="1782"/>
                      <a:pt x="2737" y="2299"/>
                      <a:pt x="2243" y="2823"/>
                    </a:cubicBezTo>
                    <a:lnTo>
                      <a:pt x="2243" y="2823"/>
                    </a:lnTo>
                    <a:cubicBezTo>
                      <a:pt x="2411" y="1927"/>
                      <a:pt x="2335" y="1016"/>
                      <a:pt x="2028" y="151"/>
                    </a:cubicBezTo>
                    <a:cubicBezTo>
                      <a:pt x="2004" y="79"/>
                      <a:pt x="1932" y="32"/>
                      <a:pt x="1861" y="8"/>
                    </a:cubicBezTo>
                    <a:cubicBezTo>
                      <a:pt x="1809" y="3"/>
                      <a:pt x="1757" y="1"/>
                      <a:pt x="170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3137575" y="4086775"/>
                <a:ext cx="163500" cy="189600"/>
              </a:xfrm>
              <a:custGeom>
                <a:avLst/>
                <a:gdLst/>
                <a:ahLst/>
                <a:cxnLst/>
                <a:rect l="l" t="t" r="r" b="b"/>
                <a:pathLst>
                  <a:path w="6540" h="7584" extrusionOk="0">
                    <a:moveTo>
                      <a:pt x="2651" y="1"/>
                    </a:moveTo>
                    <a:cubicBezTo>
                      <a:pt x="1942" y="1"/>
                      <a:pt x="1307" y="394"/>
                      <a:pt x="861" y="976"/>
                    </a:cubicBezTo>
                    <a:cubicBezTo>
                      <a:pt x="239" y="1741"/>
                      <a:pt x="0" y="2697"/>
                      <a:pt x="72" y="3653"/>
                    </a:cubicBezTo>
                    <a:cubicBezTo>
                      <a:pt x="239" y="5590"/>
                      <a:pt x="1602" y="7407"/>
                      <a:pt x="3634" y="7574"/>
                    </a:cubicBezTo>
                    <a:cubicBezTo>
                      <a:pt x="3720" y="7580"/>
                      <a:pt x="3806" y="7583"/>
                      <a:pt x="3892" y="7583"/>
                    </a:cubicBezTo>
                    <a:cubicBezTo>
                      <a:pt x="4839" y="7583"/>
                      <a:pt x="5796" y="7220"/>
                      <a:pt x="6432" y="6475"/>
                    </a:cubicBezTo>
                    <a:cubicBezTo>
                      <a:pt x="6540" y="6349"/>
                      <a:pt x="6417" y="6169"/>
                      <a:pt x="6289" y="6169"/>
                    </a:cubicBezTo>
                    <a:cubicBezTo>
                      <a:pt x="6247" y="6169"/>
                      <a:pt x="6204" y="6188"/>
                      <a:pt x="6169" y="6235"/>
                    </a:cubicBezTo>
                    <a:cubicBezTo>
                      <a:pt x="5592" y="6892"/>
                      <a:pt x="4750" y="7234"/>
                      <a:pt x="3892" y="7234"/>
                    </a:cubicBezTo>
                    <a:cubicBezTo>
                      <a:pt x="3718" y="7234"/>
                      <a:pt x="3544" y="7220"/>
                      <a:pt x="3371" y="7192"/>
                    </a:cubicBezTo>
                    <a:cubicBezTo>
                      <a:pt x="2296" y="7001"/>
                      <a:pt x="1411" y="6259"/>
                      <a:pt x="909" y="5303"/>
                    </a:cubicBezTo>
                    <a:cubicBezTo>
                      <a:pt x="407" y="4323"/>
                      <a:pt x="263" y="3104"/>
                      <a:pt x="646" y="2075"/>
                    </a:cubicBezTo>
                    <a:cubicBezTo>
                      <a:pt x="958" y="1221"/>
                      <a:pt x="1707" y="367"/>
                      <a:pt x="2637" y="367"/>
                    </a:cubicBezTo>
                    <a:cubicBezTo>
                      <a:pt x="2775" y="367"/>
                      <a:pt x="2916" y="386"/>
                      <a:pt x="3061" y="426"/>
                    </a:cubicBezTo>
                    <a:cubicBezTo>
                      <a:pt x="3075" y="429"/>
                      <a:pt x="3089" y="430"/>
                      <a:pt x="3102" y="430"/>
                    </a:cubicBezTo>
                    <a:cubicBezTo>
                      <a:pt x="3287" y="430"/>
                      <a:pt x="3357" y="134"/>
                      <a:pt x="3156" y="67"/>
                    </a:cubicBezTo>
                    <a:cubicBezTo>
                      <a:pt x="2985" y="22"/>
                      <a:pt x="2816" y="1"/>
                      <a:pt x="26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3272100" y="4002975"/>
                <a:ext cx="178100" cy="186450"/>
              </a:xfrm>
              <a:custGeom>
                <a:avLst/>
                <a:gdLst/>
                <a:ahLst/>
                <a:cxnLst/>
                <a:rect l="l" t="t" r="r" b="b"/>
                <a:pathLst>
                  <a:path w="7124" h="7458" extrusionOk="0">
                    <a:moveTo>
                      <a:pt x="2872" y="361"/>
                    </a:moveTo>
                    <a:cubicBezTo>
                      <a:pt x="3631" y="361"/>
                      <a:pt x="4406" y="633"/>
                      <a:pt x="4972" y="1100"/>
                    </a:cubicBezTo>
                    <a:cubicBezTo>
                      <a:pt x="6143" y="2080"/>
                      <a:pt x="6860" y="3945"/>
                      <a:pt x="6550" y="5451"/>
                    </a:cubicBezTo>
                    <a:cubicBezTo>
                      <a:pt x="6314" y="6573"/>
                      <a:pt x="5313" y="7092"/>
                      <a:pt x="4280" y="7092"/>
                    </a:cubicBezTo>
                    <a:cubicBezTo>
                      <a:pt x="3948" y="7092"/>
                      <a:pt x="3612" y="7038"/>
                      <a:pt x="3298" y="6934"/>
                    </a:cubicBezTo>
                    <a:cubicBezTo>
                      <a:pt x="2241" y="6571"/>
                      <a:pt x="1547" y="5675"/>
                      <a:pt x="1052" y="4672"/>
                    </a:cubicBezTo>
                    <a:lnTo>
                      <a:pt x="1052" y="4672"/>
                    </a:lnTo>
                    <a:cubicBezTo>
                      <a:pt x="1098" y="4702"/>
                      <a:pt x="1145" y="4731"/>
                      <a:pt x="1194" y="4758"/>
                    </a:cubicBezTo>
                    <a:cubicBezTo>
                      <a:pt x="1226" y="4776"/>
                      <a:pt x="1257" y="4784"/>
                      <a:pt x="1286" y="4784"/>
                    </a:cubicBezTo>
                    <a:cubicBezTo>
                      <a:pt x="1451" y="4784"/>
                      <a:pt x="1548" y="4529"/>
                      <a:pt x="1385" y="4447"/>
                    </a:cubicBezTo>
                    <a:cubicBezTo>
                      <a:pt x="993" y="4235"/>
                      <a:pt x="718" y="3891"/>
                      <a:pt x="561" y="3494"/>
                    </a:cubicBezTo>
                    <a:lnTo>
                      <a:pt x="561" y="3494"/>
                    </a:lnTo>
                    <a:cubicBezTo>
                      <a:pt x="542" y="3440"/>
                      <a:pt x="523" y="3388"/>
                      <a:pt x="505" y="3335"/>
                    </a:cubicBezTo>
                    <a:lnTo>
                      <a:pt x="505" y="3335"/>
                    </a:lnTo>
                    <a:cubicBezTo>
                      <a:pt x="277" y="2598"/>
                      <a:pt x="427" y="1720"/>
                      <a:pt x="955" y="1148"/>
                    </a:cubicBezTo>
                    <a:cubicBezTo>
                      <a:pt x="1454" y="603"/>
                      <a:pt x="2156" y="361"/>
                      <a:pt x="2872" y="361"/>
                    </a:cubicBezTo>
                    <a:close/>
                    <a:moveTo>
                      <a:pt x="2867" y="1"/>
                    </a:moveTo>
                    <a:cubicBezTo>
                      <a:pt x="2147" y="1"/>
                      <a:pt x="1441" y="224"/>
                      <a:pt x="883" y="718"/>
                    </a:cubicBezTo>
                    <a:cubicBezTo>
                      <a:pt x="287" y="1242"/>
                      <a:pt x="6" y="2052"/>
                      <a:pt x="52" y="2830"/>
                    </a:cubicBezTo>
                    <a:lnTo>
                      <a:pt x="52" y="2830"/>
                    </a:lnTo>
                    <a:cubicBezTo>
                      <a:pt x="17" y="2868"/>
                      <a:pt x="1" y="2923"/>
                      <a:pt x="23" y="2989"/>
                    </a:cubicBezTo>
                    <a:cubicBezTo>
                      <a:pt x="54" y="3091"/>
                      <a:pt x="87" y="3193"/>
                      <a:pt x="120" y="3297"/>
                    </a:cubicBezTo>
                    <a:lnTo>
                      <a:pt x="120" y="3297"/>
                    </a:lnTo>
                    <a:cubicBezTo>
                      <a:pt x="159" y="3460"/>
                      <a:pt x="214" y="3619"/>
                      <a:pt x="284" y="3769"/>
                    </a:cubicBezTo>
                    <a:lnTo>
                      <a:pt x="284" y="3769"/>
                    </a:lnTo>
                    <a:cubicBezTo>
                      <a:pt x="795" y="5174"/>
                      <a:pt x="1577" y="6592"/>
                      <a:pt x="2987" y="7197"/>
                    </a:cubicBezTo>
                    <a:cubicBezTo>
                      <a:pt x="3396" y="7368"/>
                      <a:pt x="3855" y="7458"/>
                      <a:pt x="4313" y="7458"/>
                    </a:cubicBezTo>
                    <a:cubicBezTo>
                      <a:pt x="5328" y="7458"/>
                      <a:pt x="6336" y="7014"/>
                      <a:pt x="6765" y="6025"/>
                    </a:cubicBezTo>
                    <a:cubicBezTo>
                      <a:pt x="7123" y="5141"/>
                      <a:pt x="6980" y="4089"/>
                      <a:pt x="6717" y="3204"/>
                    </a:cubicBezTo>
                    <a:cubicBezTo>
                      <a:pt x="6454" y="2343"/>
                      <a:pt x="6000" y="1530"/>
                      <a:pt x="5330" y="933"/>
                    </a:cubicBezTo>
                    <a:cubicBezTo>
                      <a:pt x="4658" y="339"/>
                      <a:pt x="3752" y="1"/>
                      <a:pt x="28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2"/>
              <p:cNvSpPr/>
              <p:nvPr/>
            </p:nvSpPr>
            <p:spPr>
              <a:xfrm>
                <a:off x="3490525" y="4050150"/>
                <a:ext cx="69350" cy="92500"/>
              </a:xfrm>
              <a:custGeom>
                <a:avLst/>
                <a:gdLst/>
                <a:ahLst/>
                <a:cxnLst/>
                <a:rect l="l" t="t" r="r" b="b"/>
                <a:pathLst>
                  <a:path w="2774" h="3700" extrusionOk="0">
                    <a:moveTo>
                      <a:pt x="873" y="1"/>
                    </a:moveTo>
                    <a:cubicBezTo>
                      <a:pt x="395" y="1"/>
                      <a:pt x="35" y="353"/>
                      <a:pt x="12" y="839"/>
                    </a:cubicBezTo>
                    <a:cubicBezTo>
                      <a:pt x="0" y="958"/>
                      <a:pt x="84" y="1018"/>
                      <a:pt x="173" y="1018"/>
                    </a:cubicBezTo>
                    <a:cubicBezTo>
                      <a:pt x="263" y="1018"/>
                      <a:pt x="359" y="958"/>
                      <a:pt x="371" y="839"/>
                    </a:cubicBezTo>
                    <a:cubicBezTo>
                      <a:pt x="391" y="575"/>
                      <a:pt x="567" y="397"/>
                      <a:pt x="795" y="364"/>
                    </a:cubicBezTo>
                    <a:lnTo>
                      <a:pt x="795" y="364"/>
                    </a:lnTo>
                    <a:cubicBezTo>
                      <a:pt x="964" y="1005"/>
                      <a:pt x="924" y="1627"/>
                      <a:pt x="658" y="2249"/>
                    </a:cubicBezTo>
                    <a:cubicBezTo>
                      <a:pt x="607" y="2384"/>
                      <a:pt x="722" y="2459"/>
                      <a:pt x="836" y="2459"/>
                    </a:cubicBezTo>
                    <a:cubicBezTo>
                      <a:pt x="884" y="2459"/>
                      <a:pt x="933" y="2445"/>
                      <a:pt x="968" y="2417"/>
                    </a:cubicBezTo>
                    <a:cubicBezTo>
                      <a:pt x="1131" y="2292"/>
                      <a:pt x="1359" y="2219"/>
                      <a:pt x="1580" y="2219"/>
                    </a:cubicBezTo>
                    <a:cubicBezTo>
                      <a:pt x="1782" y="2219"/>
                      <a:pt x="1979" y="2280"/>
                      <a:pt x="2116" y="2417"/>
                    </a:cubicBezTo>
                    <a:cubicBezTo>
                      <a:pt x="2413" y="2736"/>
                      <a:pt x="2144" y="3356"/>
                      <a:pt x="1745" y="3356"/>
                    </a:cubicBezTo>
                    <a:cubicBezTo>
                      <a:pt x="1695" y="3356"/>
                      <a:pt x="1643" y="3347"/>
                      <a:pt x="1590" y="3325"/>
                    </a:cubicBezTo>
                    <a:cubicBezTo>
                      <a:pt x="1562" y="3313"/>
                      <a:pt x="1534" y="3307"/>
                      <a:pt x="1508" y="3307"/>
                    </a:cubicBezTo>
                    <a:cubicBezTo>
                      <a:pt x="1332" y="3307"/>
                      <a:pt x="1212" y="3553"/>
                      <a:pt x="1399" y="3636"/>
                    </a:cubicBezTo>
                    <a:cubicBezTo>
                      <a:pt x="1504" y="3680"/>
                      <a:pt x="1609" y="3699"/>
                      <a:pt x="1712" y="3699"/>
                    </a:cubicBezTo>
                    <a:cubicBezTo>
                      <a:pt x="2288" y="3699"/>
                      <a:pt x="2773" y="3077"/>
                      <a:pt x="2570" y="2489"/>
                    </a:cubicBezTo>
                    <a:cubicBezTo>
                      <a:pt x="2423" y="2048"/>
                      <a:pt x="2030" y="1861"/>
                      <a:pt x="1616" y="1861"/>
                    </a:cubicBezTo>
                    <a:cubicBezTo>
                      <a:pt x="1459" y="1861"/>
                      <a:pt x="1300" y="1887"/>
                      <a:pt x="1150" y="1937"/>
                    </a:cubicBezTo>
                    <a:lnTo>
                      <a:pt x="1150" y="1937"/>
                    </a:lnTo>
                    <a:cubicBezTo>
                      <a:pt x="1303" y="1342"/>
                      <a:pt x="1282" y="724"/>
                      <a:pt x="1088" y="122"/>
                    </a:cubicBezTo>
                    <a:cubicBezTo>
                      <a:pt x="1064" y="50"/>
                      <a:pt x="1016" y="2"/>
                      <a:pt x="921" y="2"/>
                    </a:cubicBezTo>
                    <a:cubicBezTo>
                      <a:pt x="905" y="1"/>
                      <a:pt x="889" y="1"/>
                      <a:pt x="87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2"/>
              <p:cNvSpPr/>
              <p:nvPr/>
            </p:nvSpPr>
            <p:spPr>
              <a:xfrm>
                <a:off x="2754175" y="4226525"/>
                <a:ext cx="177475" cy="283050"/>
              </a:xfrm>
              <a:custGeom>
                <a:avLst/>
                <a:gdLst/>
                <a:ahLst/>
                <a:cxnLst/>
                <a:rect l="l" t="t" r="r" b="b"/>
                <a:pathLst>
                  <a:path w="7099" h="11322" extrusionOk="0">
                    <a:moveTo>
                      <a:pt x="244" y="1"/>
                    </a:moveTo>
                    <a:cubicBezTo>
                      <a:pt x="121" y="1"/>
                      <a:pt x="1" y="132"/>
                      <a:pt x="83" y="263"/>
                    </a:cubicBezTo>
                    <a:cubicBezTo>
                      <a:pt x="2187" y="3993"/>
                      <a:pt x="4386" y="7651"/>
                      <a:pt x="6706" y="11237"/>
                    </a:cubicBezTo>
                    <a:cubicBezTo>
                      <a:pt x="6743" y="11296"/>
                      <a:pt x="6799" y="11321"/>
                      <a:pt x="6854" y="11321"/>
                    </a:cubicBezTo>
                    <a:cubicBezTo>
                      <a:pt x="6977" y="11321"/>
                      <a:pt x="7099" y="11201"/>
                      <a:pt x="7016" y="11069"/>
                    </a:cubicBezTo>
                    <a:cubicBezTo>
                      <a:pt x="4697" y="7459"/>
                      <a:pt x="2498" y="3801"/>
                      <a:pt x="394" y="96"/>
                    </a:cubicBezTo>
                    <a:cubicBezTo>
                      <a:pt x="356" y="28"/>
                      <a:pt x="300" y="1"/>
                      <a:pt x="24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"/>
              <p:cNvSpPr/>
              <p:nvPr/>
            </p:nvSpPr>
            <p:spPr>
              <a:xfrm>
                <a:off x="2760575" y="3804450"/>
                <a:ext cx="679225" cy="411400"/>
              </a:xfrm>
              <a:custGeom>
                <a:avLst/>
                <a:gdLst/>
                <a:ahLst/>
                <a:cxnLst/>
                <a:rect l="l" t="t" r="r" b="b"/>
                <a:pathLst>
                  <a:path w="27169" h="16456" extrusionOk="0">
                    <a:moveTo>
                      <a:pt x="26893" y="1"/>
                    </a:moveTo>
                    <a:cubicBezTo>
                      <a:pt x="26862" y="1"/>
                      <a:pt x="26829" y="9"/>
                      <a:pt x="26795" y="28"/>
                    </a:cubicBezTo>
                    <a:cubicBezTo>
                      <a:pt x="19838" y="4116"/>
                      <a:pt x="12905" y="8300"/>
                      <a:pt x="6019" y="12508"/>
                    </a:cubicBezTo>
                    <a:cubicBezTo>
                      <a:pt x="4059" y="13703"/>
                      <a:pt x="2122" y="14923"/>
                      <a:pt x="162" y="16118"/>
                    </a:cubicBezTo>
                    <a:cubicBezTo>
                      <a:pt x="0" y="16219"/>
                      <a:pt x="111" y="16456"/>
                      <a:pt x="265" y="16456"/>
                    </a:cubicBezTo>
                    <a:cubicBezTo>
                      <a:pt x="293" y="16456"/>
                      <a:pt x="323" y="16447"/>
                      <a:pt x="353" y="16429"/>
                    </a:cubicBezTo>
                    <a:cubicBezTo>
                      <a:pt x="7215" y="12173"/>
                      <a:pt x="14148" y="7965"/>
                      <a:pt x="21081" y="3829"/>
                    </a:cubicBezTo>
                    <a:cubicBezTo>
                      <a:pt x="23042" y="2658"/>
                      <a:pt x="25026" y="1510"/>
                      <a:pt x="26987" y="339"/>
                    </a:cubicBezTo>
                    <a:cubicBezTo>
                      <a:pt x="27168" y="238"/>
                      <a:pt x="27060" y="1"/>
                      <a:pt x="2689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2"/>
              <p:cNvSpPr/>
              <p:nvPr/>
            </p:nvSpPr>
            <p:spPr>
              <a:xfrm>
                <a:off x="3440925" y="3809625"/>
                <a:ext cx="178750" cy="276050"/>
              </a:xfrm>
              <a:custGeom>
                <a:avLst/>
                <a:gdLst/>
                <a:ahLst/>
                <a:cxnLst/>
                <a:rect l="l" t="t" r="r" b="b"/>
                <a:pathLst>
                  <a:path w="7150" h="11042" extrusionOk="0">
                    <a:moveTo>
                      <a:pt x="258" y="0"/>
                    </a:moveTo>
                    <a:cubicBezTo>
                      <a:pt x="136" y="0"/>
                      <a:pt x="1" y="126"/>
                      <a:pt x="83" y="275"/>
                    </a:cubicBezTo>
                    <a:cubicBezTo>
                      <a:pt x="2068" y="3981"/>
                      <a:pt x="4291" y="7543"/>
                      <a:pt x="6730" y="10962"/>
                    </a:cubicBezTo>
                    <a:cubicBezTo>
                      <a:pt x="6772" y="11018"/>
                      <a:pt x="6828" y="11041"/>
                      <a:pt x="6884" y="11041"/>
                    </a:cubicBezTo>
                    <a:cubicBezTo>
                      <a:pt x="7018" y="11041"/>
                      <a:pt x="7149" y="10906"/>
                      <a:pt x="7065" y="10771"/>
                    </a:cubicBezTo>
                    <a:cubicBezTo>
                      <a:pt x="4602" y="7352"/>
                      <a:pt x="2379" y="3790"/>
                      <a:pt x="394" y="84"/>
                    </a:cubicBezTo>
                    <a:cubicBezTo>
                      <a:pt x="365" y="25"/>
                      <a:pt x="313" y="0"/>
                      <a:pt x="25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"/>
              <p:cNvSpPr/>
              <p:nvPr/>
            </p:nvSpPr>
            <p:spPr>
              <a:xfrm>
                <a:off x="3033675" y="4117400"/>
                <a:ext cx="636200" cy="402450"/>
              </a:xfrm>
              <a:custGeom>
                <a:avLst/>
                <a:gdLst/>
                <a:ahLst/>
                <a:cxnLst/>
                <a:rect l="l" t="t" r="r" b="b"/>
                <a:pathLst>
                  <a:path w="25448" h="16098" extrusionOk="0">
                    <a:moveTo>
                      <a:pt x="25201" y="1"/>
                    </a:moveTo>
                    <a:cubicBezTo>
                      <a:pt x="25169" y="1"/>
                      <a:pt x="25134" y="12"/>
                      <a:pt x="25100" y="38"/>
                    </a:cubicBezTo>
                    <a:cubicBezTo>
                      <a:pt x="18908" y="4580"/>
                      <a:pt x="12476" y="8764"/>
                      <a:pt x="5830" y="12613"/>
                    </a:cubicBezTo>
                    <a:cubicBezTo>
                      <a:pt x="3965" y="13689"/>
                      <a:pt x="2076" y="14741"/>
                      <a:pt x="188" y="15769"/>
                    </a:cubicBezTo>
                    <a:cubicBezTo>
                      <a:pt x="1" y="15852"/>
                      <a:pt x="121" y="16098"/>
                      <a:pt x="281" y="16098"/>
                    </a:cubicBezTo>
                    <a:cubicBezTo>
                      <a:pt x="305" y="16098"/>
                      <a:pt x="330" y="16092"/>
                      <a:pt x="355" y="16080"/>
                    </a:cubicBezTo>
                    <a:cubicBezTo>
                      <a:pt x="7121" y="12446"/>
                      <a:pt x="13696" y="8429"/>
                      <a:pt x="20007" y="4078"/>
                    </a:cubicBezTo>
                    <a:cubicBezTo>
                      <a:pt x="21801" y="2859"/>
                      <a:pt x="23546" y="1616"/>
                      <a:pt x="25291" y="348"/>
                    </a:cubicBezTo>
                    <a:cubicBezTo>
                      <a:pt x="25448" y="231"/>
                      <a:pt x="25348" y="1"/>
                      <a:pt x="252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2"/>
              <p:cNvSpPr/>
              <p:nvPr/>
            </p:nvSpPr>
            <p:spPr>
              <a:xfrm>
                <a:off x="3568725" y="3572025"/>
                <a:ext cx="125925" cy="315300"/>
              </a:xfrm>
              <a:custGeom>
                <a:avLst/>
                <a:gdLst/>
                <a:ahLst/>
                <a:cxnLst/>
                <a:rect l="l" t="t" r="r" b="b"/>
                <a:pathLst>
                  <a:path w="5037" h="12612" extrusionOk="0">
                    <a:moveTo>
                      <a:pt x="3551" y="0"/>
                    </a:moveTo>
                    <a:cubicBezTo>
                      <a:pt x="3426" y="0"/>
                      <a:pt x="3304" y="93"/>
                      <a:pt x="3363" y="240"/>
                    </a:cubicBezTo>
                    <a:cubicBezTo>
                      <a:pt x="5037" y="4304"/>
                      <a:pt x="3817" y="9636"/>
                      <a:pt x="159" y="12265"/>
                    </a:cubicBezTo>
                    <a:cubicBezTo>
                      <a:pt x="1" y="12365"/>
                      <a:pt x="105" y="12611"/>
                      <a:pt x="254" y="12611"/>
                    </a:cubicBezTo>
                    <a:cubicBezTo>
                      <a:pt x="285" y="12611"/>
                      <a:pt x="318" y="12601"/>
                      <a:pt x="351" y="12576"/>
                    </a:cubicBezTo>
                    <a:cubicBezTo>
                      <a:pt x="3291" y="10496"/>
                      <a:pt x="4726" y="6695"/>
                      <a:pt x="4439" y="3156"/>
                    </a:cubicBezTo>
                    <a:cubicBezTo>
                      <a:pt x="4367" y="2105"/>
                      <a:pt x="4128" y="1100"/>
                      <a:pt x="3746" y="120"/>
                    </a:cubicBezTo>
                    <a:cubicBezTo>
                      <a:pt x="3709" y="37"/>
                      <a:pt x="3629" y="0"/>
                      <a:pt x="35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2"/>
              <p:cNvSpPr/>
              <p:nvPr/>
            </p:nvSpPr>
            <p:spPr>
              <a:xfrm>
                <a:off x="3643225" y="3560650"/>
                <a:ext cx="73025" cy="101950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4078" extrusionOk="0">
                    <a:moveTo>
                      <a:pt x="247" y="0"/>
                    </a:moveTo>
                    <a:cubicBezTo>
                      <a:pt x="158" y="0"/>
                      <a:pt x="72" y="55"/>
                      <a:pt x="72" y="169"/>
                    </a:cubicBezTo>
                    <a:cubicBezTo>
                      <a:pt x="48" y="1412"/>
                      <a:pt x="25" y="2655"/>
                      <a:pt x="1" y="3898"/>
                    </a:cubicBezTo>
                    <a:cubicBezTo>
                      <a:pt x="1" y="4018"/>
                      <a:pt x="90" y="4078"/>
                      <a:pt x="183" y="4078"/>
                    </a:cubicBezTo>
                    <a:cubicBezTo>
                      <a:pt x="276" y="4078"/>
                      <a:pt x="371" y="4018"/>
                      <a:pt x="383" y="3898"/>
                    </a:cubicBezTo>
                    <a:cubicBezTo>
                      <a:pt x="383" y="2837"/>
                      <a:pt x="401" y="1776"/>
                      <a:pt x="421" y="714"/>
                    </a:cubicBezTo>
                    <a:lnTo>
                      <a:pt x="421" y="714"/>
                    </a:lnTo>
                    <a:cubicBezTo>
                      <a:pt x="1120" y="1688"/>
                      <a:pt x="1807" y="2658"/>
                      <a:pt x="2511" y="3611"/>
                    </a:cubicBezTo>
                    <a:cubicBezTo>
                      <a:pt x="2556" y="3671"/>
                      <a:pt x="2617" y="3696"/>
                      <a:pt x="2675" y="3696"/>
                    </a:cubicBezTo>
                    <a:cubicBezTo>
                      <a:pt x="2804" y="3696"/>
                      <a:pt x="2920" y="3576"/>
                      <a:pt x="2822" y="3444"/>
                    </a:cubicBezTo>
                    <a:cubicBezTo>
                      <a:pt x="2009" y="2320"/>
                      <a:pt x="1220" y="1197"/>
                      <a:pt x="407" y="73"/>
                    </a:cubicBezTo>
                    <a:cubicBezTo>
                      <a:pt x="369" y="25"/>
                      <a:pt x="307" y="0"/>
                      <a:pt x="2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7" name="Google Shape;217;p2"/>
            <p:cNvGrpSpPr/>
            <p:nvPr/>
          </p:nvGrpSpPr>
          <p:grpSpPr>
            <a:xfrm>
              <a:off x="5648679" y="3629530"/>
              <a:ext cx="1092399" cy="1078568"/>
              <a:chOff x="462455" y="2771570"/>
              <a:chExt cx="1237285" cy="1221619"/>
            </a:xfrm>
          </p:grpSpPr>
          <p:sp>
            <p:nvSpPr>
              <p:cNvPr id="218" name="Google Shape;218;p2"/>
              <p:cNvSpPr/>
              <p:nvPr/>
            </p:nvSpPr>
            <p:spPr>
              <a:xfrm>
                <a:off x="1335215" y="2771570"/>
                <a:ext cx="15360" cy="185336"/>
              </a:xfrm>
              <a:custGeom>
                <a:avLst/>
                <a:gdLst/>
                <a:ahLst/>
                <a:cxnLst/>
                <a:rect l="l" t="t" r="r" b="b"/>
                <a:pathLst>
                  <a:path w="752" h="9074" extrusionOk="0">
                    <a:moveTo>
                      <a:pt x="384" y="0"/>
                    </a:moveTo>
                    <a:cubicBezTo>
                      <a:pt x="226" y="0"/>
                      <a:pt x="67" y="100"/>
                      <a:pt x="67" y="300"/>
                    </a:cubicBezTo>
                    <a:cubicBezTo>
                      <a:pt x="1" y="3102"/>
                      <a:pt x="34" y="5938"/>
                      <a:pt x="101" y="8773"/>
                    </a:cubicBezTo>
                    <a:cubicBezTo>
                      <a:pt x="117" y="8973"/>
                      <a:pt x="284" y="9073"/>
                      <a:pt x="443" y="9073"/>
                    </a:cubicBezTo>
                    <a:cubicBezTo>
                      <a:pt x="601" y="9073"/>
                      <a:pt x="751" y="8973"/>
                      <a:pt x="735" y="8773"/>
                    </a:cubicBezTo>
                    <a:cubicBezTo>
                      <a:pt x="634" y="5938"/>
                      <a:pt x="634" y="3102"/>
                      <a:pt x="701" y="300"/>
                    </a:cubicBezTo>
                    <a:cubicBezTo>
                      <a:pt x="701" y="100"/>
                      <a:pt x="543" y="0"/>
                      <a:pt x="3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"/>
              <p:cNvSpPr/>
              <p:nvPr/>
            </p:nvSpPr>
            <p:spPr>
              <a:xfrm>
                <a:off x="1293283" y="2837052"/>
                <a:ext cx="144139" cy="44241"/>
              </a:xfrm>
              <a:custGeom>
                <a:avLst/>
                <a:gdLst/>
                <a:ahLst/>
                <a:cxnLst/>
                <a:rect l="l" t="t" r="r" b="b"/>
                <a:pathLst>
                  <a:path w="7057" h="2166" extrusionOk="0">
                    <a:moveTo>
                      <a:pt x="386" y="1"/>
                    </a:moveTo>
                    <a:cubicBezTo>
                      <a:pt x="87" y="1"/>
                      <a:pt x="0" y="483"/>
                      <a:pt x="352" y="630"/>
                    </a:cubicBezTo>
                    <a:cubicBezTo>
                      <a:pt x="2387" y="1397"/>
                      <a:pt x="4489" y="1898"/>
                      <a:pt x="6657" y="2165"/>
                    </a:cubicBezTo>
                    <a:cubicBezTo>
                      <a:pt x="6667" y="2166"/>
                      <a:pt x="6677" y="2166"/>
                      <a:pt x="6687" y="2166"/>
                    </a:cubicBezTo>
                    <a:cubicBezTo>
                      <a:pt x="7057" y="2166"/>
                      <a:pt x="7047" y="1563"/>
                      <a:pt x="6657" y="1531"/>
                    </a:cubicBezTo>
                    <a:cubicBezTo>
                      <a:pt x="4522" y="1297"/>
                      <a:pt x="2487" y="797"/>
                      <a:pt x="519" y="30"/>
                    </a:cubicBezTo>
                    <a:cubicBezTo>
                      <a:pt x="471" y="10"/>
                      <a:pt x="427" y="1"/>
                      <a:pt x="38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"/>
              <p:cNvSpPr/>
              <p:nvPr/>
            </p:nvSpPr>
            <p:spPr>
              <a:xfrm>
                <a:off x="1413913" y="2786562"/>
                <a:ext cx="21487" cy="165320"/>
              </a:xfrm>
              <a:custGeom>
                <a:avLst/>
                <a:gdLst/>
                <a:ahLst/>
                <a:cxnLst/>
                <a:rect l="l" t="t" r="r" b="b"/>
                <a:pathLst>
                  <a:path w="1052" h="8094" extrusionOk="0">
                    <a:moveTo>
                      <a:pt x="747" y="0"/>
                    </a:moveTo>
                    <a:cubicBezTo>
                      <a:pt x="593" y="0"/>
                      <a:pt x="434" y="100"/>
                      <a:pt x="417" y="300"/>
                    </a:cubicBezTo>
                    <a:cubicBezTo>
                      <a:pt x="417" y="2802"/>
                      <a:pt x="284" y="5304"/>
                      <a:pt x="17" y="7806"/>
                    </a:cubicBezTo>
                    <a:cubicBezTo>
                      <a:pt x="1" y="8001"/>
                      <a:pt x="144" y="8093"/>
                      <a:pt x="299" y="8093"/>
                    </a:cubicBezTo>
                    <a:cubicBezTo>
                      <a:pt x="460" y="8093"/>
                      <a:pt x="634" y="7993"/>
                      <a:pt x="651" y="7806"/>
                    </a:cubicBezTo>
                    <a:cubicBezTo>
                      <a:pt x="884" y="5304"/>
                      <a:pt x="1051" y="2802"/>
                      <a:pt x="1051" y="300"/>
                    </a:cubicBezTo>
                    <a:cubicBezTo>
                      <a:pt x="1051" y="100"/>
                      <a:pt x="901" y="0"/>
                      <a:pt x="7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"/>
              <p:cNvSpPr/>
              <p:nvPr/>
            </p:nvSpPr>
            <p:spPr>
              <a:xfrm>
                <a:off x="829635" y="3485526"/>
                <a:ext cx="538995" cy="501761"/>
              </a:xfrm>
              <a:custGeom>
                <a:avLst/>
                <a:gdLst/>
                <a:ahLst/>
                <a:cxnLst/>
                <a:rect l="l" t="t" r="r" b="b"/>
                <a:pathLst>
                  <a:path w="26389" h="24566" extrusionOk="0">
                    <a:moveTo>
                      <a:pt x="13485" y="583"/>
                    </a:moveTo>
                    <a:cubicBezTo>
                      <a:pt x="16497" y="583"/>
                      <a:pt x="19041" y="2905"/>
                      <a:pt x="21051" y="4974"/>
                    </a:cubicBezTo>
                    <a:cubicBezTo>
                      <a:pt x="26021" y="10044"/>
                      <a:pt x="25354" y="17616"/>
                      <a:pt x="19717" y="21886"/>
                    </a:cubicBezTo>
                    <a:cubicBezTo>
                      <a:pt x="17775" y="23339"/>
                      <a:pt x="15551" y="24007"/>
                      <a:pt x="13333" y="24007"/>
                    </a:cubicBezTo>
                    <a:cubicBezTo>
                      <a:pt x="10103" y="24007"/>
                      <a:pt x="6887" y="22590"/>
                      <a:pt x="4573" y="20118"/>
                    </a:cubicBezTo>
                    <a:cubicBezTo>
                      <a:pt x="443" y="15722"/>
                      <a:pt x="1268" y="8566"/>
                      <a:pt x="5387" y="4526"/>
                    </a:cubicBezTo>
                    <a:lnTo>
                      <a:pt x="5387" y="4526"/>
                    </a:lnTo>
                    <a:cubicBezTo>
                      <a:pt x="7405" y="2860"/>
                      <a:pt x="9541" y="1373"/>
                      <a:pt x="12145" y="737"/>
                    </a:cubicBezTo>
                    <a:cubicBezTo>
                      <a:pt x="12601" y="632"/>
                      <a:pt x="13048" y="583"/>
                      <a:pt x="13485" y="583"/>
                    </a:cubicBezTo>
                    <a:close/>
                    <a:moveTo>
                      <a:pt x="13155" y="1"/>
                    </a:moveTo>
                    <a:cubicBezTo>
                      <a:pt x="10122" y="1"/>
                      <a:pt x="7355" y="2100"/>
                      <a:pt x="5063" y="4002"/>
                    </a:cubicBezTo>
                    <a:lnTo>
                      <a:pt x="5063" y="4002"/>
                    </a:lnTo>
                    <a:cubicBezTo>
                      <a:pt x="5021" y="4015"/>
                      <a:pt x="4979" y="4038"/>
                      <a:pt x="4940" y="4073"/>
                    </a:cubicBezTo>
                    <a:cubicBezTo>
                      <a:pt x="4878" y="4134"/>
                      <a:pt x="4817" y="4195"/>
                      <a:pt x="4756" y="4257"/>
                    </a:cubicBezTo>
                    <a:lnTo>
                      <a:pt x="4756" y="4257"/>
                    </a:lnTo>
                    <a:cubicBezTo>
                      <a:pt x="4615" y="4375"/>
                      <a:pt x="4476" y="4492"/>
                      <a:pt x="4339" y="4607"/>
                    </a:cubicBezTo>
                    <a:cubicBezTo>
                      <a:pt x="4259" y="4669"/>
                      <a:pt x="4231" y="4748"/>
                      <a:pt x="4239" y="4825"/>
                    </a:cubicBezTo>
                    <a:lnTo>
                      <a:pt x="4239" y="4825"/>
                    </a:lnTo>
                    <a:cubicBezTo>
                      <a:pt x="641" y="9039"/>
                      <a:pt x="0" y="15686"/>
                      <a:pt x="3739" y="20085"/>
                    </a:cubicBezTo>
                    <a:cubicBezTo>
                      <a:pt x="6223" y="23032"/>
                      <a:pt x="9642" y="24566"/>
                      <a:pt x="13116" y="24566"/>
                    </a:cubicBezTo>
                    <a:cubicBezTo>
                      <a:pt x="15658" y="24566"/>
                      <a:pt x="18229" y="23744"/>
                      <a:pt x="20484" y="22053"/>
                    </a:cubicBezTo>
                    <a:cubicBezTo>
                      <a:pt x="26121" y="17816"/>
                      <a:pt x="26388" y="10111"/>
                      <a:pt x="21918" y="5007"/>
                    </a:cubicBezTo>
                    <a:cubicBezTo>
                      <a:pt x="19717" y="2439"/>
                      <a:pt x="16848" y="104"/>
                      <a:pt x="13346" y="4"/>
                    </a:cubicBezTo>
                    <a:cubicBezTo>
                      <a:pt x="13282" y="2"/>
                      <a:pt x="13219" y="1"/>
                      <a:pt x="131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2"/>
              <p:cNvSpPr/>
              <p:nvPr/>
            </p:nvSpPr>
            <p:spPr>
              <a:xfrm>
                <a:off x="513660" y="3172329"/>
                <a:ext cx="180455" cy="164605"/>
              </a:xfrm>
              <a:custGeom>
                <a:avLst/>
                <a:gdLst/>
                <a:ahLst/>
                <a:cxnLst/>
                <a:rect l="l" t="t" r="r" b="b"/>
                <a:pathLst>
                  <a:path w="8835" h="8059" extrusionOk="0">
                    <a:moveTo>
                      <a:pt x="4462" y="641"/>
                    </a:moveTo>
                    <a:cubicBezTo>
                      <a:pt x="5100" y="641"/>
                      <a:pt x="5752" y="903"/>
                      <a:pt x="6433" y="1528"/>
                    </a:cubicBezTo>
                    <a:cubicBezTo>
                      <a:pt x="8034" y="2995"/>
                      <a:pt x="8167" y="5063"/>
                      <a:pt x="6600" y="6598"/>
                    </a:cubicBezTo>
                    <a:cubicBezTo>
                      <a:pt x="6004" y="7179"/>
                      <a:pt x="5275" y="7431"/>
                      <a:pt x="4537" y="7431"/>
                    </a:cubicBezTo>
                    <a:cubicBezTo>
                      <a:pt x="3582" y="7431"/>
                      <a:pt x="2612" y="7009"/>
                      <a:pt x="1896" y="6331"/>
                    </a:cubicBezTo>
                    <a:cubicBezTo>
                      <a:pt x="570" y="5071"/>
                      <a:pt x="924" y="2922"/>
                      <a:pt x="2075" y="1684"/>
                    </a:cubicBezTo>
                    <a:lnTo>
                      <a:pt x="2075" y="1684"/>
                    </a:lnTo>
                    <a:cubicBezTo>
                      <a:pt x="2875" y="1055"/>
                      <a:pt x="3658" y="641"/>
                      <a:pt x="4462" y="641"/>
                    </a:cubicBezTo>
                    <a:close/>
                    <a:moveTo>
                      <a:pt x="4548" y="1"/>
                    </a:moveTo>
                    <a:cubicBezTo>
                      <a:pt x="3635" y="1"/>
                      <a:pt x="2706" y="431"/>
                      <a:pt x="1769" y="1149"/>
                    </a:cubicBezTo>
                    <a:lnTo>
                      <a:pt x="1769" y="1149"/>
                    </a:lnTo>
                    <a:cubicBezTo>
                      <a:pt x="1732" y="1165"/>
                      <a:pt x="1696" y="1190"/>
                      <a:pt x="1663" y="1227"/>
                    </a:cubicBezTo>
                    <a:cubicBezTo>
                      <a:pt x="1657" y="1234"/>
                      <a:pt x="1651" y="1240"/>
                      <a:pt x="1645" y="1246"/>
                    </a:cubicBezTo>
                    <a:lnTo>
                      <a:pt x="1645" y="1246"/>
                    </a:lnTo>
                    <a:cubicBezTo>
                      <a:pt x="1584" y="1294"/>
                      <a:pt x="1524" y="1344"/>
                      <a:pt x="1463" y="1394"/>
                    </a:cubicBezTo>
                    <a:cubicBezTo>
                      <a:pt x="1399" y="1451"/>
                      <a:pt x="1368" y="1516"/>
                      <a:pt x="1362" y="1580"/>
                    </a:cubicBezTo>
                    <a:lnTo>
                      <a:pt x="1362" y="1580"/>
                    </a:lnTo>
                    <a:cubicBezTo>
                      <a:pt x="298" y="2970"/>
                      <a:pt x="1" y="5055"/>
                      <a:pt x="1196" y="6464"/>
                    </a:cubicBezTo>
                    <a:cubicBezTo>
                      <a:pt x="2039" y="7451"/>
                      <a:pt x="3275" y="8058"/>
                      <a:pt x="4505" y="8058"/>
                    </a:cubicBezTo>
                    <a:cubicBezTo>
                      <a:pt x="5271" y="8058"/>
                      <a:pt x="6034" y="7823"/>
                      <a:pt x="6700" y="7298"/>
                    </a:cubicBezTo>
                    <a:cubicBezTo>
                      <a:pt x="8701" y="5731"/>
                      <a:pt x="8835" y="3262"/>
                      <a:pt x="7200" y="1394"/>
                    </a:cubicBezTo>
                    <a:cubicBezTo>
                      <a:pt x="6336" y="420"/>
                      <a:pt x="5450" y="1"/>
                      <a:pt x="45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2"/>
              <p:cNvSpPr/>
              <p:nvPr/>
            </p:nvSpPr>
            <p:spPr>
              <a:xfrm>
                <a:off x="1461911" y="3154661"/>
                <a:ext cx="237829" cy="216771"/>
              </a:xfrm>
              <a:custGeom>
                <a:avLst/>
                <a:gdLst/>
                <a:ahLst/>
                <a:cxnLst/>
                <a:rect l="l" t="t" r="r" b="b"/>
                <a:pathLst>
                  <a:path w="11644" h="10613" extrusionOk="0">
                    <a:moveTo>
                      <a:pt x="5911" y="654"/>
                    </a:moveTo>
                    <a:cubicBezTo>
                      <a:pt x="6784" y="654"/>
                      <a:pt x="7675" y="1010"/>
                      <a:pt x="8608" y="1859"/>
                    </a:cubicBezTo>
                    <a:cubicBezTo>
                      <a:pt x="10810" y="3860"/>
                      <a:pt x="10977" y="6729"/>
                      <a:pt x="8808" y="8831"/>
                    </a:cubicBezTo>
                    <a:cubicBezTo>
                      <a:pt x="7989" y="9636"/>
                      <a:pt x="6989" y="9985"/>
                      <a:pt x="5978" y="9985"/>
                    </a:cubicBezTo>
                    <a:cubicBezTo>
                      <a:pt x="4687" y="9985"/>
                      <a:pt x="3377" y="9414"/>
                      <a:pt x="2404" y="8497"/>
                    </a:cubicBezTo>
                    <a:cubicBezTo>
                      <a:pt x="592" y="6783"/>
                      <a:pt x="1008" y="3939"/>
                      <a:pt x="2495" y="2217"/>
                    </a:cubicBezTo>
                    <a:lnTo>
                      <a:pt x="2495" y="2217"/>
                    </a:lnTo>
                    <a:cubicBezTo>
                      <a:pt x="3636" y="1279"/>
                      <a:pt x="4757" y="654"/>
                      <a:pt x="5911" y="654"/>
                    </a:cubicBezTo>
                    <a:close/>
                    <a:moveTo>
                      <a:pt x="6008" y="1"/>
                    </a:moveTo>
                    <a:cubicBezTo>
                      <a:pt x="4804" y="1"/>
                      <a:pt x="3576" y="580"/>
                      <a:pt x="2333" y="1541"/>
                    </a:cubicBezTo>
                    <a:lnTo>
                      <a:pt x="2333" y="1541"/>
                    </a:lnTo>
                    <a:cubicBezTo>
                      <a:pt x="2289" y="1557"/>
                      <a:pt x="2245" y="1584"/>
                      <a:pt x="2204" y="1625"/>
                    </a:cubicBezTo>
                    <a:cubicBezTo>
                      <a:pt x="2184" y="1647"/>
                      <a:pt x="2164" y="1668"/>
                      <a:pt x="2144" y="1689"/>
                    </a:cubicBezTo>
                    <a:lnTo>
                      <a:pt x="2144" y="1689"/>
                    </a:lnTo>
                    <a:cubicBezTo>
                      <a:pt x="2075" y="1745"/>
                      <a:pt x="2006" y="1801"/>
                      <a:pt x="1937" y="1859"/>
                    </a:cubicBezTo>
                    <a:cubicBezTo>
                      <a:pt x="1863" y="1916"/>
                      <a:pt x="1833" y="1986"/>
                      <a:pt x="1836" y="2055"/>
                    </a:cubicBezTo>
                    <a:lnTo>
                      <a:pt x="1836" y="2055"/>
                    </a:lnTo>
                    <a:cubicBezTo>
                      <a:pt x="420" y="3881"/>
                      <a:pt x="0" y="6619"/>
                      <a:pt x="1603" y="8530"/>
                    </a:cubicBezTo>
                    <a:cubicBezTo>
                      <a:pt x="2694" y="9806"/>
                      <a:pt x="4317" y="10612"/>
                      <a:pt x="5941" y="10612"/>
                    </a:cubicBezTo>
                    <a:cubicBezTo>
                      <a:pt x="6950" y="10612"/>
                      <a:pt x="7960" y="10301"/>
                      <a:pt x="8842" y="9598"/>
                    </a:cubicBezTo>
                    <a:cubicBezTo>
                      <a:pt x="11444" y="7563"/>
                      <a:pt x="11644" y="4327"/>
                      <a:pt x="9476" y="1859"/>
                    </a:cubicBezTo>
                    <a:cubicBezTo>
                      <a:pt x="8347" y="558"/>
                      <a:pt x="7189" y="1"/>
                      <a:pt x="600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"/>
              <p:cNvSpPr/>
              <p:nvPr/>
            </p:nvSpPr>
            <p:spPr>
              <a:xfrm>
                <a:off x="730880" y="3369409"/>
                <a:ext cx="119425" cy="109049"/>
              </a:xfrm>
              <a:custGeom>
                <a:avLst/>
                <a:gdLst/>
                <a:ahLst/>
                <a:cxnLst/>
                <a:rect l="l" t="t" r="r" b="b"/>
                <a:pathLst>
                  <a:path w="5847" h="5339" extrusionOk="0">
                    <a:moveTo>
                      <a:pt x="459" y="1"/>
                    </a:moveTo>
                    <a:cubicBezTo>
                      <a:pt x="212" y="1"/>
                      <a:pt x="0" y="310"/>
                      <a:pt x="234" y="518"/>
                    </a:cubicBezTo>
                    <a:cubicBezTo>
                      <a:pt x="1969" y="2019"/>
                      <a:pt x="3603" y="3587"/>
                      <a:pt x="5205" y="5255"/>
                    </a:cubicBezTo>
                    <a:cubicBezTo>
                      <a:pt x="5263" y="5313"/>
                      <a:pt x="5329" y="5338"/>
                      <a:pt x="5395" y="5338"/>
                    </a:cubicBezTo>
                    <a:cubicBezTo>
                      <a:pt x="5628" y="5338"/>
                      <a:pt x="5847" y="5022"/>
                      <a:pt x="5638" y="4788"/>
                    </a:cubicBezTo>
                    <a:cubicBezTo>
                      <a:pt x="4070" y="3153"/>
                      <a:pt x="2403" y="1586"/>
                      <a:pt x="668" y="84"/>
                    </a:cubicBezTo>
                    <a:cubicBezTo>
                      <a:pt x="602" y="26"/>
                      <a:pt x="529" y="1"/>
                      <a:pt x="45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"/>
              <p:cNvSpPr/>
              <p:nvPr/>
            </p:nvSpPr>
            <p:spPr>
              <a:xfrm>
                <a:off x="734822" y="3358074"/>
                <a:ext cx="67545" cy="86827"/>
              </a:xfrm>
              <a:custGeom>
                <a:avLst/>
                <a:gdLst/>
                <a:ahLst/>
                <a:cxnLst/>
                <a:rect l="l" t="t" r="r" b="b"/>
                <a:pathLst>
                  <a:path w="3307" h="4251" extrusionOk="0">
                    <a:moveTo>
                      <a:pt x="2967" y="1"/>
                    </a:moveTo>
                    <a:cubicBezTo>
                      <a:pt x="2949" y="1"/>
                      <a:pt x="2930" y="2"/>
                      <a:pt x="2910" y="6"/>
                    </a:cubicBezTo>
                    <a:cubicBezTo>
                      <a:pt x="2076" y="72"/>
                      <a:pt x="1242" y="172"/>
                      <a:pt x="408" y="273"/>
                    </a:cubicBezTo>
                    <a:cubicBezTo>
                      <a:pt x="161" y="303"/>
                      <a:pt x="29" y="477"/>
                      <a:pt x="90" y="688"/>
                    </a:cubicBezTo>
                    <a:lnTo>
                      <a:pt x="90" y="688"/>
                    </a:lnTo>
                    <a:cubicBezTo>
                      <a:pt x="28" y="754"/>
                      <a:pt x="1" y="851"/>
                      <a:pt x="41" y="973"/>
                    </a:cubicBezTo>
                    <a:cubicBezTo>
                      <a:pt x="375" y="2007"/>
                      <a:pt x="742" y="3008"/>
                      <a:pt x="1142" y="4009"/>
                    </a:cubicBezTo>
                    <a:cubicBezTo>
                      <a:pt x="1212" y="4176"/>
                      <a:pt x="1346" y="4250"/>
                      <a:pt x="1471" y="4250"/>
                    </a:cubicBezTo>
                    <a:cubicBezTo>
                      <a:pt x="1645" y="4250"/>
                      <a:pt x="1801" y="4108"/>
                      <a:pt x="1743" y="3875"/>
                    </a:cubicBezTo>
                    <a:cubicBezTo>
                      <a:pt x="1538" y="2824"/>
                      <a:pt x="1232" y="1825"/>
                      <a:pt x="846" y="854"/>
                    </a:cubicBezTo>
                    <a:lnTo>
                      <a:pt x="846" y="854"/>
                    </a:lnTo>
                    <a:cubicBezTo>
                      <a:pt x="1534" y="771"/>
                      <a:pt x="2222" y="689"/>
                      <a:pt x="2910" y="606"/>
                    </a:cubicBezTo>
                    <a:cubicBezTo>
                      <a:pt x="3259" y="574"/>
                      <a:pt x="3306" y="1"/>
                      <a:pt x="29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"/>
              <p:cNvSpPr/>
              <p:nvPr/>
            </p:nvSpPr>
            <p:spPr>
              <a:xfrm>
                <a:off x="1323634" y="3416060"/>
                <a:ext cx="98714" cy="93056"/>
              </a:xfrm>
              <a:custGeom>
                <a:avLst/>
                <a:gdLst/>
                <a:ahLst/>
                <a:cxnLst/>
                <a:rect l="l" t="t" r="r" b="b"/>
                <a:pathLst>
                  <a:path w="4833" h="4556" extrusionOk="0">
                    <a:moveTo>
                      <a:pt x="4382" y="1"/>
                    </a:moveTo>
                    <a:cubicBezTo>
                      <a:pt x="4309" y="1"/>
                      <a:pt x="4234" y="31"/>
                      <a:pt x="4170" y="102"/>
                    </a:cubicBezTo>
                    <a:lnTo>
                      <a:pt x="234" y="4038"/>
                    </a:lnTo>
                    <a:cubicBezTo>
                      <a:pt x="0" y="4246"/>
                      <a:pt x="232" y="4556"/>
                      <a:pt x="472" y="4556"/>
                    </a:cubicBezTo>
                    <a:cubicBezTo>
                      <a:pt x="540" y="4556"/>
                      <a:pt x="609" y="4531"/>
                      <a:pt x="668" y="4472"/>
                    </a:cubicBezTo>
                    <a:cubicBezTo>
                      <a:pt x="1969" y="3171"/>
                      <a:pt x="3303" y="1837"/>
                      <a:pt x="4604" y="536"/>
                    </a:cubicBezTo>
                    <a:cubicBezTo>
                      <a:pt x="4833" y="307"/>
                      <a:pt x="4616" y="1"/>
                      <a:pt x="43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"/>
              <p:cNvSpPr/>
              <p:nvPr/>
            </p:nvSpPr>
            <p:spPr>
              <a:xfrm>
                <a:off x="1363585" y="3402355"/>
                <a:ext cx="60560" cy="75756"/>
              </a:xfrm>
              <a:custGeom>
                <a:avLst/>
                <a:gdLst/>
                <a:ahLst/>
                <a:cxnLst/>
                <a:rect l="l" t="t" r="r" b="b"/>
                <a:pathLst>
                  <a:path w="2965" h="3709" extrusionOk="0">
                    <a:moveTo>
                      <a:pt x="485" y="1"/>
                    </a:moveTo>
                    <a:cubicBezTo>
                      <a:pt x="130" y="1"/>
                      <a:pt x="0" y="543"/>
                      <a:pt x="380" y="606"/>
                    </a:cubicBezTo>
                    <a:cubicBezTo>
                      <a:pt x="453" y="623"/>
                      <a:pt x="544" y="629"/>
                      <a:pt x="646" y="629"/>
                    </a:cubicBezTo>
                    <a:cubicBezTo>
                      <a:pt x="834" y="629"/>
                      <a:pt x="1058" y="610"/>
                      <a:pt x="1272" y="610"/>
                    </a:cubicBezTo>
                    <a:cubicBezTo>
                      <a:pt x="1630" y="610"/>
                      <a:pt x="1961" y="662"/>
                      <a:pt x="2047" y="940"/>
                    </a:cubicBezTo>
                    <a:cubicBezTo>
                      <a:pt x="2181" y="1307"/>
                      <a:pt x="2181" y="1807"/>
                      <a:pt x="2214" y="2174"/>
                    </a:cubicBezTo>
                    <a:cubicBezTo>
                      <a:pt x="2248" y="2608"/>
                      <a:pt x="2281" y="3008"/>
                      <a:pt x="2314" y="3408"/>
                    </a:cubicBezTo>
                    <a:cubicBezTo>
                      <a:pt x="2348" y="3609"/>
                      <a:pt x="2514" y="3709"/>
                      <a:pt x="2669" y="3709"/>
                    </a:cubicBezTo>
                    <a:cubicBezTo>
                      <a:pt x="2823" y="3709"/>
                      <a:pt x="2965" y="3609"/>
                      <a:pt x="2948" y="3408"/>
                    </a:cubicBezTo>
                    <a:cubicBezTo>
                      <a:pt x="2915" y="2808"/>
                      <a:pt x="2848" y="2207"/>
                      <a:pt x="2815" y="1640"/>
                    </a:cubicBezTo>
                    <a:cubicBezTo>
                      <a:pt x="2810" y="1583"/>
                      <a:pt x="2793" y="1534"/>
                      <a:pt x="2767" y="1494"/>
                    </a:cubicBezTo>
                    <a:lnTo>
                      <a:pt x="2767" y="1494"/>
                    </a:lnTo>
                    <a:cubicBezTo>
                      <a:pt x="2752" y="1166"/>
                      <a:pt x="2743" y="749"/>
                      <a:pt x="2581" y="506"/>
                    </a:cubicBezTo>
                    <a:cubicBezTo>
                      <a:pt x="2298" y="99"/>
                      <a:pt x="1958" y="30"/>
                      <a:pt x="1588" y="30"/>
                    </a:cubicBezTo>
                    <a:cubicBezTo>
                      <a:pt x="1397" y="30"/>
                      <a:pt x="1199" y="48"/>
                      <a:pt x="995" y="48"/>
                    </a:cubicBezTo>
                    <a:cubicBezTo>
                      <a:pt x="848" y="48"/>
                      <a:pt x="698" y="39"/>
                      <a:pt x="546" y="6"/>
                    </a:cubicBezTo>
                    <a:cubicBezTo>
                      <a:pt x="525" y="2"/>
                      <a:pt x="505" y="1"/>
                      <a:pt x="48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"/>
              <p:cNvSpPr/>
              <p:nvPr/>
            </p:nvSpPr>
            <p:spPr>
              <a:xfrm>
                <a:off x="1051103" y="3343082"/>
                <a:ext cx="25531" cy="87337"/>
              </a:xfrm>
              <a:custGeom>
                <a:avLst/>
                <a:gdLst/>
                <a:ahLst/>
                <a:cxnLst/>
                <a:rect l="l" t="t" r="r" b="b"/>
                <a:pathLst>
                  <a:path w="1250" h="4276" extrusionOk="0">
                    <a:moveTo>
                      <a:pt x="867" y="0"/>
                    </a:moveTo>
                    <a:cubicBezTo>
                      <a:pt x="744" y="0"/>
                      <a:pt x="620" y="62"/>
                      <a:pt x="568" y="206"/>
                    </a:cubicBezTo>
                    <a:cubicBezTo>
                      <a:pt x="134" y="1440"/>
                      <a:pt x="1" y="2708"/>
                      <a:pt x="101" y="3975"/>
                    </a:cubicBezTo>
                    <a:cubicBezTo>
                      <a:pt x="117" y="4175"/>
                      <a:pt x="284" y="4276"/>
                      <a:pt x="443" y="4276"/>
                    </a:cubicBezTo>
                    <a:cubicBezTo>
                      <a:pt x="601" y="4276"/>
                      <a:pt x="751" y="4175"/>
                      <a:pt x="735" y="3975"/>
                    </a:cubicBezTo>
                    <a:cubicBezTo>
                      <a:pt x="635" y="2741"/>
                      <a:pt x="768" y="1574"/>
                      <a:pt x="1168" y="373"/>
                    </a:cubicBezTo>
                    <a:cubicBezTo>
                      <a:pt x="1249" y="150"/>
                      <a:pt x="1059" y="0"/>
                      <a:pt x="8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"/>
              <p:cNvSpPr/>
              <p:nvPr/>
            </p:nvSpPr>
            <p:spPr>
              <a:xfrm>
                <a:off x="1093894" y="3202925"/>
                <a:ext cx="55801" cy="64584"/>
              </a:xfrm>
              <a:custGeom>
                <a:avLst/>
                <a:gdLst/>
                <a:ahLst/>
                <a:cxnLst/>
                <a:rect l="l" t="t" r="r" b="b"/>
                <a:pathLst>
                  <a:path w="2732" h="3162" extrusionOk="0">
                    <a:moveTo>
                      <a:pt x="2365" y="1"/>
                    </a:moveTo>
                    <a:cubicBezTo>
                      <a:pt x="2327" y="1"/>
                      <a:pt x="2286" y="10"/>
                      <a:pt x="2242" y="30"/>
                    </a:cubicBezTo>
                    <a:cubicBezTo>
                      <a:pt x="1041" y="497"/>
                      <a:pt x="207" y="1497"/>
                      <a:pt x="41" y="2765"/>
                    </a:cubicBezTo>
                    <a:cubicBezTo>
                      <a:pt x="1" y="3005"/>
                      <a:pt x="201" y="3161"/>
                      <a:pt x="382" y="3161"/>
                    </a:cubicBezTo>
                    <a:cubicBezTo>
                      <a:pt x="502" y="3161"/>
                      <a:pt x="614" y="3092"/>
                      <a:pt x="641" y="2932"/>
                    </a:cubicBezTo>
                    <a:cubicBezTo>
                      <a:pt x="774" y="1898"/>
                      <a:pt x="1408" y="997"/>
                      <a:pt x="2409" y="630"/>
                    </a:cubicBezTo>
                    <a:cubicBezTo>
                      <a:pt x="2732" y="483"/>
                      <a:pt x="2641" y="1"/>
                      <a:pt x="236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2"/>
              <p:cNvSpPr/>
              <p:nvPr/>
            </p:nvSpPr>
            <p:spPr>
              <a:xfrm>
                <a:off x="1204332" y="3097879"/>
                <a:ext cx="87970" cy="50491"/>
              </a:xfrm>
              <a:custGeom>
                <a:avLst/>
                <a:gdLst/>
                <a:ahLst/>
                <a:cxnLst/>
                <a:rect l="l" t="t" r="r" b="b"/>
                <a:pathLst>
                  <a:path w="4307" h="2472" extrusionOk="0">
                    <a:moveTo>
                      <a:pt x="3938" y="1"/>
                    </a:moveTo>
                    <a:cubicBezTo>
                      <a:pt x="3928" y="1"/>
                      <a:pt x="3918" y="1"/>
                      <a:pt x="3907" y="2"/>
                    </a:cubicBezTo>
                    <a:cubicBezTo>
                      <a:pt x="2473" y="202"/>
                      <a:pt x="1172" y="836"/>
                      <a:pt x="204" y="1937"/>
                    </a:cubicBezTo>
                    <a:cubicBezTo>
                      <a:pt x="1" y="2166"/>
                      <a:pt x="204" y="2472"/>
                      <a:pt x="431" y="2472"/>
                    </a:cubicBezTo>
                    <a:cubicBezTo>
                      <a:pt x="501" y="2472"/>
                      <a:pt x="574" y="2442"/>
                      <a:pt x="638" y="2371"/>
                    </a:cubicBezTo>
                    <a:cubicBezTo>
                      <a:pt x="1505" y="1403"/>
                      <a:pt x="2639" y="803"/>
                      <a:pt x="3907" y="636"/>
                    </a:cubicBezTo>
                    <a:cubicBezTo>
                      <a:pt x="4296" y="571"/>
                      <a:pt x="4307" y="1"/>
                      <a:pt x="393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2"/>
              <p:cNvSpPr/>
              <p:nvPr/>
            </p:nvSpPr>
            <p:spPr>
              <a:xfrm>
                <a:off x="1536218" y="3278457"/>
                <a:ext cx="16360" cy="12970"/>
              </a:xfrm>
              <a:custGeom>
                <a:avLst/>
                <a:gdLst/>
                <a:ahLst/>
                <a:cxnLst/>
                <a:rect l="l" t="t" r="r" b="b"/>
                <a:pathLst>
                  <a:path w="801" h="635" extrusionOk="0">
                    <a:moveTo>
                      <a:pt x="400" y="1"/>
                    </a:moveTo>
                    <a:cubicBezTo>
                      <a:pt x="0" y="1"/>
                      <a:pt x="0" y="635"/>
                      <a:pt x="400" y="635"/>
                    </a:cubicBezTo>
                    <a:cubicBezTo>
                      <a:pt x="801" y="635"/>
                      <a:pt x="801" y="1"/>
                      <a:pt x="40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"/>
              <p:cNvSpPr/>
              <p:nvPr/>
            </p:nvSpPr>
            <p:spPr>
              <a:xfrm>
                <a:off x="1546430" y="3234175"/>
                <a:ext cx="16360" cy="12970"/>
              </a:xfrm>
              <a:custGeom>
                <a:avLst/>
                <a:gdLst/>
                <a:ahLst/>
                <a:cxnLst/>
                <a:rect l="l" t="t" r="r" b="b"/>
                <a:pathLst>
                  <a:path w="801" h="635" extrusionOk="0">
                    <a:moveTo>
                      <a:pt x="401" y="1"/>
                    </a:moveTo>
                    <a:cubicBezTo>
                      <a:pt x="0" y="1"/>
                      <a:pt x="0" y="634"/>
                      <a:pt x="401" y="634"/>
                    </a:cubicBezTo>
                    <a:cubicBezTo>
                      <a:pt x="801" y="634"/>
                      <a:pt x="801" y="1"/>
                      <a:pt x="4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"/>
              <p:cNvSpPr/>
              <p:nvPr/>
            </p:nvSpPr>
            <p:spPr>
              <a:xfrm>
                <a:off x="1575719" y="3292101"/>
                <a:ext cx="16381" cy="12949"/>
              </a:xfrm>
              <a:custGeom>
                <a:avLst/>
                <a:gdLst/>
                <a:ahLst/>
                <a:cxnLst/>
                <a:rect l="l" t="t" r="r" b="b"/>
                <a:pathLst>
                  <a:path w="802" h="634" extrusionOk="0">
                    <a:moveTo>
                      <a:pt x="401" y="0"/>
                    </a:moveTo>
                    <a:cubicBezTo>
                      <a:pt x="1" y="0"/>
                      <a:pt x="1" y="634"/>
                      <a:pt x="401" y="634"/>
                    </a:cubicBezTo>
                    <a:cubicBezTo>
                      <a:pt x="801" y="634"/>
                      <a:pt x="801" y="0"/>
                      <a:pt x="4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"/>
              <p:cNvSpPr/>
              <p:nvPr/>
            </p:nvSpPr>
            <p:spPr>
              <a:xfrm>
                <a:off x="1613199" y="3252578"/>
                <a:ext cx="16360" cy="12970"/>
              </a:xfrm>
              <a:custGeom>
                <a:avLst/>
                <a:gdLst/>
                <a:ahLst/>
                <a:cxnLst/>
                <a:rect l="l" t="t" r="r" b="b"/>
                <a:pathLst>
                  <a:path w="801" h="635" extrusionOk="0">
                    <a:moveTo>
                      <a:pt x="401" y="0"/>
                    </a:moveTo>
                    <a:cubicBezTo>
                      <a:pt x="0" y="0"/>
                      <a:pt x="0" y="634"/>
                      <a:pt x="401" y="634"/>
                    </a:cubicBezTo>
                    <a:cubicBezTo>
                      <a:pt x="801" y="634"/>
                      <a:pt x="801" y="0"/>
                      <a:pt x="4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"/>
              <p:cNvSpPr/>
              <p:nvPr/>
            </p:nvSpPr>
            <p:spPr>
              <a:xfrm>
                <a:off x="1589343" y="3206929"/>
                <a:ext cx="16381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802" h="601" extrusionOk="0">
                    <a:moveTo>
                      <a:pt x="401" y="0"/>
                    </a:moveTo>
                    <a:cubicBezTo>
                      <a:pt x="1" y="0"/>
                      <a:pt x="1" y="601"/>
                      <a:pt x="401" y="601"/>
                    </a:cubicBezTo>
                    <a:cubicBezTo>
                      <a:pt x="801" y="601"/>
                      <a:pt x="801" y="0"/>
                      <a:pt x="4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"/>
              <p:cNvSpPr/>
              <p:nvPr/>
            </p:nvSpPr>
            <p:spPr>
              <a:xfrm>
                <a:off x="1580499" y="3254621"/>
                <a:ext cx="17055" cy="1297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635" extrusionOk="0">
                    <a:moveTo>
                      <a:pt x="434" y="0"/>
                    </a:moveTo>
                    <a:cubicBezTo>
                      <a:pt x="0" y="0"/>
                      <a:pt x="0" y="634"/>
                      <a:pt x="434" y="634"/>
                    </a:cubicBezTo>
                    <a:cubicBezTo>
                      <a:pt x="834" y="634"/>
                      <a:pt x="834" y="0"/>
                      <a:pt x="4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"/>
              <p:cNvSpPr/>
              <p:nvPr/>
            </p:nvSpPr>
            <p:spPr>
              <a:xfrm>
                <a:off x="1625454" y="3300945"/>
                <a:ext cx="16381" cy="12296"/>
              </a:xfrm>
              <a:custGeom>
                <a:avLst/>
                <a:gdLst/>
                <a:ahLst/>
                <a:cxnLst/>
                <a:rect l="l" t="t" r="r" b="b"/>
                <a:pathLst>
                  <a:path w="802" h="602" extrusionOk="0">
                    <a:moveTo>
                      <a:pt x="401" y="1"/>
                    </a:moveTo>
                    <a:cubicBezTo>
                      <a:pt x="1" y="1"/>
                      <a:pt x="1" y="601"/>
                      <a:pt x="401" y="601"/>
                    </a:cubicBezTo>
                    <a:cubicBezTo>
                      <a:pt x="801" y="601"/>
                      <a:pt x="801" y="1"/>
                      <a:pt x="4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"/>
              <p:cNvSpPr/>
              <p:nvPr/>
            </p:nvSpPr>
            <p:spPr>
              <a:xfrm>
                <a:off x="1008190" y="3523067"/>
                <a:ext cx="12970" cy="23098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1309" extrusionOk="0">
                    <a:moveTo>
                      <a:pt x="317" y="0"/>
                    </a:moveTo>
                    <a:cubicBezTo>
                      <a:pt x="159" y="0"/>
                      <a:pt x="0" y="100"/>
                      <a:pt x="0" y="300"/>
                    </a:cubicBezTo>
                    <a:lnTo>
                      <a:pt x="0" y="11008"/>
                    </a:lnTo>
                    <a:cubicBezTo>
                      <a:pt x="0" y="11208"/>
                      <a:pt x="159" y="11308"/>
                      <a:pt x="317" y="11308"/>
                    </a:cubicBezTo>
                    <a:cubicBezTo>
                      <a:pt x="476" y="11308"/>
                      <a:pt x="634" y="11208"/>
                      <a:pt x="634" y="11008"/>
                    </a:cubicBezTo>
                    <a:lnTo>
                      <a:pt x="634" y="300"/>
                    </a:lnTo>
                    <a:cubicBezTo>
                      <a:pt x="634" y="100"/>
                      <a:pt x="476" y="0"/>
                      <a:pt x="3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"/>
              <p:cNvSpPr/>
              <p:nvPr/>
            </p:nvSpPr>
            <p:spPr>
              <a:xfrm>
                <a:off x="1080413" y="3796271"/>
                <a:ext cx="12275" cy="196917"/>
              </a:xfrm>
              <a:custGeom>
                <a:avLst/>
                <a:gdLst/>
                <a:ahLst/>
                <a:cxnLst/>
                <a:rect l="l" t="t" r="r" b="b"/>
                <a:pathLst>
                  <a:path w="601" h="9641" extrusionOk="0">
                    <a:moveTo>
                      <a:pt x="300" y="0"/>
                    </a:moveTo>
                    <a:cubicBezTo>
                      <a:pt x="150" y="0"/>
                      <a:pt x="0" y="100"/>
                      <a:pt x="0" y="301"/>
                    </a:cubicBezTo>
                    <a:lnTo>
                      <a:pt x="0" y="9340"/>
                    </a:lnTo>
                    <a:cubicBezTo>
                      <a:pt x="0" y="9541"/>
                      <a:pt x="150" y="9641"/>
                      <a:pt x="300" y="9641"/>
                    </a:cubicBezTo>
                    <a:cubicBezTo>
                      <a:pt x="450" y="9641"/>
                      <a:pt x="601" y="9541"/>
                      <a:pt x="601" y="9340"/>
                    </a:cubicBezTo>
                    <a:lnTo>
                      <a:pt x="601" y="301"/>
                    </a:lnTo>
                    <a:cubicBezTo>
                      <a:pt x="601" y="100"/>
                      <a:pt x="450" y="0"/>
                      <a:pt x="3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"/>
              <p:cNvSpPr/>
              <p:nvPr/>
            </p:nvSpPr>
            <p:spPr>
              <a:xfrm>
                <a:off x="1148531" y="3502621"/>
                <a:ext cx="12970" cy="263687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2910" extrusionOk="0">
                    <a:moveTo>
                      <a:pt x="318" y="0"/>
                    </a:moveTo>
                    <a:cubicBezTo>
                      <a:pt x="159" y="0"/>
                      <a:pt x="1" y="101"/>
                      <a:pt x="1" y="301"/>
                    </a:cubicBezTo>
                    <a:lnTo>
                      <a:pt x="1" y="12609"/>
                    </a:lnTo>
                    <a:cubicBezTo>
                      <a:pt x="1" y="12810"/>
                      <a:pt x="159" y="12910"/>
                      <a:pt x="318" y="12910"/>
                    </a:cubicBezTo>
                    <a:cubicBezTo>
                      <a:pt x="476" y="12910"/>
                      <a:pt x="635" y="12810"/>
                      <a:pt x="635" y="12609"/>
                    </a:cubicBezTo>
                    <a:lnTo>
                      <a:pt x="635" y="301"/>
                    </a:lnTo>
                    <a:cubicBezTo>
                      <a:pt x="635" y="101"/>
                      <a:pt x="476" y="0"/>
                      <a:pt x="3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"/>
              <p:cNvSpPr/>
              <p:nvPr/>
            </p:nvSpPr>
            <p:spPr>
              <a:xfrm>
                <a:off x="1232334" y="3733077"/>
                <a:ext cx="12970" cy="205618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0067" extrusionOk="0">
                    <a:moveTo>
                      <a:pt x="318" y="1"/>
                    </a:moveTo>
                    <a:cubicBezTo>
                      <a:pt x="159" y="1"/>
                      <a:pt x="1" y="109"/>
                      <a:pt x="1" y="326"/>
                    </a:cubicBezTo>
                    <a:lnTo>
                      <a:pt x="1" y="9766"/>
                    </a:lnTo>
                    <a:cubicBezTo>
                      <a:pt x="1" y="9966"/>
                      <a:pt x="159" y="10066"/>
                      <a:pt x="318" y="10066"/>
                    </a:cubicBezTo>
                    <a:cubicBezTo>
                      <a:pt x="476" y="10066"/>
                      <a:pt x="635" y="9966"/>
                      <a:pt x="635" y="9766"/>
                    </a:cubicBezTo>
                    <a:lnTo>
                      <a:pt x="635" y="326"/>
                    </a:lnTo>
                    <a:cubicBezTo>
                      <a:pt x="635" y="109"/>
                      <a:pt x="476" y="1"/>
                      <a:pt x="3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"/>
              <p:cNvSpPr/>
              <p:nvPr/>
            </p:nvSpPr>
            <p:spPr>
              <a:xfrm>
                <a:off x="927798" y="3736488"/>
                <a:ext cx="12949" cy="172898"/>
              </a:xfrm>
              <a:custGeom>
                <a:avLst/>
                <a:gdLst/>
                <a:ahLst/>
                <a:cxnLst/>
                <a:rect l="l" t="t" r="r" b="b"/>
                <a:pathLst>
                  <a:path w="634" h="8465" extrusionOk="0">
                    <a:moveTo>
                      <a:pt x="317" y="0"/>
                    </a:moveTo>
                    <a:cubicBezTo>
                      <a:pt x="159" y="0"/>
                      <a:pt x="0" y="109"/>
                      <a:pt x="0" y="326"/>
                    </a:cubicBezTo>
                    <a:lnTo>
                      <a:pt x="0" y="8164"/>
                    </a:lnTo>
                    <a:cubicBezTo>
                      <a:pt x="0" y="8365"/>
                      <a:pt x="159" y="8465"/>
                      <a:pt x="317" y="8465"/>
                    </a:cubicBezTo>
                    <a:cubicBezTo>
                      <a:pt x="475" y="8465"/>
                      <a:pt x="634" y="8365"/>
                      <a:pt x="634" y="8164"/>
                    </a:cubicBezTo>
                    <a:lnTo>
                      <a:pt x="634" y="326"/>
                    </a:lnTo>
                    <a:cubicBezTo>
                      <a:pt x="634" y="109"/>
                      <a:pt x="475" y="0"/>
                      <a:pt x="3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"/>
              <p:cNvSpPr/>
              <p:nvPr/>
            </p:nvSpPr>
            <p:spPr>
              <a:xfrm>
                <a:off x="1077676" y="3492409"/>
                <a:ext cx="12970" cy="218037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0675" extrusionOk="0">
                    <a:moveTo>
                      <a:pt x="318" y="0"/>
                    </a:moveTo>
                    <a:cubicBezTo>
                      <a:pt x="159" y="0"/>
                      <a:pt x="1" y="100"/>
                      <a:pt x="1" y="300"/>
                    </a:cubicBezTo>
                    <a:lnTo>
                      <a:pt x="1" y="10374"/>
                    </a:lnTo>
                    <a:cubicBezTo>
                      <a:pt x="1" y="10574"/>
                      <a:pt x="159" y="10674"/>
                      <a:pt x="318" y="10674"/>
                    </a:cubicBezTo>
                    <a:cubicBezTo>
                      <a:pt x="476" y="10674"/>
                      <a:pt x="634" y="10574"/>
                      <a:pt x="634" y="10374"/>
                    </a:cubicBezTo>
                    <a:lnTo>
                      <a:pt x="634" y="300"/>
                    </a:lnTo>
                    <a:cubicBezTo>
                      <a:pt x="634" y="100"/>
                      <a:pt x="476" y="0"/>
                      <a:pt x="3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"/>
              <p:cNvSpPr/>
              <p:nvPr/>
            </p:nvSpPr>
            <p:spPr>
              <a:xfrm>
                <a:off x="1004779" y="3809895"/>
                <a:ext cx="12970" cy="15467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573" extrusionOk="0">
                    <a:moveTo>
                      <a:pt x="317" y="1"/>
                    </a:moveTo>
                    <a:cubicBezTo>
                      <a:pt x="159" y="1"/>
                      <a:pt x="0" y="101"/>
                      <a:pt x="0" y="301"/>
                    </a:cubicBezTo>
                    <a:lnTo>
                      <a:pt x="0" y="7272"/>
                    </a:lnTo>
                    <a:cubicBezTo>
                      <a:pt x="0" y="7473"/>
                      <a:pt x="159" y="7573"/>
                      <a:pt x="317" y="7573"/>
                    </a:cubicBezTo>
                    <a:cubicBezTo>
                      <a:pt x="476" y="7573"/>
                      <a:pt x="634" y="7473"/>
                      <a:pt x="634" y="7272"/>
                    </a:cubicBezTo>
                    <a:lnTo>
                      <a:pt x="634" y="301"/>
                    </a:lnTo>
                    <a:cubicBezTo>
                      <a:pt x="634" y="101"/>
                      <a:pt x="476" y="1"/>
                      <a:pt x="3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"/>
              <p:cNvSpPr/>
              <p:nvPr/>
            </p:nvSpPr>
            <p:spPr>
              <a:xfrm>
                <a:off x="919607" y="3584383"/>
                <a:ext cx="12970" cy="104944"/>
              </a:xfrm>
              <a:custGeom>
                <a:avLst/>
                <a:gdLst/>
                <a:ahLst/>
                <a:cxnLst/>
                <a:rect l="l" t="t" r="r" b="b"/>
                <a:pathLst>
                  <a:path w="635" h="5138" extrusionOk="0">
                    <a:moveTo>
                      <a:pt x="318" y="0"/>
                    </a:moveTo>
                    <a:cubicBezTo>
                      <a:pt x="159" y="0"/>
                      <a:pt x="1" y="100"/>
                      <a:pt x="1" y="301"/>
                    </a:cubicBezTo>
                    <a:lnTo>
                      <a:pt x="1" y="4837"/>
                    </a:lnTo>
                    <a:cubicBezTo>
                      <a:pt x="1" y="5037"/>
                      <a:pt x="159" y="5137"/>
                      <a:pt x="318" y="5137"/>
                    </a:cubicBezTo>
                    <a:cubicBezTo>
                      <a:pt x="476" y="5137"/>
                      <a:pt x="635" y="5037"/>
                      <a:pt x="635" y="4837"/>
                    </a:cubicBezTo>
                    <a:lnTo>
                      <a:pt x="635" y="301"/>
                    </a:lnTo>
                    <a:cubicBezTo>
                      <a:pt x="635" y="100"/>
                      <a:pt x="476" y="0"/>
                      <a:pt x="3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"/>
              <p:cNvSpPr/>
              <p:nvPr/>
            </p:nvSpPr>
            <p:spPr>
              <a:xfrm>
                <a:off x="1242567" y="3572107"/>
                <a:ext cx="12949" cy="120630"/>
              </a:xfrm>
              <a:custGeom>
                <a:avLst/>
                <a:gdLst/>
                <a:ahLst/>
                <a:cxnLst/>
                <a:rect l="l" t="t" r="r" b="b"/>
                <a:pathLst>
                  <a:path w="634" h="5906" extrusionOk="0">
                    <a:moveTo>
                      <a:pt x="317" y="1"/>
                    </a:moveTo>
                    <a:cubicBezTo>
                      <a:pt x="159" y="1"/>
                      <a:pt x="0" y="101"/>
                      <a:pt x="0" y="301"/>
                    </a:cubicBezTo>
                    <a:lnTo>
                      <a:pt x="0" y="5605"/>
                    </a:lnTo>
                    <a:cubicBezTo>
                      <a:pt x="0" y="5805"/>
                      <a:pt x="159" y="5905"/>
                      <a:pt x="317" y="5905"/>
                    </a:cubicBezTo>
                    <a:cubicBezTo>
                      <a:pt x="475" y="5905"/>
                      <a:pt x="634" y="5805"/>
                      <a:pt x="634" y="5605"/>
                    </a:cubicBezTo>
                    <a:lnTo>
                      <a:pt x="634" y="301"/>
                    </a:lnTo>
                    <a:cubicBezTo>
                      <a:pt x="634" y="101"/>
                      <a:pt x="475" y="1"/>
                      <a:pt x="3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"/>
              <p:cNvSpPr/>
              <p:nvPr/>
            </p:nvSpPr>
            <p:spPr>
              <a:xfrm>
                <a:off x="1153984" y="3829646"/>
                <a:ext cx="12970" cy="143792"/>
              </a:xfrm>
              <a:custGeom>
                <a:avLst/>
                <a:gdLst/>
                <a:ahLst/>
                <a:cxnLst/>
                <a:rect l="l" t="t" r="r" b="b"/>
                <a:pathLst>
                  <a:path w="635" h="7040" extrusionOk="0">
                    <a:moveTo>
                      <a:pt x="318" y="1"/>
                    </a:moveTo>
                    <a:cubicBezTo>
                      <a:pt x="159" y="1"/>
                      <a:pt x="1" y="101"/>
                      <a:pt x="1" y="301"/>
                    </a:cubicBezTo>
                    <a:lnTo>
                      <a:pt x="1" y="6739"/>
                    </a:lnTo>
                    <a:cubicBezTo>
                      <a:pt x="1" y="6939"/>
                      <a:pt x="159" y="7039"/>
                      <a:pt x="318" y="7039"/>
                    </a:cubicBezTo>
                    <a:cubicBezTo>
                      <a:pt x="476" y="7039"/>
                      <a:pt x="634" y="6939"/>
                      <a:pt x="634" y="6739"/>
                    </a:cubicBezTo>
                    <a:lnTo>
                      <a:pt x="634" y="301"/>
                    </a:lnTo>
                    <a:cubicBezTo>
                      <a:pt x="634" y="101"/>
                      <a:pt x="476" y="1"/>
                      <a:pt x="3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"/>
              <p:cNvSpPr/>
              <p:nvPr/>
            </p:nvSpPr>
            <p:spPr>
              <a:xfrm>
                <a:off x="462455" y="3719964"/>
                <a:ext cx="92668" cy="126063"/>
              </a:xfrm>
              <a:custGeom>
                <a:avLst/>
                <a:gdLst/>
                <a:ahLst/>
                <a:cxnLst/>
                <a:rect l="l" t="t" r="r" b="b"/>
                <a:pathLst>
                  <a:path w="4537" h="6172" extrusionOk="0">
                    <a:moveTo>
                      <a:pt x="4220" y="0"/>
                    </a:moveTo>
                    <a:cubicBezTo>
                      <a:pt x="4061" y="0"/>
                      <a:pt x="3903" y="100"/>
                      <a:pt x="3903" y="301"/>
                    </a:cubicBezTo>
                    <a:cubicBezTo>
                      <a:pt x="3903" y="1793"/>
                      <a:pt x="3903" y="3265"/>
                      <a:pt x="3886" y="4749"/>
                    </a:cubicBezTo>
                    <a:lnTo>
                      <a:pt x="3886" y="4749"/>
                    </a:lnTo>
                    <a:cubicBezTo>
                      <a:pt x="2980" y="3266"/>
                      <a:pt x="2074" y="1783"/>
                      <a:pt x="1168" y="301"/>
                    </a:cubicBezTo>
                    <a:cubicBezTo>
                      <a:pt x="1108" y="195"/>
                      <a:pt x="1000" y="144"/>
                      <a:pt x="894" y="144"/>
                    </a:cubicBezTo>
                    <a:cubicBezTo>
                      <a:pt x="765" y="144"/>
                      <a:pt x="637" y="221"/>
                      <a:pt x="601" y="367"/>
                    </a:cubicBezTo>
                    <a:cubicBezTo>
                      <a:pt x="134" y="2169"/>
                      <a:pt x="0" y="4003"/>
                      <a:pt x="134" y="5871"/>
                    </a:cubicBezTo>
                    <a:cubicBezTo>
                      <a:pt x="150" y="6071"/>
                      <a:pt x="317" y="6171"/>
                      <a:pt x="475" y="6171"/>
                    </a:cubicBezTo>
                    <a:cubicBezTo>
                      <a:pt x="634" y="6171"/>
                      <a:pt x="784" y="6071"/>
                      <a:pt x="767" y="5871"/>
                    </a:cubicBezTo>
                    <a:cubicBezTo>
                      <a:pt x="653" y="4327"/>
                      <a:pt x="735" y="2807"/>
                      <a:pt x="1034" y="1291"/>
                    </a:cubicBezTo>
                    <a:lnTo>
                      <a:pt x="1034" y="1291"/>
                    </a:lnTo>
                    <a:cubicBezTo>
                      <a:pt x="2016" y="2862"/>
                      <a:pt x="2976" y="4433"/>
                      <a:pt x="3936" y="6005"/>
                    </a:cubicBezTo>
                    <a:cubicBezTo>
                      <a:pt x="4003" y="6111"/>
                      <a:pt x="4107" y="6159"/>
                      <a:pt x="4208" y="6159"/>
                    </a:cubicBezTo>
                    <a:cubicBezTo>
                      <a:pt x="4359" y="6159"/>
                      <a:pt x="4503" y="6051"/>
                      <a:pt x="4503" y="5871"/>
                    </a:cubicBezTo>
                    <a:cubicBezTo>
                      <a:pt x="4503" y="4003"/>
                      <a:pt x="4537" y="2169"/>
                      <a:pt x="4537" y="301"/>
                    </a:cubicBezTo>
                    <a:cubicBezTo>
                      <a:pt x="4537" y="100"/>
                      <a:pt x="4378" y="0"/>
                      <a:pt x="42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"/>
              <p:cNvSpPr/>
              <p:nvPr/>
            </p:nvSpPr>
            <p:spPr>
              <a:xfrm>
                <a:off x="583718" y="3682606"/>
                <a:ext cx="59416" cy="57435"/>
              </a:xfrm>
              <a:custGeom>
                <a:avLst/>
                <a:gdLst/>
                <a:ahLst/>
                <a:cxnLst/>
                <a:rect l="l" t="t" r="r" b="b"/>
                <a:pathLst>
                  <a:path w="2909" h="2812" extrusionOk="0">
                    <a:moveTo>
                      <a:pt x="1185" y="664"/>
                    </a:moveTo>
                    <a:cubicBezTo>
                      <a:pt x="1751" y="664"/>
                      <a:pt x="2059" y="1875"/>
                      <a:pt x="1569" y="2163"/>
                    </a:cubicBezTo>
                    <a:cubicBezTo>
                      <a:pt x="1514" y="2190"/>
                      <a:pt x="1456" y="2202"/>
                      <a:pt x="1399" y="2202"/>
                    </a:cubicBezTo>
                    <a:cubicBezTo>
                      <a:pt x="1175" y="2202"/>
                      <a:pt x="948" y="2022"/>
                      <a:pt x="868" y="1863"/>
                    </a:cubicBezTo>
                    <a:cubicBezTo>
                      <a:pt x="680" y="1541"/>
                      <a:pt x="730" y="1134"/>
                      <a:pt x="825" y="796"/>
                    </a:cubicBezTo>
                    <a:lnTo>
                      <a:pt x="825" y="796"/>
                    </a:lnTo>
                    <a:cubicBezTo>
                      <a:pt x="850" y="788"/>
                      <a:pt x="876" y="777"/>
                      <a:pt x="901" y="762"/>
                    </a:cubicBezTo>
                    <a:cubicBezTo>
                      <a:pt x="1001" y="694"/>
                      <a:pt x="1096" y="664"/>
                      <a:pt x="1185" y="664"/>
                    </a:cubicBezTo>
                    <a:close/>
                    <a:moveTo>
                      <a:pt x="1183" y="0"/>
                    </a:moveTo>
                    <a:cubicBezTo>
                      <a:pt x="1011" y="0"/>
                      <a:pt x="830" y="51"/>
                      <a:pt x="644" y="167"/>
                    </a:cubicBezTo>
                    <a:lnTo>
                      <a:pt x="644" y="167"/>
                    </a:lnTo>
                    <a:cubicBezTo>
                      <a:pt x="632" y="166"/>
                      <a:pt x="620" y="166"/>
                      <a:pt x="608" y="166"/>
                    </a:cubicBezTo>
                    <a:cubicBezTo>
                      <a:pt x="482" y="166"/>
                      <a:pt x="354" y="235"/>
                      <a:pt x="301" y="395"/>
                    </a:cubicBezTo>
                    <a:cubicBezTo>
                      <a:pt x="101" y="1062"/>
                      <a:pt x="1" y="1863"/>
                      <a:pt x="501" y="2430"/>
                    </a:cubicBezTo>
                    <a:cubicBezTo>
                      <a:pt x="719" y="2668"/>
                      <a:pt x="1056" y="2812"/>
                      <a:pt x="1384" y="2812"/>
                    </a:cubicBezTo>
                    <a:cubicBezTo>
                      <a:pt x="1607" y="2812"/>
                      <a:pt x="1827" y="2745"/>
                      <a:pt x="2002" y="2597"/>
                    </a:cubicBezTo>
                    <a:cubicBezTo>
                      <a:pt x="2909" y="1888"/>
                      <a:pt x="2227" y="0"/>
                      <a:pt x="118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"/>
              <p:cNvSpPr/>
              <p:nvPr/>
            </p:nvSpPr>
            <p:spPr>
              <a:xfrm>
                <a:off x="673997" y="3717921"/>
                <a:ext cx="18750" cy="118567"/>
              </a:xfrm>
              <a:custGeom>
                <a:avLst/>
                <a:gdLst/>
                <a:ahLst/>
                <a:cxnLst/>
                <a:rect l="l" t="t" r="r" b="b"/>
                <a:pathLst>
                  <a:path w="918" h="5805" extrusionOk="0">
                    <a:moveTo>
                      <a:pt x="309" y="0"/>
                    </a:moveTo>
                    <a:cubicBezTo>
                      <a:pt x="151" y="0"/>
                      <a:pt x="1" y="100"/>
                      <a:pt x="17" y="301"/>
                    </a:cubicBezTo>
                    <a:cubicBezTo>
                      <a:pt x="217" y="2002"/>
                      <a:pt x="284" y="3736"/>
                      <a:pt x="284" y="5504"/>
                    </a:cubicBezTo>
                    <a:cubicBezTo>
                      <a:pt x="284" y="5704"/>
                      <a:pt x="443" y="5804"/>
                      <a:pt x="601" y="5804"/>
                    </a:cubicBezTo>
                    <a:cubicBezTo>
                      <a:pt x="759" y="5804"/>
                      <a:pt x="918" y="5704"/>
                      <a:pt x="918" y="5504"/>
                    </a:cubicBezTo>
                    <a:cubicBezTo>
                      <a:pt x="918" y="3736"/>
                      <a:pt x="818" y="2002"/>
                      <a:pt x="651" y="301"/>
                    </a:cubicBezTo>
                    <a:cubicBezTo>
                      <a:pt x="634" y="100"/>
                      <a:pt x="468" y="0"/>
                      <a:pt x="30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"/>
              <p:cNvSpPr/>
              <p:nvPr/>
            </p:nvSpPr>
            <p:spPr>
              <a:xfrm>
                <a:off x="658678" y="3763040"/>
                <a:ext cx="79024" cy="15646"/>
              </a:xfrm>
              <a:custGeom>
                <a:avLst/>
                <a:gdLst/>
                <a:ahLst/>
                <a:cxnLst/>
                <a:rect l="l" t="t" r="r" b="b"/>
                <a:pathLst>
                  <a:path w="3869" h="766" extrusionOk="0">
                    <a:moveTo>
                      <a:pt x="1226" y="0"/>
                    </a:moveTo>
                    <a:cubicBezTo>
                      <a:pt x="952" y="0"/>
                      <a:pt x="677" y="8"/>
                      <a:pt x="400" y="26"/>
                    </a:cubicBezTo>
                    <a:cubicBezTo>
                      <a:pt x="10" y="26"/>
                      <a:pt x="0" y="628"/>
                      <a:pt x="370" y="628"/>
                    </a:cubicBezTo>
                    <a:cubicBezTo>
                      <a:pt x="380" y="628"/>
                      <a:pt x="390" y="628"/>
                      <a:pt x="400" y="627"/>
                    </a:cubicBezTo>
                    <a:cubicBezTo>
                      <a:pt x="583" y="621"/>
                      <a:pt x="766" y="618"/>
                      <a:pt x="947" y="618"/>
                    </a:cubicBezTo>
                    <a:cubicBezTo>
                      <a:pt x="1790" y="618"/>
                      <a:pt x="2618" y="678"/>
                      <a:pt x="3469" y="760"/>
                    </a:cubicBezTo>
                    <a:cubicBezTo>
                      <a:pt x="3489" y="763"/>
                      <a:pt x="3508" y="765"/>
                      <a:pt x="3526" y="765"/>
                    </a:cubicBezTo>
                    <a:cubicBezTo>
                      <a:pt x="3868" y="765"/>
                      <a:pt x="3849" y="191"/>
                      <a:pt x="3469" y="160"/>
                    </a:cubicBezTo>
                    <a:cubicBezTo>
                      <a:pt x="2712" y="62"/>
                      <a:pt x="1973" y="0"/>
                      <a:pt x="12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"/>
              <p:cNvSpPr/>
              <p:nvPr/>
            </p:nvSpPr>
            <p:spPr>
              <a:xfrm>
                <a:off x="725447" y="3717411"/>
                <a:ext cx="15686" cy="121120"/>
              </a:xfrm>
              <a:custGeom>
                <a:avLst/>
                <a:gdLst/>
                <a:ahLst/>
                <a:cxnLst/>
                <a:rect l="l" t="t" r="r" b="b"/>
                <a:pathLst>
                  <a:path w="768" h="5930" extrusionOk="0">
                    <a:moveTo>
                      <a:pt x="317" y="0"/>
                    </a:moveTo>
                    <a:cubicBezTo>
                      <a:pt x="158" y="0"/>
                      <a:pt x="0" y="109"/>
                      <a:pt x="0" y="326"/>
                    </a:cubicBezTo>
                    <a:cubicBezTo>
                      <a:pt x="67" y="2093"/>
                      <a:pt x="100" y="3861"/>
                      <a:pt x="133" y="5629"/>
                    </a:cubicBezTo>
                    <a:cubicBezTo>
                      <a:pt x="150" y="5829"/>
                      <a:pt x="309" y="5930"/>
                      <a:pt x="463" y="5930"/>
                    </a:cubicBezTo>
                    <a:cubicBezTo>
                      <a:pt x="617" y="5930"/>
                      <a:pt x="767" y="5829"/>
                      <a:pt x="767" y="5629"/>
                    </a:cubicBezTo>
                    <a:cubicBezTo>
                      <a:pt x="734" y="3861"/>
                      <a:pt x="667" y="2093"/>
                      <a:pt x="634" y="326"/>
                    </a:cubicBezTo>
                    <a:cubicBezTo>
                      <a:pt x="634" y="109"/>
                      <a:pt x="475" y="0"/>
                      <a:pt x="3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2"/>
            <p:cNvGrpSpPr/>
            <p:nvPr/>
          </p:nvGrpSpPr>
          <p:grpSpPr>
            <a:xfrm>
              <a:off x="7243255" y="538627"/>
              <a:ext cx="1454526" cy="701823"/>
              <a:chOff x="465968" y="3965227"/>
              <a:chExt cx="1454526" cy="701823"/>
            </a:xfrm>
          </p:grpSpPr>
          <p:sp>
            <p:nvSpPr>
              <p:cNvPr id="254" name="Google Shape;254;p2"/>
              <p:cNvSpPr/>
              <p:nvPr/>
            </p:nvSpPr>
            <p:spPr>
              <a:xfrm>
                <a:off x="498607" y="4198072"/>
                <a:ext cx="180516" cy="164768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067" extrusionOk="0">
                    <a:moveTo>
                      <a:pt x="4490" y="636"/>
                    </a:moveTo>
                    <a:cubicBezTo>
                      <a:pt x="5121" y="636"/>
                      <a:pt x="5764" y="894"/>
                      <a:pt x="6436" y="1510"/>
                    </a:cubicBezTo>
                    <a:cubicBezTo>
                      <a:pt x="8037" y="2978"/>
                      <a:pt x="8171" y="5079"/>
                      <a:pt x="6603" y="6581"/>
                    </a:cubicBezTo>
                    <a:cubicBezTo>
                      <a:pt x="5998" y="7170"/>
                      <a:pt x="5257" y="7428"/>
                      <a:pt x="4509" y="7428"/>
                    </a:cubicBezTo>
                    <a:cubicBezTo>
                      <a:pt x="3564" y="7428"/>
                      <a:pt x="2607" y="7017"/>
                      <a:pt x="1899" y="6347"/>
                    </a:cubicBezTo>
                    <a:cubicBezTo>
                      <a:pt x="574" y="5055"/>
                      <a:pt x="927" y="2907"/>
                      <a:pt x="2076" y="1702"/>
                    </a:cubicBezTo>
                    <a:lnTo>
                      <a:pt x="2076" y="1702"/>
                    </a:lnTo>
                    <a:cubicBezTo>
                      <a:pt x="2885" y="1064"/>
                      <a:pt x="3677" y="636"/>
                      <a:pt x="4490" y="636"/>
                    </a:cubicBezTo>
                    <a:close/>
                    <a:moveTo>
                      <a:pt x="4551" y="0"/>
                    </a:moveTo>
                    <a:cubicBezTo>
                      <a:pt x="3634" y="0"/>
                      <a:pt x="2701" y="435"/>
                      <a:pt x="1760" y="1146"/>
                    </a:cubicBezTo>
                    <a:lnTo>
                      <a:pt x="1760" y="1146"/>
                    </a:lnTo>
                    <a:cubicBezTo>
                      <a:pt x="1727" y="1159"/>
                      <a:pt x="1696" y="1180"/>
                      <a:pt x="1666" y="1210"/>
                    </a:cubicBezTo>
                    <a:cubicBezTo>
                      <a:pt x="1656" y="1220"/>
                      <a:pt x="1646" y="1231"/>
                      <a:pt x="1636" y="1241"/>
                    </a:cubicBezTo>
                    <a:lnTo>
                      <a:pt x="1636" y="1241"/>
                    </a:lnTo>
                    <a:cubicBezTo>
                      <a:pt x="1579" y="1286"/>
                      <a:pt x="1522" y="1331"/>
                      <a:pt x="1466" y="1377"/>
                    </a:cubicBezTo>
                    <a:cubicBezTo>
                      <a:pt x="1405" y="1431"/>
                      <a:pt x="1374" y="1491"/>
                      <a:pt x="1367" y="1552"/>
                    </a:cubicBezTo>
                    <a:lnTo>
                      <a:pt x="1367" y="1552"/>
                    </a:lnTo>
                    <a:cubicBezTo>
                      <a:pt x="274" y="2942"/>
                      <a:pt x="1" y="5037"/>
                      <a:pt x="1199" y="6480"/>
                    </a:cubicBezTo>
                    <a:cubicBezTo>
                      <a:pt x="2037" y="7461"/>
                      <a:pt x="3262" y="8066"/>
                      <a:pt x="4485" y="8066"/>
                    </a:cubicBezTo>
                    <a:cubicBezTo>
                      <a:pt x="5258" y="8066"/>
                      <a:pt x="6031" y="7824"/>
                      <a:pt x="6703" y="7281"/>
                    </a:cubicBezTo>
                    <a:cubicBezTo>
                      <a:pt x="8671" y="5713"/>
                      <a:pt x="8838" y="3278"/>
                      <a:pt x="7203" y="1410"/>
                    </a:cubicBezTo>
                    <a:cubicBezTo>
                      <a:pt x="6339" y="420"/>
                      <a:pt x="5453" y="0"/>
                      <a:pt x="45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"/>
              <p:cNvSpPr/>
              <p:nvPr/>
            </p:nvSpPr>
            <p:spPr>
              <a:xfrm>
                <a:off x="1634993" y="4321929"/>
                <a:ext cx="285501" cy="266219"/>
              </a:xfrm>
              <a:custGeom>
                <a:avLst/>
                <a:gdLst/>
                <a:ahLst/>
                <a:cxnLst/>
                <a:rect l="l" t="t" r="r" b="b"/>
                <a:pathLst>
                  <a:path w="13978" h="13034" extrusionOk="0">
                    <a:moveTo>
                      <a:pt x="7182" y="574"/>
                    </a:moveTo>
                    <a:cubicBezTo>
                      <a:pt x="8595" y="574"/>
                      <a:pt x="9821" y="1829"/>
                      <a:pt x="10775" y="2751"/>
                    </a:cubicBezTo>
                    <a:cubicBezTo>
                      <a:pt x="13244" y="5220"/>
                      <a:pt x="13010" y="8689"/>
                      <a:pt x="10542" y="11024"/>
                    </a:cubicBezTo>
                    <a:cubicBezTo>
                      <a:pt x="9525" y="11980"/>
                      <a:pt x="8274" y="12404"/>
                      <a:pt x="7009" y="12404"/>
                    </a:cubicBezTo>
                    <a:cubicBezTo>
                      <a:pt x="5491" y="12404"/>
                      <a:pt x="3952" y="11794"/>
                      <a:pt x="2769" y="10757"/>
                    </a:cubicBezTo>
                    <a:cubicBezTo>
                      <a:pt x="361" y="8580"/>
                      <a:pt x="791" y="4837"/>
                      <a:pt x="2833" y="2658"/>
                    </a:cubicBezTo>
                    <a:lnTo>
                      <a:pt x="2833" y="2658"/>
                    </a:lnTo>
                    <a:cubicBezTo>
                      <a:pt x="4059" y="1635"/>
                      <a:pt x="5309" y="740"/>
                      <a:pt x="6972" y="583"/>
                    </a:cubicBezTo>
                    <a:cubicBezTo>
                      <a:pt x="7043" y="577"/>
                      <a:pt x="7113" y="574"/>
                      <a:pt x="7182" y="574"/>
                    </a:cubicBezTo>
                    <a:close/>
                    <a:moveTo>
                      <a:pt x="7198" y="1"/>
                    </a:moveTo>
                    <a:cubicBezTo>
                      <a:pt x="5200" y="1"/>
                      <a:pt x="3668" y="1134"/>
                      <a:pt x="2136" y="2385"/>
                    </a:cubicBezTo>
                    <a:cubicBezTo>
                      <a:pt x="2062" y="2450"/>
                      <a:pt x="2034" y="2526"/>
                      <a:pt x="2040" y="2600"/>
                    </a:cubicBezTo>
                    <a:lnTo>
                      <a:pt x="2040" y="2600"/>
                    </a:lnTo>
                    <a:cubicBezTo>
                      <a:pt x="80" y="5003"/>
                      <a:pt x="0" y="8260"/>
                      <a:pt x="1936" y="10757"/>
                    </a:cubicBezTo>
                    <a:cubicBezTo>
                      <a:pt x="3100" y="12251"/>
                      <a:pt x="4974" y="13034"/>
                      <a:pt x="6832" y="13034"/>
                    </a:cubicBezTo>
                    <a:cubicBezTo>
                      <a:pt x="8168" y="13034"/>
                      <a:pt x="9495" y="12629"/>
                      <a:pt x="10542" y="11791"/>
                    </a:cubicBezTo>
                    <a:cubicBezTo>
                      <a:pt x="13510" y="9456"/>
                      <a:pt x="13977" y="5720"/>
                      <a:pt x="11609" y="2751"/>
                    </a:cubicBezTo>
                    <a:cubicBezTo>
                      <a:pt x="10708" y="1651"/>
                      <a:pt x="9141" y="150"/>
                      <a:pt x="7606" y="16"/>
                    </a:cubicBezTo>
                    <a:cubicBezTo>
                      <a:pt x="7468" y="6"/>
                      <a:pt x="7332" y="1"/>
                      <a:pt x="719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"/>
              <p:cNvSpPr/>
              <p:nvPr/>
            </p:nvSpPr>
            <p:spPr>
              <a:xfrm>
                <a:off x="1320101" y="3965227"/>
                <a:ext cx="329190" cy="311318"/>
              </a:xfrm>
              <a:custGeom>
                <a:avLst/>
                <a:gdLst/>
                <a:ahLst/>
                <a:cxnLst/>
                <a:rect l="l" t="t" r="r" b="b"/>
                <a:pathLst>
                  <a:path w="16117" h="15242" extrusionOk="0">
                    <a:moveTo>
                      <a:pt x="485" y="1"/>
                    </a:moveTo>
                    <a:cubicBezTo>
                      <a:pt x="230" y="1"/>
                      <a:pt x="0" y="321"/>
                      <a:pt x="240" y="535"/>
                    </a:cubicBezTo>
                    <a:cubicBezTo>
                      <a:pt x="5644" y="5038"/>
                      <a:pt x="10714" y="9908"/>
                      <a:pt x="15451" y="15145"/>
                    </a:cubicBezTo>
                    <a:cubicBezTo>
                      <a:pt x="15512" y="15213"/>
                      <a:pt x="15583" y="15242"/>
                      <a:pt x="15653" y="15242"/>
                    </a:cubicBezTo>
                    <a:cubicBezTo>
                      <a:pt x="15891" y="15242"/>
                      <a:pt x="16117" y="14910"/>
                      <a:pt x="15885" y="14678"/>
                    </a:cubicBezTo>
                    <a:cubicBezTo>
                      <a:pt x="11148" y="9474"/>
                      <a:pt x="6078" y="4604"/>
                      <a:pt x="674" y="68"/>
                    </a:cubicBezTo>
                    <a:cubicBezTo>
                      <a:pt x="614" y="21"/>
                      <a:pt x="549" y="1"/>
                      <a:pt x="48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"/>
              <p:cNvSpPr/>
              <p:nvPr/>
            </p:nvSpPr>
            <p:spPr>
              <a:xfrm>
                <a:off x="1571389" y="4185980"/>
                <a:ext cx="87480" cy="99674"/>
              </a:xfrm>
              <a:custGeom>
                <a:avLst/>
                <a:gdLst/>
                <a:ahLst/>
                <a:cxnLst/>
                <a:rect l="l" t="t" r="r" b="b"/>
                <a:pathLst>
                  <a:path w="4283" h="4880" extrusionOk="0">
                    <a:moveTo>
                      <a:pt x="3870" y="1"/>
                    </a:moveTo>
                    <a:cubicBezTo>
                      <a:pt x="3715" y="1"/>
                      <a:pt x="3565" y="101"/>
                      <a:pt x="3582" y="301"/>
                    </a:cubicBezTo>
                    <a:cubicBezTo>
                      <a:pt x="3644" y="1615"/>
                      <a:pt x="3590" y="2929"/>
                      <a:pt x="3362" y="4215"/>
                    </a:cubicBezTo>
                    <a:lnTo>
                      <a:pt x="3362" y="4215"/>
                    </a:lnTo>
                    <a:cubicBezTo>
                      <a:pt x="2413" y="4067"/>
                      <a:pt x="1466" y="3922"/>
                      <a:pt x="546" y="3803"/>
                    </a:cubicBezTo>
                    <a:cubicBezTo>
                      <a:pt x="525" y="3800"/>
                      <a:pt x="505" y="3798"/>
                      <a:pt x="485" y="3798"/>
                    </a:cubicBezTo>
                    <a:cubicBezTo>
                      <a:pt x="130" y="3798"/>
                      <a:pt x="0" y="4341"/>
                      <a:pt x="380" y="4404"/>
                    </a:cubicBezTo>
                    <a:cubicBezTo>
                      <a:pt x="1414" y="4537"/>
                      <a:pt x="2481" y="4704"/>
                      <a:pt x="3548" y="4871"/>
                    </a:cubicBezTo>
                    <a:cubicBezTo>
                      <a:pt x="3570" y="4876"/>
                      <a:pt x="3594" y="4879"/>
                      <a:pt x="3618" y="4879"/>
                    </a:cubicBezTo>
                    <a:cubicBezTo>
                      <a:pt x="3742" y="4879"/>
                      <a:pt x="3887" y="4805"/>
                      <a:pt x="3915" y="4637"/>
                    </a:cubicBezTo>
                    <a:cubicBezTo>
                      <a:pt x="4182" y="3203"/>
                      <a:pt x="4282" y="1769"/>
                      <a:pt x="4182" y="301"/>
                    </a:cubicBezTo>
                    <a:cubicBezTo>
                      <a:pt x="4182" y="101"/>
                      <a:pt x="4024" y="1"/>
                      <a:pt x="387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"/>
              <p:cNvSpPr/>
              <p:nvPr/>
            </p:nvSpPr>
            <p:spPr>
              <a:xfrm>
                <a:off x="717931" y="3988471"/>
                <a:ext cx="185316" cy="180169"/>
              </a:xfrm>
              <a:custGeom>
                <a:avLst/>
                <a:gdLst/>
                <a:ahLst/>
                <a:cxnLst/>
                <a:rect l="l" t="t" r="r" b="b"/>
                <a:pathLst>
                  <a:path w="9073" h="8821" extrusionOk="0">
                    <a:moveTo>
                      <a:pt x="8624" y="0"/>
                    </a:moveTo>
                    <a:cubicBezTo>
                      <a:pt x="8551" y="0"/>
                      <a:pt x="8476" y="29"/>
                      <a:pt x="8407" y="97"/>
                    </a:cubicBezTo>
                    <a:lnTo>
                      <a:pt x="235" y="8303"/>
                    </a:lnTo>
                    <a:cubicBezTo>
                      <a:pt x="1" y="8511"/>
                      <a:pt x="212" y="8820"/>
                      <a:pt x="459" y="8820"/>
                    </a:cubicBezTo>
                    <a:cubicBezTo>
                      <a:pt x="529" y="8820"/>
                      <a:pt x="602" y="8796"/>
                      <a:pt x="668" y="8737"/>
                    </a:cubicBezTo>
                    <a:lnTo>
                      <a:pt x="8841" y="531"/>
                    </a:lnTo>
                    <a:cubicBezTo>
                      <a:pt x="9072" y="325"/>
                      <a:pt x="8867" y="0"/>
                      <a:pt x="86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"/>
              <p:cNvSpPr/>
              <p:nvPr/>
            </p:nvSpPr>
            <p:spPr>
              <a:xfrm>
                <a:off x="713519" y="4102871"/>
                <a:ext cx="105270" cy="72264"/>
              </a:xfrm>
              <a:custGeom>
                <a:avLst/>
                <a:gdLst/>
                <a:ahLst/>
                <a:cxnLst/>
                <a:rect l="l" t="t" r="r" b="b"/>
                <a:pathLst>
                  <a:path w="5154" h="3538" extrusionOk="0">
                    <a:moveTo>
                      <a:pt x="296" y="0"/>
                    </a:moveTo>
                    <a:cubicBezTo>
                      <a:pt x="142" y="0"/>
                      <a:pt x="0" y="100"/>
                      <a:pt x="17" y="300"/>
                    </a:cubicBezTo>
                    <a:cubicBezTo>
                      <a:pt x="117" y="1334"/>
                      <a:pt x="351" y="2335"/>
                      <a:pt x="684" y="3303"/>
                    </a:cubicBezTo>
                    <a:cubicBezTo>
                      <a:pt x="751" y="3436"/>
                      <a:pt x="851" y="3536"/>
                      <a:pt x="984" y="3536"/>
                    </a:cubicBezTo>
                    <a:lnTo>
                      <a:pt x="4754" y="3536"/>
                    </a:lnTo>
                    <a:cubicBezTo>
                      <a:pt x="4764" y="3537"/>
                      <a:pt x="4774" y="3537"/>
                      <a:pt x="4784" y="3537"/>
                    </a:cubicBezTo>
                    <a:cubicBezTo>
                      <a:pt x="5154" y="3537"/>
                      <a:pt x="5144" y="2936"/>
                      <a:pt x="4754" y="2936"/>
                    </a:cubicBezTo>
                    <a:lnTo>
                      <a:pt x="1212" y="2904"/>
                    </a:lnTo>
                    <a:lnTo>
                      <a:pt x="1212" y="2904"/>
                    </a:lnTo>
                    <a:cubicBezTo>
                      <a:pt x="947" y="2047"/>
                      <a:pt x="743" y="1188"/>
                      <a:pt x="651" y="300"/>
                    </a:cubicBezTo>
                    <a:cubicBezTo>
                      <a:pt x="617" y="100"/>
                      <a:pt x="451" y="0"/>
                      <a:pt x="2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"/>
              <p:cNvSpPr/>
              <p:nvPr/>
            </p:nvSpPr>
            <p:spPr>
              <a:xfrm>
                <a:off x="1057925" y="4126707"/>
                <a:ext cx="35764" cy="115687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5664" extrusionOk="0">
                    <a:moveTo>
                      <a:pt x="442" y="1"/>
                    </a:moveTo>
                    <a:cubicBezTo>
                      <a:pt x="284" y="1"/>
                      <a:pt x="117" y="101"/>
                      <a:pt x="100" y="301"/>
                    </a:cubicBezTo>
                    <a:cubicBezTo>
                      <a:pt x="0" y="2136"/>
                      <a:pt x="334" y="3837"/>
                      <a:pt x="1101" y="5505"/>
                    </a:cubicBezTo>
                    <a:cubicBezTo>
                      <a:pt x="1152" y="5617"/>
                      <a:pt x="1238" y="5664"/>
                      <a:pt x="1327" y="5664"/>
                    </a:cubicBezTo>
                    <a:cubicBezTo>
                      <a:pt x="1529" y="5664"/>
                      <a:pt x="1750" y="5425"/>
                      <a:pt x="1635" y="5171"/>
                    </a:cubicBezTo>
                    <a:cubicBezTo>
                      <a:pt x="934" y="3637"/>
                      <a:pt x="634" y="2002"/>
                      <a:pt x="734" y="301"/>
                    </a:cubicBezTo>
                    <a:cubicBezTo>
                      <a:pt x="751" y="101"/>
                      <a:pt x="601" y="1"/>
                      <a:pt x="44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"/>
              <p:cNvSpPr/>
              <p:nvPr/>
            </p:nvSpPr>
            <p:spPr>
              <a:xfrm>
                <a:off x="1123061" y="4303853"/>
                <a:ext cx="84417" cy="88808"/>
              </a:xfrm>
              <a:custGeom>
                <a:avLst/>
                <a:gdLst/>
                <a:ahLst/>
                <a:cxnLst/>
                <a:rect l="l" t="t" r="r" b="b"/>
                <a:pathLst>
                  <a:path w="4133" h="4348" extrusionOk="0">
                    <a:moveTo>
                      <a:pt x="419" y="0"/>
                    </a:moveTo>
                    <a:cubicBezTo>
                      <a:pt x="210" y="0"/>
                      <a:pt x="0" y="219"/>
                      <a:pt x="114" y="468"/>
                    </a:cubicBezTo>
                    <a:cubicBezTo>
                      <a:pt x="914" y="2035"/>
                      <a:pt x="2082" y="3303"/>
                      <a:pt x="3549" y="4304"/>
                    </a:cubicBezTo>
                    <a:cubicBezTo>
                      <a:pt x="3600" y="4334"/>
                      <a:pt x="3651" y="4348"/>
                      <a:pt x="3698" y="4348"/>
                    </a:cubicBezTo>
                    <a:cubicBezTo>
                      <a:pt x="3960" y="4348"/>
                      <a:pt x="4132" y="3934"/>
                      <a:pt x="3850" y="3737"/>
                    </a:cubicBezTo>
                    <a:cubicBezTo>
                      <a:pt x="2482" y="2836"/>
                      <a:pt x="1415" y="1602"/>
                      <a:pt x="681" y="167"/>
                    </a:cubicBezTo>
                    <a:cubicBezTo>
                      <a:pt x="616" y="49"/>
                      <a:pt x="518" y="0"/>
                      <a:pt x="4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"/>
              <p:cNvSpPr/>
              <p:nvPr/>
            </p:nvSpPr>
            <p:spPr>
              <a:xfrm>
                <a:off x="1287992" y="4441252"/>
                <a:ext cx="128575" cy="52819"/>
              </a:xfrm>
              <a:custGeom>
                <a:avLst/>
                <a:gdLst/>
                <a:ahLst/>
                <a:cxnLst/>
                <a:rect l="l" t="t" r="r" b="b"/>
                <a:pathLst>
                  <a:path w="6295" h="2586" extrusionOk="0">
                    <a:moveTo>
                      <a:pt x="460" y="1"/>
                    </a:moveTo>
                    <a:cubicBezTo>
                      <a:pt x="192" y="1"/>
                      <a:pt x="1" y="409"/>
                      <a:pt x="311" y="579"/>
                    </a:cubicBezTo>
                    <a:cubicBezTo>
                      <a:pt x="2012" y="1546"/>
                      <a:pt x="3814" y="2213"/>
                      <a:pt x="5748" y="2580"/>
                    </a:cubicBezTo>
                    <a:cubicBezTo>
                      <a:pt x="5769" y="2584"/>
                      <a:pt x="5790" y="2585"/>
                      <a:pt x="5809" y="2585"/>
                    </a:cubicBezTo>
                    <a:cubicBezTo>
                      <a:pt x="6165" y="2585"/>
                      <a:pt x="6295" y="2043"/>
                      <a:pt x="5915" y="1980"/>
                    </a:cubicBezTo>
                    <a:cubicBezTo>
                      <a:pt x="4047" y="1613"/>
                      <a:pt x="2279" y="979"/>
                      <a:pt x="611" y="45"/>
                    </a:cubicBezTo>
                    <a:cubicBezTo>
                      <a:pt x="560" y="14"/>
                      <a:pt x="509" y="1"/>
                      <a:pt x="4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2"/>
              <p:cNvSpPr/>
              <p:nvPr/>
            </p:nvSpPr>
            <p:spPr>
              <a:xfrm>
                <a:off x="1480335" y="4498034"/>
                <a:ext cx="94731" cy="12970"/>
              </a:xfrm>
              <a:custGeom>
                <a:avLst/>
                <a:gdLst/>
                <a:ahLst/>
                <a:cxnLst/>
                <a:rect l="l" t="t" r="r" b="b"/>
                <a:pathLst>
                  <a:path w="4638" h="635" extrusionOk="0">
                    <a:moveTo>
                      <a:pt x="401" y="0"/>
                    </a:moveTo>
                    <a:cubicBezTo>
                      <a:pt x="1" y="0"/>
                      <a:pt x="1" y="634"/>
                      <a:pt x="401" y="634"/>
                    </a:cubicBezTo>
                    <a:lnTo>
                      <a:pt x="4237" y="634"/>
                    </a:lnTo>
                    <a:cubicBezTo>
                      <a:pt x="4637" y="634"/>
                      <a:pt x="4637" y="0"/>
                      <a:pt x="42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"/>
              <p:cNvSpPr/>
              <p:nvPr/>
            </p:nvSpPr>
            <p:spPr>
              <a:xfrm>
                <a:off x="1682011" y="4370622"/>
                <a:ext cx="179883" cy="12970"/>
              </a:xfrm>
              <a:custGeom>
                <a:avLst/>
                <a:gdLst/>
                <a:ahLst/>
                <a:cxnLst/>
                <a:rect l="l" t="t" r="r" b="b"/>
                <a:pathLst>
                  <a:path w="8807" h="635" extrusionOk="0">
                    <a:moveTo>
                      <a:pt x="401" y="1"/>
                    </a:moveTo>
                    <a:cubicBezTo>
                      <a:pt x="0" y="1"/>
                      <a:pt x="0" y="634"/>
                      <a:pt x="401" y="634"/>
                    </a:cubicBezTo>
                    <a:lnTo>
                      <a:pt x="8406" y="634"/>
                    </a:lnTo>
                    <a:cubicBezTo>
                      <a:pt x="8807" y="634"/>
                      <a:pt x="8807" y="1"/>
                      <a:pt x="840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"/>
              <p:cNvSpPr/>
              <p:nvPr/>
            </p:nvSpPr>
            <p:spPr>
              <a:xfrm>
                <a:off x="1652722" y="4430570"/>
                <a:ext cx="245978" cy="12970"/>
              </a:xfrm>
              <a:custGeom>
                <a:avLst/>
                <a:gdLst/>
                <a:ahLst/>
                <a:cxnLst/>
                <a:rect l="l" t="t" r="r" b="b"/>
                <a:pathLst>
                  <a:path w="12043" h="635" extrusionOk="0">
                    <a:moveTo>
                      <a:pt x="434" y="1"/>
                    </a:moveTo>
                    <a:cubicBezTo>
                      <a:pt x="0" y="1"/>
                      <a:pt x="0" y="635"/>
                      <a:pt x="434" y="635"/>
                    </a:cubicBezTo>
                    <a:lnTo>
                      <a:pt x="11642" y="635"/>
                    </a:lnTo>
                    <a:cubicBezTo>
                      <a:pt x="12042" y="635"/>
                      <a:pt x="12042" y="1"/>
                      <a:pt x="1164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"/>
              <p:cNvSpPr/>
              <p:nvPr/>
            </p:nvSpPr>
            <p:spPr>
              <a:xfrm>
                <a:off x="1654070" y="4483716"/>
                <a:ext cx="239177" cy="12970"/>
              </a:xfrm>
              <a:custGeom>
                <a:avLst/>
                <a:gdLst/>
                <a:ahLst/>
                <a:cxnLst/>
                <a:rect l="l" t="t" r="r" b="b"/>
                <a:pathLst>
                  <a:path w="11710" h="635" extrusionOk="0">
                    <a:moveTo>
                      <a:pt x="401" y="1"/>
                    </a:moveTo>
                    <a:cubicBezTo>
                      <a:pt x="1" y="1"/>
                      <a:pt x="1" y="635"/>
                      <a:pt x="401" y="635"/>
                    </a:cubicBezTo>
                    <a:lnTo>
                      <a:pt x="11309" y="635"/>
                    </a:lnTo>
                    <a:cubicBezTo>
                      <a:pt x="11709" y="635"/>
                      <a:pt x="11709" y="1"/>
                      <a:pt x="1130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2"/>
              <p:cNvSpPr/>
              <p:nvPr/>
            </p:nvSpPr>
            <p:spPr>
              <a:xfrm>
                <a:off x="1678600" y="4525955"/>
                <a:ext cx="197612" cy="12296"/>
              </a:xfrm>
              <a:custGeom>
                <a:avLst/>
                <a:gdLst/>
                <a:ahLst/>
                <a:cxnLst/>
                <a:rect l="l" t="t" r="r" b="b"/>
                <a:pathLst>
                  <a:path w="9675" h="602" extrusionOk="0">
                    <a:moveTo>
                      <a:pt x="401" y="1"/>
                    </a:moveTo>
                    <a:cubicBezTo>
                      <a:pt x="1" y="1"/>
                      <a:pt x="1" y="601"/>
                      <a:pt x="401" y="601"/>
                    </a:cubicBezTo>
                    <a:lnTo>
                      <a:pt x="9274" y="601"/>
                    </a:lnTo>
                    <a:cubicBezTo>
                      <a:pt x="9674" y="601"/>
                      <a:pt x="9674" y="1"/>
                      <a:pt x="92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"/>
              <p:cNvSpPr/>
              <p:nvPr/>
            </p:nvSpPr>
            <p:spPr>
              <a:xfrm>
                <a:off x="630062" y="4221418"/>
                <a:ext cx="12949" cy="119241"/>
              </a:xfrm>
              <a:custGeom>
                <a:avLst/>
                <a:gdLst/>
                <a:ahLst/>
                <a:cxnLst/>
                <a:rect l="l" t="t" r="r" b="b"/>
                <a:pathLst>
                  <a:path w="634" h="5838" extrusionOk="0">
                    <a:moveTo>
                      <a:pt x="317" y="0"/>
                    </a:moveTo>
                    <a:cubicBezTo>
                      <a:pt x="158" y="0"/>
                      <a:pt x="0" y="100"/>
                      <a:pt x="0" y="301"/>
                    </a:cubicBezTo>
                    <a:lnTo>
                      <a:pt x="0" y="5538"/>
                    </a:lnTo>
                    <a:cubicBezTo>
                      <a:pt x="0" y="5738"/>
                      <a:pt x="158" y="5838"/>
                      <a:pt x="317" y="5838"/>
                    </a:cubicBezTo>
                    <a:cubicBezTo>
                      <a:pt x="475" y="5838"/>
                      <a:pt x="634" y="5738"/>
                      <a:pt x="634" y="5538"/>
                    </a:cubicBezTo>
                    <a:lnTo>
                      <a:pt x="634" y="301"/>
                    </a:lnTo>
                    <a:cubicBezTo>
                      <a:pt x="634" y="100"/>
                      <a:pt x="475" y="0"/>
                      <a:pt x="3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"/>
              <p:cNvSpPr/>
              <p:nvPr/>
            </p:nvSpPr>
            <p:spPr>
              <a:xfrm>
                <a:off x="585761" y="4206426"/>
                <a:ext cx="12296" cy="156047"/>
              </a:xfrm>
              <a:custGeom>
                <a:avLst/>
                <a:gdLst/>
                <a:ahLst/>
                <a:cxnLst/>
                <a:rect l="l" t="t" r="r" b="b"/>
                <a:pathLst>
                  <a:path w="602" h="7640" extrusionOk="0">
                    <a:moveTo>
                      <a:pt x="301" y="0"/>
                    </a:moveTo>
                    <a:cubicBezTo>
                      <a:pt x="151" y="0"/>
                      <a:pt x="1" y="101"/>
                      <a:pt x="1" y="301"/>
                    </a:cubicBezTo>
                    <a:lnTo>
                      <a:pt x="1" y="7339"/>
                    </a:lnTo>
                    <a:cubicBezTo>
                      <a:pt x="1" y="7539"/>
                      <a:pt x="151" y="7639"/>
                      <a:pt x="301" y="7639"/>
                    </a:cubicBezTo>
                    <a:cubicBezTo>
                      <a:pt x="451" y="7639"/>
                      <a:pt x="601" y="7539"/>
                      <a:pt x="601" y="7339"/>
                    </a:cubicBezTo>
                    <a:lnTo>
                      <a:pt x="601" y="301"/>
                    </a:lnTo>
                    <a:cubicBezTo>
                      <a:pt x="601" y="101"/>
                      <a:pt x="451" y="0"/>
                      <a:pt x="3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2"/>
              <p:cNvSpPr/>
              <p:nvPr/>
            </p:nvSpPr>
            <p:spPr>
              <a:xfrm>
                <a:off x="544890" y="4211185"/>
                <a:ext cx="12970" cy="13697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6706" extrusionOk="0">
                    <a:moveTo>
                      <a:pt x="317" y="1"/>
                    </a:moveTo>
                    <a:cubicBezTo>
                      <a:pt x="159" y="1"/>
                      <a:pt x="0" y="101"/>
                      <a:pt x="0" y="301"/>
                    </a:cubicBezTo>
                    <a:lnTo>
                      <a:pt x="0" y="6406"/>
                    </a:lnTo>
                    <a:cubicBezTo>
                      <a:pt x="0" y="6606"/>
                      <a:pt x="159" y="6706"/>
                      <a:pt x="317" y="6706"/>
                    </a:cubicBezTo>
                    <a:cubicBezTo>
                      <a:pt x="476" y="6706"/>
                      <a:pt x="634" y="6606"/>
                      <a:pt x="634" y="6406"/>
                    </a:cubicBezTo>
                    <a:lnTo>
                      <a:pt x="634" y="301"/>
                    </a:lnTo>
                    <a:cubicBezTo>
                      <a:pt x="634" y="101"/>
                      <a:pt x="476" y="1"/>
                      <a:pt x="3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2"/>
              <p:cNvSpPr/>
              <p:nvPr/>
            </p:nvSpPr>
            <p:spPr>
              <a:xfrm>
                <a:off x="886131" y="4430713"/>
                <a:ext cx="67668" cy="103310"/>
              </a:xfrm>
              <a:custGeom>
                <a:avLst/>
                <a:gdLst/>
                <a:ahLst/>
                <a:cxnLst/>
                <a:rect l="l" t="t" r="r" b="b"/>
                <a:pathLst>
                  <a:path w="3313" h="5058" extrusionOk="0">
                    <a:moveTo>
                      <a:pt x="2876" y="1"/>
                    </a:moveTo>
                    <a:cubicBezTo>
                      <a:pt x="2782" y="1"/>
                      <a:pt x="2692" y="47"/>
                      <a:pt x="2641" y="161"/>
                    </a:cubicBezTo>
                    <a:lnTo>
                      <a:pt x="139" y="4597"/>
                    </a:lnTo>
                    <a:cubicBezTo>
                      <a:pt x="1" y="4827"/>
                      <a:pt x="228" y="5058"/>
                      <a:pt x="448" y="5058"/>
                    </a:cubicBezTo>
                    <a:cubicBezTo>
                      <a:pt x="546" y="5058"/>
                      <a:pt x="644" y="5011"/>
                      <a:pt x="706" y="4897"/>
                    </a:cubicBezTo>
                    <a:lnTo>
                      <a:pt x="3174" y="461"/>
                    </a:lnTo>
                    <a:cubicBezTo>
                      <a:pt x="3312" y="231"/>
                      <a:pt x="3085" y="1"/>
                      <a:pt x="287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2"/>
              <p:cNvSpPr/>
              <p:nvPr/>
            </p:nvSpPr>
            <p:spPr>
              <a:xfrm>
                <a:off x="885436" y="4471399"/>
                <a:ext cx="66340" cy="49878"/>
              </a:xfrm>
              <a:custGeom>
                <a:avLst/>
                <a:gdLst/>
                <a:ahLst/>
                <a:cxnLst/>
                <a:rect l="l" t="t" r="r" b="b"/>
                <a:pathLst>
                  <a:path w="3248" h="2442" extrusionOk="0">
                    <a:moveTo>
                      <a:pt x="409" y="0"/>
                    </a:moveTo>
                    <a:cubicBezTo>
                      <a:pt x="173" y="0"/>
                      <a:pt x="0" y="413"/>
                      <a:pt x="273" y="604"/>
                    </a:cubicBezTo>
                    <a:cubicBezTo>
                      <a:pt x="1073" y="1204"/>
                      <a:pt x="1874" y="1805"/>
                      <a:pt x="2675" y="2372"/>
                    </a:cubicBezTo>
                    <a:cubicBezTo>
                      <a:pt x="2730" y="2421"/>
                      <a:pt x="2786" y="2442"/>
                      <a:pt x="2839" y="2442"/>
                    </a:cubicBezTo>
                    <a:cubicBezTo>
                      <a:pt x="3075" y="2442"/>
                      <a:pt x="3247" y="2029"/>
                      <a:pt x="2975" y="1838"/>
                    </a:cubicBezTo>
                    <a:lnTo>
                      <a:pt x="573" y="70"/>
                    </a:lnTo>
                    <a:cubicBezTo>
                      <a:pt x="518" y="21"/>
                      <a:pt x="462" y="0"/>
                      <a:pt x="40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2"/>
              <p:cNvSpPr/>
              <p:nvPr/>
            </p:nvSpPr>
            <p:spPr>
              <a:xfrm>
                <a:off x="465968" y="4474872"/>
                <a:ext cx="104821" cy="163359"/>
              </a:xfrm>
              <a:custGeom>
                <a:avLst/>
                <a:gdLst/>
                <a:ahLst/>
                <a:cxnLst/>
                <a:rect l="l" t="t" r="r" b="b"/>
                <a:pathLst>
                  <a:path w="5132" h="7998" extrusionOk="0">
                    <a:moveTo>
                      <a:pt x="2463" y="0"/>
                    </a:moveTo>
                    <a:cubicBezTo>
                      <a:pt x="1429" y="0"/>
                      <a:pt x="862" y="1168"/>
                      <a:pt x="595" y="2002"/>
                    </a:cubicBezTo>
                    <a:cubicBezTo>
                      <a:pt x="329" y="2869"/>
                      <a:pt x="896" y="3336"/>
                      <a:pt x="1696" y="3469"/>
                    </a:cubicBezTo>
                    <a:cubicBezTo>
                      <a:pt x="2697" y="3703"/>
                      <a:pt x="3698" y="3903"/>
                      <a:pt x="4331" y="4804"/>
                    </a:cubicBezTo>
                    <a:cubicBezTo>
                      <a:pt x="5099" y="5938"/>
                      <a:pt x="3898" y="7072"/>
                      <a:pt x="2997" y="7405"/>
                    </a:cubicBezTo>
                    <a:cubicBezTo>
                      <a:pt x="2795" y="7473"/>
                      <a:pt x="2589" y="7502"/>
                      <a:pt x="2383" y="7502"/>
                    </a:cubicBezTo>
                    <a:cubicBezTo>
                      <a:pt x="1772" y="7502"/>
                      <a:pt x="1161" y="7246"/>
                      <a:pt x="662" y="6972"/>
                    </a:cubicBezTo>
                    <a:cubicBezTo>
                      <a:pt x="608" y="6942"/>
                      <a:pt x="556" y="6930"/>
                      <a:pt x="507" y="6930"/>
                    </a:cubicBezTo>
                    <a:cubicBezTo>
                      <a:pt x="221" y="6930"/>
                      <a:pt x="44" y="7363"/>
                      <a:pt x="329" y="7506"/>
                    </a:cubicBezTo>
                    <a:cubicBezTo>
                      <a:pt x="894" y="7812"/>
                      <a:pt x="1661" y="7998"/>
                      <a:pt x="2414" y="7998"/>
                    </a:cubicBezTo>
                    <a:cubicBezTo>
                      <a:pt x="3793" y="7998"/>
                      <a:pt x="5132" y="7377"/>
                      <a:pt x="5132" y="5738"/>
                    </a:cubicBezTo>
                    <a:cubicBezTo>
                      <a:pt x="5132" y="4804"/>
                      <a:pt x="4765" y="4203"/>
                      <a:pt x="4031" y="3636"/>
                    </a:cubicBezTo>
                    <a:cubicBezTo>
                      <a:pt x="3631" y="3336"/>
                      <a:pt x="3064" y="3169"/>
                      <a:pt x="2597" y="3036"/>
                    </a:cubicBezTo>
                    <a:cubicBezTo>
                      <a:pt x="2263" y="2936"/>
                      <a:pt x="1896" y="2902"/>
                      <a:pt x="1529" y="2802"/>
                    </a:cubicBezTo>
                    <a:cubicBezTo>
                      <a:pt x="1" y="2514"/>
                      <a:pt x="2462" y="505"/>
                      <a:pt x="2962" y="505"/>
                    </a:cubicBezTo>
                    <a:cubicBezTo>
                      <a:pt x="3041" y="505"/>
                      <a:pt x="3071" y="554"/>
                      <a:pt x="3030" y="667"/>
                    </a:cubicBezTo>
                    <a:cubicBezTo>
                      <a:pt x="2929" y="891"/>
                      <a:pt x="3111" y="1040"/>
                      <a:pt x="3307" y="1040"/>
                    </a:cubicBezTo>
                    <a:cubicBezTo>
                      <a:pt x="3434" y="1040"/>
                      <a:pt x="3566" y="978"/>
                      <a:pt x="3631" y="834"/>
                    </a:cubicBezTo>
                    <a:cubicBezTo>
                      <a:pt x="3898" y="134"/>
                      <a:pt x="2930" y="0"/>
                      <a:pt x="24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2"/>
              <p:cNvSpPr/>
              <p:nvPr/>
            </p:nvSpPr>
            <p:spPr>
              <a:xfrm>
                <a:off x="595871" y="4596993"/>
                <a:ext cx="62807" cy="70058"/>
              </a:xfrm>
              <a:custGeom>
                <a:avLst/>
                <a:gdLst/>
                <a:ahLst/>
                <a:cxnLst/>
                <a:rect l="l" t="t" r="r" b="b"/>
                <a:pathLst>
                  <a:path w="3075" h="3430" extrusionOk="0">
                    <a:moveTo>
                      <a:pt x="908" y="0"/>
                    </a:moveTo>
                    <a:cubicBezTo>
                      <a:pt x="605" y="0"/>
                      <a:pt x="301" y="133"/>
                      <a:pt x="140" y="392"/>
                    </a:cubicBezTo>
                    <a:cubicBezTo>
                      <a:pt x="0" y="648"/>
                      <a:pt x="216" y="870"/>
                      <a:pt x="428" y="870"/>
                    </a:cubicBezTo>
                    <a:cubicBezTo>
                      <a:pt x="520" y="870"/>
                      <a:pt x="612" y="828"/>
                      <a:pt x="673" y="726"/>
                    </a:cubicBezTo>
                    <a:cubicBezTo>
                      <a:pt x="731" y="636"/>
                      <a:pt x="792" y="600"/>
                      <a:pt x="853" y="600"/>
                    </a:cubicBezTo>
                    <a:cubicBezTo>
                      <a:pt x="1039" y="600"/>
                      <a:pt x="1215" y="934"/>
                      <a:pt x="1240" y="1060"/>
                    </a:cubicBezTo>
                    <a:cubicBezTo>
                      <a:pt x="1240" y="1326"/>
                      <a:pt x="1107" y="1593"/>
                      <a:pt x="1007" y="1827"/>
                    </a:cubicBezTo>
                    <a:cubicBezTo>
                      <a:pt x="840" y="2194"/>
                      <a:pt x="673" y="2527"/>
                      <a:pt x="607" y="2928"/>
                    </a:cubicBezTo>
                    <a:cubicBezTo>
                      <a:pt x="573" y="3128"/>
                      <a:pt x="673" y="3294"/>
                      <a:pt x="907" y="3328"/>
                    </a:cubicBezTo>
                    <a:cubicBezTo>
                      <a:pt x="1474" y="3361"/>
                      <a:pt x="2074" y="3395"/>
                      <a:pt x="2675" y="3428"/>
                    </a:cubicBezTo>
                    <a:cubicBezTo>
                      <a:pt x="2685" y="3429"/>
                      <a:pt x="2695" y="3429"/>
                      <a:pt x="2705" y="3429"/>
                    </a:cubicBezTo>
                    <a:cubicBezTo>
                      <a:pt x="3075" y="3429"/>
                      <a:pt x="3065" y="2827"/>
                      <a:pt x="2675" y="2794"/>
                    </a:cubicBezTo>
                    <a:cubicBezTo>
                      <a:pt x="2210" y="2768"/>
                      <a:pt x="1745" y="2742"/>
                      <a:pt x="1296" y="2717"/>
                    </a:cubicBezTo>
                    <a:lnTo>
                      <a:pt x="1296" y="2717"/>
                    </a:lnTo>
                    <a:cubicBezTo>
                      <a:pt x="1539" y="1960"/>
                      <a:pt x="2081" y="1321"/>
                      <a:pt x="1707" y="459"/>
                    </a:cubicBezTo>
                    <a:cubicBezTo>
                      <a:pt x="1553" y="150"/>
                      <a:pt x="1230" y="0"/>
                      <a:pt x="90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5" name="Google Shape;275;p2"/>
            <p:cNvGrpSpPr/>
            <p:nvPr/>
          </p:nvGrpSpPr>
          <p:grpSpPr>
            <a:xfrm>
              <a:off x="7047763" y="3987500"/>
              <a:ext cx="1665125" cy="362625"/>
              <a:chOff x="5286163" y="4745525"/>
              <a:chExt cx="1665125" cy="362625"/>
            </a:xfrm>
          </p:grpSpPr>
          <p:sp>
            <p:nvSpPr>
              <p:cNvPr id="276" name="Google Shape;276;p2"/>
              <p:cNvSpPr/>
              <p:nvPr/>
            </p:nvSpPr>
            <p:spPr>
              <a:xfrm>
                <a:off x="5287138" y="4811150"/>
                <a:ext cx="21300" cy="220175"/>
              </a:xfrm>
              <a:custGeom>
                <a:avLst/>
                <a:gdLst/>
                <a:ahLst/>
                <a:cxnLst/>
                <a:rect l="l" t="t" r="r" b="b"/>
                <a:pathLst>
                  <a:path w="852" h="8807" extrusionOk="0">
                    <a:moveTo>
                      <a:pt x="193" y="0"/>
                    </a:moveTo>
                    <a:cubicBezTo>
                      <a:pt x="93" y="0"/>
                      <a:pt x="1" y="67"/>
                      <a:pt x="18" y="200"/>
                    </a:cubicBezTo>
                    <a:cubicBezTo>
                      <a:pt x="351" y="3002"/>
                      <a:pt x="418" y="5804"/>
                      <a:pt x="218" y="8606"/>
                    </a:cubicBezTo>
                    <a:cubicBezTo>
                      <a:pt x="218" y="8740"/>
                      <a:pt x="318" y="8806"/>
                      <a:pt x="422" y="8806"/>
                    </a:cubicBezTo>
                    <a:cubicBezTo>
                      <a:pt x="526" y="8806"/>
                      <a:pt x="635" y="8740"/>
                      <a:pt x="651" y="8606"/>
                    </a:cubicBezTo>
                    <a:cubicBezTo>
                      <a:pt x="851" y="5804"/>
                      <a:pt x="785" y="3002"/>
                      <a:pt x="418" y="200"/>
                    </a:cubicBezTo>
                    <a:cubicBezTo>
                      <a:pt x="401" y="67"/>
                      <a:pt x="293" y="0"/>
                      <a:pt x="1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2"/>
              <p:cNvSpPr/>
              <p:nvPr/>
            </p:nvSpPr>
            <p:spPr>
              <a:xfrm>
                <a:off x="5286163" y="4745525"/>
                <a:ext cx="414225" cy="362625"/>
              </a:xfrm>
              <a:custGeom>
                <a:avLst/>
                <a:gdLst/>
                <a:ahLst/>
                <a:cxnLst/>
                <a:rect l="l" t="t" r="r" b="b"/>
                <a:pathLst>
                  <a:path w="16569" h="14505" extrusionOk="0">
                    <a:moveTo>
                      <a:pt x="9375" y="0"/>
                    </a:moveTo>
                    <a:cubicBezTo>
                      <a:pt x="9290" y="0"/>
                      <a:pt x="9217" y="53"/>
                      <a:pt x="9196" y="157"/>
                    </a:cubicBezTo>
                    <a:cubicBezTo>
                      <a:pt x="8812" y="1501"/>
                      <a:pt x="8428" y="2846"/>
                      <a:pt x="8044" y="4190"/>
                    </a:cubicBezTo>
                    <a:lnTo>
                      <a:pt x="8044" y="4190"/>
                    </a:lnTo>
                    <a:cubicBezTo>
                      <a:pt x="5482" y="3771"/>
                      <a:pt x="2919" y="3380"/>
                      <a:pt x="357" y="2959"/>
                    </a:cubicBezTo>
                    <a:cubicBezTo>
                      <a:pt x="346" y="2957"/>
                      <a:pt x="336" y="2957"/>
                      <a:pt x="326" y="2957"/>
                    </a:cubicBezTo>
                    <a:cubicBezTo>
                      <a:pt x="82" y="2957"/>
                      <a:pt x="0" y="3327"/>
                      <a:pt x="257" y="3359"/>
                    </a:cubicBezTo>
                    <a:cubicBezTo>
                      <a:pt x="2892" y="3793"/>
                      <a:pt x="5527" y="4193"/>
                      <a:pt x="8129" y="4627"/>
                    </a:cubicBezTo>
                    <a:cubicBezTo>
                      <a:pt x="8262" y="4627"/>
                      <a:pt x="8362" y="4593"/>
                      <a:pt x="8396" y="4460"/>
                    </a:cubicBezTo>
                    <a:cubicBezTo>
                      <a:pt x="8765" y="3168"/>
                      <a:pt x="9134" y="1875"/>
                      <a:pt x="9503" y="583"/>
                    </a:cubicBezTo>
                    <a:lnTo>
                      <a:pt x="9503" y="583"/>
                    </a:lnTo>
                    <a:lnTo>
                      <a:pt x="12699" y="3226"/>
                    </a:lnTo>
                    <a:cubicBezTo>
                      <a:pt x="13333" y="3759"/>
                      <a:pt x="13966" y="4293"/>
                      <a:pt x="14600" y="4827"/>
                    </a:cubicBezTo>
                    <a:cubicBezTo>
                      <a:pt x="14900" y="5060"/>
                      <a:pt x="15234" y="5327"/>
                      <a:pt x="15534" y="5594"/>
                    </a:cubicBezTo>
                    <a:cubicBezTo>
                      <a:pt x="15968" y="5961"/>
                      <a:pt x="16035" y="6028"/>
                      <a:pt x="15668" y="6461"/>
                    </a:cubicBezTo>
                    <a:cubicBezTo>
                      <a:pt x="13758" y="8912"/>
                      <a:pt x="11879" y="11362"/>
                      <a:pt x="9973" y="13783"/>
                    </a:cubicBezTo>
                    <a:lnTo>
                      <a:pt x="9973" y="13783"/>
                    </a:lnTo>
                    <a:cubicBezTo>
                      <a:pt x="9819" y="12593"/>
                      <a:pt x="9645" y="11382"/>
                      <a:pt x="9497" y="10197"/>
                    </a:cubicBezTo>
                    <a:cubicBezTo>
                      <a:pt x="9400" y="9615"/>
                      <a:pt x="9428" y="8593"/>
                      <a:pt x="8669" y="8593"/>
                    </a:cubicBezTo>
                    <a:cubicBezTo>
                      <a:pt x="8645" y="8593"/>
                      <a:pt x="8621" y="8594"/>
                      <a:pt x="8596" y="8596"/>
                    </a:cubicBezTo>
                    <a:cubicBezTo>
                      <a:pt x="8229" y="8629"/>
                      <a:pt x="7862" y="8930"/>
                      <a:pt x="7562" y="9096"/>
                    </a:cubicBezTo>
                    <a:lnTo>
                      <a:pt x="5360" y="10197"/>
                    </a:lnTo>
                    <a:cubicBezTo>
                      <a:pt x="4026" y="10898"/>
                      <a:pt x="2692" y="11565"/>
                      <a:pt x="1357" y="12265"/>
                    </a:cubicBezTo>
                    <a:cubicBezTo>
                      <a:pt x="1159" y="12350"/>
                      <a:pt x="1274" y="12628"/>
                      <a:pt x="1456" y="12628"/>
                    </a:cubicBezTo>
                    <a:cubicBezTo>
                      <a:pt x="1488" y="12628"/>
                      <a:pt x="1522" y="12619"/>
                      <a:pt x="1558" y="12599"/>
                    </a:cubicBezTo>
                    <a:cubicBezTo>
                      <a:pt x="3492" y="11632"/>
                      <a:pt x="5460" y="10631"/>
                      <a:pt x="7395" y="9630"/>
                    </a:cubicBezTo>
                    <a:cubicBezTo>
                      <a:pt x="7640" y="9519"/>
                      <a:pt x="8184" y="9109"/>
                      <a:pt x="8567" y="9109"/>
                    </a:cubicBezTo>
                    <a:cubicBezTo>
                      <a:pt x="8757" y="9109"/>
                      <a:pt x="8908" y="9209"/>
                      <a:pt x="8963" y="9497"/>
                    </a:cubicBezTo>
                    <a:cubicBezTo>
                      <a:pt x="9096" y="9997"/>
                      <a:pt x="9130" y="10564"/>
                      <a:pt x="9196" y="11098"/>
                    </a:cubicBezTo>
                    <a:cubicBezTo>
                      <a:pt x="9330" y="12199"/>
                      <a:pt x="9497" y="13266"/>
                      <a:pt x="9630" y="14334"/>
                    </a:cubicBezTo>
                    <a:cubicBezTo>
                      <a:pt x="9651" y="14439"/>
                      <a:pt x="9752" y="14505"/>
                      <a:pt x="9849" y="14505"/>
                    </a:cubicBezTo>
                    <a:cubicBezTo>
                      <a:pt x="9906" y="14505"/>
                      <a:pt x="9960" y="14483"/>
                      <a:pt x="9997" y="14434"/>
                    </a:cubicBezTo>
                    <a:cubicBezTo>
                      <a:pt x="12132" y="11665"/>
                      <a:pt x="14300" y="8896"/>
                      <a:pt x="16468" y="6128"/>
                    </a:cubicBezTo>
                    <a:cubicBezTo>
                      <a:pt x="16535" y="6028"/>
                      <a:pt x="16568" y="5894"/>
                      <a:pt x="16468" y="5827"/>
                    </a:cubicBezTo>
                    <a:lnTo>
                      <a:pt x="9530" y="57"/>
                    </a:lnTo>
                    <a:cubicBezTo>
                      <a:pt x="9480" y="19"/>
                      <a:pt x="9425" y="0"/>
                      <a:pt x="93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"/>
              <p:cNvSpPr/>
              <p:nvPr/>
            </p:nvSpPr>
            <p:spPr>
              <a:xfrm>
                <a:off x="5781238" y="4802575"/>
                <a:ext cx="155975" cy="222900"/>
              </a:xfrm>
              <a:custGeom>
                <a:avLst/>
                <a:gdLst/>
                <a:ahLst/>
                <a:cxnLst/>
                <a:rect l="l" t="t" r="r" b="b"/>
                <a:pathLst>
                  <a:path w="6239" h="8916" extrusionOk="0">
                    <a:moveTo>
                      <a:pt x="3258" y="840"/>
                    </a:moveTo>
                    <a:cubicBezTo>
                      <a:pt x="3423" y="1954"/>
                      <a:pt x="3525" y="3073"/>
                      <a:pt x="3571" y="4192"/>
                    </a:cubicBezTo>
                    <a:lnTo>
                      <a:pt x="3571" y="4192"/>
                    </a:lnTo>
                    <a:cubicBezTo>
                      <a:pt x="2634" y="4200"/>
                      <a:pt x="1697" y="4209"/>
                      <a:pt x="760" y="4212"/>
                    </a:cubicBezTo>
                    <a:lnTo>
                      <a:pt x="760" y="4212"/>
                    </a:lnTo>
                    <a:cubicBezTo>
                      <a:pt x="1733" y="3187"/>
                      <a:pt x="2577" y="2074"/>
                      <a:pt x="3258" y="840"/>
                    </a:cubicBezTo>
                    <a:close/>
                    <a:moveTo>
                      <a:pt x="3376" y="0"/>
                    </a:moveTo>
                    <a:cubicBezTo>
                      <a:pt x="3304" y="0"/>
                      <a:pt x="3233" y="35"/>
                      <a:pt x="3203" y="110"/>
                    </a:cubicBezTo>
                    <a:cubicBezTo>
                      <a:pt x="2369" y="1644"/>
                      <a:pt x="1369" y="3045"/>
                      <a:pt x="134" y="4279"/>
                    </a:cubicBezTo>
                    <a:cubicBezTo>
                      <a:pt x="1" y="4413"/>
                      <a:pt x="101" y="4646"/>
                      <a:pt x="268" y="4646"/>
                    </a:cubicBezTo>
                    <a:cubicBezTo>
                      <a:pt x="1374" y="4646"/>
                      <a:pt x="2480" y="4624"/>
                      <a:pt x="3586" y="4605"/>
                    </a:cubicBezTo>
                    <a:lnTo>
                      <a:pt x="3586" y="4605"/>
                    </a:lnTo>
                    <a:cubicBezTo>
                      <a:pt x="3626" y="5978"/>
                      <a:pt x="3584" y="7351"/>
                      <a:pt x="3470" y="8716"/>
                    </a:cubicBezTo>
                    <a:cubicBezTo>
                      <a:pt x="3453" y="8849"/>
                      <a:pt x="3554" y="8916"/>
                      <a:pt x="3658" y="8916"/>
                    </a:cubicBezTo>
                    <a:cubicBezTo>
                      <a:pt x="3762" y="8916"/>
                      <a:pt x="3870" y="8849"/>
                      <a:pt x="3870" y="8716"/>
                    </a:cubicBezTo>
                    <a:cubicBezTo>
                      <a:pt x="3999" y="7338"/>
                      <a:pt x="4042" y="5968"/>
                      <a:pt x="4001" y="4598"/>
                    </a:cubicBezTo>
                    <a:lnTo>
                      <a:pt x="4001" y="4598"/>
                    </a:lnTo>
                    <a:cubicBezTo>
                      <a:pt x="4658" y="4588"/>
                      <a:pt x="5315" y="4580"/>
                      <a:pt x="5972" y="4580"/>
                    </a:cubicBezTo>
                    <a:cubicBezTo>
                      <a:pt x="6239" y="4580"/>
                      <a:pt x="6239" y="4179"/>
                      <a:pt x="5972" y="4179"/>
                    </a:cubicBezTo>
                    <a:cubicBezTo>
                      <a:pt x="5310" y="4179"/>
                      <a:pt x="4648" y="4183"/>
                      <a:pt x="3986" y="4189"/>
                    </a:cubicBezTo>
                    <a:lnTo>
                      <a:pt x="3986" y="4189"/>
                    </a:lnTo>
                    <a:cubicBezTo>
                      <a:pt x="3929" y="2843"/>
                      <a:pt x="3791" y="1497"/>
                      <a:pt x="3570" y="143"/>
                    </a:cubicBezTo>
                    <a:cubicBezTo>
                      <a:pt x="3552" y="51"/>
                      <a:pt x="3463" y="0"/>
                      <a:pt x="33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2"/>
              <p:cNvSpPr/>
              <p:nvPr/>
            </p:nvSpPr>
            <p:spPr>
              <a:xfrm>
                <a:off x="5965138" y="4824475"/>
                <a:ext cx="20450" cy="185175"/>
              </a:xfrm>
              <a:custGeom>
                <a:avLst/>
                <a:gdLst/>
                <a:ahLst/>
                <a:cxnLst/>
                <a:rect l="l" t="t" r="r" b="b"/>
                <a:pathLst>
                  <a:path w="818" h="7407" extrusionOk="0">
                    <a:moveTo>
                      <a:pt x="205" y="1"/>
                    </a:moveTo>
                    <a:cubicBezTo>
                      <a:pt x="100" y="1"/>
                      <a:pt x="0" y="68"/>
                      <a:pt x="17" y="201"/>
                    </a:cubicBezTo>
                    <a:cubicBezTo>
                      <a:pt x="217" y="2536"/>
                      <a:pt x="350" y="4871"/>
                      <a:pt x="384" y="7206"/>
                    </a:cubicBezTo>
                    <a:cubicBezTo>
                      <a:pt x="384" y="7339"/>
                      <a:pt x="492" y="7406"/>
                      <a:pt x="601" y="7406"/>
                    </a:cubicBezTo>
                    <a:cubicBezTo>
                      <a:pt x="709" y="7406"/>
                      <a:pt x="817" y="7339"/>
                      <a:pt x="817" y="7206"/>
                    </a:cubicBezTo>
                    <a:cubicBezTo>
                      <a:pt x="751" y="4871"/>
                      <a:pt x="651" y="2536"/>
                      <a:pt x="417" y="201"/>
                    </a:cubicBezTo>
                    <a:cubicBezTo>
                      <a:pt x="417" y="68"/>
                      <a:pt x="309" y="1"/>
                      <a:pt x="2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"/>
              <p:cNvSpPr/>
              <p:nvPr/>
            </p:nvSpPr>
            <p:spPr>
              <a:xfrm>
                <a:off x="5956388" y="4925450"/>
                <a:ext cx="85900" cy="14200"/>
              </a:xfrm>
              <a:custGeom>
                <a:avLst/>
                <a:gdLst/>
                <a:ahLst/>
                <a:cxnLst/>
                <a:rect l="l" t="t" r="r" b="b"/>
                <a:pathLst>
                  <a:path w="3436" h="568" extrusionOk="0">
                    <a:moveTo>
                      <a:pt x="2961" y="1"/>
                    </a:moveTo>
                    <a:cubicBezTo>
                      <a:pt x="2869" y="1"/>
                      <a:pt x="2794" y="68"/>
                      <a:pt x="2766" y="153"/>
                    </a:cubicBezTo>
                    <a:lnTo>
                      <a:pt x="2766" y="153"/>
                    </a:lnTo>
                    <a:cubicBezTo>
                      <a:pt x="2417" y="144"/>
                      <a:pt x="2068" y="140"/>
                      <a:pt x="1722" y="140"/>
                    </a:cubicBezTo>
                    <a:cubicBezTo>
                      <a:pt x="1243" y="140"/>
                      <a:pt x="767" y="148"/>
                      <a:pt x="300" y="165"/>
                    </a:cubicBezTo>
                    <a:cubicBezTo>
                      <a:pt x="11" y="165"/>
                      <a:pt x="0" y="567"/>
                      <a:pt x="268" y="567"/>
                    </a:cubicBezTo>
                    <a:cubicBezTo>
                      <a:pt x="278" y="567"/>
                      <a:pt x="289" y="566"/>
                      <a:pt x="300" y="565"/>
                    </a:cubicBezTo>
                    <a:cubicBezTo>
                      <a:pt x="767" y="549"/>
                      <a:pt x="1243" y="540"/>
                      <a:pt x="1722" y="540"/>
                    </a:cubicBezTo>
                    <a:cubicBezTo>
                      <a:pt x="2202" y="540"/>
                      <a:pt x="2685" y="549"/>
                      <a:pt x="3169" y="565"/>
                    </a:cubicBezTo>
                    <a:cubicBezTo>
                      <a:pt x="3369" y="565"/>
                      <a:pt x="3436" y="298"/>
                      <a:pt x="3269" y="198"/>
                    </a:cubicBezTo>
                    <a:cubicBezTo>
                      <a:pt x="3202" y="132"/>
                      <a:pt x="3136" y="98"/>
                      <a:pt x="3069" y="31"/>
                    </a:cubicBezTo>
                    <a:cubicBezTo>
                      <a:pt x="3031" y="10"/>
                      <a:pt x="2995" y="1"/>
                      <a:pt x="29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"/>
              <p:cNvSpPr/>
              <p:nvPr/>
            </p:nvSpPr>
            <p:spPr>
              <a:xfrm>
                <a:off x="6023913" y="4808650"/>
                <a:ext cx="13375" cy="218500"/>
              </a:xfrm>
              <a:custGeom>
                <a:avLst/>
                <a:gdLst/>
                <a:ahLst/>
                <a:cxnLst/>
                <a:rect l="l" t="t" r="r" b="b"/>
                <a:pathLst>
                  <a:path w="535" h="8740" extrusionOk="0">
                    <a:moveTo>
                      <a:pt x="330" y="0"/>
                    </a:moveTo>
                    <a:cubicBezTo>
                      <a:pt x="226" y="0"/>
                      <a:pt x="118" y="67"/>
                      <a:pt x="101" y="200"/>
                    </a:cubicBezTo>
                    <a:cubicBezTo>
                      <a:pt x="1" y="2969"/>
                      <a:pt x="1" y="5738"/>
                      <a:pt x="101" y="8540"/>
                    </a:cubicBezTo>
                    <a:cubicBezTo>
                      <a:pt x="118" y="8673"/>
                      <a:pt x="226" y="8740"/>
                      <a:pt x="330" y="8740"/>
                    </a:cubicBezTo>
                    <a:cubicBezTo>
                      <a:pt x="435" y="8740"/>
                      <a:pt x="535" y="8673"/>
                      <a:pt x="535" y="8540"/>
                    </a:cubicBezTo>
                    <a:cubicBezTo>
                      <a:pt x="435" y="5738"/>
                      <a:pt x="435" y="2969"/>
                      <a:pt x="535" y="200"/>
                    </a:cubicBezTo>
                    <a:cubicBezTo>
                      <a:pt x="535" y="67"/>
                      <a:pt x="435" y="0"/>
                      <a:pt x="3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"/>
              <p:cNvSpPr/>
              <p:nvPr/>
            </p:nvSpPr>
            <p:spPr>
              <a:xfrm>
                <a:off x="6059338" y="4977225"/>
                <a:ext cx="72575" cy="91850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3674" extrusionOk="0">
                    <a:moveTo>
                      <a:pt x="740" y="0"/>
                    </a:moveTo>
                    <a:cubicBezTo>
                      <a:pt x="532" y="0"/>
                      <a:pt x="316" y="105"/>
                      <a:pt x="118" y="362"/>
                    </a:cubicBezTo>
                    <a:cubicBezTo>
                      <a:pt x="0" y="504"/>
                      <a:pt x="149" y="645"/>
                      <a:pt x="306" y="645"/>
                    </a:cubicBezTo>
                    <a:cubicBezTo>
                      <a:pt x="370" y="645"/>
                      <a:pt x="436" y="621"/>
                      <a:pt x="485" y="562"/>
                    </a:cubicBezTo>
                    <a:cubicBezTo>
                      <a:pt x="585" y="438"/>
                      <a:pt x="684" y="388"/>
                      <a:pt x="779" y="388"/>
                    </a:cubicBezTo>
                    <a:cubicBezTo>
                      <a:pt x="1064" y="388"/>
                      <a:pt x="1302" y="845"/>
                      <a:pt x="1353" y="1096"/>
                    </a:cubicBezTo>
                    <a:cubicBezTo>
                      <a:pt x="1453" y="1363"/>
                      <a:pt x="1386" y="1696"/>
                      <a:pt x="1319" y="1963"/>
                    </a:cubicBezTo>
                    <a:cubicBezTo>
                      <a:pt x="1152" y="2530"/>
                      <a:pt x="719" y="2931"/>
                      <a:pt x="185" y="3131"/>
                    </a:cubicBezTo>
                    <a:cubicBezTo>
                      <a:pt x="18" y="3231"/>
                      <a:pt x="85" y="3498"/>
                      <a:pt x="252" y="3531"/>
                    </a:cubicBezTo>
                    <a:cubicBezTo>
                      <a:pt x="623" y="3624"/>
                      <a:pt x="1002" y="3674"/>
                      <a:pt x="1381" y="3674"/>
                    </a:cubicBezTo>
                    <a:cubicBezTo>
                      <a:pt x="1819" y="3674"/>
                      <a:pt x="2258" y="3607"/>
                      <a:pt x="2687" y="3464"/>
                    </a:cubicBezTo>
                    <a:cubicBezTo>
                      <a:pt x="2903" y="3372"/>
                      <a:pt x="2834" y="3023"/>
                      <a:pt x="2611" y="3023"/>
                    </a:cubicBezTo>
                    <a:cubicBezTo>
                      <a:pt x="2593" y="3023"/>
                      <a:pt x="2574" y="3026"/>
                      <a:pt x="2553" y="3031"/>
                    </a:cubicBezTo>
                    <a:cubicBezTo>
                      <a:pt x="2134" y="3183"/>
                      <a:pt x="1726" y="3260"/>
                      <a:pt x="1309" y="3260"/>
                    </a:cubicBezTo>
                    <a:cubicBezTo>
                      <a:pt x="1166" y="3260"/>
                      <a:pt x="1022" y="3250"/>
                      <a:pt x="876" y="3232"/>
                    </a:cubicBezTo>
                    <a:lnTo>
                      <a:pt x="876" y="3232"/>
                    </a:lnTo>
                    <a:cubicBezTo>
                      <a:pt x="1505" y="2760"/>
                      <a:pt x="1922" y="1945"/>
                      <a:pt x="1786" y="1129"/>
                    </a:cubicBezTo>
                    <a:cubicBezTo>
                      <a:pt x="1692" y="590"/>
                      <a:pt x="1235" y="0"/>
                      <a:pt x="74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"/>
              <p:cNvSpPr/>
              <p:nvPr/>
            </p:nvSpPr>
            <p:spPr>
              <a:xfrm>
                <a:off x="6121488" y="4818800"/>
                <a:ext cx="130625" cy="207800"/>
              </a:xfrm>
              <a:custGeom>
                <a:avLst/>
                <a:gdLst/>
                <a:ahLst/>
                <a:cxnLst/>
                <a:rect l="l" t="t" r="r" b="b"/>
                <a:pathLst>
                  <a:path w="5225" h="8312" extrusionOk="0">
                    <a:moveTo>
                      <a:pt x="2685" y="0"/>
                    </a:moveTo>
                    <a:cubicBezTo>
                      <a:pt x="1945" y="0"/>
                      <a:pt x="1288" y="504"/>
                      <a:pt x="835" y="1195"/>
                    </a:cubicBezTo>
                    <a:cubicBezTo>
                      <a:pt x="1" y="2496"/>
                      <a:pt x="34" y="4297"/>
                      <a:pt x="468" y="5698"/>
                    </a:cubicBezTo>
                    <a:cubicBezTo>
                      <a:pt x="801" y="6799"/>
                      <a:pt x="1735" y="8134"/>
                      <a:pt x="2969" y="8300"/>
                    </a:cubicBezTo>
                    <a:cubicBezTo>
                      <a:pt x="3048" y="8308"/>
                      <a:pt x="3126" y="8312"/>
                      <a:pt x="3204" y="8312"/>
                    </a:cubicBezTo>
                    <a:cubicBezTo>
                      <a:pt x="4155" y="8312"/>
                      <a:pt x="5050" y="7753"/>
                      <a:pt x="5204" y="6766"/>
                    </a:cubicBezTo>
                    <a:cubicBezTo>
                      <a:pt x="5224" y="6608"/>
                      <a:pt x="5093" y="6509"/>
                      <a:pt x="4975" y="6509"/>
                    </a:cubicBezTo>
                    <a:cubicBezTo>
                      <a:pt x="4893" y="6509"/>
                      <a:pt x="4818" y="6557"/>
                      <a:pt x="4804" y="6666"/>
                    </a:cubicBezTo>
                    <a:cubicBezTo>
                      <a:pt x="4684" y="7484"/>
                      <a:pt x="4025" y="7868"/>
                      <a:pt x="3316" y="7868"/>
                    </a:cubicBezTo>
                    <a:cubicBezTo>
                      <a:pt x="3043" y="7868"/>
                      <a:pt x="2762" y="7811"/>
                      <a:pt x="2502" y="7700"/>
                    </a:cubicBezTo>
                    <a:cubicBezTo>
                      <a:pt x="1535" y="7300"/>
                      <a:pt x="1035" y="6165"/>
                      <a:pt x="768" y="5265"/>
                    </a:cubicBezTo>
                    <a:cubicBezTo>
                      <a:pt x="391" y="4077"/>
                      <a:pt x="795" y="349"/>
                      <a:pt x="2523" y="349"/>
                    </a:cubicBezTo>
                    <a:cubicBezTo>
                      <a:pt x="2786" y="349"/>
                      <a:pt x="3078" y="435"/>
                      <a:pt x="3403" y="628"/>
                    </a:cubicBezTo>
                    <a:cubicBezTo>
                      <a:pt x="3438" y="648"/>
                      <a:pt x="3472" y="657"/>
                      <a:pt x="3504" y="657"/>
                    </a:cubicBezTo>
                    <a:cubicBezTo>
                      <a:pt x="3687" y="657"/>
                      <a:pt x="3802" y="375"/>
                      <a:pt x="3603" y="261"/>
                    </a:cubicBezTo>
                    <a:cubicBezTo>
                      <a:pt x="3289" y="80"/>
                      <a:pt x="2980" y="0"/>
                      <a:pt x="26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"/>
              <p:cNvSpPr/>
              <p:nvPr/>
            </p:nvSpPr>
            <p:spPr>
              <a:xfrm>
                <a:off x="6264238" y="4816600"/>
                <a:ext cx="153325" cy="209650"/>
              </a:xfrm>
              <a:custGeom>
                <a:avLst/>
                <a:gdLst/>
                <a:ahLst/>
                <a:cxnLst/>
                <a:rect l="l" t="t" r="r" b="b"/>
                <a:pathLst>
                  <a:path w="6133" h="8386" extrusionOk="0">
                    <a:moveTo>
                      <a:pt x="2120" y="397"/>
                    </a:moveTo>
                    <a:lnTo>
                      <a:pt x="2120" y="397"/>
                    </a:lnTo>
                    <a:cubicBezTo>
                      <a:pt x="1991" y="456"/>
                      <a:pt x="1861" y="528"/>
                      <a:pt x="1729" y="616"/>
                    </a:cubicBezTo>
                    <a:cubicBezTo>
                      <a:pt x="1533" y="756"/>
                      <a:pt x="1643" y="1014"/>
                      <a:pt x="1821" y="1014"/>
                    </a:cubicBezTo>
                    <a:cubicBezTo>
                      <a:pt x="1855" y="1014"/>
                      <a:pt x="1892" y="1004"/>
                      <a:pt x="1929" y="983"/>
                    </a:cubicBezTo>
                    <a:cubicBezTo>
                      <a:pt x="2297" y="740"/>
                      <a:pt x="2652" y="636"/>
                      <a:pt x="2985" y="636"/>
                    </a:cubicBezTo>
                    <a:cubicBezTo>
                      <a:pt x="4163" y="636"/>
                      <a:pt x="5072" y="1948"/>
                      <a:pt x="5332" y="3118"/>
                    </a:cubicBezTo>
                    <a:cubicBezTo>
                      <a:pt x="5699" y="4719"/>
                      <a:pt x="5365" y="6754"/>
                      <a:pt x="3864" y="7654"/>
                    </a:cubicBezTo>
                    <a:cubicBezTo>
                      <a:pt x="3477" y="7890"/>
                      <a:pt x="3122" y="7991"/>
                      <a:pt x="2800" y="7991"/>
                    </a:cubicBezTo>
                    <a:cubicBezTo>
                      <a:pt x="1431" y="7991"/>
                      <a:pt x="657" y="6149"/>
                      <a:pt x="495" y="4852"/>
                    </a:cubicBezTo>
                    <a:cubicBezTo>
                      <a:pt x="405" y="4159"/>
                      <a:pt x="832" y="443"/>
                      <a:pt x="2120" y="397"/>
                    </a:cubicBezTo>
                    <a:close/>
                    <a:moveTo>
                      <a:pt x="2163" y="1"/>
                    </a:moveTo>
                    <a:cubicBezTo>
                      <a:pt x="692" y="1"/>
                      <a:pt x="91" y="3184"/>
                      <a:pt x="61" y="4185"/>
                    </a:cubicBezTo>
                    <a:cubicBezTo>
                      <a:pt x="0" y="5779"/>
                      <a:pt x="812" y="8386"/>
                      <a:pt x="2702" y="8386"/>
                    </a:cubicBezTo>
                    <a:cubicBezTo>
                      <a:pt x="2870" y="8386"/>
                      <a:pt x="3046" y="8365"/>
                      <a:pt x="3230" y="8322"/>
                    </a:cubicBezTo>
                    <a:cubicBezTo>
                      <a:pt x="5465" y="7788"/>
                      <a:pt x="6132" y="5353"/>
                      <a:pt x="5766" y="3285"/>
                    </a:cubicBezTo>
                    <a:cubicBezTo>
                      <a:pt x="5530" y="1846"/>
                      <a:pt x="4413" y="203"/>
                      <a:pt x="2977" y="203"/>
                    </a:cubicBezTo>
                    <a:cubicBezTo>
                      <a:pt x="2930" y="203"/>
                      <a:pt x="2882" y="205"/>
                      <a:pt x="2834" y="209"/>
                    </a:cubicBezTo>
                    <a:lnTo>
                      <a:pt x="2834" y="209"/>
                    </a:lnTo>
                    <a:cubicBezTo>
                      <a:pt x="2823" y="199"/>
                      <a:pt x="2811" y="190"/>
                      <a:pt x="2797" y="182"/>
                    </a:cubicBezTo>
                    <a:cubicBezTo>
                      <a:pt x="2570" y="57"/>
                      <a:pt x="2359" y="1"/>
                      <a:pt x="216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"/>
              <p:cNvSpPr/>
              <p:nvPr/>
            </p:nvSpPr>
            <p:spPr>
              <a:xfrm>
                <a:off x="6450063" y="4812700"/>
                <a:ext cx="58875" cy="188975"/>
              </a:xfrm>
              <a:custGeom>
                <a:avLst/>
                <a:gdLst/>
                <a:ahLst/>
                <a:cxnLst/>
                <a:rect l="l" t="t" r="r" b="b"/>
                <a:pathLst>
                  <a:path w="2355" h="7559" extrusionOk="0">
                    <a:moveTo>
                      <a:pt x="1385" y="1"/>
                    </a:moveTo>
                    <a:cubicBezTo>
                      <a:pt x="1324" y="1"/>
                      <a:pt x="1266" y="31"/>
                      <a:pt x="1235" y="105"/>
                    </a:cubicBezTo>
                    <a:cubicBezTo>
                      <a:pt x="0" y="2473"/>
                      <a:pt x="234" y="5342"/>
                      <a:pt x="1868" y="7477"/>
                    </a:cubicBezTo>
                    <a:cubicBezTo>
                      <a:pt x="1916" y="7535"/>
                      <a:pt x="1981" y="7559"/>
                      <a:pt x="2045" y="7559"/>
                    </a:cubicBezTo>
                    <a:cubicBezTo>
                      <a:pt x="2202" y="7559"/>
                      <a:pt x="2354" y="7410"/>
                      <a:pt x="2235" y="7243"/>
                    </a:cubicBezTo>
                    <a:cubicBezTo>
                      <a:pt x="668" y="5242"/>
                      <a:pt x="401" y="2573"/>
                      <a:pt x="1568" y="305"/>
                    </a:cubicBezTo>
                    <a:cubicBezTo>
                      <a:pt x="1660" y="145"/>
                      <a:pt x="1516" y="1"/>
                      <a:pt x="138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"/>
              <p:cNvSpPr/>
              <p:nvPr/>
            </p:nvSpPr>
            <p:spPr>
              <a:xfrm>
                <a:off x="6524613" y="4817275"/>
                <a:ext cx="150375" cy="164375"/>
              </a:xfrm>
              <a:custGeom>
                <a:avLst/>
                <a:gdLst/>
                <a:ahLst/>
                <a:cxnLst/>
                <a:rect l="l" t="t" r="r" b="b"/>
                <a:pathLst>
                  <a:path w="6015" h="6575" extrusionOk="0">
                    <a:moveTo>
                      <a:pt x="1787" y="1"/>
                    </a:moveTo>
                    <a:cubicBezTo>
                      <a:pt x="904" y="1"/>
                      <a:pt x="0" y="868"/>
                      <a:pt x="154" y="1923"/>
                    </a:cubicBezTo>
                    <a:cubicBezTo>
                      <a:pt x="168" y="2033"/>
                      <a:pt x="243" y="2080"/>
                      <a:pt x="324" y="2080"/>
                    </a:cubicBezTo>
                    <a:cubicBezTo>
                      <a:pt x="442" y="2080"/>
                      <a:pt x="574" y="1981"/>
                      <a:pt x="554" y="1823"/>
                    </a:cubicBezTo>
                    <a:cubicBezTo>
                      <a:pt x="432" y="931"/>
                      <a:pt x="934" y="515"/>
                      <a:pt x="1511" y="515"/>
                    </a:cubicBezTo>
                    <a:cubicBezTo>
                      <a:pt x="2034" y="515"/>
                      <a:pt x="2618" y="856"/>
                      <a:pt x="2856" y="1490"/>
                    </a:cubicBezTo>
                    <a:cubicBezTo>
                      <a:pt x="3056" y="2057"/>
                      <a:pt x="2923" y="2724"/>
                      <a:pt x="2756" y="3258"/>
                    </a:cubicBezTo>
                    <a:cubicBezTo>
                      <a:pt x="2389" y="4459"/>
                      <a:pt x="1355" y="5393"/>
                      <a:pt x="488" y="6193"/>
                    </a:cubicBezTo>
                    <a:cubicBezTo>
                      <a:pt x="354" y="6327"/>
                      <a:pt x="454" y="6560"/>
                      <a:pt x="621" y="6560"/>
                    </a:cubicBezTo>
                    <a:cubicBezTo>
                      <a:pt x="871" y="6570"/>
                      <a:pt x="1121" y="6574"/>
                      <a:pt x="1370" y="6574"/>
                    </a:cubicBezTo>
                    <a:cubicBezTo>
                      <a:pt x="2847" y="6574"/>
                      <a:pt x="4302" y="6407"/>
                      <a:pt x="5758" y="6093"/>
                    </a:cubicBezTo>
                    <a:cubicBezTo>
                      <a:pt x="6014" y="6061"/>
                      <a:pt x="5901" y="5691"/>
                      <a:pt x="5685" y="5691"/>
                    </a:cubicBezTo>
                    <a:cubicBezTo>
                      <a:pt x="5676" y="5691"/>
                      <a:pt x="5667" y="5691"/>
                      <a:pt x="5658" y="5693"/>
                    </a:cubicBezTo>
                    <a:cubicBezTo>
                      <a:pt x="4158" y="6023"/>
                      <a:pt x="2657" y="6164"/>
                      <a:pt x="1133" y="6165"/>
                    </a:cubicBezTo>
                    <a:lnTo>
                      <a:pt x="1133" y="6165"/>
                    </a:lnTo>
                    <a:cubicBezTo>
                      <a:pt x="2578" y="4756"/>
                      <a:pt x="4070" y="2859"/>
                      <a:pt x="2989" y="789"/>
                    </a:cubicBezTo>
                    <a:cubicBezTo>
                      <a:pt x="2694" y="232"/>
                      <a:pt x="2243" y="1"/>
                      <a:pt x="178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"/>
              <p:cNvSpPr/>
              <p:nvPr/>
            </p:nvSpPr>
            <p:spPr>
              <a:xfrm>
                <a:off x="6679813" y="4827825"/>
                <a:ext cx="28275" cy="147975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5919" extrusionOk="0">
                    <a:moveTo>
                      <a:pt x="192" y="0"/>
                    </a:moveTo>
                    <a:cubicBezTo>
                      <a:pt x="92" y="0"/>
                      <a:pt x="0" y="67"/>
                      <a:pt x="17" y="200"/>
                    </a:cubicBezTo>
                    <a:cubicBezTo>
                      <a:pt x="184" y="1501"/>
                      <a:pt x="217" y="2802"/>
                      <a:pt x="351" y="4103"/>
                    </a:cubicBezTo>
                    <a:cubicBezTo>
                      <a:pt x="384" y="4537"/>
                      <a:pt x="317" y="5504"/>
                      <a:pt x="651" y="5871"/>
                    </a:cubicBezTo>
                    <a:cubicBezTo>
                      <a:pt x="674" y="5895"/>
                      <a:pt x="731" y="5918"/>
                      <a:pt x="786" y="5918"/>
                    </a:cubicBezTo>
                    <a:cubicBezTo>
                      <a:pt x="809" y="5918"/>
                      <a:pt x="831" y="5914"/>
                      <a:pt x="851" y="5905"/>
                    </a:cubicBezTo>
                    <a:lnTo>
                      <a:pt x="884" y="5905"/>
                    </a:lnTo>
                    <a:cubicBezTo>
                      <a:pt x="1131" y="5843"/>
                      <a:pt x="1036" y="5497"/>
                      <a:pt x="836" y="5497"/>
                    </a:cubicBezTo>
                    <a:cubicBezTo>
                      <a:pt x="819" y="5497"/>
                      <a:pt x="802" y="5499"/>
                      <a:pt x="784" y="5504"/>
                    </a:cubicBezTo>
                    <a:cubicBezTo>
                      <a:pt x="1084" y="5404"/>
                      <a:pt x="517" y="801"/>
                      <a:pt x="417" y="200"/>
                    </a:cubicBezTo>
                    <a:cubicBezTo>
                      <a:pt x="401" y="67"/>
                      <a:pt x="292" y="0"/>
                      <a:pt x="1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2"/>
              <p:cNvSpPr/>
              <p:nvPr/>
            </p:nvSpPr>
            <p:spPr>
              <a:xfrm>
                <a:off x="6670538" y="4803525"/>
                <a:ext cx="126950" cy="194200"/>
              </a:xfrm>
              <a:custGeom>
                <a:avLst/>
                <a:gdLst/>
                <a:ahLst/>
                <a:cxnLst/>
                <a:rect l="l" t="t" r="r" b="b"/>
                <a:pathLst>
                  <a:path w="5078" h="7768" extrusionOk="0">
                    <a:moveTo>
                      <a:pt x="3602" y="1"/>
                    </a:moveTo>
                    <a:cubicBezTo>
                      <a:pt x="3515" y="1"/>
                      <a:pt x="3425" y="51"/>
                      <a:pt x="3390" y="138"/>
                    </a:cubicBezTo>
                    <a:cubicBezTo>
                      <a:pt x="3007" y="1023"/>
                      <a:pt x="2650" y="1908"/>
                      <a:pt x="2295" y="2769"/>
                    </a:cubicBezTo>
                    <a:lnTo>
                      <a:pt x="2295" y="2769"/>
                    </a:lnTo>
                    <a:cubicBezTo>
                      <a:pt x="1723" y="2018"/>
                      <a:pt x="1102" y="1315"/>
                      <a:pt x="455" y="639"/>
                    </a:cubicBezTo>
                    <a:cubicBezTo>
                      <a:pt x="408" y="592"/>
                      <a:pt x="356" y="573"/>
                      <a:pt x="306" y="573"/>
                    </a:cubicBezTo>
                    <a:cubicBezTo>
                      <a:pt x="142" y="573"/>
                      <a:pt x="1" y="785"/>
                      <a:pt x="154" y="939"/>
                    </a:cubicBezTo>
                    <a:cubicBezTo>
                      <a:pt x="888" y="1673"/>
                      <a:pt x="1555" y="2440"/>
                      <a:pt x="2156" y="3274"/>
                    </a:cubicBezTo>
                    <a:cubicBezTo>
                      <a:pt x="2216" y="3349"/>
                      <a:pt x="2290" y="3384"/>
                      <a:pt x="2359" y="3384"/>
                    </a:cubicBezTo>
                    <a:cubicBezTo>
                      <a:pt x="2443" y="3384"/>
                      <a:pt x="2520" y="3332"/>
                      <a:pt x="2556" y="3241"/>
                    </a:cubicBezTo>
                    <a:cubicBezTo>
                      <a:pt x="2867" y="2464"/>
                      <a:pt x="3177" y="1688"/>
                      <a:pt x="3503" y="927"/>
                    </a:cubicBezTo>
                    <a:lnTo>
                      <a:pt x="3503" y="927"/>
                    </a:lnTo>
                    <a:lnTo>
                      <a:pt x="4658" y="7610"/>
                    </a:lnTo>
                    <a:cubicBezTo>
                      <a:pt x="4671" y="7720"/>
                      <a:pt x="4746" y="7767"/>
                      <a:pt x="4828" y="7767"/>
                    </a:cubicBezTo>
                    <a:cubicBezTo>
                      <a:pt x="4946" y="7767"/>
                      <a:pt x="5078" y="7668"/>
                      <a:pt x="5058" y="7510"/>
                    </a:cubicBezTo>
                    <a:lnTo>
                      <a:pt x="3790" y="138"/>
                    </a:lnTo>
                    <a:cubicBezTo>
                      <a:pt x="3759" y="43"/>
                      <a:pt x="3681" y="1"/>
                      <a:pt x="36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"/>
              <p:cNvSpPr/>
              <p:nvPr/>
            </p:nvSpPr>
            <p:spPr>
              <a:xfrm>
                <a:off x="6780613" y="4891050"/>
                <a:ext cx="111450" cy="156875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6275" extrusionOk="0">
                    <a:moveTo>
                      <a:pt x="2891" y="0"/>
                    </a:moveTo>
                    <a:cubicBezTo>
                      <a:pt x="2354" y="0"/>
                      <a:pt x="1850" y="179"/>
                      <a:pt x="1389" y="574"/>
                    </a:cubicBezTo>
                    <a:cubicBezTo>
                      <a:pt x="855" y="1041"/>
                      <a:pt x="688" y="2141"/>
                      <a:pt x="1189" y="2675"/>
                    </a:cubicBezTo>
                    <a:cubicBezTo>
                      <a:pt x="1503" y="2989"/>
                      <a:pt x="1968" y="3258"/>
                      <a:pt x="2422" y="3258"/>
                    </a:cubicBezTo>
                    <a:cubicBezTo>
                      <a:pt x="2643" y="3258"/>
                      <a:pt x="2860" y="3195"/>
                      <a:pt x="3057" y="3042"/>
                    </a:cubicBezTo>
                    <a:cubicBezTo>
                      <a:pt x="3263" y="2865"/>
                      <a:pt x="3409" y="2662"/>
                      <a:pt x="3506" y="2443"/>
                    </a:cubicBezTo>
                    <a:lnTo>
                      <a:pt x="3506" y="2443"/>
                    </a:lnTo>
                    <a:cubicBezTo>
                      <a:pt x="3590" y="3028"/>
                      <a:pt x="3596" y="3619"/>
                      <a:pt x="3457" y="4209"/>
                    </a:cubicBezTo>
                    <a:cubicBezTo>
                      <a:pt x="3249" y="5132"/>
                      <a:pt x="2404" y="5863"/>
                      <a:pt x="1550" y="5863"/>
                    </a:cubicBezTo>
                    <a:cubicBezTo>
                      <a:pt x="1168" y="5863"/>
                      <a:pt x="784" y="5717"/>
                      <a:pt x="455" y="5377"/>
                    </a:cubicBezTo>
                    <a:cubicBezTo>
                      <a:pt x="408" y="5330"/>
                      <a:pt x="356" y="5311"/>
                      <a:pt x="307" y="5311"/>
                    </a:cubicBezTo>
                    <a:cubicBezTo>
                      <a:pt x="142" y="5311"/>
                      <a:pt x="1" y="5524"/>
                      <a:pt x="155" y="5677"/>
                    </a:cubicBezTo>
                    <a:cubicBezTo>
                      <a:pt x="553" y="6090"/>
                      <a:pt x="1042" y="6275"/>
                      <a:pt x="1538" y="6275"/>
                    </a:cubicBezTo>
                    <a:cubicBezTo>
                      <a:pt x="2166" y="6275"/>
                      <a:pt x="2806" y="5980"/>
                      <a:pt x="3290" y="5477"/>
                    </a:cubicBezTo>
                    <a:cubicBezTo>
                      <a:pt x="4458" y="4209"/>
                      <a:pt x="3957" y="2175"/>
                      <a:pt x="3524" y="740"/>
                    </a:cubicBezTo>
                    <a:cubicBezTo>
                      <a:pt x="3496" y="631"/>
                      <a:pt x="3413" y="583"/>
                      <a:pt x="3329" y="583"/>
                    </a:cubicBezTo>
                    <a:cubicBezTo>
                      <a:pt x="3208" y="583"/>
                      <a:pt x="3084" y="683"/>
                      <a:pt x="3123" y="840"/>
                    </a:cubicBezTo>
                    <a:cubicBezTo>
                      <a:pt x="3123" y="840"/>
                      <a:pt x="3123" y="840"/>
                      <a:pt x="3123" y="840"/>
                    </a:cubicBezTo>
                    <a:lnTo>
                      <a:pt x="3123" y="840"/>
                    </a:lnTo>
                    <a:cubicBezTo>
                      <a:pt x="3319" y="1511"/>
                      <a:pt x="3327" y="2838"/>
                      <a:pt x="2442" y="2838"/>
                    </a:cubicBezTo>
                    <a:cubicBezTo>
                      <a:pt x="2270" y="2838"/>
                      <a:pt x="2066" y="2789"/>
                      <a:pt x="1822" y="2675"/>
                    </a:cubicBezTo>
                    <a:cubicBezTo>
                      <a:pt x="622" y="2141"/>
                      <a:pt x="1622" y="740"/>
                      <a:pt x="2323" y="473"/>
                    </a:cubicBezTo>
                    <a:cubicBezTo>
                      <a:pt x="2480" y="413"/>
                      <a:pt x="2641" y="388"/>
                      <a:pt x="2801" y="388"/>
                    </a:cubicBezTo>
                    <a:cubicBezTo>
                      <a:pt x="3085" y="388"/>
                      <a:pt x="3368" y="467"/>
                      <a:pt x="3624" y="574"/>
                    </a:cubicBezTo>
                    <a:cubicBezTo>
                      <a:pt x="3644" y="579"/>
                      <a:pt x="3663" y="581"/>
                      <a:pt x="3682" y="581"/>
                    </a:cubicBezTo>
                    <a:cubicBezTo>
                      <a:pt x="3904" y="581"/>
                      <a:pt x="3973" y="232"/>
                      <a:pt x="3757" y="140"/>
                    </a:cubicBezTo>
                    <a:cubicBezTo>
                      <a:pt x="3460" y="49"/>
                      <a:pt x="3171" y="0"/>
                      <a:pt x="28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"/>
              <p:cNvSpPr/>
              <p:nvPr/>
            </p:nvSpPr>
            <p:spPr>
              <a:xfrm>
                <a:off x="6878013" y="4780350"/>
                <a:ext cx="73275" cy="202000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8080" extrusionOk="0">
                    <a:moveTo>
                      <a:pt x="285" y="0"/>
                    </a:moveTo>
                    <a:cubicBezTo>
                      <a:pt x="138" y="0"/>
                      <a:pt x="1" y="158"/>
                      <a:pt x="95" y="298"/>
                    </a:cubicBezTo>
                    <a:cubicBezTo>
                      <a:pt x="895" y="1299"/>
                      <a:pt x="1462" y="2400"/>
                      <a:pt x="1829" y="3634"/>
                    </a:cubicBezTo>
                    <a:cubicBezTo>
                      <a:pt x="2129" y="4535"/>
                      <a:pt x="2730" y="6970"/>
                      <a:pt x="1796" y="7703"/>
                    </a:cubicBezTo>
                    <a:cubicBezTo>
                      <a:pt x="1632" y="7813"/>
                      <a:pt x="1737" y="8080"/>
                      <a:pt x="1891" y="8080"/>
                    </a:cubicBezTo>
                    <a:cubicBezTo>
                      <a:pt x="1924" y="8080"/>
                      <a:pt x="1960" y="8067"/>
                      <a:pt x="1996" y="8037"/>
                    </a:cubicBezTo>
                    <a:cubicBezTo>
                      <a:pt x="2930" y="7337"/>
                      <a:pt x="2697" y="5869"/>
                      <a:pt x="2530" y="4868"/>
                    </a:cubicBezTo>
                    <a:cubicBezTo>
                      <a:pt x="2230" y="3100"/>
                      <a:pt x="1562" y="1499"/>
                      <a:pt x="462" y="98"/>
                    </a:cubicBezTo>
                    <a:cubicBezTo>
                      <a:pt x="412" y="29"/>
                      <a:pt x="348" y="0"/>
                      <a:pt x="28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1" name="Google Shape;291;p2"/>
            <p:cNvGrpSpPr/>
            <p:nvPr/>
          </p:nvGrpSpPr>
          <p:grpSpPr>
            <a:xfrm>
              <a:off x="5287838" y="3148250"/>
              <a:ext cx="641950" cy="553775"/>
              <a:chOff x="5836800" y="3976350"/>
              <a:chExt cx="641950" cy="553775"/>
            </a:xfrm>
          </p:grpSpPr>
          <p:sp>
            <p:nvSpPr>
              <p:cNvPr id="292" name="Google Shape;292;p2"/>
              <p:cNvSpPr/>
              <p:nvPr/>
            </p:nvSpPr>
            <p:spPr>
              <a:xfrm>
                <a:off x="6148400" y="4269500"/>
                <a:ext cx="11100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4440" h="3723" extrusionOk="0">
                    <a:moveTo>
                      <a:pt x="2292" y="0"/>
                    </a:moveTo>
                    <a:cubicBezTo>
                      <a:pt x="1106" y="0"/>
                      <a:pt x="1" y="1328"/>
                      <a:pt x="423" y="2489"/>
                    </a:cubicBezTo>
                    <a:lnTo>
                      <a:pt x="232" y="1963"/>
                    </a:lnTo>
                    <a:lnTo>
                      <a:pt x="232" y="1963"/>
                    </a:lnTo>
                    <a:cubicBezTo>
                      <a:pt x="302" y="2977"/>
                      <a:pt x="1331" y="3723"/>
                      <a:pt x="2309" y="3723"/>
                    </a:cubicBezTo>
                    <a:cubicBezTo>
                      <a:pt x="2668" y="3723"/>
                      <a:pt x="3020" y="3622"/>
                      <a:pt x="3316" y="3397"/>
                    </a:cubicBezTo>
                    <a:cubicBezTo>
                      <a:pt x="4440" y="2561"/>
                      <a:pt x="4081" y="481"/>
                      <a:pt x="2766" y="74"/>
                    </a:cubicBezTo>
                    <a:cubicBezTo>
                      <a:pt x="2609" y="24"/>
                      <a:pt x="2450" y="0"/>
                      <a:pt x="22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"/>
              <p:cNvSpPr/>
              <p:nvPr/>
            </p:nvSpPr>
            <p:spPr>
              <a:xfrm>
                <a:off x="6152375" y="4267275"/>
                <a:ext cx="99225" cy="97350"/>
              </a:xfrm>
              <a:custGeom>
                <a:avLst/>
                <a:gdLst/>
                <a:ahLst/>
                <a:cxnLst/>
                <a:rect l="l" t="t" r="r" b="b"/>
                <a:pathLst>
                  <a:path w="3969" h="3894" extrusionOk="0">
                    <a:moveTo>
                      <a:pt x="2174" y="158"/>
                    </a:moveTo>
                    <a:cubicBezTo>
                      <a:pt x="3073" y="158"/>
                      <a:pt x="3689" y="1062"/>
                      <a:pt x="3755" y="1908"/>
                    </a:cubicBezTo>
                    <a:cubicBezTo>
                      <a:pt x="3826" y="2889"/>
                      <a:pt x="3157" y="3725"/>
                      <a:pt x="2153" y="3749"/>
                    </a:cubicBezTo>
                    <a:cubicBezTo>
                      <a:pt x="2138" y="3750"/>
                      <a:pt x="2123" y="3750"/>
                      <a:pt x="2108" y="3750"/>
                    </a:cubicBezTo>
                    <a:cubicBezTo>
                      <a:pt x="1368" y="3750"/>
                      <a:pt x="635" y="3296"/>
                      <a:pt x="311" y="2633"/>
                    </a:cubicBezTo>
                    <a:lnTo>
                      <a:pt x="311" y="2633"/>
                    </a:lnTo>
                    <a:cubicBezTo>
                      <a:pt x="332" y="2616"/>
                      <a:pt x="344" y="2588"/>
                      <a:pt x="336" y="2554"/>
                    </a:cubicBezTo>
                    <a:cubicBezTo>
                      <a:pt x="1" y="1478"/>
                      <a:pt x="838" y="402"/>
                      <a:pt x="1890" y="187"/>
                    </a:cubicBezTo>
                    <a:cubicBezTo>
                      <a:pt x="1987" y="167"/>
                      <a:pt x="2082" y="158"/>
                      <a:pt x="2174" y="158"/>
                    </a:cubicBezTo>
                    <a:close/>
                    <a:moveTo>
                      <a:pt x="2173" y="1"/>
                    </a:moveTo>
                    <a:cubicBezTo>
                      <a:pt x="2096" y="1"/>
                      <a:pt x="2017" y="7"/>
                      <a:pt x="1938" y="20"/>
                    </a:cubicBezTo>
                    <a:cubicBezTo>
                      <a:pt x="970" y="158"/>
                      <a:pt x="150" y="1029"/>
                      <a:pt x="108" y="1989"/>
                    </a:cubicBezTo>
                    <a:lnTo>
                      <a:pt x="108" y="1989"/>
                    </a:lnTo>
                    <a:cubicBezTo>
                      <a:pt x="97" y="1983"/>
                      <a:pt x="85" y="1980"/>
                      <a:pt x="73" y="1980"/>
                    </a:cubicBezTo>
                    <a:cubicBezTo>
                      <a:pt x="37" y="1980"/>
                      <a:pt x="1" y="2004"/>
                      <a:pt x="1" y="2052"/>
                    </a:cubicBezTo>
                    <a:cubicBezTo>
                      <a:pt x="97" y="3128"/>
                      <a:pt x="1101" y="3869"/>
                      <a:pt x="2153" y="3893"/>
                    </a:cubicBezTo>
                    <a:cubicBezTo>
                      <a:pt x="2166" y="3893"/>
                      <a:pt x="2179" y="3893"/>
                      <a:pt x="2192" y="3893"/>
                    </a:cubicBezTo>
                    <a:cubicBezTo>
                      <a:pt x="3316" y="3893"/>
                      <a:pt x="3969" y="2877"/>
                      <a:pt x="3898" y="1837"/>
                    </a:cubicBezTo>
                    <a:cubicBezTo>
                      <a:pt x="3832" y="909"/>
                      <a:pt x="3112" y="1"/>
                      <a:pt x="217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2"/>
              <p:cNvSpPr/>
              <p:nvPr/>
            </p:nvSpPr>
            <p:spPr>
              <a:xfrm>
                <a:off x="5878050" y="4319150"/>
                <a:ext cx="304250" cy="138700"/>
              </a:xfrm>
              <a:custGeom>
                <a:avLst/>
                <a:gdLst/>
                <a:ahLst/>
                <a:cxnLst/>
                <a:rect l="l" t="t" r="r" b="b"/>
                <a:pathLst>
                  <a:path w="12170" h="5548" extrusionOk="0">
                    <a:moveTo>
                      <a:pt x="12169" y="1"/>
                    </a:moveTo>
                    <a:cubicBezTo>
                      <a:pt x="10137" y="921"/>
                      <a:pt x="8111" y="1848"/>
                      <a:pt x="6085" y="2774"/>
                    </a:cubicBezTo>
                    <a:lnTo>
                      <a:pt x="6085" y="2774"/>
                    </a:lnTo>
                    <a:lnTo>
                      <a:pt x="12169" y="1"/>
                    </a:lnTo>
                    <a:close/>
                    <a:moveTo>
                      <a:pt x="6085" y="2774"/>
                    </a:moveTo>
                    <a:lnTo>
                      <a:pt x="0" y="5547"/>
                    </a:lnTo>
                    <a:cubicBezTo>
                      <a:pt x="2032" y="4627"/>
                      <a:pt x="4059" y="3701"/>
                      <a:pt x="6085" y="27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2"/>
              <p:cNvSpPr/>
              <p:nvPr/>
            </p:nvSpPr>
            <p:spPr>
              <a:xfrm>
                <a:off x="5871500" y="4314525"/>
                <a:ext cx="317275" cy="147950"/>
              </a:xfrm>
              <a:custGeom>
                <a:avLst/>
                <a:gdLst/>
                <a:ahLst/>
                <a:cxnLst/>
                <a:rect l="l" t="t" r="r" b="b"/>
                <a:pathLst>
                  <a:path w="12691" h="5918" extrusionOk="0">
                    <a:moveTo>
                      <a:pt x="12417" y="0"/>
                    </a:moveTo>
                    <a:cubicBezTo>
                      <a:pt x="12391" y="0"/>
                      <a:pt x="12364" y="6"/>
                      <a:pt x="12336" y="18"/>
                    </a:cubicBezTo>
                    <a:cubicBezTo>
                      <a:pt x="8271" y="1883"/>
                      <a:pt x="4231" y="3724"/>
                      <a:pt x="167" y="5589"/>
                    </a:cubicBezTo>
                    <a:cubicBezTo>
                      <a:pt x="0" y="5672"/>
                      <a:pt x="105" y="5918"/>
                      <a:pt x="277" y="5918"/>
                    </a:cubicBezTo>
                    <a:cubicBezTo>
                      <a:pt x="302" y="5918"/>
                      <a:pt x="330" y="5912"/>
                      <a:pt x="358" y="5900"/>
                    </a:cubicBezTo>
                    <a:cubicBezTo>
                      <a:pt x="4422" y="4035"/>
                      <a:pt x="8463" y="2194"/>
                      <a:pt x="12503" y="329"/>
                    </a:cubicBezTo>
                    <a:cubicBezTo>
                      <a:pt x="12690" y="246"/>
                      <a:pt x="12588" y="0"/>
                      <a:pt x="124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2"/>
              <p:cNvSpPr/>
              <p:nvPr/>
            </p:nvSpPr>
            <p:spPr>
              <a:xfrm>
                <a:off x="6009525" y="4215150"/>
                <a:ext cx="185925" cy="94475"/>
              </a:xfrm>
              <a:custGeom>
                <a:avLst/>
                <a:gdLst/>
                <a:ahLst/>
                <a:cxnLst/>
                <a:rect l="l" t="t" r="r" b="b"/>
                <a:pathLst>
                  <a:path w="7437" h="3779" extrusionOk="0">
                    <a:moveTo>
                      <a:pt x="1" y="1"/>
                    </a:moveTo>
                    <a:lnTo>
                      <a:pt x="7436" y="3778"/>
                    </a:lnTo>
                    <a:cubicBezTo>
                      <a:pt x="4974" y="2463"/>
                      <a:pt x="2511" y="1196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2"/>
              <p:cNvSpPr/>
              <p:nvPr/>
            </p:nvSpPr>
            <p:spPr>
              <a:xfrm>
                <a:off x="6003000" y="4210525"/>
                <a:ext cx="198875" cy="103350"/>
              </a:xfrm>
              <a:custGeom>
                <a:avLst/>
                <a:gdLst/>
                <a:ahLst/>
                <a:cxnLst/>
                <a:rect l="l" t="t" r="r" b="b"/>
                <a:pathLst>
                  <a:path w="7955" h="4134" extrusionOk="0">
                    <a:moveTo>
                      <a:pt x="276" y="0"/>
                    </a:moveTo>
                    <a:cubicBezTo>
                      <a:pt x="105" y="0"/>
                      <a:pt x="0" y="246"/>
                      <a:pt x="166" y="329"/>
                    </a:cubicBezTo>
                    <a:cubicBezTo>
                      <a:pt x="2677" y="1548"/>
                      <a:pt x="5163" y="2792"/>
                      <a:pt x="7602" y="4107"/>
                    </a:cubicBezTo>
                    <a:cubicBezTo>
                      <a:pt x="7632" y="4125"/>
                      <a:pt x="7662" y="4134"/>
                      <a:pt x="7690" y="4134"/>
                    </a:cubicBezTo>
                    <a:cubicBezTo>
                      <a:pt x="7844" y="4134"/>
                      <a:pt x="7954" y="3897"/>
                      <a:pt x="7793" y="3796"/>
                    </a:cubicBezTo>
                    <a:cubicBezTo>
                      <a:pt x="5330" y="2481"/>
                      <a:pt x="2868" y="1238"/>
                      <a:pt x="358" y="18"/>
                    </a:cubicBezTo>
                    <a:cubicBezTo>
                      <a:pt x="329" y="6"/>
                      <a:pt x="302" y="0"/>
                      <a:pt x="2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2"/>
              <p:cNvSpPr/>
              <p:nvPr/>
            </p:nvSpPr>
            <p:spPr>
              <a:xfrm>
                <a:off x="6212750" y="4005950"/>
                <a:ext cx="89675" cy="302475"/>
              </a:xfrm>
              <a:custGeom>
                <a:avLst/>
                <a:gdLst/>
                <a:ahLst/>
                <a:cxnLst/>
                <a:rect l="l" t="t" r="r" b="b"/>
                <a:pathLst>
                  <a:path w="3587" h="12099" extrusionOk="0">
                    <a:moveTo>
                      <a:pt x="3587" y="1"/>
                    </a:moveTo>
                    <a:lnTo>
                      <a:pt x="1" y="12098"/>
                    </a:lnTo>
                    <a:cubicBezTo>
                      <a:pt x="1340" y="8130"/>
                      <a:pt x="2535" y="4089"/>
                      <a:pt x="358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2"/>
              <p:cNvSpPr/>
              <p:nvPr/>
            </p:nvSpPr>
            <p:spPr>
              <a:xfrm>
                <a:off x="6206900" y="4001725"/>
                <a:ext cx="100450" cy="311350"/>
              </a:xfrm>
              <a:custGeom>
                <a:avLst/>
                <a:gdLst/>
                <a:ahLst/>
                <a:cxnLst/>
                <a:rect l="l" t="t" r="r" b="b"/>
                <a:pathLst>
                  <a:path w="4018" h="12454" extrusionOk="0">
                    <a:moveTo>
                      <a:pt x="3797" y="1"/>
                    </a:moveTo>
                    <a:cubicBezTo>
                      <a:pt x="3727" y="1"/>
                      <a:pt x="3658" y="37"/>
                      <a:pt x="3630" y="122"/>
                    </a:cubicBezTo>
                    <a:cubicBezTo>
                      <a:pt x="2602" y="4210"/>
                      <a:pt x="1406" y="8251"/>
                      <a:pt x="43" y="12220"/>
                    </a:cubicBezTo>
                    <a:cubicBezTo>
                      <a:pt x="1" y="12362"/>
                      <a:pt x="111" y="12454"/>
                      <a:pt x="222" y="12454"/>
                    </a:cubicBezTo>
                    <a:cubicBezTo>
                      <a:pt x="297" y="12454"/>
                      <a:pt x="373" y="12412"/>
                      <a:pt x="402" y="12315"/>
                    </a:cubicBezTo>
                    <a:cubicBezTo>
                      <a:pt x="1741" y="8346"/>
                      <a:pt x="2936" y="4306"/>
                      <a:pt x="3988" y="218"/>
                    </a:cubicBezTo>
                    <a:cubicBezTo>
                      <a:pt x="4017" y="87"/>
                      <a:pt x="3906" y="1"/>
                      <a:pt x="379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2"/>
              <p:cNvSpPr/>
              <p:nvPr/>
            </p:nvSpPr>
            <p:spPr>
              <a:xfrm>
                <a:off x="6201400" y="4243250"/>
                <a:ext cx="237300" cy="75325"/>
              </a:xfrm>
              <a:custGeom>
                <a:avLst/>
                <a:gdLst/>
                <a:ahLst/>
                <a:cxnLst/>
                <a:rect l="l" t="t" r="r" b="b"/>
                <a:pathLst>
                  <a:path w="9492" h="3013" extrusionOk="0">
                    <a:moveTo>
                      <a:pt x="9492" y="0"/>
                    </a:moveTo>
                    <a:cubicBezTo>
                      <a:pt x="8488" y="311"/>
                      <a:pt x="6617" y="909"/>
                      <a:pt x="4746" y="1507"/>
                    </a:cubicBezTo>
                    <a:lnTo>
                      <a:pt x="4746" y="1507"/>
                    </a:lnTo>
                    <a:lnTo>
                      <a:pt x="9492" y="0"/>
                    </a:lnTo>
                    <a:close/>
                    <a:moveTo>
                      <a:pt x="4746" y="1507"/>
                    </a:moveTo>
                    <a:lnTo>
                      <a:pt x="0" y="3013"/>
                    </a:lnTo>
                    <a:cubicBezTo>
                      <a:pt x="1005" y="2702"/>
                      <a:pt x="2875" y="2104"/>
                      <a:pt x="4746" y="150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2"/>
              <p:cNvSpPr/>
              <p:nvPr/>
            </p:nvSpPr>
            <p:spPr>
              <a:xfrm>
                <a:off x="6194775" y="4238825"/>
                <a:ext cx="250025" cy="84175"/>
              </a:xfrm>
              <a:custGeom>
                <a:avLst/>
                <a:gdLst/>
                <a:ahLst/>
                <a:cxnLst/>
                <a:rect l="l" t="t" r="r" b="b"/>
                <a:pathLst>
                  <a:path w="10001" h="3367" extrusionOk="0">
                    <a:moveTo>
                      <a:pt x="9764" y="1"/>
                    </a:moveTo>
                    <a:cubicBezTo>
                      <a:pt x="9747" y="1"/>
                      <a:pt x="9729" y="4"/>
                      <a:pt x="9709" y="10"/>
                    </a:cubicBezTo>
                    <a:cubicBezTo>
                      <a:pt x="6529" y="966"/>
                      <a:pt x="3397" y="2042"/>
                      <a:pt x="218" y="2999"/>
                    </a:cubicBezTo>
                    <a:cubicBezTo>
                      <a:pt x="0" y="3064"/>
                      <a:pt x="60" y="3367"/>
                      <a:pt x="252" y="3367"/>
                    </a:cubicBezTo>
                    <a:cubicBezTo>
                      <a:pt x="271" y="3367"/>
                      <a:pt x="292" y="3364"/>
                      <a:pt x="313" y="3357"/>
                    </a:cubicBezTo>
                    <a:cubicBezTo>
                      <a:pt x="3493" y="2401"/>
                      <a:pt x="6625" y="1325"/>
                      <a:pt x="9805" y="369"/>
                    </a:cubicBezTo>
                    <a:cubicBezTo>
                      <a:pt x="10001" y="303"/>
                      <a:pt x="9939" y="1"/>
                      <a:pt x="976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2"/>
              <p:cNvSpPr/>
              <p:nvPr/>
            </p:nvSpPr>
            <p:spPr>
              <a:xfrm>
                <a:off x="6203200" y="4323350"/>
                <a:ext cx="214000" cy="154225"/>
              </a:xfrm>
              <a:custGeom>
                <a:avLst/>
                <a:gdLst/>
                <a:ahLst/>
                <a:cxnLst/>
                <a:rect l="l" t="t" r="r" b="b"/>
                <a:pathLst>
                  <a:path w="8560" h="6169" extrusionOk="0">
                    <a:moveTo>
                      <a:pt x="0" y="0"/>
                    </a:moveTo>
                    <a:lnTo>
                      <a:pt x="8559" y="6168"/>
                    </a:lnTo>
                    <a:cubicBezTo>
                      <a:pt x="5858" y="3897"/>
                      <a:pt x="2989" y="1841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2"/>
              <p:cNvSpPr/>
              <p:nvPr/>
            </p:nvSpPr>
            <p:spPr>
              <a:xfrm>
                <a:off x="6196775" y="4318475"/>
                <a:ext cx="227300" cy="163175"/>
              </a:xfrm>
              <a:custGeom>
                <a:avLst/>
                <a:gdLst/>
                <a:ahLst/>
                <a:cxnLst/>
                <a:rect l="l" t="t" r="r" b="b"/>
                <a:pathLst>
                  <a:path w="9092" h="6527" extrusionOk="0">
                    <a:moveTo>
                      <a:pt x="256" y="1"/>
                    </a:moveTo>
                    <a:cubicBezTo>
                      <a:pt x="94" y="1"/>
                      <a:pt x="0" y="238"/>
                      <a:pt x="162" y="339"/>
                    </a:cubicBezTo>
                    <a:cubicBezTo>
                      <a:pt x="3150" y="2179"/>
                      <a:pt x="5995" y="4236"/>
                      <a:pt x="8697" y="6483"/>
                    </a:cubicBezTo>
                    <a:cubicBezTo>
                      <a:pt x="8733" y="6514"/>
                      <a:pt x="8773" y="6527"/>
                      <a:pt x="8813" y="6527"/>
                    </a:cubicBezTo>
                    <a:cubicBezTo>
                      <a:pt x="8957" y="6527"/>
                      <a:pt x="9091" y="6351"/>
                      <a:pt x="8960" y="6220"/>
                    </a:cubicBezTo>
                    <a:cubicBezTo>
                      <a:pt x="6234" y="3949"/>
                      <a:pt x="3365" y="1893"/>
                      <a:pt x="353" y="28"/>
                    </a:cubicBezTo>
                    <a:cubicBezTo>
                      <a:pt x="319" y="9"/>
                      <a:pt x="287" y="1"/>
                      <a:pt x="25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2"/>
              <p:cNvSpPr/>
              <p:nvPr/>
            </p:nvSpPr>
            <p:spPr>
              <a:xfrm>
                <a:off x="6196025" y="4331700"/>
                <a:ext cx="10175" cy="167975"/>
              </a:xfrm>
              <a:custGeom>
                <a:avLst/>
                <a:gdLst/>
                <a:ahLst/>
                <a:cxnLst/>
                <a:rect l="l" t="t" r="r" b="b"/>
                <a:pathLst>
                  <a:path w="407" h="6719" extrusionOk="0">
                    <a:moveTo>
                      <a:pt x="144" y="1"/>
                    </a:moveTo>
                    <a:lnTo>
                      <a:pt x="0" y="6719"/>
                    </a:lnTo>
                    <a:cubicBezTo>
                      <a:pt x="359" y="4519"/>
                      <a:pt x="407" y="2248"/>
                      <a:pt x="14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2"/>
              <p:cNvSpPr/>
              <p:nvPr/>
            </p:nvSpPr>
            <p:spPr>
              <a:xfrm>
                <a:off x="6190875" y="4327675"/>
                <a:ext cx="19525" cy="176675"/>
              </a:xfrm>
              <a:custGeom>
                <a:avLst/>
                <a:gdLst/>
                <a:ahLst/>
                <a:cxnLst/>
                <a:rect l="l" t="t" r="r" b="b"/>
                <a:pathLst>
                  <a:path w="781" h="7067" extrusionOk="0">
                    <a:moveTo>
                      <a:pt x="320" y="0"/>
                    </a:moveTo>
                    <a:cubicBezTo>
                      <a:pt x="230" y="0"/>
                      <a:pt x="147" y="54"/>
                      <a:pt x="158" y="162"/>
                    </a:cubicBezTo>
                    <a:cubicBezTo>
                      <a:pt x="421" y="2385"/>
                      <a:pt x="374" y="4633"/>
                      <a:pt x="15" y="6832"/>
                    </a:cubicBezTo>
                    <a:cubicBezTo>
                      <a:pt x="1" y="6975"/>
                      <a:pt x="114" y="7066"/>
                      <a:pt x="218" y="7066"/>
                    </a:cubicBezTo>
                    <a:cubicBezTo>
                      <a:pt x="288" y="7066"/>
                      <a:pt x="354" y="7024"/>
                      <a:pt x="374" y="6928"/>
                    </a:cubicBezTo>
                    <a:cubicBezTo>
                      <a:pt x="732" y="4704"/>
                      <a:pt x="780" y="2433"/>
                      <a:pt x="517" y="162"/>
                    </a:cubicBezTo>
                    <a:cubicBezTo>
                      <a:pt x="505" y="54"/>
                      <a:pt x="409" y="0"/>
                      <a:pt x="3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2"/>
              <p:cNvSpPr/>
              <p:nvPr/>
            </p:nvSpPr>
            <p:spPr>
              <a:xfrm>
                <a:off x="5845300" y="4439225"/>
                <a:ext cx="46525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1861" h="1630" extrusionOk="0">
                    <a:moveTo>
                      <a:pt x="814" y="0"/>
                    </a:moveTo>
                    <a:cubicBezTo>
                      <a:pt x="440" y="0"/>
                      <a:pt x="156" y="311"/>
                      <a:pt x="56" y="664"/>
                    </a:cubicBezTo>
                    <a:lnTo>
                      <a:pt x="56" y="664"/>
                    </a:lnTo>
                    <a:cubicBezTo>
                      <a:pt x="16" y="759"/>
                      <a:pt x="1" y="863"/>
                      <a:pt x="18" y="976"/>
                    </a:cubicBezTo>
                    <a:lnTo>
                      <a:pt x="18" y="976"/>
                    </a:lnTo>
                    <a:cubicBezTo>
                      <a:pt x="27" y="1183"/>
                      <a:pt x="109" y="1379"/>
                      <a:pt x="282" y="1509"/>
                    </a:cubicBezTo>
                    <a:cubicBezTo>
                      <a:pt x="398" y="1593"/>
                      <a:pt x="528" y="1630"/>
                      <a:pt x="659" y="1630"/>
                    </a:cubicBezTo>
                    <a:cubicBezTo>
                      <a:pt x="819" y="1630"/>
                      <a:pt x="981" y="1575"/>
                      <a:pt x="1122" y="1485"/>
                    </a:cubicBezTo>
                    <a:lnTo>
                      <a:pt x="1122" y="1485"/>
                    </a:lnTo>
                    <a:lnTo>
                      <a:pt x="1238" y="1629"/>
                    </a:lnTo>
                    <a:cubicBezTo>
                      <a:pt x="1860" y="1223"/>
                      <a:pt x="1597" y="75"/>
                      <a:pt x="880" y="3"/>
                    </a:cubicBezTo>
                    <a:cubicBezTo>
                      <a:pt x="857" y="1"/>
                      <a:pt x="835" y="0"/>
                      <a:pt x="8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2"/>
              <p:cNvSpPr/>
              <p:nvPr/>
            </p:nvSpPr>
            <p:spPr>
              <a:xfrm>
                <a:off x="5836800" y="4432975"/>
                <a:ext cx="55700" cy="53525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2141" extrusionOk="0">
                    <a:moveTo>
                      <a:pt x="1230" y="673"/>
                    </a:moveTo>
                    <a:cubicBezTo>
                      <a:pt x="1401" y="673"/>
                      <a:pt x="1560" y="740"/>
                      <a:pt x="1626" y="923"/>
                    </a:cubicBezTo>
                    <a:cubicBezTo>
                      <a:pt x="1642" y="973"/>
                      <a:pt x="1646" y="1022"/>
                      <a:pt x="1641" y="1070"/>
                    </a:cubicBezTo>
                    <a:lnTo>
                      <a:pt x="1641" y="1070"/>
                    </a:lnTo>
                    <a:cubicBezTo>
                      <a:pt x="1580" y="830"/>
                      <a:pt x="1333" y="711"/>
                      <a:pt x="1085" y="711"/>
                    </a:cubicBezTo>
                    <a:cubicBezTo>
                      <a:pt x="1047" y="711"/>
                      <a:pt x="1008" y="714"/>
                      <a:pt x="970" y="720"/>
                    </a:cubicBezTo>
                    <a:lnTo>
                      <a:pt x="970" y="720"/>
                    </a:lnTo>
                    <a:cubicBezTo>
                      <a:pt x="982" y="715"/>
                      <a:pt x="993" y="711"/>
                      <a:pt x="1005" y="708"/>
                    </a:cubicBezTo>
                    <a:cubicBezTo>
                      <a:pt x="1078" y="686"/>
                      <a:pt x="1155" y="673"/>
                      <a:pt x="1230" y="673"/>
                    </a:cubicBezTo>
                    <a:close/>
                    <a:moveTo>
                      <a:pt x="1165" y="1"/>
                    </a:moveTo>
                    <a:cubicBezTo>
                      <a:pt x="1025" y="1"/>
                      <a:pt x="875" y="34"/>
                      <a:pt x="718" y="110"/>
                    </a:cubicBezTo>
                    <a:cubicBezTo>
                      <a:pt x="216" y="349"/>
                      <a:pt x="0" y="1018"/>
                      <a:pt x="144" y="1520"/>
                    </a:cubicBezTo>
                    <a:cubicBezTo>
                      <a:pt x="273" y="1939"/>
                      <a:pt x="629" y="2119"/>
                      <a:pt x="1002" y="2119"/>
                    </a:cubicBezTo>
                    <a:cubicBezTo>
                      <a:pt x="1139" y="2119"/>
                      <a:pt x="1278" y="2095"/>
                      <a:pt x="1409" y="2049"/>
                    </a:cubicBezTo>
                    <a:lnTo>
                      <a:pt x="1409" y="2049"/>
                    </a:lnTo>
                    <a:cubicBezTo>
                      <a:pt x="1452" y="2104"/>
                      <a:pt x="1513" y="2140"/>
                      <a:pt x="1583" y="2140"/>
                    </a:cubicBezTo>
                    <a:cubicBezTo>
                      <a:pt x="1627" y="2140"/>
                      <a:pt x="1674" y="2126"/>
                      <a:pt x="1722" y="2094"/>
                    </a:cubicBezTo>
                    <a:cubicBezTo>
                      <a:pt x="2122" y="1801"/>
                      <a:pt x="2227" y="1322"/>
                      <a:pt x="2131" y="895"/>
                    </a:cubicBezTo>
                    <a:lnTo>
                      <a:pt x="2131" y="895"/>
                    </a:lnTo>
                    <a:cubicBezTo>
                      <a:pt x="2116" y="774"/>
                      <a:pt x="2076" y="654"/>
                      <a:pt x="2009" y="540"/>
                    </a:cubicBezTo>
                    <a:cubicBezTo>
                      <a:pt x="1988" y="508"/>
                      <a:pt x="1966" y="479"/>
                      <a:pt x="1942" y="451"/>
                    </a:cubicBezTo>
                    <a:lnTo>
                      <a:pt x="1942" y="451"/>
                    </a:lnTo>
                    <a:cubicBezTo>
                      <a:pt x="1765" y="185"/>
                      <a:pt x="1493" y="1"/>
                      <a:pt x="116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2"/>
              <p:cNvSpPr/>
              <p:nvPr/>
            </p:nvSpPr>
            <p:spPr>
              <a:xfrm>
                <a:off x="6174350" y="4482850"/>
                <a:ext cx="53375" cy="40775"/>
              </a:xfrm>
              <a:custGeom>
                <a:avLst/>
                <a:gdLst/>
                <a:ahLst/>
                <a:cxnLst/>
                <a:rect l="l" t="t" r="r" b="b"/>
                <a:pathLst>
                  <a:path w="2135" h="1631" extrusionOk="0">
                    <a:moveTo>
                      <a:pt x="1090" y="0"/>
                    </a:moveTo>
                    <a:cubicBezTo>
                      <a:pt x="411" y="0"/>
                      <a:pt x="1" y="1092"/>
                      <a:pt x="580" y="1510"/>
                    </a:cubicBezTo>
                    <a:cubicBezTo>
                      <a:pt x="692" y="1593"/>
                      <a:pt x="818" y="1630"/>
                      <a:pt x="946" y="1630"/>
                    </a:cubicBezTo>
                    <a:cubicBezTo>
                      <a:pt x="1110" y="1630"/>
                      <a:pt x="1277" y="1570"/>
                      <a:pt x="1422" y="1472"/>
                    </a:cubicBezTo>
                    <a:lnTo>
                      <a:pt x="1422" y="1472"/>
                    </a:lnTo>
                    <a:lnTo>
                      <a:pt x="1537" y="1605"/>
                    </a:lnTo>
                    <a:cubicBezTo>
                      <a:pt x="2134" y="1223"/>
                      <a:pt x="1871" y="75"/>
                      <a:pt x="1154" y="4"/>
                    </a:cubicBezTo>
                    <a:cubicBezTo>
                      <a:pt x="1133" y="1"/>
                      <a:pt x="1111" y="0"/>
                      <a:pt x="10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2"/>
              <p:cNvSpPr/>
              <p:nvPr/>
            </p:nvSpPr>
            <p:spPr>
              <a:xfrm>
                <a:off x="6172700" y="4476600"/>
                <a:ext cx="55900" cy="53525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2141" extrusionOk="0">
                    <a:moveTo>
                      <a:pt x="1254" y="673"/>
                    </a:moveTo>
                    <a:cubicBezTo>
                      <a:pt x="1423" y="673"/>
                      <a:pt x="1577" y="740"/>
                      <a:pt x="1627" y="923"/>
                    </a:cubicBezTo>
                    <a:cubicBezTo>
                      <a:pt x="1641" y="960"/>
                      <a:pt x="1648" y="996"/>
                      <a:pt x="1650" y="1031"/>
                    </a:cubicBezTo>
                    <a:lnTo>
                      <a:pt x="1650" y="1031"/>
                    </a:lnTo>
                    <a:cubicBezTo>
                      <a:pt x="1564" y="817"/>
                      <a:pt x="1332" y="712"/>
                      <a:pt x="1098" y="712"/>
                    </a:cubicBezTo>
                    <a:cubicBezTo>
                      <a:pt x="1066" y="712"/>
                      <a:pt x="1033" y="714"/>
                      <a:pt x="1001" y="717"/>
                    </a:cubicBezTo>
                    <a:lnTo>
                      <a:pt x="1001" y="717"/>
                    </a:lnTo>
                    <a:cubicBezTo>
                      <a:pt x="1011" y="714"/>
                      <a:pt x="1020" y="711"/>
                      <a:pt x="1029" y="708"/>
                    </a:cubicBezTo>
                    <a:cubicBezTo>
                      <a:pt x="1102" y="686"/>
                      <a:pt x="1179" y="673"/>
                      <a:pt x="1254" y="673"/>
                    </a:cubicBezTo>
                    <a:close/>
                    <a:moveTo>
                      <a:pt x="1167" y="1"/>
                    </a:moveTo>
                    <a:cubicBezTo>
                      <a:pt x="1026" y="1"/>
                      <a:pt x="875" y="35"/>
                      <a:pt x="718" y="110"/>
                    </a:cubicBezTo>
                    <a:cubicBezTo>
                      <a:pt x="240" y="349"/>
                      <a:pt x="1" y="1019"/>
                      <a:pt x="168" y="1521"/>
                    </a:cubicBezTo>
                    <a:cubicBezTo>
                      <a:pt x="296" y="1921"/>
                      <a:pt x="639" y="2107"/>
                      <a:pt x="1002" y="2107"/>
                    </a:cubicBezTo>
                    <a:cubicBezTo>
                      <a:pt x="1137" y="2107"/>
                      <a:pt x="1275" y="2081"/>
                      <a:pt x="1406" y="2031"/>
                    </a:cubicBezTo>
                    <a:lnTo>
                      <a:pt x="1406" y="2031"/>
                    </a:lnTo>
                    <a:cubicBezTo>
                      <a:pt x="1451" y="2096"/>
                      <a:pt x="1517" y="2141"/>
                      <a:pt x="1592" y="2141"/>
                    </a:cubicBezTo>
                    <a:cubicBezTo>
                      <a:pt x="1634" y="2141"/>
                      <a:pt x="1678" y="2127"/>
                      <a:pt x="1722" y="2094"/>
                    </a:cubicBezTo>
                    <a:cubicBezTo>
                      <a:pt x="2125" y="1807"/>
                      <a:pt x="2235" y="1339"/>
                      <a:pt x="2146" y="919"/>
                    </a:cubicBezTo>
                    <a:lnTo>
                      <a:pt x="2146" y="919"/>
                    </a:lnTo>
                    <a:cubicBezTo>
                      <a:pt x="2131" y="790"/>
                      <a:pt x="2087" y="662"/>
                      <a:pt x="2009" y="540"/>
                    </a:cubicBezTo>
                    <a:cubicBezTo>
                      <a:pt x="1996" y="519"/>
                      <a:pt x="1983" y="499"/>
                      <a:pt x="1969" y="480"/>
                    </a:cubicBezTo>
                    <a:lnTo>
                      <a:pt x="1969" y="480"/>
                    </a:lnTo>
                    <a:cubicBezTo>
                      <a:pt x="1790" y="199"/>
                      <a:pt x="1507" y="1"/>
                      <a:pt x="11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2"/>
              <p:cNvSpPr/>
              <p:nvPr/>
            </p:nvSpPr>
            <p:spPr>
              <a:xfrm>
                <a:off x="6431700" y="4219850"/>
                <a:ext cx="46450" cy="40775"/>
              </a:xfrm>
              <a:custGeom>
                <a:avLst/>
                <a:gdLst/>
                <a:ahLst/>
                <a:cxnLst/>
                <a:rect l="l" t="t" r="r" b="b"/>
                <a:pathLst>
                  <a:path w="1858" h="1631" extrusionOk="0">
                    <a:moveTo>
                      <a:pt x="790" y="1"/>
                    </a:moveTo>
                    <a:cubicBezTo>
                      <a:pt x="421" y="1"/>
                      <a:pt x="138" y="324"/>
                      <a:pt x="46" y="685"/>
                    </a:cubicBezTo>
                    <a:lnTo>
                      <a:pt x="46" y="685"/>
                    </a:lnTo>
                    <a:cubicBezTo>
                      <a:pt x="13" y="772"/>
                      <a:pt x="0" y="868"/>
                      <a:pt x="15" y="970"/>
                    </a:cubicBezTo>
                    <a:lnTo>
                      <a:pt x="15" y="970"/>
                    </a:lnTo>
                    <a:cubicBezTo>
                      <a:pt x="23" y="1180"/>
                      <a:pt x="105" y="1379"/>
                      <a:pt x="280" y="1510"/>
                    </a:cubicBezTo>
                    <a:cubicBezTo>
                      <a:pt x="396" y="1594"/>
                      <a:pt x="526" y="1631"/>
                      <a:pt x="657" y="1631"/>
                    </a:cubicBezTo>
                    <a:cubicBezTo>
                      <a:pt x="816" y="1631"/>
                      <a:pt x="977" y="1577"/>
                      <a:pt x="1117" y="1488"/>
                    </a:cubicBezTo>
                    <a:lnTo>
                      <a:pt x="1117" y="1488"/>
                    </a:lnTo>
                    <a:lnTo>
                      <a:pt x="1236" y="1630"/>
                    </a:lnTo>
                    <a:cubicBezTo>
                      <a:pt x="1858" y="1223"/>
                      <a:pt x="1595" y="76"/>
                      <a:pt x="854" y="4"/>
                    </a:cubicBezTo>
                    <a:cubicBezTo>
                      <a:pt x="832" y="2"/>
                      <a:pt x="811" y="1"/>
                      <a:pt x="79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2"/>
              <p:cNvSpPr/>
              <p:nvPr/>
            </p:nvSpPr>
            <p:spPr>
              <a:xfrm>
                <a:off x="6423150" y="4213650"/>
                <a:ext cx="556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224" h="2139" extrusionOk="0">
                    <a:moveTo>
                      <a:pt x="1209" y="676"/>
                    </a:moveTo>
                    <a:cubicBezTo>
                      <a:pt x="1388" y="676"/>
                      <a:pt x="1557" y="749"/>
                      <a:pt x="1626" y="921"/>
                    </a:cubicBezTo>
                    <a:cubicBezTo>
                      <a:pt x="1642" y="973"/>
                      <a:pt x="1646" y="1024"/>
                      <a:pt x="1641" y="1074"/>
                    </a:cubicBezTo>
                    <a:lnTo>
                      <a:pt x="1641" y="1074"/>
                    </a:lnTo>
                    <a:cubicBezTo>
                      <a:pt x="1572" y="837"/>
                      <a:pt x="1337" y="724"/>
                      <a:pt x="1097" y="724"/>
                    </a:cubicBezTo>
                    <a:cubicBezTo>
                      <a:pt x="1032" y="724"/>
                      <a:pt x="966" y="732"/>
                      <a:pt x="904" y="749"/>
                    </a:cubicBezTo>
                    <a:lnTo>
                      <a:pt x="904" y="749"/>
                    </a:lnTo>
                    <a:cubicBezTo>
                      <a:pt x="937" y="732"/>
                      <a:pt x="972" y="717"/>
                      <a:pt x="1005" y="706"/>
                    </a:cubicBezTo>
                    <a:cubicBezTo>
                      <a:pt x="1071" y="686"/>
                      <a:pt x="1141" y="676"/>
                      <a:pt x="1209" y="676"/>
                    </a:cubicBezTo>
                    <a:close/>
                    <a:moveTo>
                      <a:pt x="1145" y="0"/>
                    </a:moveTo>
                    <a:cubicBezTo>
                      <a:pt x="1004" y="0"/>
                      <a:pt x="852" y="34"/>
                      <a:pt x="694" y="109"/>
                    </a:cubicBezTo>
                    <a:cubicBezTo>
                      <a:pt x="216" y="348"/>
                      <a:pt x="0" y="1041"/>
                      <a:pt x="144" y="1519"/>
                    </a:cubicBezTo>
                    <a:cubicBezTo>
                      <a:pt x="273" y="1938"/>
                      <a:pt x="629" y="2118"/>
                      <a:pt x="1001" y="2118"/>
                    </a:cubicBezTo>
                    <a:cubicBezTo>
                      <a:pt x="1139" y="2118"/>
                      <a:pt x="1278" y="2093"/>
                      <a:pt x="1409" y="2047"/>
                    </a:cubicBezTo>
                    <a:lnTo>
                      <a:pt x="1409" y="2047"/>
                    </a:lnTo>
                    <a:cubicBezTo>
                      <a:pt x="1452" y="2102"/>
                      <a:pt x="1513" y="2139"/>
                      <a:pt x="1583" y="2139"/>
                    </a:cubicBezTo>
                    <a:cubicBezTo>
                      <a:pt x="1627" y="2139"/>
                      <a:pt x="1674" y="2125"/>
                      <a:pt x="1722" y="2093"/>
                    </a:cubicBezTo>
                    <a:cubicBezTo>
                      <a:pt x="2115" y="1815"/>
                      <a:pt x="2224" y="1348"/>
                      <a:pt x="2134" y="926"/>
                    </a:cubicBezTo>
                    <a:lnTo>
                      <a:pt x="2134" y="926"/>
                    </a:lnTo>
                    <a:cubicBezTo>
                      <a:pt x="2122" y="793"/>
                      <a:pt x="2082" y="662"/>
                      <a:pt x="2009" y="539"/>
                    </a:cubicBezTo>
                    <a:cubicBezTo>
                      <a:pt x="1977" y="490"/>
                      <a:pt x="1942" y="447"/>
                      <a:pt x="1904" y="409"/>
                    </a:cubicBezTo>
                    <a:lnTo>
                      <a:pt x="1904" y="409"/>
                    </a:lnTo>
                    <a:cubicBezTo>
                      <a:pt x="1723" y="166"/>
                      <a:pt x="1460" y="0"/>
                      <a:pt x="114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2"/>
              <p:cNvSpPr/>
              <p:nvPr/>
            </p:nvSpPr>
            <p:spPr>
              <a:xfrm>
                <a:off x="5974700" y="4185800"/>
                <a:ext cx="53400" cy="40750"/>
              </a:xfrm>
              <a:custGeom>
                <a:avLst/>
                <a:gdLst/>
                <a:ahLst/>
                <a:cxnLst/>
                <a:rect l="l" t="t" r="r" b="b"/>
                <a:pathLst>
                  <a:path w="2136" h="1630" extrusionOk="0">
                    <a:moveTo>
                      <a:pt x="1089" y="0"/>
                    </a:moveTo>
                    <a:cubicBezTo>
                      <a:pt x="389" y="0"/>
                      <a:pt x="1" y="1092"/>
                      <a:pt x="557" y="1509"/>
                    </a:cubicBezTo>
                    <a:cubicBezTo>
                      <a:pt x="673" y="1593"/>
                      <a:pt x="803" y="1630"/>
                      <a:pt x="934" y="1630"/>
                    </a:cubicBezTo>
                    <a:cubicBezTo>
                      <a:pt x="1094" y="1630"/>
                      <a:pt x="1256" y="1575"/>
                      <a:pt x="1397" y="1485"/>
                    </a:cubicBezTo>
                    <a:lnTo>
                      <a:pt x="1397" y="1485"/>
                    </a:lnTo>
                    <a:lnTo>
                      <a:pt x="1513" y="1629"/>
                    </a:lnTo>
                    <a:cubicBezTo>
                      <a:pt x="2135" y="1223"/>
                      <a:pt x="1872" y="75"/>
                      <a:pt x="1155" y="3"/>
                    </a:cubicBezTo>
                    <a:cubicBezTo>
                      <a:pt x="1133" y="1"/>
                      <a:pt x="1110" y="0"/>
                      <a:pt x="10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"/>
              <p:cNvSpPr/>
              <p:nvPr/>
            </p:nvSpPr>
            <p:spPr>
              <a:xfrm>
                <a:off x="5973075" y="4179550"/>
                <a:ext cx="56375" cy="53525"/>
              </a:xfrm>
              <a:custGeom>
                <a:avLst/>
                <a:gdLst/>
                <a:ahLst/>
                <a:cxnLst/>
                <a:rect l="l" t="t" r="r" b="b"/>
                <a:pathLst>
                  <a:path w="2255" h="2141" extrusionOk="0">
                    <a:moveTo>
                      <a:pt x="1230" y="673"/>
                    </a:moveTo>
                    <a:cubicBezTo>
                      <a:pt x="1401" y="673"/>
                      <a:pt x="1560" y="740"/>
                      <a:pt x="1626" y="923"/>
                    </a:cubicBezTo>
                    <a:cubicBezTo>
                      <a:pt x="1642" y="972"/>
                      <a:pt x="1646" y="1022"/>
                      <a:pt x="1641" y="1070"/>
                    </a:cubicBezTo>
                    <a:lnTo>
                      <a:pt x="1641" y="1070"/>
                    </a:lnTo>
                    <a:cubicBezTo>
                      <a:pt x="1580" y="829"/>
                      <a:pt x="1334" y="711"/>
                      <a:pt x="1085" y="711"/>
                    </a:cubicBezTo>
                    <a:cubicBezTo>
                      <a:pt x="1047" y="711"/>
                      <a:pt x="1008" y="714"/>
                      <a:pt x="970" y="720"/>
                    </a:cubicBezTo>
                    <a:lnTo>
                      <a:pt x="970" y="720"/>
                    </a:lnTo>
                    <a:cubicBezTo>
                      <a:pt x="982" y="715"/>
                      <a:pt x="993" y="711"/>
                      <a:pt x="1005" y="707"/>
                    </a:cubicBezTo>
                    <a:cubicBezTo>
                      <a:pt x="1078" y="686"/>
                      <a:pt x="1155" y="673"/>
                      <a:pt x="1230" y="673"/>
                    </a:cubicBezTo>
                    <a:close/>
                    <a:moveTo>
                      <a:pt x="1166" y="1"/>
                    </a:moveTo>
                    <a:cubicBezTo>
                      <a:pt x="1026" y="1"/>
                      <a:pt x="875" y="34"/>
                      <a:pt x="718" y="110"/>
                    </a:cubicBezTo>
                    <a:cubicBezTo>
                      <a:pt x="216" y="349"/>
                      <a:pt x="1" y="1018"/>
                      <a:pt x="168" y="1520"/>
                    </a:cubicBezTo>
                    <a:cubicBezTo>
                      <a:pt x="281" y="1939"/>
                      <a:pt x="632" y="2119"/>
                      <a:pt x="1002" y="2119"/>
                    </a:cubicBezTo>
                    <a:cubicBezTo>
                      <a:pt x="1139" y="2119"/>
                      <a:pt x="1278" y="2095"/>
                      <a:pt x="1409" y="2049"/>
                    </a:cubicBezTo>
                    <a:lnTo>
                      <a:pt x="1409" y="2049"/>
                    </a:lnTo>
                    <a:cubicBezTo>
                      <a:pt x="1452" y="2103"/>
                      <a:pt x="1513" y="2140"/>
                      <a:pt x="1584" y="2140"/>
                    </a:cubicBezTo>
                    <a:cubicBezTo>
                      <a:pt x="1627" y="2140"/>
                      <a:pt x="1674" y="2126"/>
                      <a:pt x="1722" y="2094"/>
                    </a:cubicBezTo>
                    <a:cubicBezTo>
                      <a:pt x="2165" y="1777"/>
                      <a:pt x="2254" y="1241"/>
                      <a:pt x="2113" y="791"/>
                    </a:cubicBezTo>
                    <a:lnTo>
                      <a:pt x="2113" y="791"/>
                    </a:lnTo>
                    <a:cubicBezTo>
                      <a:pt x="2091" y="705"/>
                      <a:pt x="2057" y="621"/>
                      <a:pt x="2009" y="540"/>
                    </a:cubicBezTo>
                    <a:cubicBezTo>
                      <a:pt x="2000" y="527"/>
                      <a:pt x="1991" y="513"/>
                      <a:pt x="1981" y="501"/>
                    </a:cubicBezTo>
                    <a:lnTo>
                      <a:pt x="1981" y="501"/>
                    </a:lnTo>
                    <a:cubicBezTo>
                      <a:pt x="1804" y="208"/>
                      <a:pt x="1515" y="1"/>
                      <a:pt x="116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2"/>
              <p:cNvSpPr/>
              <p:nvPr/>
            </p:nvSpPr>
            <p:spPr>
              <a:xfrm>
                <a:off x="6414100" y="4463125"/>
                <a:ext cx="46725" cy="40500"/>
              </a:xfrm>
              <a:custGeom>
                <a:avLst/>
                <a:gdLst/>
                <a:ahLst/>
                <a:cxnLst/>
                <a:rect l="l" t="t" r="r" b="b"/>
                <a:pathLst>
                  <a:path w="1869" h="1620" extrusionOk="0">
                    <a:moveTo>
                      <a:pt x="824" y="0"/>
                    </a:moveTo>
                    <a:cubicBezTo>
                      <a:pt x="466" y="0"/>
                      <a:pt x="182" y="304"/>
                      <a:pt x="76" y="652"/>
                    </a:cubicBezTo>
                    <a:lnTo>
                      <a:pt x="76" y="652"/>
                    </a:lnTo>
                    <a:cubicBezTo>
                      <a:pt x="58" y="699"/>
                      <a:pt x="46" y="749"/>
                      <a:pt x="42" y="800"/>
                    </a:cubicBezTo>
                    <a:lnTo>
                      <a:pt x="42" y="800"/>
                    </a:lnTo>
                    <a:cubicBezTo>
                      <a:pt x="0" y="1069"/>
                      <a:pt x="69" y="1343"/>
                      <a:pt x="291" y="1510"/>
                    </a:cubicBezTo>
                    <a:cubicBezTo>
                      <a:pt x="402" y="1586"/>
                      <a:pt x="527" y="1619"/>
                      <a:pt x="652" y="1619"/>
                    </a:cubicBezTo>
                    <a:cubicBezTo>
                      <a:pt x="823" y="1619"/>
                      <a:pt x="996" y="1558"/>
                      <a:pt x="1145" y="1459"/>
                    </a:cubicBezTo>
                    <a:lnTo>
                      <a:pt x="1145" y="1459"/>
                    </a:lnTo>
                    <a:lnTo>
                      <a:pt x="1271" y="1605"/>
                    </a:lnTo>
                    <a:cubicBezTo>
                      <a:pt x="1869" y="1223"/>
                      <a:pt x="1606" y="51"/>
                      <a:pt x="888" y="4"/>
                    </a:cubicBezTo>
                    <a:cubicBezTo>
                      <a:pt x="867" y="1"/>
                      <a:pt x="845" y="0"/>
                      <a:pt x="8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2"/>
              <p:cNvSpPr/>
              <p:nvPr/>
            </p:nvSpPr>
            <p:spPr>
              <a:xfrm>
                <a:off x="6405825" y="4456700"/>
                <a:ext cx="56400" cy="53150"/>
              </a:xfrm>
              <a:custGeom>
                <a:avLst/>
                <a:gdLst/>
                <a:ahLst/>
                <a:cxnLst/>
                <a:rect l="l" t="t" r="r" b="b"/>
                <a:pathLst>
                  <a:path w="2256" h="2126" extrusionOk="0">
                    <a:moveTo>
                      <a:pt x="1241" y="669"/>
                    </a:moveTo>
                    <a:cubicBezTo>
                      <a:pt x="1402" y="669"/>
                      <a:pt x="1560" y="748"/>
                      <a:pt x="1626" y="930"/>
                    </a:cubicBezTo>
                    <a:cubicBezTo>
                      <a:pt x="1640" y="965"/>
                      <a:pt x="1648" y="1000"/>
                      <a:pt x="1649" y="1035"/>
                    </a:cubicBezTo>
                    <a:lnTo>
                      <a:pt x="1649" y="1035"/>
                    </a:lnTo>
                    <a:cubicBezTo>
                      <a:pt x="1565" y="815"/>
                      <a:pt x="1339" y="711"/>
                      <a:pt x="1109" y="711"/>
                    </a:cubicBezTo>
                    <a:cubicBezTo>
                      <a:pt x="1081" y="711"/>
                      <a:pt x="1054" y="712"/>
                      <a:pt x="1027" y="715"/>
                    </a:cubicBezTo>
                    <a:lnTo>
                      <a:pt x="1027" y="715"/>
                    </a:lnTo>
                    <a:cubicBezTo>
                      <a:pt x="1027" y="715"/>
                      <a:pt x="1028" y="715"/>
                      <a:pt x="1028" y="715"/>
                    </a:cubicBezTo>
                    <a:cubicBezTo>
                      <a:pt x="1095" y="685"/>
                      <a:pt x="1168" y="669"/>
                      <a:pt x="1241" y="669"/>
                    </a:cubicBezTo>
                    <a:close/>
                    <a:moveTo>
                      <a:pt x="1176" y="1"/>
                    </a:moveTo>
                    <a:cubicBezTo>
                      <a:pt x="1033" y="1"/>
                      <a:pt x="878" y="37"/>
                      <a:pt x="717" y="117"/>
                    </a:cubicBezTo>
                    <a:cubicBezTo>
                      <a:pt x="215" y="356"/>
                      <a:pt x="0" y="1026"/>
                      <a:pt x="167" y="1528"/>
                    </a:cubicBezTo>
                    <a:cubicBezTo>
                      <a:pt x="296" y="1928"/>
                      <a:pt x="638" y="2114"/>
                      <a:pt x="1001" y="2114"/>
                    </a:cubicBezTo>
                    <a:cubicBezTo>
                      <a:pt x="1139" y="2114"/>
                      <a:pt x="1280" y="2087"/>
                      <a:pt x="1413" y="2035"/>
                    </a:cubicBezTo>
                    <a:lnTo>
                      <a:pt x="1413" y="2035"/>
                    </a:lnTo>
                    <a:cubicBezTo>
                      <a:pt x="1456" y="2089"/>
                      <a:pt x="1518" y="2126"/>
                      <a:pt x="1586" y="2126"/>
                    </a:cubicBezTo>
                    <a:cubicBezTo>
                      <a:pt x="1629" y="2126"/>
                      <a:pt x="1675" y="2111"/>
                      <a:pt x="1721" y="2078"/>
                    </a:cubicBezTo>
                    <a:cubicBezTo>
                      <a:pt x="2170" y="1768"/>
                      <a:pt x="2256" y="1225"/>
                      <a:pt x="2107" y="772"/>
                    </a:cubicBezTo>
                    <a:lnTo>
                      <a:pt x="2107" y="772"/>
                    </a:lnTo>
                    <a:cubicBezTo>
                      <a:pt x="2089" y="708"/>
                      <a:pt x="2064" y="646"/>
                      <a:pt x="2031" y="586"/>
                    </a:cubicBezTo>
                    <a:lnTo>
                      <a:pt x="2031" y="586"/>
                    </a:lnTo>
                    <a:cubicBezTo>
                      <a:pt x="1862" y="250"/>
                      <a:pt x="1555" y="1"/>
                      <a:pt x="117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2"/>
              <p:cNvSpPr/>
              <p:nvPr/>
            </p:nvSpPr>
            <p:spPr>
              <a:xfrm>
                <a:off x="6283450" y="3982625"/>
                <a:ext cx="46475" cy="40725"/>
              </a:xfrm>
              <a:custGeom>
                <a:avLst/>
                <a:gdLst/>
                <a:ahLst/>
                <a:cxnLst/>
                <a:rect l="l" t="t" r="r" b="b"/>
                <a:pathLst>
                  <a:path w="1859" h="1629" extrusionOk="0">
                    <a:moveTo>
                      <a:pt x="810" y="0"/>
                    </a:moveTo>
                    <a:cubicBezTo>
                      <a:pt x="440" y="0"/>
                      <a:pt x="153" y="312"/>
                      <a:pt x="53" y="666"/>
                    </a:cubicBezTo>
                    <a:lnTo>
                      <a:pt x="53" y="666"/>
                    </a:lnTo>
                    <a:cubicBezTo>
                      <a:pt x="15" y="757"/>
                      <a:pt x="0" y="858"/>
                      <a:pt x="15" y="966"/>
                    </a:cubicBezTo>
                    <a:lnTo>
                      <a:pt x="15" y="966"/>
                    </a:lnTo>
                    <a:cubicBezTo>
                      <a:pt x="22" y="1176"/>
                      <a:pt x="104" y="1375"/>
                      <a:pt x="281" y="1508"/>
                    </a:cubicBezTo>
                    <a:cubicBezTo>
                      <a:pt x="397" y="1591"/>
                      <a:pt x="527" y="1628"/>
                      <a:pt x="658" y="1628"/>
                    </a:cubicBezTo>
                    <a:cubicBezTo>
                      <a:pt x="816" y="1628"/>
                      <a:pt x="976" y="1575"/>
                      <a:pt x="1116" y="1486"/>
                    </a:cubicBezTo>
                    <a:lnTo>
                      <a:pt x="1116" y="1486"/>
                    </a:lnTo>
                    <a:lnTo>
                      <a:pt x="1237" y="1627"/>
                    </a:lnTo>
                    <a:cubicBezTo>
                      <a:pt x="1859" y="1245"/>
                      <a:pt x="1596" y="73"/>
                      <a:pt x="855" y="1"/>
                    </a:cubicBezTo>
                    <a:cubicBezTo>
                      <a:pt x="840" y="0"/>
                      <a:pt x="825" y="0"/>
                      <a:pt x="8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2"/>
              <p:cNvSpPr/>
              <p:nvPr/>
            </p:nvSpPr>
            <p:spPr>
              <a:xfrm>
                <a:off x="6274925" y="3976350"/>
                <a:ext cx="556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226" h="2140" extrusionOk="0">
                    <a:moveTo>
                      <a:pt x="1204" y="677"/>
                    </a:moveTo>
                    <a:cubicBezTo>
                      <a:pt x="1385" y="677"/>
                      <a:pt x="1556" y="754"/>
                      <a:pt x="1626" y="946"/>
                    </a:cubicBezTo>
                    <a:cubicBezTo>
                      <a:pt x="1642" y="995"/>
                      <a:pt x="1646" y="1045"/>
                      <a:pt x="1640" y="1094"/>
                    </a:cubicBezTo>
                    <a:lnTo>
                      <a:pt x="1640" y="1094"/>
                    </a:lnTo>
                    <a:cubicBezTo>
                      <a:pt x="1570" y="844"/>
                      <a:pt x="1330" y="727"/>
                      <a:pt x="1089" y="727"/>
                    </a:cubicBezTo>
                    <a:cubicBezTo>
                      <a:pt x="1025" y="727"/>
                      <a:pt x="962" y="735"/>
                      <a:pt x="901" y="751"/>
                    </a:cubicBezTo>
                    <a:lnTo>
                      <a:pt x="901" y="751"/>
                    </a:lnTo>
                    <a:cubicBezTo>
                      <a:pt x="935" y="733"/>
                      <a:pt x="970" y="718"/>
                      <a:pt x="1004" y="707"/>
                    </a:cubicBezTo>
                    <a:cubicBezTo>
                      <a:pt x="1069" y="687"/>
                      <a:pt x="1137" y="677"/>
                      <a:pt x="1204" y="677"/>
                    </a:cubicBezTo>
                    <a:close/>
                    <a:moveTo>
                      <a:pt x="1145" y="1"/>
                    </a:moveTo>
                    <a:cubicBezTo>
                      <a:pt x="1004" y="1"/>
                      <a:pt x="852" y="34"/>
                      <a:pt x="693" y="109"/>
                    </a:cubicBezTo>
                    <a:cubicBezTo>
                      <a:pt x="215" y="348"/>
                      <a:pt x="0" y="1041"/>
                      <a:pt x="144" y="1544"/>
                    </a:cubicBezTo>
                    <a:cubicBezTo>
                      <a:pt x="272" y="1944"/>
                      <a:pt x="625" y="2130"/>
                      <a:pt x="995" y="2130"/>
                    </a:cubicBezTo>
                    <a:cubicBezTo>
                      <a:pt x="1135" y="2130"/>
                      <a:pt x="1277" y="2103"/>
                      <a:pt x="1411" y="2052"/>
                    </a:cubicBezTo>
                    <a:lnTo>
                      <a:pt x="1411" y="2052"/>
                    </a:lnTo>
                    <a:cubicBezTo>
                      <a:pt x="1453" y="2104"/>
                      <a:pt x="1513" y="2140"/>
                      <a:pt x="1583" y="2140"/>
                    </a:cubicBezTo>
                    <a:cubicBezTo>
                      <a:pt x="1626" y="2140"/>
                      <a:pt x="1673" y="2126"/>
                      <a:pt x="1722" y="2093"/>
                    </a:cubicBezTo>
                    <a:cubicBezTo>
                      <a:pt x="2118" y="1813"/>
                      <a:pt x="2225" y="1341"/>
                      <a:pt x="2131" y="916"/>
                    </a:cubicBezTo>
                    <a:lnTo>
                      <a:pt x="2131" y="916"/>
                    </a:lnTo>
                    <a:cubicBezTo>
                      <a:pt x="2117" y="794"/>
                      <a:pt x="2077" y="675"/>
                      <a:pt x="2008" y="563"/>
                    </a:cubicBezTo>
                    <a:cubicBezTo>
                      <a:pt x="1993" y="539"/>
                      <a:pt x="1977" y="515"/>
                      <a:pt x="1960" y="493"/>
                    </a:cubicBezTo>
                    <a:lnTo>
                      <a:pt x="1960" y="493"/>
                    </a:lnTo>
                    <a:cubicBezTo>
                      <a:pt x="1781" y="205"/>
                      <a:pt x="1494" y="1"/>
                      <a:pt x="11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8" name="Google Shape;318;p2"/>
            <p:cNvGrpSpPr/>
            <p:nvPr/>
          </p:nvGrpSpPr>
          <p:grpSpPr>
            <a:xfrm>
              <a:off x="2153219" y="4037381"/>
              <a:ext cx="233550" cy="262875"/>
              <a:chOff x="3332019" y="5513256"/>
              <a:chExt cx="233550" cy="262875"/>
            </a:xfrm>
          </p:grpSpPr>
          <p:sp>
            <p:nvSpPr>
              <p:cNvPr id="319" name="Google Shape;319;p2"/>
              <p:cNvSpPr/>
              <p:nvPr/>
            </p:nvSpPr>
            <p:spPr>
              <a:xfrm rot="5400000">
                <a:off x="3496631" y="5634569"/>
                <a:ext cx="73850" cy="64025"/>
              </a:xfrm>
              <a:custGeom>
                <a:avLst/>
                <a:gdLst/>
                <a:ahLst/>
                <a:cxnLst/>
                <a:rect l="l" t="t" r="r" b="b"/>
                <a:pathLst>
                  <a:path w="2954" h="2561" extrusionOk="0">
                    <a:moveTo>
                      <a:pt x="1615" y="429"/>
                    </a:moveTo>
                    <a:cubicBezTo>
                      <a:pt x="1795" y="429"/>
                      <a:pt x="1984" y="489"/>
                      <a:pt x="2167" y="632"/>
                    </a:cubicBezTo>
                    <a:cubicBezTo>
                      <a:pt x="2777" y="1105"/>
                      <a:pt x="2172" y="2106"/>
                      <a:pt x="1497" y="2106"/>
                    </a:cubicBezTo>
                    <a:cubicBezTo>
                      <a:pt x="1407" y="2106"/>
                      <a:pt x="1316" y="2088"/>
                      <a:pt x="1227" y="2049"/>
                    </a:cubicBezTo>
                    <a:cubicBezTo>
                      <a:pt x="249" y="1565"/>
                      <a:pt x="837" y="429"/>
                      <a:pt x="1615" y="429"/>
                    </a:cubicBezTo>
                    <a:close/>
                    <a:moveTo>
                      <a:pt x="1604" y="0"/>
                    </a:moveTo>
                    <a:cubicBezTo>
                      <a:pt x="1146" y="0"/>
                      <a:pt x="700" y="226"/>
                      <a:pt x="429" y="632"/>
                    </a:cubicBezTo>
                    <a:cubicBezTo>
                      <a:pt x="0" y="1287"/>
                      <a:pt x="334" y="2108"/>
                      <a:pt x="1000" y="2442"/>
                    </a:cubicBezTo>
                    <a:cubicBezTo>
                      <a:pt x="1181" y="2522"/>
                      <a:pt x="1362" y="2560"/>
                      <a:pt x="1535" y="2560"/>
                    </a:cubicBezTo>
                    <a:cubicBezTo>
                      <a:pt x="1977" y="2560"/>
                      <a:pt x="2375" y="2313"/>
                      <a:pt x="2632" y="1894"/>
                    </a:cubicBezTo>
                    <a:cubicBezTo>
                      <a:pt x="2953" y="1370"/>
                      <a:pt x="2929" y="596"/>
                      <a:pt x="2382" y="239"/>
                    </a:cubicBezTo>
                    <a:cubicBezTo>
                      <a:pt x="2140" y="77"/>
                      <a:pt x="1870" y="0"/>
                      <a:pt x="16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2"/>
              <p:cNvSpPr/>
              <p:nvPr/>
            </p:nvSpPr>
            <p:spPr>
              <a:xfrm rot="5400000">
                <a:off x="3409456" y="5717569"/>
                <a:ext cx="64325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2573" h="2112" extrusionOk="0">
                    <a:moveTo>
                      <a:pt x="1416" y="443"/>
                    </a:moveTo>
                    <a:cubicBezTo>
                      <a:pt x="1553" y="443"/>
                      <a:pt x="1686" y="478"/>
                      <a:pt x="1798" y="564"/>
                    </a:cubicBezTo>
                    <a:cubicBezTo>
                      <a:pt x="2084" y="802"/>
                      <a:pt x="1989" y="1231"/>
                      <a:pt x="1763" y="1457"/>
                    </a:cubicBezTo>
                    <a:cubicBezTo>
                      <a:pt x="1622" y="1589"/>
                      <a:pt x="1420" y="1666"/>
                      <a:pt x="1224" y="1666"/>
                    </a:cubicBezTo>
                    <a:cubicBezTo>
                      <a:pt x="1121" y="1666"/>
                      <a:pt x="1019" y="1645"/>
                      <a:pt x="929" y="1600"/>
                    </a:cubicBezTo>
                    <a:cubicBezTo>
                      <a:pt x="477" y="1385"/>
                      <a:pt x="560" y="802"/>
                      <a:pt x="929" y="576"/>
                    </a:cubicBezTo>
                    <a:cubicBezTo>
                      <a:pt x="1074" y="497"/>
                      <a:pt x="1247" y="443"/>
                      <a:pt x="1416" y="443"/>
                    </a:cubicBezTo>
                    <a:close/>
                    <a:moveTo>
                      <a:pt x="1429" y="1"/>
                    </a:moveTo>
                    <a:cubicBezTo>
                      <a:pt x="1175" y="1"/>
                      <a:pt x="914" y="72"/>
                      <a:pt x="703" y="183"/>
                    </a:cubicBezTo>
                    <a:cubicBezTo>
                      <a:pt x="108" y="552"/>
                      <a:pt x="0" y="1254"/>
                      <a:pt x="453" y="1790"/>
                    </a:cubicBezTo>
                    <a:cubicBezTo>
                      <a:pt x="637" y="2018"/>
                      <a:pt x="911" y="2112"/>
                      <a:pt x="1192" y="2112"/>
                    </a:cubicBezTo>
                    <a:cubicBezTo>
                      <a:pt x="1454" y="2112"/>
                      <a:pt x="1722" y="2030"/>
                      <a:pt x="1929" y="1897"/>
                    </a:cubicBezTo>
                    <a:cubicBezTo>
                      <a:pt x="2429" y="1576"/>
                      <a:pt x="2572" y="897"/>
                      <a:pt x="2239" y="397"/>
                    </a:cubicBezTo>
                    <a:cubicBezTo>
                      <a:pt x="2053" y="112"/>
                      <a:pt x="1746" y="1"/>
                      <a:pt x="142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2"/>
              <p:cNvSpPr/>
              <p:nvPr/>
            </p:nvSpPr>
            <p:spPr>
              <a:xfrm rot="5400000">
                <a:off x="3328594" y="5516681"/>
                <a:ext cx="68200" cy="61350"/>
              </a:xfrm>
              <a:custGeom>
                <a:avLst/>
                <a:gdLst/>
                <a:ahLst/>
                <a:cxnLst/>
                <a:rect l="l" t="t" r="r" b="b"/>
                <a:pathLst>
                  <a:path w="2728" h="2454" extrusionOk="0">
                    <a:moveTo>
                      <a:pt x="1430" y="451"/>
                    </a:moveTo>
                    <a:cubicBezTo>
                      <a:pt x="1488" y="451"/>
                      <a:pt x="1548" y="457"/>
                      <a:pt x="1608" y="471"/>
                    </a:cubicBezTo>
                    <a:cubicBezTo>
                      <a:pt x="2430" y="697"/>
                      <a:pt x="2275" y="1912"/>
                      <a:pt x="1454" y="1995"/>
                    </a:cubicBezTo>
                    <a:cubicBezTo>
                      <a:pt x="1425" y="1998"/>
                      <a:pt x="1397" y="1999"/>
                      <a:pt x="1369" y="1999"/>
                    </a:cubicBezTo>
                    <a:cubicBezTo>
                      <a:pt x="908" y="1999"/>
                      <a:pt x="541" y="1634"/>
                      <a:pt x="620" y="1173"/>
                    </a:cubicBezTo>
                    <a:cubicBezTo>
                      <a:pt x="693" y="758"/>
                      <a:pt x="1029" y="451"/>
                      <a:pt x="1430" y="451"/>
                    </a:cubicBezTo>
                    <a:close/>
                    <a:moveTo>
                      <a:pt x="1441" y="0"/>
                    </a:moveTo>
                    <a:cubicBezTo>
                      <a:pt x="833" y="0"/>
                      <a:pt x="346" y="423"/>
                      <a:pt x="191" y="1042"/>
                    </a:cubicBezTo>
                    <a:cubicBezTo>
                      <a:pt x="1" y="1816"/>
                      <a:pt x="596" y="2364"/>
                      <a:pt x="1311" y="2447"/>
                    </a:cubicBezTo>
                    <a:cubicBezTo>
                      <a:pt x="1349" y="2452"/>
                      <a:pt x="1387" y="2454"/>
                      <a:pt x="1424" y="2454"/>
                    </a:cubicBezTo>
                    <a:cubicBezTo>
                      <a:pt x="2002" y="2454"/>
                      <a:pt x="2462" y="1948"/>
                      <a:pt x="2585" y="1412"/>
                    </a:cubicBezTo>
                    <a:cubicBezTo>
                      <a:pt x="2727" y="769"/>
                      <a:pt x="2346" y="209"/>
                      <a:pt x="1727" y="30"/>
                    </a:cubicBezTo>
                    <a:cubicBezTo>
                      <a:pt x="1630" y="10"/>
                      <a:pt x="1534" y="0"/>
                      <a:pt x="14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2" name="Google Shape;322;p2"/>
            <p:cNvGrpSpPr/>
            <p:nvPr/>
          </p:nvGrpSpPr>
          <p:grpSpPr>
            <a:xfrm>
              <a:off x="3768381" y="419906"/>
              <a:ext cx="382400" cy="245575"/>
              <a:chOff x="2294431" y="5364581"/>
              <a:chExt cx="382400" cy="245575"/>
            </a:xfrm>
          </p:grpSpPr>
          <p:sp>
            <p:nvSpPr>
              <p:cNvPr id="323" name="Google Shape;323;p2"/>
              <p:cNvSpPr/>
              <p:nvPr/>
            </p:nvSpPr>
            <p:spPr>
              <a:xfrm rot="5400000">
                <a:off x="2381719" y="5397244"/>
                <a:ext cx="47350" cy="42125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1685" extrusionOk="0">
                    <a:moveTo>
                      <a:pt x="1001" y="446"/>
                    </a:moveTo>
                    <a:cubicBezTo>
                      <a:pt x="1096" y="446"/>
                      <a:pt x="1191" y="470"/>
                      <a:pt x="1263" y="506"/>
                    </a:cubicBezTo>
                    <a:cubicBezTo>
                      <a:pt x="1370" y="577"/>
                      <a:pt x="1429" y="696"/>
                      <a:pt x="1441" y="863"/>
                    </a:cubicBezTo>
                    <a:cubicBezTo>
                      <a:pt x="1441" y="970"/>
                      <a:pt x="1417" y="1053"/>
                      <a:pt x="1358" y="1113"/>
                    </a:cubicBezTo>
                    <a:cubicBezTo>
                      <a:pt x="1282" y="1189"/>
                      <a:pt x="1141" y="1228"/>
                      <a:pt x="994" y="1228"/>
                    </a:cubicBezTo>
                    <a:cubicBezTo>
                      <a:pt x="750" y="1228"/>
                      <a:pt x="487" y="1121"/>
                      <a:pt x="465" y="899"/>
                    </a:cubicBezTo>
                    <a:cubicBezTo>
                      <a:pt x="465" y="791"/>
                      <a:pt x="489" y="696"/>
                      <a:pt x="560" y="625"/>
                    </a:cubicBezTo>
                    <a:cubicBezTo>
                      <a:pt x="655" y="518"/>
                      <a:pt x="822" y="446"/>
                      <a:pt x="1001" y="446"/>
                    </a:cubicBezTo>
                    <a:close/>
                    <a:moveTo>
                      <a:pt x="1004" y="1"/>
                    </a:moveTo>
                    <a:cubicBezTo>
                      <a:pt x="713" y="1"/>
                      <a:pt x="414" y="113"/>
                      <a:pt x="227" y="315"/>
                    </a:cubicBezTo>
                    <a:cubicBezTo>
                      <a:pt x="72" y="494"/>
                      <a:pt x="1" y="696"/>
                      <a:pt x="24" y="934"/>
                    </a:cubicBezTo>
                    <a:cubicBezTo>
                      <a:pt x="72" y="1422"/>
                      <a:pt x="548" y="1684"/>
                      <a:pt x="989" y="1684"/>
                    </a:cubicBezTo>
                    <a:cubicBezTo>
                      <a:pt x="1263" y="1684"/>
                      <a:pt x="1513" y="1589"/>
                      <a:pt x="1679" y="1422"/>
                    </a:cubicBezTo>
                    <a:cubicBezTo>
                      <a:pt x="1822" y="1280"/>
                      <a:pt x="1894" y="1077"/>
                      <a:pt x="1894" y="851"/>
                    </a:cubicBezTo>
                    <a:cubicBezTo>
                      <a:pt x="1882" y="530"/>
                      <a:pt x="1739" y="268"/>
                      <a:pt x="1489" y="125"/>
                    </a:cubicBezTo>
                    <a:cubicBezTo>
                      <a:pt x="1347" y="40"/>
                      <a:pt x="1177" y="1"/>
                      <a:pt x="100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"/>
              <p:cNvSpPr/>
              <p:nvPr/>
            </p:nvSpPr>
            <p:spPr>
              <a:xfrm rot="5400000">
                <a:off x="2478694" y="5367844"/>
                <a:ext cx="71750" cy="65225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2609" extrusionOk="0">
                    <a:moveTo>
                      <a:pt x="1548" y="453"/>
                    </a:moveTo>
                    <a:cubicBezTo>
                      <a:pt x="1869" y="501"/>
                      <a:pt x="2119" y="667"/>
                      <a:pt x="2262" y="941"/>
                    </a:cubicBezTo>
                    <a:cubicBezTo>
                      <a:pt x="2381" y="1144"/>
                      <a:pt x="2405" y="1382"/>
                      <a:pt x="2334" y="1596"/>
                    </a:cubicBezTo>
                    <a:cubicBezTo>
                      <a:pt x="2250" y="1810"/>
                      <a:pt x="2084" y="1977"/>
                      <a:pt x="1834" y="2084"/>
                    </a:cubicBezTo>
                    <a:cubicBezTo>
                      <a:pt x="1715" y="2132"/>
                      <a:pt x="1584" y="2168"/>
                      <a:pt x="1453" y="2168"/>
                    </a:cubicBezTo>
                    <a:cubicBezTo>
                      <a:pt x="1048" y="2156"/>
                      <a:pt x="679" y="1918"/>
                      <a:pt x="560" y="1560"/>
                    </a:cubicBezTo>
                    <a:cubicBezTo>
                      <a:pt x="476" y="1322"/>
                      <a:pt x="512" y="1084"/>
                      <a:pt x="655" y="870"/>
                    </a:cubicBezTo>
                    <a:cubicBezTo>
                      <a:pt x="834" y="608"/>
                      <a:pt x="1143" y="453"/>
                      <a:pt x="1441" y="453"/>
                    </a:cubicBezTo>
                    <a:close/>
                    <a:moveTo>
                      <a:pt x="1432" y="0"/>
                    </a:moveTo>
                    <a:cubicBezTo>
                      <a:pt x="981" y="0"/>
                      <a:pt x="549" y="239"/>
                      <a:pt x="286" y="608"/>
                    </a:cubicBezTo>
                    <a:cubicBezTo>
                      <a:pt x="60" y="941"/>
                      <a:pt x="0" y="1346"/>
                      <a:pt x="131" y="1715"/>
                    </a:cubicBezTo>
                    <a:cubicBezTo>
                      <a:pt x="322" y="2251"/>
                      <a:pt x="857" y="2608"/>
                      <a:pt x="1453" y="2608"/>
                    </a:cubicBezTo>
                    <a:cubicBezTo>
                      <a:pt x="1643" y="2608"/>
                      <a:pt x="1834" y="2572"/>
                      <a:pt x="2012" y="2501"/>
                    </a:cubicBezTo>
                    <a:cubicBezTo>
                      <a:pt x="2477" y="2299"/>
                      <a:pt x="2667" y="1977"/>
                      <a:pt x="2750" y="1739"/>
                    </a:cubicBezTo>
                    <a:cubicBezTo>
                      <a:pt x="2869" y="1418"/>
                      <a:pt x="2834" y="1048"/>
                      <a:pt x="2667" y="727"/>
                    </a:cubicBezTo>
                    <a:cubicBezTo>
                      <a:pt x="2453" y="334"/>
                      <a:pt x="2072" y="72"/>
                      <a:pt x="1607" y="13"/>
                    </a:cubicBezTo>
                    <a:cubicBezTo>
                      <a:pt x="1549" y="4"/>
                      <a:pt x="1490" y="0"/>
                      <a:pt x="14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"/>
              <p:cNvSpPr/>
              <p:nvPr/>
            </p:nvSpPr>
            <p:spPr>
              <a:xfrm rot="5400000">
                <a:off x="2621656" y="5554981"/>
                <a:ext cx="5687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275" h="2139" extrusionOk="0">
                    <a:moveTo>
                      <a:pt x="1025" y="448"/>
                    </a:moveTo>
                    <a:cubicBezTo>
                      <a:pt x="1215" y="448"/>
                      <a:pt x="1441" y="603"/>
                      <a:pt x="1584" y="817"/>
                    </a:cubicBezTo>
                    <a:cubicBezTo>
                      <a:pt x="1632" y="889"/>
                      <a:pt x="1870" y="1281"/>
                      <a:pt x="1560" y="1520"/>
                    </a:cubicBezTo>
                    <a:cubicBezTo>
                      <a:pt x="1417" y="1639"/>
                      <a:pt x="1275" y="1698"/>
                      <a:pt x="1144" y="1698"/>
                    </a:cubicBezTo>
                    <a:cubicBezTo>
                      <a:pt x="846" y="1698"/>
                      <a:pt x="620" y="1436"/>
                      <a:pt x="560" y="1174"/>
                    </a:cubicBezTo>
                    <a:cubicBezTo>
                      <a:pt x="525" y="1043"/>
                      <a:pt x="477" y="698"/>
                      <a:pt x="858" y="496"/>
                    </a:cubicBezTo>
                    <a:cubicBezTo>
                      <a:pt x="906" y="460"/>
                      <a:pt x="965" y="448"/>
                      <a:pt x="1025" y="448"/>
                    </a:cubicBezTo>
                    <a:close/>
                    <a:moveTo>
                      <a:pt x="1010" y="1"/>
                    </a:moveTo>
                    <a:cubicBezTo>
                      <a:pt x="881" y="1"/>
                      <a:pt x="756" y="30"/>
                      <a:pt x="644" y="91"/>
                    </a:cubicBezTo>
                    <a:cubicBezTo>
                      <a:pt x="191" y="341"/>
                      <a:pt x="1" y="793"/>
                      <a:pt x="120" y="1293"/>
                    </a:cubicBezTo>
                    <a:cubicBezTo>
                      <a:pt x="251" y="1793"/>
                      <a:pt x="667" y="2139"/>
                      <a:pt x="1144" y="2139"/>
                    </a:cubicBezTo>
                    <a:cubicBezTo>
                      <a:pt x="1382" y="2139"/>
                      <a:pt x="1620" y="2055"/>
                      <a:pt x="1834" y="1877"/>
                    </a:cubicBezTo>
                    <a:cubicBezTo>
                      <a:pt x="2227" y="1567"/>
                      <a:pt x="2275" y="1043"/>
                      <a:pt x="1965" y="567"/>
                    </a:cubicBezTo>
                    <a:cubicBezTo>
                      <a:pt x="1731" y="211"/>
                      <a:pt x="1357" y="1"/>
                      <a:pt x="10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"/>
              <p:cNvSpPr/>
              <p:nvPr/>
            </p:nvSpPr>
            <p:spPr>
              <a:xfrm rot="5400000">
                <a:off x="2290131" y="5426031"/>
                <a:ext cx="108650" cy="100050"/>
              </a:xfrm>
              <a:custGeom>
                <a:avLst/>
                <a:gdLst/>
                <a:ahLst/>
                <a:cxnLst/>
                <a:rect l="l" t="t" r="r" b="b"/>
                <a:pathLst>
                  <a:path w="4346" h="4002" extrusionOk="0">
                    <a:moveTo>
                      <a:pt x="2167" y="453"/>
                    </a:moveTo>
                    <a:cubicBezTo>
                      <a:pt x="2953" y="453"/>
                      <a:pt x="3893" y="1132"/>
                      <a:pt x="3893" y="1977"/>
                    </a:cubicBezTo>
                    <a:cubicBezTo>
                      <a:pt x="3893" y="3132"/>
                      <a:pt x="3143" y="3549"/>
                      <a:pt x="2500" y="3549"/>
                    </a:cubicBezTo>
                    <a:cubicBezTo>
                      <a:pt x="1953" y="3549"/>
                      <a:pt x="1226" y="3251"/>
                      <a:pt x="822" y="2429"/>
                    </a:cubicBezTo>
                    <a:cubicBezTo>
                      <a:pt x="512" y="1787"/>
                      <a:pt x="929" y="1036"/>
                      <a:pt x="1465" y="667"/>
                    </a:cubicBezTo>
                    <a:cubicBezTo>
                      <a:pt x="1667" y="524"/>
                      <a:pt x="1905" y="453"/>
                      <a:pt x="2167" y="453"/>
                    </a:cubicBezTo>
                    <a:close/>
                    <a:moveTo>
                      <a:pt x="2167" y="1"/>
                    </a:moveTo>
                    <a:cubicBezTo>
                      <a:pt x="1810" y="1"/>
                      <a:pt x="1488" y="108"/>
                      <a:pt x="1215" y="286"/>
                    </a:cubicBezTo>
                    <a:cubicBezTo>
                      <a:pt x="500" y="786"/>
                      <a:pt x="0" y="1739"/>
                      <a:pt x="417" y="2620"/>
                    </a:cubicBezTo>
                    <a:cubicBezTo>
                      <a:pt x="834" y="3477"/>
                      <a:pt x="1619" y="4001"/>
                      <a:pt x="2500" y="4001"/>
                    </a:cubicBezTo>
                    <a:cubicBezTo>
                      <a:pt x="3417" y="4001"/>
                      <a:pt x="4346" y="3370"/>
                      <a:pt x="4346" y="1977"/>
                    </a:cubicBezTo>
                    <a:cubicBezTo>
                      <a:pt x="4346" y="846"/>
                      <a:pt x="3191" y="1"/>
                      <a:pt x="21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7" name="Google Shape;327;p2"/>
            <p:cNvGrpSpPr/>
            <p:nvPr/>
          </p:nvGrpSpPr>
          <p:grpSpPr>
            <a:xfrm>
              <a:off x="8038650" y="3466650"/>
              <a:ext cx="520025" cy="392800"/>
              <a:chOff x="5486025" y="2178950"/>
              <a:chExt cx="520025" cy="392800"/>
            </a:xfrm>
          </p:grpSpPr>
          <p:sp>
            <p:nvSpPr>
              <p:cNvPr id="328" name="Google Shape;328;p2"/>
              <p:cNvSpPr/>
              <p:nvPr/>
            </p:nvSpPr>
            <p:spPr>
              <a:xfrm>
                <a:off x="5874750" y="2493450"/>
                <a:ext cx="88725" cy="78300"/>
              </a:xfrm>
              <a:custGeom>
                <a:avLst/>
                <a:gdLst/>
                <a:ahLst/>
                <a:cxnLst/>
                <a:rect l="l" t="t" r="r" b="b"/>
                <a:pathLst>
                  <a:path w="3549" h="3132" extrusionOk="0">
                    <a:moveTo>
                      <a:pt x="1679" y="453"/>
                    </a:moveTo>
                    <a:cubicBezTo>
                      <a:pt x="2310" y="453"/>
                      <a:pt x="2941" y="953"/>
                      <a:pt x="3049" y="1524"/>
                    </a:cubicBezTo>
                    <a:cubicBezTo>
                      <a:pt x="3108" y="1905"/>
                      <a:pt x="2930" y="2239"/>
                      <a:pt x="2513" y="2501"/>
                    </a:cubicBezTo>
                    <a:cubicBezTo>
                      <a:pt x="2310" y="2620"/>
                      <a:pt x="2108" y="2679"/>
                      <a:pt x="1882" y="2679"/>
                    </a:cubicBezTo>
                    <a:cubicBezTo>
                      <a:pt x="1358" y="2679"/>
                      <a:pt x="822" y="2322"/>
                      <a:pt x="632" y="1834"/>
                    </a:cubicBezTo>
                    <a:cubicBezTo>
                      <a:pt x="548" y="1608"/>
                      <a:pt x="465" y="1167"/>
                      <a:pt x="917" y="762"/>
                    </a:cubicBezTo>
                    <a:cubicBezTo>
                      <a:pt x="1144" y="560"/>
                      <a:pt x="1394" y="453"/>
                      <a:pt x="1679" y="453"/>
                    </a:cubicBezTo>
                    <a:close/>
                    <a:moveTo>
                      <a:pt x="1679" y="0"/>
                    </a:moveTo>
                    <a:cubicBezTo>
                      <a:pt x="1287" y="0"/>
                      <a:pt x="917" y="155"/>
                      <a:pt x="608" y="429"/>
                    </a:cubicBezTo>
                    <a:cubicBezTo>
                      <a:pt x="144" y="858"/>
                      <a:pt x="1" y="1429"/>
                      <a:pt x="215" y="1989"/>
                    </a:cubicBezTo>
                    <a:cubicBezTo>
                      <a:pt x="477" y="2656"/>
                      <a:pt x="1179" y="3132"/>
                      <a:pt x="1882" y="3132"/>
                    </a:cubicBezTo>
                    <a:cubicBezTo>
                      <a:pt x="2191" y="3132"/>
                      <a:pt x="2477" y="3048"/>
                      <a:pt x="2751" y="2882"/>
                    </a:cubicBezTo>
                    <a:cubicBezTo>
                      <a:pt x="3525" y="2394"/>
                      <a:pt x="3549" y="1775"/>
                      <a:pt x="3489" y="1441"/>
                    </a:cubicBezTo>
                    <a:cubicBezTo>
                      <a:pt x="3346" y="667"/>
                      <a:pt x="2525" y="0"/>
                      <a:pt x="16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"/>
              <p:cNvSpPr/>
              <p:nvPr/>
            </p:nvSpPr>
            <p:spPr>
              <a:xfrm>
                <a:off x="5516075" y="2429325"/>
                <a:ext cx="47350" cy="42125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1685" extrusionOk="0">
                    <a:moveTo>
                      <a:pt x="1001" y="446"/>
                    </a:moveTo>
                    <a:cubicBezTo>
                      <a:pt x="1096" y="446"/>
                      <a:pt x="1191" y="470"/>
                      <a:pt x="1263" y="506"/>
                    </a:cubicBezTo>
                    <a:cubicBezTo>
                      <a:pt x="1370" y="577"/>
                      <a:pt x="1429" y="696"/>
                      <a:pt x="1441" y="863"/>
                    </a:cubicBezTo>
                    <a:cubicBezTo>
                      <a:pt x="1441" y="970"/>
                      <a:pt x="1417" y="1053"/>
                      <a:pt x="1358" y="1113"/>
                    </a:cubicBezTo>
                    <a:cubicBezTo>
                      <a:pt x="1282" y="1189"/>
                      <a:pt x="1141" y="1228"/>
                      <a:pt x="994" y="1228"/>
                    </a:cubicBezTo>
                    <a:cubicBezTo>
                      <a:pt x="750" y="1228"/>
                      <a:pt x="487" y="1121"/>
                      <a:pt x="465" y="899"/>
                    </a:cubicBezTo>
                    <a:cubicBezTo>
                      <a:pt x="465" y="791"/>
                      <a:pt x="489" y="696"/>
                      <a:pt x="560" y="625"/>
                    </a:cubicBezTo>
                    <a:cubicBezTo>
                      <a:pt x="655" y="518"/>
                      <a:pt x="822" y="446"/>
                      <a:pt x="1001" y="446"/>
                    </a:cubicBezTo>
                    <a:close/>
                    <a:moveTo>
                      <a:pt x="1004" y="1"/>
                    </a:moveTo>
                    <a:cubicBezTo>
                      <a:pt x="713" y="1"/>
                      <a:pt x="414" y="113"/>
                      <a:pt x="227" y="315"/>
                    </a:cubicBezTo>
                    <a:cubicBezTo>
                      <a:pt x="72" y="494"/>
                      <a:pt x="1" y="696"/>
                      <a:pt x="24" y="934"/>
                    </a:cubicBezTo>
                    <a:cubicBezTo>
                      <a:pt x="72" y="1422"/>
                      <a:pt x="548" y="1684"/>
                      <a:pt x="989" y="1684"/>
                    </a:cubicBezTo>
                    <a:cubicBezTo>
                      <a:pt x="1263" y="1684"/>
                      <a:pt x="1513" y="1589"/>
                      <a:pt x="1679" y="1422"/>
                    </a:cubicBezTo>
                    <a:cubicBezTo>
                      <a:pt x="1822" y="1280"/>
                      <a:pt x="1894" y="1077"/>
                      <a:pt x="1894" y="851"/>
                    </a:cubicBezTo>
                    <a:cubicBezTo>
                      <a:pt x="1882" y="530"/>
                      <a:pt x="1739" y="268"/>
                      <a:pt x="1489" y="125"/>
                    </a:cubicBezTo>
                    <a:cubicBezTo>
                      <a:pt x="1347" y="40"/>
                      <a:pt x="1177" y="1"/>
                      <a:pt x="100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"/>
              <p:cNvSpPr/>
              <p:nvPr/>
            </p:nvSpPr>
            <p:spPr>
              <a:xfrm>
                <a:off x="5486025" y="2308600"/>
                <a:ext cx="71750" cy="65225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2609" extrusionOk="0">
                    <a:moveTo>
                      <a:pt x="1548" y="453"/>
                    </a:moveTo>
                    <a:cubicBezTo>
                      <a:pt x="1869" y="501"/>
                      <a:pt x="2119" y="667"/>
                      <a:pt x="2262" y="941"/>
                    </a:cubicBezTo>
                    <a:cubicBezTo>
                      <a:pt x="2381" y="1144"/>
                      <a:pt x="2405" y="1382"/>
                      <a:pt x="2334" y="1596"/>
                    </a:cubicBezTo>
                    <a:cubicBezTo>
                      <a:pt x="2250" y="1810"/>
                      <a:pt x="2084" y="1977"/>
                      <a:pt x="1834" y="2084"/>
                    </a:cubicBezTo>
                    <a:cubicBezTo>
                      <a:pt x="1715" y="2132"/>
                      <a:pt x="1584" y="2168"/>
                      <a:pt x="1453" y="2168"/>
                    </a:cubicBezTo>
                    <a:cubicBezTo>
                      <a:pt x="1048" y="2156"/>
                      <a:pt x="679" y="1918"/>
                      <a:pt x="560" y="1560"/>
                    </a:cubicBezTo>
                    <a:cubicBezTo>
                      <a:pt x="476" y="1322"/>
                      <a:pt x="512" y="1084"/>
                      <a:pt x="655" y="870"/>
                    </a:cubicBezTo>
                    <a:cubicBezTo>
                      <a:pt x="834" y="608"/>
                      <a:pt x="1143" y="453"/>
                      <a:pt x="1441" y="453"/>
                    </a:cubicBezTo>
                    <a:close/>
                    <a:moveTo>
                      <a:pt x="1432" y="0"/>
                    </a:moveTo>
                    <a:cubicBezTo>
                      <a:pt x="981" y="0"/>
                      <a:pt x="549" y="239"/>
                      <a:pt x="286" y="608"/>
                    </a:cubicBezTo>
                    <a:cubicBezTo>
                      <a:pt x="60" y="941"/>
                      <a:pt x="0" y="1346"/>
                      <a:pt x="131" y="1715"/>
                    </a:cubicBezTo>
                    <a:cubicBezTo>
                      <a:pt x="322" y="2251"/>
                      <a:pt x="857" y="2608"/>
                      <a:pt x="1453" y="2608"/>
                    </a:cubicBezTo>
                    <a:cubicBezTo>
                      <a:pt x="1643" y="2608"/>
                      <a:pt x="1834" y="2572"/>
                      <a:pt x="2012" y="2501"/>
                    </a:cubicBezTo>
                    <a:cubicBezTo>
                      <a:pt x="2477" y="2299"/>
                      <a:pt x="2667" y="1977"/>
                      <a:pt x="2750" y="1739"/>
                    </a:cubicBezTo>
                    <a:cubicBezTo>
                      <a:pt x="2869" y="1418"/>
                      <a:pt x="2834" y="1048"/>
                      <a:pt x="2667" y="727"/>
                    </a:cubicBezTo>
                    <a:cubicBezTo>
                      <a:pt x="2453" y="334"/>
                      <a:pt x="2072" y="72"/>
                      <a:pt x="1607" y="13"/>
                    </a:cubicBezTo>
                    <a:cubicBezTo>
                      <a:pt x="1549" y="4"/>
                      <a:pt x="1490" y="0"/>
                      <a:pt x="14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2"/>
              <p:cNvSpPr/>
              <p:nvPr/>
            </p:nvSpPr>
            <p:spPr>
              <a:xfrm>
                <a:off x="5674725" y="2178950"/>
                <a:ext cx="5687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275" h="2139" extrusionOk="0">
                    <a:moveTo>
                      <a:pt x="1025" y="448"/>
                    </a:moveTo>
                    <a:cubicBezTo>
                      <a:pt x="1215" y="448"/>
                      <a:pt x="1441" y="603"/>
                      <a:pt x="1584" y="817"/>
                    </a:cubicBezTo>
                    <a:cubicBezTo>
                      <a:pt x="1632" y="889"/>
                      <a:pt x="1870" y="1281"/>
                      <a:pt x="1560" y="1520"/>
                    </a:cubicBezTo>
                    <a:cubicBezTo>
                      <a:pt x="1417" y="1639"/>
                      <a:pt x="1275" y="1698"/>
                      <a:pt x="1144" y="1698"/>
                    </a:cubicBezTo>
                    <a:cubicBezTo>
                      <a:pt x="846" y="1698"/>
                      <a:pt x="620" y="1436"/>
                      <a:pt x="560" y="1174"/>
                    </a:cubicBezTo>
                    <a:cubicBezTo>
                      <a:pt x="525" y="1043"/>
                      <a:pt x="477" y="698"/>
                      <a:pt x="858" y="496"/>
                    </a:cubicBezTo>
                    <a:cubicBezTo>
                      <a:pt x="906" y="460"/>
                      <a:pt x="965" y="448"/>
                      <a:pt x="1025" y="448"/>
                    </a:cubicBezTo>
                    <a:close/>
                    <a:moveTo>
                      <a:pt x="1010" y="1"/>
                    </a:moveTo>
                    <a:cubicBezTo>
                      <a:pt x="881" y="1"/>
                      <a:pt x="756" y="30"/>
                      <a:pt x="644" y="91"/>
                    </a:cubicBezTo>
                    <a:cubicBezTo>
                      <a:pt x="191" y="341"/>
                      <a:pt x="1" y="793"/>
                      <a:pt x="120" y="1293"/>
                    </a:cubicBezTo>
                    <a:cubicBezTo>
                      <a:pt x="251" y="1793"/>
                      <a:pt x="667" y="2139"/>
                      <a:pt x="1144" y="2139"/>
                    </a:cubicBezTo>
                    <a:cubicBezTo>
                      <a:pt x="1382" y="2139"/>
                      <a:pt x="1620" y="2055"/>
                      <a:pt x="1834" y="1877"/>
                    </a:cubicBezTo>
                    <a:cubicBezTo>
                      <a:pt x="2227" y="1567"/>
                      <a:pt x="2275" y="1043"/>
                      <a:pt x="1965" y="567"/>
                    </a:cubicBezTo>
                    <a:cubicBezTo>
                      <a:pt x="1731" y="211"/>
                      <a:pt x="1357" y="1"/>
                      <a:pt x="10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"/>
              <p:cNvSpPr/>
              <p:nvPr/>
            </p:nvSpPr>
            <p:spPr>
              <a:xfrm>
                <a:off x="5880700" y="2214775"/>
                <a:ext cx="55100" cy="51300"/>
              </a:xfrm>
              <a:custGeom>
                <a:avLst/>
                <a:gdLst/>
                <a:ahLst/>
                <a:cxnLst/>
                <a:rect l="l" t="t" r="r" b="b"/>
                <a:pathLst>
                  <a:path w="2204" h="2052" extrusionOk="0">
                    <a:moveTo>
                      <a:pt x="1049" y="444"/>
                    </a:moveTo>
                    <a:cubicBezTo>
                      <a:pt x="1120" y="444"/>
                      <a:pt x="1191" y="456"/>
                      <a:pt x="1251" y="480"/>
                    </a:cubicBezTo>
                    <a:cubicBezTo>
                      <a:pt x="1453" y="539"/>
                      <a:pt x="1584" y="634"/>
                      <a:pt x="1656" y="753"/>
                    </a:cubicBezTo>
                    <a:cubicBezTo>
                      <a:pt x="1727" y="908"/>
                      <a:pt x="1703" y="1099"/>
                      <a:pt x="1596" y="1277"/>
                    </a:cubicBezTo>
                    <a:cubicBezTo>
                      <a:pt x="1475" y="1472"/>
                      <a:pt x="1293" y="1584"/>
                      <a:pt x="1106" y="1584"/>
                    </a:cubicBezTo>
                    <a:cubicBezTo>
                      <a:pt x="963" y="1584"/>
                      <a:pt x="816" y="1518"/>
                      <a:pt x="691" y="1372"/>
                    </a:cubicBezTo>
                    <a:cubicBezTo>
                      <a:pt x="537" y="1170"/>
                      <a:pt x="489" y="932"/>
                      <a:pt x="584" y="741"/>
                    </a:cubicBezTo>
                    <a:cubicBezTo>
                      <a:pt x="668" y="551"/>
                      <a:pt x="846" y="444"/>
                      <a:pt x="1049" y="444"/>
                    </a:cubicBezTo>
                    <a:close/>
                    <a:moveTo>
                      <a:pt x="1061" y="1"/>
                    </a:moveTo>
                    <a:cubicBezTo>
                      <a:pt x="676" y="1"/>
                      <a:pt x="337" y="205"/>
                      <a:pt x="179" y="539"/>
                    </a:cubicBezTo>
                    <a:cubicBezTo>
                      <a:pt x="1" y="908"/>
                      <a:pt x="72" y="1325"/>
                      <a:pt x="346" y="1658"/>
                    </a:cubicBezTo>
                    <a:cubicBezTo>
                      <a:pt x="620" y="1980"/>
                      <a:pt x="906" y="2051"/>
                      <a:pt x="1096" y="2051"/>
                    </a:cubicBezTo>
                    <a:cubicBezTo>
                      <a:pt x="1441" y="2051"/>
                      <a:pt x="1775" y="1837"/>
                      <a:pt x="1977" y="1503"/>
                    </a:cubicBezTo>
                    <a:cubicBezTo>
                      <a:pt x="2168" y="1194"/>
                      <a:pt x="2203" y="837"/>
                      <a:pt x="2049" y="551"/>
                    </a:cubicBezTo>
                    <a:cubicBezTo>
                      <a:pt x="1965" y="384"/>
                      <a:pt x="1787" y="170"/>
                      <a:pt x="1394" y="51"/>
                    </a:cubicBezTo>
                    <a:cubicBezTo>
                      <a:pt x="1281" y="17"/>
                      <a:pt x="1169" y="1"/>
                      <a:pt x="10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2"/>
              <p:cNvSpPr/>
              <p:nvPr/>
            </p:nvSpPr>
            <p:spPr>
              <a:xfrm>
                <a:off x="5948875" y="2424450"/>
                <a:ext cx="57175" cy="52050"/>
              </a:xfrm>
              <a:custGeom>
                <a:avLst/>
                <a:gdLst/>
                <a:ahLst/>
                <a:cxnLst/>
                <a:rect l="l" t="t" r="r" b="b"/>
                <a:pathLst>
                  <a:path w="2287" h="2082" extrusionOk="0">
                    <a:moveTo>
                      <a:pt x="1108" y="439"/>
                    </a:moveTo>
                    <a:cubicBezTo>
                      <a:pt x="1215" y="439"/>
                      <a:pt x="1322" y="463"/>
                      <a:pt x="1429" y="510"/>
                    </a:cubicBezTo>
                    <a:cubicBezTo>
                      <a:pt x="1786" y="665"/>
                      <a:pt x="1786" y="939"/>
                      <a:pt x="1751" y="1094"/>
                    </a:cubicBezTo>
                    <a:cubicBezTo>
                      <a:pt x="1691" y="1356"/>
                      <a:pt x="1453" y="1629"/>
                      <a:pt x="1167" y="1629"/>
                    </a:cubicBezTo>
                    <a:cubicBezTo>
                      <a:pt x="1060" y="1629"/>
                      <a:pt x="953" y="1594"/>
                      <a:pt x="846" y="1522"/>
                    </a:cubicBezTo>
                    <a:cubicBezTo>
                      <a:pt x="596" y="1344"/>
                      <a:pt x="488" y="1082"/>
                      <a:pt x="572" y="832"/>
                    </a:cubicBezTo>
                    <a:cubicBezTo>
                      <a:pt x="643" y="594"/>
                      <a:pt x="858" y="439"/>
                      <a:pt x="1108" y="439"/>
                    </a:cubicBezTo>
                    <a:close/>
                    <a:moveTo>
                      <a:pt x="1127" y="0"/>
                    </a:moveTo>
                    <a:cubicBezTo>
                      <a:pt x="673" y="0"/>
                      <a:pt x="275" y="267"/>
                      <a:pt x="143" y="689"/>
                    </a:cubicBezTo>
                    <a:cubicBezTo>
                      <a:pt x="0" y="1141"/>
                      <a:pt x="167" y="1594"/>
                      <a:pt x="596" y="1891"/>
                    </a:cubicBezTo>
                    <a:cubicBezTo>
                      <a:pt x="774" y="2022"/>
                      <a:pt x="965" y="2082"/>
                      <a:pt x="1167" y="2082"/>
                    </a:cubicBezTo>
                    <a:cubicBezTo>
                      <a:pt x="1643" y="2082"/>
                      <a:pt x="2084" y="1701"/>
                      <a:pt x="2191" y="1189"/>
                    </a:cubicBezTo>
                    <a:cubicBezTo>
                      <a:pt x="2286" y="725"/>
                      <a:pt x="2072" y="308"/>
                      <a:pt x="1620" y="105"/>
                    </a:cubicBezTo>
                    <a:cubicBezTo>
                      <a:pt x="1455" y="34"/>
                      <a:pt x="1287" y="0"/>
                      <a:pt x="11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2"/>
              <p:cNvSpPr/>
              <p:nvPr/>
            </p:nvSpPr>
            <p:spPr>
              <a:xfrm>
                <a:off x="5543175" y="2461300"/>
                <a:ext cx="108650" cy="100050"/>
              </a:xfrm>
              <a:custGeom>
                <a:avLst/>
                <a:gdLst/>
                <a:ahLst/>
                <a:cxnLst/>
                <a:rect l="l" t="t" r="r" b="b"/>
                <a:pathLst>
                  <a:path w="4346" h="4002" extrusionOk="0">
                    <a:moveTo>
                      <a:pt x="2167" y="453"/>
                    </a:moveTo>
                    <a:cubicBezTo>
                      <a:pt x="2953" y="453"/>
                      <a:pt x="3893" y="1132"/>
                      <a:pt x="3893" y="1977"/>
                    </a:cubicBezTo>
                    <a:cubicBezTo>
                      <a:pt x="3893" y="3132"/>
                      <a:pt x="3143" y="3549"/>
                      <a:pt x="2500" y="3549"/>
                    </a:cubicBezTo>
                    <a:cubicBezTo>
                      <a:pt x="1953" y="3549"/>
                      <a:pt x="1226" y="3251"/>
                      <a:pt x="822" y="2429"/>
                    </a:cubicBezTo>
                    <a:cubicBezTo>
                      <a:pt x="512" y="1787"/>
                      <a:pt x="929" y="1036"/>
                      <a:pt x="1465" y="667"/>
                    </a:cubicBezTo>
                    <a:cubicBezTo>
                      <a:pt x="1667" y="524"/>
                      <a:pt x="1905" y="453"/>
                      <a:pt x="2167" y="453"/>
                    </a:cubicBezTo>
                    <a:close/>
                    <a:moveTo>
                      <a:pt x="2167" y="1"/>
                    </a:moveTo>
                    <a:cubicBezTo>
                      <a:pt x="1810" y="1"/>
                      <a:pt x="1488" y="108"/>
                      <a:pt x="1215" y="286"/>
                    </a:cubicBezTo>
                    <a:cubicBezTo>
                      <a:pt x="500" y="786"/>
                      <a:pt x="0" y="1739"/>
                      <a:pt x="417" y="2620"/>
                    </a:cubicBezTo>
                    <a:cubicBezTo>
                      <a:pt x="834" y="3477"/>
                      <a:pt x="1619" y="4001"/>
                      <a:pt x="2500" y="4001"/>
                    </a:cubicBezTo>
                    <a:cubicBezTo>
                      <a:pt x="3417" y="4001"/>
                      <a:pt x="4346" y="3370"/>
                      <a:pt x="4346" y="1977"/>
                    </a:cubicBezTo>
                    <a:cubicBezTo>
                      <a:pt x="4346" y="846"/>
                      <a:pt x="3191" y="1"/>
                      <a:pt x="21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5" name="Google Shape;335;p2"/>
            <p:cNvGrpSpPr/>
            <p:nvPr/>
          </p:nvGrpSpPr>
          <p:grpSpPr>
            <a:xfrm>
              <a:off x="5881581" y="665481"/>
              <a:ext cx="382400" cy="245575"/>
              <a:chOff x="2294431" y="5364581"/>
              <a:chExt cx="382400" cy="245575"/>
            </a:xfrm>
          </p:grpSpPr>
          <p:sp>
            <p:nvSpPr>
              <p:cNvPr id="336" name="Google Shape;336;p2"/>
              <p:cNvSpPr/>
              <p:nvPr/>
            </p:nvSpPr>
            <p:spPr>
              <a:xfrm rot="5400000">
                <a:off x="2381719" y="5397244"/>
                <a:ext cx="47350" cy="42125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1685" extrusionOk="0">
                    <a:moveTo>
                      <a:pt x="1001" y="446"/>
                    </a:moveTo>
                    <a:cubicBezTo>
                      <a:pt x="1096" y="446"/>
                      <a:pt x="1191" y="470"/>
                      <a:pt x="1263" y="506"/>
                    </a:cubicBezTo>
                    <a:cubicBezTo>
                      <a:pt x="1370" y="577"/>
                      <a:pt x="1429" y="696"/>
                      <a:pt x="1441" y="863"/>
                    </a:cubicBezTo>
                    <a:cubicBezTo>
                      <a:pt x="1441" y="970"/>
                      <a:pt x="1417" y="1053"/>
                      <a:pt x="1358" y="1113"/>
                    </a:cubicBezTo>
                    <a:cubicBezTo>
                      <a:pt x="1282" y="1189"/>
                      <a:pt x="1141" y="1228"/>
                      <a:pt x="994" y="1228"/>
                    </a:cubicBezTo>
                    <a:cubicBezTo>
                      <a:pt x="750" y="1228"/>
                      <a:pt x="487" y="1121"/>
                      <a:pt x="465" y="899"/>
                    </a:cubicBezTo>
                    <a:cubicBezTo>
                      <a:pt x="465" y="791"/>
                      <a:pt x="489" y="696"/>
                      <a:pt x="560" y="625"/>
                    </a:cubicBezTo>
                    <a:cubicBezTo>
                      <a:pt x="655" y="518"/>
                      <a:pt x="822" y="446"/>
                      <a:pt x="1001" y="446"/>
                    </a:cubicBezTo>
                    <a:close/>
                    <a:moveTo>
                      <a:pt x="1004" y="1"/>
                    </a:moveTo>
                    <a:cubicBezTo>
                      <a:pt x="713" y="1"/>
                      <a:pt x="414" y="113"/>
                      <a:pt x="227" y="315"/>
                    </a:cubicBezTo>
                    <a:cubicBezTo>
                      <a:pt x="72" y="494"/>
                      <a:pt x="1" y="696"/>
                      <a:pt x="24" y="934"/>
                    </a:cubicBezTo>
                    <a:cubicBezTo>
                      <a:pt x="72" y="1422"/>
                      <a:pt x="548" y="1684"/>
                      <a:pt x="989" y="1684"/>
                    </a:cubicBezTo>
                    <a:cubicBezTo>
                      <a:pt x="1263" y="1684"/>
                      <a:pt x="1513" y="1589"/>
                      <a:pt x="1679" y="1422"/>
                    </a:cubicBezTo>
                    <a:cubicBezTo>
                      <a:pt x="1822" y="1280"/>
                      <a:pt x="1894" y="1077"/>
                      <a:pt x="1894" y="851"/>
                    </a:cubicBezTo>
                    <a:cubicBezTo>
                      <a:pt x="1882" y="530"/>
                      <a:pt x="1739" y="268"/>
                      <a:pt x="1489" y="125"/>
                    </a:cubicBezTo>
                    <a:cubicBezTo>
                      <a:pt x="1347" y="40"/>
                      <a:pt x="1177" y="1"/>
                      <a:pt x="100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"/>
              <p:cNvSpPr/>
              <p:nvPr/>
            </p:nvSpPr>
            <p:spPr>
              <a:xfrm rot="5400000">
                <a:off x="2478694" y="5367844"/>
                <a:ext cx="71750" cy="65225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2609" extrusionOk="0">
                    <a:moveTo>
                      <a:pt x="1548" y="453"/>
                    </a:moveTo>
                    <a:cubicBezTo>
                      <a:pt x="1869" y="501"/>
                      <a:pt x="2119" y="667"/>
                      <a:pt x="2262" y="941"/>
                    </a:cubicBezTo>
                    <a:cubicBezTo>
                      <a:pt x="2381" y="1144"/>
                      <a:pt x="2405" y="1382"/>
                      <a:pt x="2334" y="1596"/>
                    </a:cubicBezTo>
                    <a:cubicBezTo>
                      <a:pt x="2250" y="1810"/>
                      <a:pt x="2084" y="1977"/>
                      <a:pt x="1834" y="2084"/>
                    </a:cubicBezTo>
                    <a:cubicBezTo>
                      <a:pt x="1715" y="2132"/>
                      <a:pt x="1584" y="2168"/>
                      <a:pt x="1453" y="2168"/>
                    </a:cubicBezTo>
                    <a:cubicBezTo>
                      <a:pt x="1048" y="2156"/>
                      <a:pt x="679" y="1918"/>
                      <a:pt x="560" y="1560"/>
                    </a:cubicBezTo>
                    <a:cubicBezTo>
                      <a:pt x="476" y="1322"/>
                      <a:pt x="512" y="1084"/>
                      <a:pt x="655" y="870"/>
                    </a:cubicBezTo>
                    <a:cubicBezTo>
                      <a:pt x="834" y="608"/>
                      <a:pt x="1143" y="453"/>
                      <a:pt x="1441" y="453"/>
                    </a:cubicBezTo>
                    <a:close/>
                    <a:moveTo>
                      <a:pt x="1432" y="0"/>
                    </a:moveTo>
                    <a:cubicBezTo>
                      <a:pt x="981" y="0"/>
                      <a:pt x="549" y="239"/>
                      <a:pt x="286" y="608"/>
                    </a:cubicBezTo>
                    <a:cubicBezTo>
                      <a:pt x="60" y="941"/>
                      <a:pt x="0" y="1346"/>
                      <a:pt x="131" y="1715"/>
                    </a:cubicBezTo>
                    <a:cubicBezTo>
                      <a:pt x="322" y="2251"/>
                      <a:pt x="857" y="2608"/>
                      <a:pt x="1453" y="2608"/>
                    </a:cubicBezTo>
                    <a:cubicBezTo>
                      <a:pt x="1643" y="2608"/>
                      <a:pt x="1834" y="2572"/>
                      <a:pt x="2012" y="2501"/>
                    </a:cubicBezTo>
                    <a:cubicBezTo>
                      <a:pt x="2477" y="2299"/>
                      <a:pt x="2667" y="1977"/>
                      <a:pt x="2750" y="1739"/>
                    </a:cubicBezTo>
                    <a:cubicBezTo>
                      <a:pt x="2869" y="1418"/>
                      <a:pt x="2834" y="1048"/>
                      <a:pt x="2667" y="727"/>
                    </a:cubicBezTo>
                    <a:cubicBezTo>
                      <a:pt x="2453" y="334"/>
                      <a:pt x="2072" y="72"/>
                      <a:pt x="1607" y="13"/>
                    </a:cubicBezTo>
                    <a:cubicBezTo>
                      <a:pt x="1549" y="4"/>
                      <a:pt x="1490" y="0"/>
                      <a:pt x="14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"/>
              <p:cNvSpPr/>
              <p:nvPr/>
            </p:nvSpPr>
            <p:spPr>
              <a:xfrm rot="5400000">
                <a:off x="2621656" y="5554981"/>
                <a:ext cx="5687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275" h="2139" extrusionOk="0">
                    <a:moveTo>
                      <a:pt x="1025" y="448"/>
                    </a:moveTo>
                    <a:cubicBezTo>
                      <a:pt x="1215" y="448"/>
                      <a:pt x="1441" y="603"/>
                      <a:pt x="1584" y="817"/>
                    </a:cubicBezTo>
                    <a:cubicBezTo>
                      <a:pt x="1632" y="889"/>
                      <a:pt x="1870" y="1281"/>
                      <a:pt x="1560" y="1520"/>
                    </a:cubicBezTo>
                    <a:cubicBezTo>
                      <a:pt x="1417" y="1639"/>
                      <a:pt x="1275" y="1698"/>
                      <a:pt x="1144" y="1698"/>
                    </a:cubicBezTo>
                    <a:cubicBezTo>
                      <a:pt x="846" y="1698"/>
                      <a:pt x="620" y="1436"/>
                      <a:pt x="560" y="1174"/>
                    </a:cubicBezTo>
                    <a:cubicBezTo>
                      <a:pt x="525" y="1043"/>
                      <a:pt x="477" y="698"/>
                      <a:pt x="858" y="496"/>
                    </a:cubicBezTo>
                    <a:cubicBezTo>
                      <a:pt x="906" y="460"/>
                      <a:pt x="965" y="448"/>
                      <a:pt x="1025" y="448"/>
                    </a:cubicBezTo>
                    <a:close/>
                    <a:moveTo>
                      <a:pt x="1010" y="1"/>
                    </a:moveTo>
                    <a:cubicBezTo>
                      <a:pt x="881" y="1"/>
                      <a:pt x="756" y="30"/>
                      <a:pt x="644" y="91"/>
                    </a:cubicBezTo>
                    <a:cubicBezTo>
                      <a:pt x="191" y="341"/>
                      <a:pt x="1" y="793"/>
                      <a:pt x="120" y="1293"/>
                    </a:cubicBezTo>
                    <a:cubicBezTo>
                      <a:pt x="251" y="1793"/>
                      <a:pt x="667" y="2139"/>
                      <a:pt x="1144" y="2139"/>
                    </a:cubicBezTo>
                    <a:cubicBezTo>
                      <a:pt x="1382" y="2139"/>
                      <a:pt x="1620" y="2055"/>
                      <a:pt x="1834" y="1877"/>
                    </a:cubicBezTo>
                    <a:cubicBezTo>
                      <a:pt x="2227" y="1567"/>
                      <a:pt x="2275" y="1043"/>
                      <a:pt x="1965" y="567"/>
                    </a:cubicBezTo>
                    <a:cubicBezTo>
                      <a:pt x="1731" y="211"/>
                      <a:pt x="1357" y="1"/>
                      <a:pt x="10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2"/>
              <p:cNvSpPr/>
              <p:nvPr/>
            </p:nvSpPr>
            <p:spPr>
              <a:xfrm rot="5400000">
                <a:off x="2290131" y="5426031"/>
                <a:ext cx="108650" cy="100050"/>
              </a:xfrm>
              <a:custGeom>
                <a:avLst/>
                <a:gdLst/>
                <a:ahLst/>
                <a:cxnLst/>
                <a:rect l="l" t="t" r="r" b="b"/>
                <a:pathLst>
                  <a:path w="4346" h="4002" extrusionOk="0">
                    <a:moveTo>
                      <a:pt x="2167" y="453"/>
                    </a:moveTo>
                    <a:cubicBezTo>
                      <a:pt x="2953" y="453"/>
                      <a:pt x="3893" y="1132"/>
                      <a:pt x="3893" y="1977"/>
                    </a:cubicBezTo>
                    <a:cubicBezTo>
                      <a:pt x="3893" y="3132"/>
                      <a:pt x="3143" y="3549"/>
                      <a:pt x="2500" y="3549"/>
                    </a:cubicBezTo>
                    <a:cubicBezTo>
                      <a:pt x="1953" y="3549"/>
                      <a:pt x="1226" y="3251"/>
                      <a:pt x="822" y="2429"/>
                    </a:cubicBezTo>
                    <a:cubicBezTo>
                      <a:pt x="512" y="1787"/>
                      <a:pt x="929" y="1036"/>
                      <a:pt x="1465" y="667"/>
                    </a:cubicBezTo>
                    <a:cubicBezTo>
                      <a:pt x="1667" y="524"/>
                      <a:pt x="1905" y="453"/>
                      <a:pt x="2167" y="453"/>
                    </a:cubicBezTo>
                    <a:close/>
                    <a:moveTo>
                      <a:pt x="2167" y="1"/>
                    </a:moveTo>
                    <a:cubicBezTo>
                      <a:pt x="1810" y="1"/>
                      <a:pt x="1488" y="108"/>
                      <a:pt x="1215" y="286"/>
                    </a:cubicBezTo>
                    <a:cubicBezTo>
                      <a:pt x="500" y="786"/>
                      <a:pt x="0" y="1739"/>
                      <a:pt x="417" y="2620"/>
                    </a:cubicBezTo>
                    <a:cubicBezTo>
                      <a:pt x="834" y="3477"/>
                      <a:pt x="1619" y="4001"/>
                      <a:pt x="2500" y="4001"/>
                    </a:cubicBezTo>
                    <a:cubicBezTo>
                      <a:pt x="3417" y="4001"/>
                      <a:pt x="4346" y="3370"/>
                      <a:pt x="4346" y="1977"/>
                    </a:cubicBezTo>
                    <a:cubicBezTo>
                      <a:pt x="4346" y="846"/>
                      <a:pt x="3191" y="1"/>
                      <a:pt x="21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FFFFFF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rgbClr val="FFFFFF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8" name="Google Shape;348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rgbClr val="434343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"/>
          <p:cNvSpPr txBox="1">
            <a:spLocks noGrp="1"/>
          </p:cNvSpPr>
          <p:nvPr>
            <p:ph type="title"/>
          </p:nvPr>
        </p:nvSpPr>
        <p:spPr>
          <a:xfrm>
            <a:off x="457200" y="419675"/>
            <a:ext cx="8229600" cy="3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FFFFF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3" name="Google Shape;35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rgbClr val="FFFFFF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9" name="Google Shape;35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0" name="Google Shape;36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rgbClr val="FFFFFF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>
            <a:endParaRPr/>
          </a:p>
        </p:txBody>
      </p:sp>
      <p:sp>
        <p:nvSpPr>
          <p:cNvPr id="363" name="Google Shape;36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rgbClr val="FFFFFF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6" name="Google Shape;36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2385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ctr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ctr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ve Ya Like A Sister"/>
              <a:buNone/>
              <a:defRPr sz="3000">
                <a:solidFill>
                  <a:schemeClr val="dk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ve Ya Like A Sister"/>
              <a:buNone/>
              <a:defRPr sz="3000">
                <a:solidFill>
                  <a:schemeClr val="dk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ve Ya Like A Sister"/>
              <a:buNone/>
              <a:defRPr sz="3000">
                <a:solidFill>
                  <a:schemeClr val="dk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ve Ya Like A Sister"/>
              <a:buNone/>
              <a:defRPr sz="3000">
                <a:solidFill>
                  <a:schemeClr val="dk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ve Ya Like A Sister"/>
              <a:buNone/>
              <a:defRPr sz="3000">
                <a:solidFill>
                  <a:schemeClr val="dk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ve Ya Like A Sister"/>
              <a:buNone/>
              <a:defRPr sz="3000">
                <a:solidFill>
                  <a:schemeClr val="dk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ve Ya Like A Sister"/>
              <a:buNone/>
              <a:defRPr sz="3000">
                <a:solidFill>
                  <a:schemeClr val="dk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ve Ya Like A Sister"/>
              <a:buNone/>
              <a:defRPr sz="3000">
                <a:solidFill>
                  <a:schemeClr val="dk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ove Ya Like A Sister"/>
              <a:buNone/>
              <a:defRPr sz="3000">
                <a:solidFill>
                  <a:schemeClr val="dk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tamaran"/>
              <a:buChar char="●"/>
              <a:defRPr sz="15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tamaran"/>
              <a:buChar char="○"/>
              <a:defRPr sz="15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tamaran"/>
              <a:buChar char="■"/>
              <a:defRPr sz="15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tamaran"/>
              <a:buChar char="●"/>
              <a:defRPr sz="15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tamaran"/>
              <a:buChar char="○"/>
              <a:defRPr sz="15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tamaran"/>
              <a:buChar char="■"/>
              <a:defRPr sz="15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tamaran"/>
              <a:buChar char="●"/>
              <a:defRPr sz="15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tamaran"/>
              <a:buChar char="○"/>
              <a:defRPr sz="15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tamaran"/>
              <a:buChar char="■"/>
              <a:defRPr sz="1500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47FCFE-3082-C6E3-A7EB-0673742C3172}"/>
              </a:ext>
            </a:extLst>
          </p:cNvPr>
          <p:cNvSpPr txBox="1"/>
          <p:nvPr userDrawn="1"/>
        </p:nvSpPr>
        <p:spPr>
          <a:xfrm>
            <a:off x="8015786" y="4817527"/>
            <a:ext cx="1110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CCEAD0-4149-4ACD-A3AA-20A6475603D4}" type="slidenum">
              <a:rPr lang="de-AT" smtClean="0">
                <a:solidFill>
                  <a:schemeClr val="bg1">
                    <a:lumMod val="95000"/>
                  </a:schemeClr>
                </a:solidFill>
                <a:latin typeface="Love Ya Like A Sister" panose="02000000000000000000" pitchFamily="2" charset="0"/>
              </a:rPr>
              <a:pPr algn="r"/>
              <a:t>‹#›</a:t>
            </a:fld>
            <a:endParaRPr lang="de-AT" dirty="0">
              <a:solidFill>
                <a:schemeClr val="bg1">
                  <a:lumMod val="95000"/>
                </a:schemeClr>
              </a:solidFill>
              <a:latin typeface="Love Ya Like A Sister" panose="02000000000000000000" pitchFamily="2" charset="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5"/>
          <p:cNvSpPr txBox="1">
            <a:spLocks noGrp="1"/>
          </p:cNvSpPr>
          <p:nvPr>
            <p:ph type="ctrTitle"/>
          </p:nvPr>
        </p:nvSpPr>
        <p:spPr>
          <a:xfrm>
            <a:off x="457200" y="469531"/>
            <a:ext cx="5040900" cy="306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CC66"/>
                </a:solidFill>
              </a:rPr>
              <a:t>Titrations-</a:t>
            </a:r>
            <a:r>
              <a:rPr lang="en-US" dirty="0" err="1">
                <a:solidFill>
                  <a:srgbClr val="FFCC66"/>
                </a:solidFill>
              </a:rPr>
              <a:t>kurve</a:t>
            </a:r>
            <a:br>
              <a:rPr lang="en-US" dirty="0">
                <a:solidFill>
                  <a:srgbClr val="FFCC66"/>
                </a:solidFill>
              </a:rPr>
            </a:br>
            <a:r>
              <a:rPr lang="en-US" dirty="0" err="1">
                <a:solidFill>
                  <a:srgbClr val="FFCC66"/>
                </a:solidFill>
              </a:rPr>
              <a:t>Ergebnisse</a:t>
            </a:r>
            <a:endParaRPr sz="2400" dirty="0">
              <a:solidFill>
                <a:srgbClr val="FFCC66"/>
              </a:solidFill>
            </a:endParaRPr>
          </a:p>
        </p:txBody>
      </p:sp>
      <p:sp>
        <p:nvSpPr>
          <p:cNvPr id="377" name="Google Shape;377;p15"/>
          <p:cNvSpPr txBox="1">
            <a:spLocks noGrp="1"/>
          </p:cNvSpPr>
          <p:nvPr>
            <p:ph type="subTitle" idx="1"/>
          </p:nvPr>
        </p:nvSpPr>
        <p:spPr>
          <a:xfrm>
            <a:off x="457200" y="3478675"/>
            <a:ext cx="5040900" cy="43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Nathalie Sonnleitner, Tim Peko</a:t>
            </a:r>
            <a:br>
              <a:rPr lang="en" sz="1200" dirty="0"/>
            </a:br>
            <a:r>
              <a:rPr lang="en" sz="1200" dirty="0"/>
              <a:t>19.01.2026</a:t>
            </a:r>
            <a:endParaRPr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>
          <a:extLst>
            <a:ext uri="{FF2B5EF4-FFF2-40B4-BE49-F238E27FC236}">
              <a16:creationId xmlns:a16="http://schemas.microsoft.com/office/drawing/2014/main" id="{869978B0-DA04-75D6-B198-B08FA6953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26">
            <a:extLst>
              <a:ext uri="{FF2B5EF4-FFF2-40B4-BE49-F238E27FC236}">
                <a16:creationId xmlns:a16="http://schemas.microsoft.com/office/drawing/2014/main" id="{340468DA-B383-EB32-5D8C-9A201CA617E5}"/>
              </a:ext>
            </a:extLst>
          </p:cNvPr>
          <p:cNvSpPr/>
          <p:nvPr/>
        </p:nvSpPr>
        <p:spPr>
          <a:xfrm rot="5400000">
            <a:off x="391903" y="1813101"/>
            <a:ext cx="2616948" cy="2047746"/>
          </a:xfrm>
          <a:custGeom>
            <a:avLst/>
            <a:gdLst/>
            <a:ahLst/>
            <a:cxnLst/>
            <a:rect l="l" t="t" r="r" b="b"/>
            <a:pathLst>
              <a:path w="327733" h="185863" extrusionOk="0">
                <a:moveTo>
                  <a:pt x="134568" y="1"/>
                </a:moveTo>
                <a:cubicBezTo>
                  <a:pt x="101560" y="1"/>
                  <a:pt x="83599" y="13982"/>
                  <a:pt x="71081" y="25603"/>
                </a:cubicBezTo>
                <a:cubicBezTo>
                  <a:pt x="54162" y="41296"/>
                  <a:pt x="2739" y="85123"/>
                  <a:pt x="1632" y="125413"/>
                </a:cubicBezTo>
                <a:cubicBezTo>
                  <a:pt x="1" y="184028"/>
                  <a:pt x="48912" y="184563"/>
                  <a:pt x="67033" y="184921"/>
                </a:cubicBezTo>
                <a:cubicBezTo>
                  <a:pt x="82420" y="185222"/>
                  <a:pt x="104246" y="185863"/>
                  <a:pt x="128143" y="185863"/>
                </a:cubicBezTo>
                <a:cubicBezTo>
                  <a:pt x="174049" y="185863"/>
                  <a:pt x="227598" y="183499"/>
                  <a:pt x="257831" y="171824"/>
                </a:cubicBezTo>
                <a:cubicBezTo>
                  <a:pt x="271690" y="166478"/>
                  <a:pt x="290573" y="152178"/>
                  <a:pt x="307885" y="122080"/>
                </a:cubicBezTo>
                <a:cubicBezTo>
                  <a:pt x="327732" y="87563"/>
                  <a:pt x="320208" y="56667"/>
                  <a:pt x="286406" y="38200"/>
                </a:cubicBezTo>
                <a:cubicBezTo>
                  <a:pt x="252604" y="19734"/>
                  <a:pt x="184476" y="5887"/>
                  <a:pt x="154175" y="1493"/>
                </a:cubicBezTo>
                <a:cubicBezTo>
                  <a:pt x="147100" y="465"/>
                  <a:pt x="140584" y="1"/>
                  <a:pt x="1345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0" name="Google Shape;1120;p26">
            <a:extLst>
              <a:ext uri="{FF2B5EF4-FFF2-40B4-BE49-F238E27FC236}">
                <a16:creationId xmlns:a16="http://schemas.microsoft.com/office/drawing/2014/main" id="{6D413D7A-D930-A59A-BC5B-B5728919DB31}"/>
              </a:ext>
            </a:extLst>
          </p:cNvPr>
          <p:cNvGrpSpPr/>
          <p:nvPr/>
        </p:nvGrpSpPr>
        <p:grpSpPr>
          <a:xfrm rot="-5400000">
            <a:off x="2661322" y="1687046"/>
            <a:ext cx="462735" cy="457349"/>
            <a:chOff x="6152895" y="3723620"/>
            <a:chExt cx="692718" cy="684655"/>
          </a:xfrm>
        </p:grpSpPr>
        <p:sp>
          <p:nvSpPr>
            <p:cNvPr id="1121" name="Google Shape;1121;p26">
              <a:extLst>
                <a:ext uri="{FF2B5EF4-FFF2-40B4-BE49-F238E27FC236}">
                  <a16:creationId xmlns:a16="http://schemas.microsoft.com/office/drawing/2014/main" id="{5F061BB3-30D4-D31E-29E4-108BD7AB9997}"/>
                </a:ext>
              </a:extLst>
            </p:cNvPr>
            <p:cNvSpPr/>
            <p:nvPr/>
          </p:nvSpPr>
          <p:spPr>
            <a:xfrm rot="540967">
              <a:off x="6194320" y="3767843"/>
              <a:ext cx="609868" cy="576758"/>
            </a:xfrm>
            <a:custGeom>
              <a:avLst/>
              <a:gdLst/>
              <a:ahLst/>
              <a:cxnLst/>
              <a:rect l="l" t="t" r="r" b="b"/>
              <a:pathLst>
                <a:path w="16117" h="15242" extrusionOk="0">
                  <a:moveTo>
                    <a:pt x="485" y="1"/>
                  </a:moveTo>
                  <a:cubicBezTo>
                    <a:pt x="230" y="1"/>
                    <a:pt x="0" y="321"/>
                    <a:pt x="240" y="535"/>
                  </a:cubicBezTo>
                  <a:cubicBezTo>
                    <a:pt x="5644" y="5038"/>
                    <a:pt x="10714" y="9908"/>
                    <a:pt x="15451" y="15145"/>
                  </a:cubicBezTo>
                  <a:cubicBezTo>
                    <a:pt x="15512" y="15213"/>
                    <a:pt x="15583" y="15242"/>
                    <a:pt x="15653" y="15242"/>
                  </a:cubicBezTo>
                  <a:cubicBezTo>
                    <a:pt x="15891" y="15242"/>
                    <a:pt x="16117" y="14910"/>
                    <a:pt x="15885" y="14678"/>
                  </a:cubicBezTo>
                  <a:cubicBezTo>
                    <a:pt x="11148" y="9474"/>
                    <a:pt x="6078" y="4604"/>
                    <a:pt x="674" y="68"/>
                  </a:cubicBezTo>
                  <a:cubicBezTo>
                    <a:pt x="614" y="21"/>
                    <a:pt x="549" y="1"/>
                    <a:pt x="485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6">
              <a:extLst>
                <a:ext uri="{FF2B5EF4-FFF2-40B4-BE49-F238E27FC236}">
                  <a16:creationId xmlns:a16="http://schemas.microsoft.com/office/drawing/2014/main" id="{1F957683-2471-8C68-A74E-CF96BD72FB04}"/>
                </a:ext>
              </a:extLst>
            </p:cNvPr>
            <p:cNvSpPr/>
            <p:nvPr/>
          </p:nvSpPr>
          <p:spPr>
            <a:xfrm rot="540967">
              <a:off x="6623512" y="4212057"/>
              <a:ext cx="162069" cy="184659"/>
            </a:xfrm>
            <a:custGeom>
              <a:avLst/>
              <a:gdLst/>
              <a:ahLst/>
              <a:cxnLst/>
              <a:rect l="l" t="t" r="r" b="b"/>
              <a:pathLst>
                <a:path w="4283" h="4880" extrusionOk="0">
                  <a:moveTo>
                    <a:pt x="3870" y="1"/>
                  </a:moveTo>
                  <a:cubicBezTo>
                    <a:pt x="3715" y="1"/>
                    <a:pt x="3565" y="101"/>
                    <a:pt x="3582" y="301"/>
                  </a:cubicBezTo>
                  <a:cubicBezTo>
                    <a:pt x="3644" y="1615"/>
                    <a:pt x="3590" y="2929"/>
                    <a:pt x="3362" y="4215"/>
                  </a:cubicBezTo>
                  <a:lnTo>
                    <a:pt x="3362" y="4215"/>
                  </a:lnTo>
                  <a:cubicBezTo>
                    <a:pt x="2413" y="4067"/>
                    <a:pt x="1466" y="3922"/>
                    <a:pt x="546" y="3803"/>
                  </a:cubicBezTo>
                  <a:cubicBezTo>
                    <a:pt x="525" y="3800"/>
                    <a:pt x="505" y="3798"/>
                    <a:pt x="485" y="3798"/>
                  </a:cubicBezTo>
                  <a:cubicBezTo>
                    <a:pt x="130" y="3798"/>
                    <a:pt x="0" y="4341"/>
                    <a:pt x="380" y="4404"/>
                  </a:cubicBezTo>
                  <a:cubicBezTo>
                    <a:pt x="1414" y="4537"/>
                    <a:pt x="2481" y="4704"/>
                    <a:pt x="3548" y="4871"/>
                  </a:cubicBezTo>
                  <a:cubicBezTo>
                    <a:pt x="3570" y="4876"/>
                    <a:pt x="3594" y="4879"/>
                    <a:pt x="3618" y="4879"/>
                  </a:cubicBezTo>
                  <a:cubicBezTo>
                    <a:pt x="3742" y="4879"/>
                    <a:pt x="3887" y="4805"/>
                    <a:pt x="3915" y="4637"/>
                  </a:cubicBezTo>
                  <a:cubicBezTo>
                    <a:pt x="4182" y="3203"/>
                    <a:pt x="4282" y="1769"/>
                    <a:pt x="4182" y="301"/>
                  </a:cubicBezTo>
                  <a:cubicBezTo>
                    <a:pt x="4182" y="101"/>
                    <a:pt x="4024" y="1"/>
                    <a:pt x="387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3" name="Google Shape;1123;p26">
            <a:extLst>
              <a:ext uri="{FF2B5EF4-FFF2-40B4-BE49-F238E27FC236}">
                <a16:creationId xmlns:a16="http://schemas.microsoft.com/office/drawing/2014/main" id="{FC7C0448-46E8-43BE-B0EB-95086188C2EB}"/>
              </a:ext>
            </a:extLst>
          </p:cNvPr>
          <p:cNvGrpSpPr/>
          <p:nvPr/>
        </p:nvGrpSpPr>
        <p:grpSpPr>
          <a:xfrm rot="-8779881">
            <a:off x="2768884" y="2751090"/>
            <a:ext cx="268077" cy="256133"/>
            <a:chOff x="5072449" y="3591321"/>
            <a:chExt cx="401347" cy="383466"/>
          </a:xfrm>
        </p:grpSpPr>
        <p:sp>
          <p:nvSpPr>
            <p:cNvPr id="1124" name="Google Shape;1124;p26">
              <a:extLst>
                <a:ext uri="{FF2B5EF4-FFF2-40B4-BE49-F238E27FC236}">
                  <a16:creationId xmlns:a16="http://schemas.microsoft.com/office/drawing/2014/main" id="{51EB6202-561C-27D2-03FE-04CE3383AB00}"/>
                </a:ext>
              </a:extLst>
            </p:cNvPr>
            <p:cNvSpPr/>
            <p:nvPr/>
          </p:nvSpPr>
          <p:spPr>
            <a:xfrm rot="540967">
              <a:off x="5106440" y="3616161"/>
              <a:ext cx="343323" cy="333787"/>
            </a:xfrm>
            <a:custGeom>
              <a:avLst/>
              <a:gdLst/>
              <a:ahLst/>
              <a:cxnLst/>
              <a:rect l="l" t="t" r="r" b="b"/>
              <a:pathLst>
                <a:path w="9073" h="8821" extrusionOk="0">
                  <a:moveTo>
                    <a:pt x="8624" y="0"/>
                  </a:moveTo>
                  <a:cubicBezTo>
                    <a:pt x="8551" y="0"/>
                    <a:pt x="8476" y="29"/>
                    <a:pt x="8407" y="97"/>
                  </a:cubicBezTo>
                  <a:lnTo>
                    <a:pt x="235" y="8303"/>
                  </a:lnTo>
                  <a:cubicBezTo>
                    <a:pt x="1" y="8511"/>
                    <a:pt x="212" y="8820"/>
                    <a:pt x="459" y="8820"/>
                  </a:cubicBezTo>
                  <a:cubicBezTo>
                    <a:pt x="529" y="8820"/>
                    <a:pt x="602" y="8796"/>
                    <a:pt x="668" y="8737"/>
                  </a:cubicBezTo>
                  <a:lnTo>
                    <a:pt x="8841" y="531"/>
                  </a:lnTo>
                  <a:cubicBezTo>
                    <a:pt x="9072" y="325"/>
                    <a:pt x="8867" y="0"/>
                    <a:pt x="862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26">
              <a:extLst>
                <a:ext uri="{FF2B5EF4-FFF2-40B4-BE49-F238E27FC236}">
                  <a16:creationId xmlns:a16="http://schemas.microsoft.com/office/drawing/2014/main" id="{9902E53F-25B4-3837-BFD1-6CA8C57B28A0}"/>
                </a:ext>
              </a:extLst>
            </p:cNvPr>
            <p:cNvSpPr/>
            <p:nvPr/>
          </p:nvSpPr>
          <p:spPr>
            <a:xfrm rot="540967">
              <a:off x="5081734" y="3813818"/>
              <a:ext cx="195028" cy="133878"/>
            </a:xfrm>
            <a:custGeom>
              <a:avLst/>
              <a:gdLst/>
              <a:ahLst/>
              <a:cxnLst/>
              <a:rect l="l" t="t" r="r" b="b"/>
              <a:pathLst>
                <a:path w="5154" h="3538" extrusionOk="0">
                  <a:moveTo>
                    <a:pt x="296" y="0"/>
                  </a:moveTo>
                  <a:cubicBezTo>
                    <a:pt x="142" y="0"/>
                    <a:pt x="0" y="100"/>
                    <a:pt x="17" y="300"/>
                  </a:cubicBezTo>
                  <a:cubicBezTo>
                    <a:pt x="117" y="1334"/>
                    <a:pt x="351" y="2335"/>
                    <a:pt x="684" y="3303"/>
                  </a:cubicBezTo>
                  <a:cubicBezTo>
                    <a:pt x="751" y="3436"/>
                    <a:pt x="851" y="3536"/>
                    <a:pt x="984" y="3536"/>
                  </a:cubicBezTo>
                  <a:lnTo>
                    <a:pt x="4754" y="3536"/>
                  </a:lnTo>
                  <a:cubicBezTo>
                    <a:pt x="4764" y="3537"/>
                    <a:pt x="4774" y="3537"/>
                    <a:pt x="4784" y="3537"/>
                  </a:cubicBezTo>
                  <a:cubicBezTo>
                    <a:pt x="5154" y="3537"/>
                    <a:pt x="5144" y="2936"/>
                    <a:pt x="4754" y="2936"/>
                  </a:cubicBezTo>
                  <a:lnTo>
                    <a:pt x="1212" y="2904"/>
                  </a:lnTo>
                  <a:lnTo>
                    <a:pt x="1212" y="2904"/>
                  </a:lnTo>
                  <a:cubicBezTo>
                    <a:pt x="947" y="2047"/>
                    <a:pt x="743" y="1188"/>
                    <a:pt x="651" y="300"/>
                  </a:cubicBezTo>
                  <a:cubicBezTo>
                    <a:pt x="617" y="100"/>
                    <a:pt x="451" y="0"/>
                    <a:pt x="29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6" name="Google Shape;1126;p26">
            <a:extLst>
              <a:ext uri="{FF2B5EF4-FFF2-40B4-BE49-F238E27FC236}">
                <a16:creationId xmlns:a16="http://schemas.microsoft.com/office/drawing/2014/main" id="{6DD3482D-25C2-86C2-94B6-54D02B7C127B}"/>
              </a:ext>
            </a:extLst>
          </p:cNvPr>
          <p:cNvGrpSpPr/>
          <p:nvPr/>
        </p:nvGrpSpPr>
        <p:grpSpPr>
          <a:xfrm rot="-1164689">
            <a:off x="2559912" y="3624218"/>
            <a:ext cx="462715" cy="457329"/>
            <a:chOff x="6152895" y="3723620"/>
            <a:chExt cx="692718" cy="684655"/>
          </a:xfrm>
        </p:grpSpPr>
        <p:sp>
          <p:nvSpPr>
            <p:cNvPr id="1127" name="Google Shape;1127;p26">
              <a:extLst>
                <a:ext uri="{FF2B5EF4-FFF2-40B4-BE49-F238E27FC236}">
                  <a16:creationId xmlns:a16="http://schemas.microsoft.com/office/drawing/2014/main" id="{4614ACA4-3811-B6EF-4075-3A7791E4656F}"/>
                </a:ext>
              </a:extLst>
            </p:cNvPr>
            <p:cNvSpPr/>
            <p:nvPr/>
          </p:nvSpPr>
          <p:spPr>
            <a:xfrm rot="540967">
              <a:off x="6194320" y="3767843"/>
              <a:ext cx="609868" cy="576758"/>
            </a:xfrm>
            <a:custGeom>
              <a:avLst/>
              <a:gdLst/>
              <a:ahLst/>
              <a:cxnLst/>
              <a:rect l="l" t="t" r="r" b="b"/>
              <a:pathLst>
                <a:path w="16117" h="15242" extrusionOk="0">
                  <a:moveTo>
                    <a:pt x="485" y="1"/>
                  </a:moveTo>
                  <a:cubicBezTo>
                    <a:pt x="230" y="1"/>
                    <a:pt x="0" y="321"/>
                    <a:pt x="240" y="535"/>
                  </a:cubicBezTo>
                  <a:cubicBezTo>
                    <a:pt x="5644" y="5038"/>
                    <a:pt x="10714" y="9908"/>
                    <a:pt x="15451" y="15145"/>
                  </a:cubicBezTo>
                  <a:cubicBezTo>
                    <a:pt x="15512" y="15213"/>
                    <a:pt x="15583" y="15242"/>
                    <a:pt x="15653" y="15242"/>
                  </a:cubicBezTo>
                  <a:cubicBezTo>
                    <a:pt x="15891" y="15242"/>
                    <a:pt x="16117" y="14910"/>
                    <a:pt x="15885" y="14678"/>
                  </a:cubicBezTo>
                  <a:cubicBezTo>
                    <a:pt x="11148" y="9474"/>
                    <a:pt x="6078" y="4604"/>
                    <a:pt x="674" y="68"/>
                  </a:cubicBezTo>
                  <a:cubicBezTo>
                    <a:pt x="614" y="21"/>
                    <a:pt x="549" y="1"/>
                    <a:pt x="485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6">
              <a:extLst>
                <a:ext uri="{FF2B5EF4-FFF2-40B4-BE49-F238E27FC236}">
                  <a16:creationId xmlns:a16="http://schemas.microsoft.com/office/drawing/2014/main" id="{DD0B4714-BC37-654B-07AA-A20629BC0DF0}"/>
                </a:ext>
              </a:extLst>
            </p:cNvPr>
            <p:cNvSpPr/>
            <p:nvPr/>
          </p:nvSpPr>
          <p:spPr>
            <a:xfrm rot="540967">
              <a:off x="6623512" y="4212057"/>
              <a:ext cx="162069" cy="184659"/>
            </a:xfrm>
            <a:custGeom>
              <a:avLst/>
              <a:gdLst/>
              <a:ahLst/>
              <a:cxnLst/>
              <a:rect l="l" t="t" r="r" b="b"/>
              <a:pathLst>
                <a:path w="4283" h="4880" extrusionOk="0">
                  <a:moveTo>
                    <a:pt x="3870" y="1"/>
                  </a:moveTo>
                  <a:cubicBezTo>
                    <a:pt x="3715" y="1"/>
                    <a:pt x="3565" y="101"/>
                    <a:pt x="3582" y="301"/>
                  </a:cubicBezTo>
                  <a:cubicBezTo>
                    <a:pt x="3644" y="1615"/>
                    <a:pt x="3590" y="2929"/>
                    <a:pt x="3362" y="4215"/>
                  </a:cubicBezTo>
                  <a:lnTo>
                    <a:pt x="3362" y="4215"/>
                  </a:lnTo>
                  <a:cubicBezTo>
                    <a:pt x="2413" y="4067"/>
                    <a:pt x="1466" y="3922"/>
                    <a:pt x="546" y="3803"/>
                  </a:cubicBezTo>
                  <a:cubicBezTo>
                    <a:pt x="525" y="3800"/>
                    <a:pt x="505" y="3798"/>
                    <a:pt x="485" y="3798"/>
                  </a:cubicBezTo>
                  <a:cubicBezTo>
                    <a:pt x="130" y="3798"/>
                    <a:pt x="0" y="4341"/>
                    <a:pt x="380" y="4404"/>
                  </a:cubicBezTo>
                  <a:cubicBezTo>
                    <a:pt x="1414" y="4537"/>
                    <a:pt x="2481" y="4704"/>
                    <a:pt x="3548" y="4871"/>
                  </a:cubicBezTo>
                  <a:cubicBezTo>
                    <a:pt x="3570" y="4876"/>
                    <a:pt x="3594" y="4879"/>
                    <a:pt x="3618" y="4879"/>
                  </a:cubicBezTo>
                  <a:cubicBezTo>
                    <a:pt x="3742" y="4879"/>
                    <a:pt x="3887" y="4805"/>
                    <a:pt x="3915" y="4637"/>
                  </a:cubicBezTo>
                  <a:cubicBezTo>
                    <a:pt x="4182" y="3203"/>
                    <a:pt x="4282" y="1769"/>
                    <a:pt x="4182" y="301"/>
                  </a:cubicBezTo>
                  <a:cubicBezTo>
                    <a:pt x="4182" y="101"/>
                    <a:pt x="4024" y="1"/>
                    <a:pt x="387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9" name="Google Shape;1129;p26">
            <a:extLst>
              <a:ext uri="{FF2B5EF4-FFF2-40B4-BE49-F238E27FC236}">
                <a16:creationId xmlns:a16="http://schemas.microsoft.com/office/drawing/2014/main" id="{41570D45-1996-496E-AF83-024B1D042E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9675"/>
            <a:ext cx="8229600" cy="3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7C80"/>
                </a:solidFill>
              </a:rPr>
              <a:t>Forschungsziele</a:t>
            </a:r>
            <a:endParaRPr dirty="0">
              <a:solidFill>
                <a:srgbClr val="FF7C80"/>
              </a:solidFill>
            </a:endParaRPr>
          </a:p>
        </p:txBody>
      </p:sp>
      <p:grpSp>
        <p:nvGrpSpPr>
          <p:cNvPr id="1130" name="Google Shape;1130;p26">
            <a:extLst>
              <a:ext uri="{FF2B5EF4-FFF2-40B4-BE49-F238E27FC236}">
                <a16:creationId xmlns:a16="http://schemas.microsoft.com/office/drawing/2014/main" id="{81ECA9B0-72E2-7379-AECA-97DFBC0B71C3}"/>
              </a:ext>
            </a:extLst>
          </p:cNvPr>
          <p:cNvGrpSpPr/>
          <p:nvPr/>
        </p:nvGrpSpPr>
        <p:grpSpPr>
          <a:xfrm>
            <a:off x="908225" y="2221750"/>
            <a:ext cx="1714500" cy="1230450"/>
            <a:chOff x="908225" y="2297950"/>
            <a:chExt cx="1714500" cy="1230450"/>
          </a:xfrm>
        </p:grpSpPr>
        <p:sp>
          <p:nvSpPr>
            <p:cNvPr id="1131" name="Google Shape;1131;p26">
              <a:extLst>
                <a:ext uri="{FF2B5EF4-FFF2-40B4-BE49-F238E27FC236}">
                  <a16:creationId xmlns:a16="http://schemas.microsoft.com/office/drawing/2014/main" id="{C0E0E6F3-ADC3-3096-BFB4-95858611B8F4}"/>
                </a:ext>
              </a:extLst>
            </p:cNvPr>
            <p:cNvSpPr txBox="1"/>
            <p:nvPr/>
          </p:nvSpPr>
          <p:spPr>
            <a:xfrm>
              <a:off x="908225" y="2633200"/>
              <a:ext cx="1714500" cy="89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dirty="0" err="1">
                  <a:solidFill>
                    <a:schemeClr val="dk2"/>
                  </a:solidFill>
                  <a:latin typeface="Catamaran"/>
                  <a:ea typeface="Catamaran"/>
                  <a:cs typeface="Catamaran"/>
                  <a:sym typeface="Catamaran"/>
                </a:rPr>
                <a:t>Histidin</a:t>
              </a:r>
              <a:endParaRPr lang="en-US" dirty="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2"/>
                  </a:solidFill>
                  <a:latin typeface="Catamaran"/>
                  <a:ea typeface="Catamaran"/>
                  <a:cs typeface="Catamaran"/>
                  <a:sym typeface="Catamaran"/>
                </a:rPr>
                <a:t>( Lysin</a:t>
              </a:r>
              <a:br>
                <a:rPr lang="en-US" dirty="0">
                  <a:solidFill>
                    <a:schemeClr val="dk2"/>
                  </a:solidFill>
                  <a:latin typeface="Catamaran"/>
                  <a:ea typeface="Catamaran"/>
                  <a:cs typeface="Catamaran"/>
                  <a:sym typeface="Catamaran"/>
                </a:rPr>
              </a:br>
              <a:r>
                <a:rPr lang="en-US" dirty="0">
                  <a:solidFill>
                    <a:schemeClr val="dk2"/>
                  </a:solidFill>
                  <a:latin typeface="Catamaran"/>
                  <a:ea typeface="Catamaran"/>
                  <a:cs typeface="Catamaran"/>
                  <a:sym typeface="Catamaran"/>
                </a:rPr>
                <a:t>  </a:t>
              </a:r>
              <a:r>
                <a:rPr lang="en-US" dirty="0" err="1">
                  <a:solidFill>
                    <a:schemeClr val="dk2"/>
                  </a:solidFill>
                  <a:latin typeface="Catamaran"/>
                  <a:ea typeface="Catamaran"/>
                  <a:cs typeface="Catamaran"/>
                  <a:sym typeface="Catamaran"/>
                </a:rPr>
                <a:t>Glutaminsäure</a:t>
              </a:r>
              <a:r>
                <a:rPr lang="en-US" dirty="0">
                  <a:solidFill>
                    <a:schemeClr val="dk2"/>
                  </a:solidFill>
                  <a:latin typeface="Catamaran"/>
                  <a:ea typeface="Catamaran"/>
                  <a:cs typeface="Catamaran"/>
                  <a:sym typeface="Catamaran"/>
                </a:rPr>
                <a:t> )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1132" name="Google Shape;1132;p26">
              <a:extLst>
                <a:ext uri="{FF2B5EF4-FFF2-40B4-BE49-F238E27FC236}">
                  <a16:creationId xmlns:a16="http://schemas.microsoft.com/office/drawing/2014/main" id="{FA6E1DCE-72AD-DFBA-1272-F5A3BF4A1779}"/>
                </a:ext>
              </a:extLst>
            </p:cNvPr>
            <p:cNvSpPr txBox="1"/>
            <p:nvPr/>
          </p:nvSpPr>
          <p:spPr>
            <a:xfrm>
              <a:off x="908225" y="2297950"/>
              <a:ext cx="1198500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dk2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Glycin</a:t>
              </a:r>
              <a:endParaRPr sz="2000" dirty="0">
                <a:solidFill>
                  <a:schemeClr val="dk2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endParaRPr>
            </a:p>
          </p:txBody>
        </p:sp>
      </p:grpSp>
      <p:grpSp>
        <p:nvGrpSpPr>
          <p:cNvPr id="1133" name="Google Shape;1133;p26">
            <a:extLst>
              <a:ext uri="{FF2B5EF4-FFF2-40B4-BE49-F238E27FC236}">
                <a16:creationId xmlns:a16="http://schemas.microsoft.com/office/drawing/2014/main" id="{AD1BAB39-410A-2D67-6F39-7E0FECABB964}"/>
              </a:ext>
            </a:extLst>
          </p:cNvPr>
          <p:cNvGrpSpPr/>
          <p:nvPr/>
        </p:nvGrpSpPr>
        <p:grpSpPr>
          <a:xfrm>
            <a:off x="3154775" y="1129425"/>
            <a:ext cx="5532033" cy="945100"/>
            <a:chOff x="3154775" y="1205625"/>
            <a:chExt cx="5532033" cy="945100"/>
          </a:xfrm>
        </p:grpSpPr>
        <p:sp>
          <p:nvSpPr>
            <p:cNvPr id="1134" name="Google Shape;1134;p26">
              <a:extLst>
                <a:ext uri="{FF2B5EF4-FFF2-40B4-BE49-F238E27FC236}">
                  <a16:creationId xmlns:a16="http://schemas.microsoft.com/office/drawing/2014/main" id="{A197AEA6-4755-7977-6184-1388F935BBAD}"/>
                </a:ext>
              </a:extLst>
            </p:cNvPr>
            <p:cNvSpPr/>
            <p:nvPr/>
          </p:nvSpPr>
          <p:spPr>
            <a:xfrm>
              <a:off x="6010283" y="1205625"/>
              <a:ext cx="2676525" cy="945100"/>
            </a:xfrm>
            <a:custGeom>
              <a:avLst/>
              <a:gdLst/>
              <a:ahLst/>
              <a:cxnLst/>
              <a:rect l="l" t="t" r="r" b="b"/>
              <a:pathLst>
                <a:path w="107061" h="37804" extrusionOk="0">
                  <a:moveTo>
                    <a:pt x="15057" y="1370"/>
                  </a:moveTo>
                  <a:cubicBezTo>
                    <a:pt x="4683" y="3206"/>
                    <a:pt x="2525" y="6189"/>
                    <a:pt x="1010" y="11560"/>
                  </a:cubicBezTo>
                  <a:cubicBezTo>
                    <a:pt x="-505" y="16931"/>
                    <a:pt x="-1285" y="29233"/>
                    <a:pt x="5968" y="33594"/>
                  </a:cubicBezTo>
                  <a:cubicBezTo>
                    <a:pt x="13221" y="37955"/>
                    <a:pt x="29838" y="37450"/>
                    <a:pt x="44527" y="37725"/>
                  </a:cubicBezTo>
                  <a:cubicBezTo>
                    <a:pt x="59216" y="38000"/>
                    <a:pt x="83724" y="37646"/>
                    <a:pt x="94103" y="35246"/>
                  </a:cubicBezTo>
                  <a:cubicBezTo>
                    <a:pt x="104483" y="32847"/>
                    <a:pt x="105932" y="28286"/>
                    <a:pt x="106804" y="23328"/>
                  </a:cubicBezTo>
                  <a:cubicBezTo>
                    <a:pt x="107676" y="18371"/>
                    <a:pt x="106594" y="9299"/>
                    <a:pt x="99336" y="5501"/>
                  </a:cubicBezTo>
                  <a:cubicBezTo>
                    <a:pt x="92078" y="1704"/>
                    <a:pt x="77303" y="1232"/>
                    <a:pt x="63256" y="543"/>
                  </a:cubicBezTo>
                  <a:cubicBezTo>
                    <a:pt x="49210" y="-145"/>
                    <a:pt x="25431" y="-466"/>
                    <a:pt x="15057" y="137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135" name="Google Shape;1135;p26">
              <a:extLst>
                <a:ext uri="{FF2B5EF4-FFF2-40B4-BE49-F238E27FC236}">
                  <a16:creationId xmlns:a16="http://schemas.microsoft.com/office/drawing/2014/main" id="{AD8DA74D-2C6B-1BE6-1B56-8EC1DC013BB1}"/>
                </a:ext>
              </a:extLst>
            </p:cNvPr>
            <p:cNvSpPr/>
            <p:nvPr/>
          </p:nvSpPr>
          <p:spPr>
            <a:xfrm>
              <a:off x="3154775" y="1344725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6" name="Google Shape;1136;p26">
              <a:extLst>
                <a:ext uri="{FF2B5EF4-FFF2-40B4-BE49-F238E27FC236}">
                  <a16:creationId xmlns:a16="http://schemas.microsoft.com/office/drawing/2014/main" id="{FA892E9B-535D-F74F-8740-5B2E89408237}"/>
                </a:ext>
              </a:extLst>
            </p:cNvPr>
            <p:cNvGrpSpPr/>
            <p:nvPr/>
          </p:nvGrpSpPr>
          <p:grpSpPr>
            <a:xfrm rot="-8779881">
              <a:off x="4000134" y="1550108"/>
              <a:ext cx="268077" cy="256133"/>
              <a:chOff x="5072449" y="3591321"/>
              <a:chExt cx="401347" cy="383466"/>
            </a:xfrm>
          </p:grpSpPr>
          <p:sp>
            <p:nvSpPr>
              <p:cNvPr id="1137" name="Google Shape;1137;p26">
                <a:extLst>
                  <a:ext uri="{FF2B5EF4-FFF2-40B4-BE49-F238E27FC236}">
                    <a16:creationId xmlns:a16="http://schemas.microsoft.com/office/drawing/2014/main" id="{837059FE-AF28-1EF8-0169-E0986580398C}"/>
                  </a:ext>
                </a:extLst>
              </p:cNvPr>
              <p:cNvSpPr/>
              <p:nvPr/>
            </p:nvSpPr>
            <p:spPr>
              <a:xfrm rot="540967">
                <a:off x="5106440" y="3616161"/>
                <a:ext cx="343323" cy="333787"/>
              </a:xfrm>
              <a:custGeom>
                <a:avLst/>
                <a:gdLst/>
                <a:ahLst/>
                <a:cxnLst/>
                <a:rect l="l" t="t" r="r" b="b"/>
                <a:pathLst>
                  <a:path w="9073" h="8821" extrusionOk="0">
                    <a:moveTo>
                      <a:pt x="8624" y="0"/>
                    </a:moveTo>
                    <a:cubicBezTo>
                      <a:pt x="8551" y="0"/>
                      <a:pt x="8476" y="29"/>
                      <a:pt x="8407" y="97"/>
                    </a:cubicBezTo>
                    <a:lnTo>
                      <a:pt x="235" y="8303"/>
                    </a:lnTo>
                    <a:cubicBezTo>
                      <a:pt x="1" y="8511"/>
                      <a:pt x="212" y="8820"/>
                      <a:pt x="459" y="8820"/>
                    </a:cubicBezTo>
                    <a:cubicBezTo>
                      <a:pt x="529" y="8820"/>
                      <a:pt x="602" y="8796"/>
                      <a:pt x="668" y="8737"/>
                    </a:cubicBezTo>
                    <a:lnTo>
                      <a:pt x="8841" y="531"/>
                    </a:lnTo>
                    <a:cubicBezTo>
                      <a:pt x="9072" y="325"/>
                      <a:pt x="8867" y="0"/>
                      <a:pt x="86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26">
                <a:extLst>
                  <a:ext uri="{FF2B5EF4-FFF2-40B4-BE49-F238E27FC236}">
                    <a16:creationId xmlns:a16="http://schemas.microsoft.com/office/drawing/2014/main" id="{FB95E1FA-4725-A7DD-EC8D-2E3D56EB5E3E}"/>
                  </a:ext>
                </a:extLst>
              </p:cNvPr>
              <p:cNvSpPr/>
              <p:nvPr/>
            </p:nvSpPr>
            <p:spPr>
              <a:xfrm rot="540967">
                <a:off x="5081734" y="3813818"/>
                <a:ext cx="195028" cy="133878"/>
              </a:xfrm>
              <a:custGeom>
                <a:avLst/>
                <a:gdLst/>
                <a:ahLst/>
                <a:cxnLst/>
                <a:rect l="l" t="t" r="r" b="b"/>
                <a:pathLst>
                  <a:path w="5154" h="3538" extrusionOk="0">
                    <a:moveTo>
                      <a:pt x="296" y="0"/>
                    </a:moveTo>
                    <a:cubicBezTo>
                      <a:pt x="142" y="0"/>
                      <a:pt x="0" y="100"/>
                      <a:pt x="17" y="300"/>
                    </a:cubicBezTo>
                    <a:cubicBezTo>
                      <a:pt x="117" y="1334"/>
                      <a:pt x="351" y="2335"/>
                      <a:pt x="684" y="3303"/>
                    </a:cubicBezTo>
                    <a:cubicBezTo>
                      <a:pt x="751" y="3436"/>
                      <a:pt x="851" y="3536"/>
                      <a:pt x="984" y="3536"/>
                    </a:cubicBezTo>
                    <a:lnTo>
                      <a:pt x="4754" y="3536"/>
                    </a:lnTo>
                    <a:cubicBezTo>
                      <a:pt x="4764" y="3537"/>
                      <a:pt x="4774" y="3537"/>
                      <a:pt x="4784" y="3537"/>
                    </a:cubicBezTo>
                    <a:cubicBezTo>
                      <a:pt x="5154" y="3537"/>
                      <a:pt x="5144" y="2936"/>
                      <a:pt x="4754" y="2936"/>
                    </a:cubicBezTo>
                    <a:lnTo>
                      <a:pt x="1212" y="2904"/>
                    </a:lnTo>
                    <a:lnTo>
                      <a:pt x="1212" y="2904"/>
                    </a:lnTo>
                    <a:cubicBezTo>
                      <a:pt x="947" y="2047"/>
                      <a:pt x="743" y="1188"/>
                      <a:pt x="651" y="300"/>
                    </a:cubicBezTo>
                    <a:cubicBezTo>
                      <a:pt x="617" y="100"/>
                      <a:pt x="451" y="0"/>
                      <a:pt x="2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39" name="Google Shape;1139;p26">
              <a:extLst>
                <a:ext uri="{FF2B5EF4-FFF2-40B4-BE49-F238E27FC236}">
                  <a16:creationId xmlns:a16="http://schemas.microsoft.com/office/drawing/2014/main" id="{0DF6BC30-C6C9-00C0-30C3-7D57D614CDC1}"/>
                </a:ext>
              </a:extLst>
            </p:cNvPr>
            <p:cNvGrpSpPr/>
            <p:nvPr/>
          </p:nvGrpSpPr>
          <p:grpSpPr>
            <a:xfrm rot="-8434994">
              <a:off x="5566045" y="1550113"/>
              <a:ext cx="268068" cy="256124"/>
              <a:chOff x="5072449" y="3591321"/>
              <a:chExt cx="401347" cy="383466"/>
            </a:xfrm>
          </p:grpSpPr>
          <p:sp>
            <p:nvSpPr>
              <p:cNvPr id="1140" name="Google Shape;1140;p26">
                <a:extLst>
                  <a:ext uri="{FF2B5EF4-FFF2-40B4-BE49-F238E27FC236}">
                    <a16:creationId xmlns:a16="http://schemas.microsoft.com/office/drawing/2014/main" id="{F86C8C20-E699-EB28-D717-3095D2178226}"/>
                  </a:ext>
                </a:extLst>
              </p:cNvPr>
              <p:cNvSpPr/>
              <p:nvPr/>
            </p:nvSpPr>
            <p:spPr>
              <a:xfrm rot="540967">
                <a:off x="5106440" y="3616161"/>
                <a:ext cx="343323" cy="333787"/>
              </a:xfrm>
              <a:custGeom>
                <a:avLst/>
                <a:gdLst/>
                <a:ahLst/>
                <a:cxnLst/>
                <a:rect l="l" t="t" r="r" b="b"/>
                <a:pathLst>
                  <a:path w="9073" h="8821" extrusionOk="0">
                    <a:moveTo>
                      <a:pt x="8624" y="0"/>
                    </a:moveTo>
                    <a:cubicBezTo>
                      <a:pt x="8551" y="0"/>
                      <a:pt x="8476" y="29"/>
                      <a:pt x="8407" y="97"/>
                    </a:cubicBezTo>
                    <a:lnTo>
                      <a:pt x="235" y="8303"/>
                    </a:lnTo>
                    <a:cubicBezTo>
                      <a:pt x="1" y="8511"/>
                      <a:pt x="212" y="8820"/>
                      <a:pt x="459" y="8820"/>
                    </a:cubicBezTo>
                    <a:cubicBezTo>
                      <a:pt x="529" y="8820"/>
                      <a:pt x="602" y="8796"/>
                      <a:pt x="668" y="8737"/>
                    </a:cubicBezTo>
                    <a:lnTo>
                      <a:pt x="8841" y="531"/>
                    </a:lnTo>
                    <a:cubicBezTo>
                      <a:pt x="9072" y="325"/>
                      <a:pt x="8867" y="0"/>
                      <a:pt x="86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26">
                <a:extLst>
                  <a:ext uri="{FF2B5EF4-FFF2-40B4-BE49-F238E27FC236}">
                    <a16:creationId xmlns:a16="http://schemas.microsoft.com/office/drawing/2014/main" id="{420B598B-EBEC-88C2-73AE-943BC778D99E}"/>
                  </a:ext>
                </a:extLst>
              </p:cNvPr>
              <p:cNvSpPr/>
              <p:nvPr/>
            </p:nvSpPr>
            <p:spPr>
              <a:xfrm rot="540967">
                <a:off x="5081734" y="3813818"/>
                <a:ext cx="195028" cy="133878"/>
              </a:xfrm>
              <a:custGeom>
                <a:avLst/>
                <a:gdLst/>
                <a:ahLst/>
                <a:cxnLst/>
                <a:rect l="l" t="t" r="r" b="b"/>
                <a:pathLst>
                  <a:path w="5154" h="3538" extrusionOk="0">
                    <a:moveTo>
                      <a:pt x="296" y="0"/>
                    </a:moveTo>
                    <a:cubicBezTo>
                      <a:pt x="142" y="0"/>
                      <a:pt x="0" y="100"/>
                      <a:pt x="17" y="300"/>
                    </a:cubicBezTo>
                    <a:cubicBezTo>
                      <a:pt x="117" y="1334"/>
                      <a:pt x="351" y="2335"/>
                      <a:pt x="684" y="3303"/>
                    </a:cubicBezTo>
                    <a:cubicBezTo>
                      <a:pt x="751" y="3436"/>
                      <a:pt x="851" y="3536"/>
                      <a:pt x="984" y="3536"/>
                    </a:cubicBezTo>
                    <a:lnTo>
                      <a:pt x="4754" y="3536"/>
                    </a:lnTo>
                    <a:cubicBezTo>
                      <a:pt x="4764" y="3537"/>
                      <a:pt x="4774" y="3537"/>
                      <a:pt x="4784" y="3537"/>
                    </a:cubicBezTo>
                    <a:cubicBezTo>
                      <a:pt x="5154" y="3537"/>
                      <a:pt x="5144" y="2936"/>
                      <a:pt x="4754" y="2936"/>
                    </a:cubicBezTo>
                    <a:lnTo>
                      <a:pt x="1212" y="2904"/>
                    </a:lnTo>
                    <a:lnTo>
                      <a:pt x="1212" y="2904"/>
                    </a:lnTo>
                    <a:cubicBezTo>
                      <a:pt x="947" y="2047"/>
                      <a:pt x="743" y="1188"/>
                      <a:pt x="651" y="300"/>
                    </a:cubicBezTo>
                    <a:cubicBezTo>
                      <a:pt x="617" y="100"/>
                      <a:pt x="451" y="0"/>
                      <a:pt x="2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2" name="Google Shape;1142;p26">
              <a:extLst>
                <a:ext uri="{FF2B5EF4-FFF2-40B4-BE49-F238E27FC236}">
                  <a16:creationId xmlns:a16="http://schemas.microsoft.com/office/drawing/2014/main" id="{0D22237A-005B-F000-F69B-7C1337D41596}"/>
                </a:ext>
              </a:extLst>
            </p:cNvPr>
            <p:cNvGrpSpPr/>
            <p:nvPr/>
          </p:nvGrpSpPr>
          <p:grpSpPr>
            <a:xfrm>
              <a:off x="3183125" y="1230575"/>
              <a:ext cx="5289975" cy="895200"/>
              <a:chOff x="3183125" y="1103100"/>
              <a:chExt cx="5289975" cy="895200"/>
            </a:xfrm>
          </p:grpSpPr>
          <p:sp>
            <p:nvSpPr>
              <p:cNvPr id="1143" name="Google Shape;1143;p26">
                <a:extLst>
                  <a:ext uri="{FF2B5EF4-FFF2-40B4-BE49-F238E27FC236}">
                    <a16:creationId xmlns:a16="http://schemas.microsoft.com/office/drawing/2014/main" id="{13960252-5BE9-008A-05C6-210F1F0AFE9C}"/>
                  </a:ext>
                </a:extLst>
              </p:cNvPr>
              <p:cNvSpPr txBox="1"/>
              <p:nvPr/>
            </p:nvSpPr>
            <p:spPr>
              <a:xfrm>
                <a:off x="6224000" y="1103100"/>
                <a:ext cx="2249100" cy="8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dirty="0">
                    <a:solidFill>
                      <a:schemeClr val="lt1"/>
                    </a:solidFill>
                    <a:latin typeface="Catamaran"/>
                    <a:ea typeface="Catamaran"/>
                    <a:cs typeface="Catamaran"/>
                    <a:sym typeface="Catamaran"/>
                  </a:rPr>
                  <a:t>pH-Wert vs. </a:t>
                </a:r>
                <a:r>
                  <a:rPr lang="en-US" dirty="0" err="1">
                    <a:solidFill>
                      <a:schemeClr val="lt1"/>
                    </a:solidFill>
                    <a:latin typeface="Catamaran"/>
                    <a:ea typeface="Catamaran"/>
                    <a:cs typeface="Catamaran"/>
                    <a:sym typeface="Catamaran"/>
                  </a:rPr>
                  <a:t>zugegebenem</a:t>
                </a:r>
                <a:r>
                  <a:rPr lang="en-US" dirty="0">
                    <a:solidFill>
                      <a:schemeClr val="lt1"/>
                    </a:solidFill>
                    <a:latin typeface="Catamaran"/>
                    <a:ea typeface="Catamaran"/>
                    <a:cs typeface="Catamaran"/>
                    <a:sym typeface="Catamaran"/>
                  </a:rPr>
                  <a:t> NaOH-</a:t>
                </a:r>
                <a:r>
                  <a:rPr lang="en-US" dirty="0" err="1">
                    <a:solidFill>
                      <a:schemeClr val="lt1"/>
                    </a:solidFill>
                    <a:latin typeface="Catamaran"/>
                    <a:ea typeface="Catamaran"/>
                    <a:cs typeface="Catamaran"/>
                    <a:sym typeface="Catamaran"/>
                  </a:rPr>
                  <a:t>Volumen</a:t>
                </a:r>
                <a:endParaRPr dirty="0">
                  <a:solidFill>
                    <a:schemeClr val="lt1"/>
                  </a:solidFill>
                  <a:latin typeface="Catamaran"/>
                  <a:ea typeface="Catamaran"/>
                  <a:cs typeface="Catamaran"/>
                  <a:sym typeface="Catamaran"/>
                </a:endParaRPr>
              </a:p>
            </p:txBody>
          </p:sp>
          <p:sp>
            <p:nvSpPr>
              <p:cNvPr id="1144" name="Google Shape;1144;p26">
                <a:extLst>
                  <a:ext uri="{FF2B5EF4-FFF2-40B4-BE49-F238E27FC236}">
                    <a16:creationId xmlns:a16="http://schemas.microsoft.com/office/drawing/2014/main" id="{D33B256C-40FD-964E-79E1-0532C9A00B63}"/>
                  </a:ext>
                </a:extLst>
              </p:cNvPr>
              <p:cNvSpPr txBox="1"/>
              <p:nvPr/>
            </p:nvSpPr>
            <p:spPr>
              <a:xfrm>
                <a:off x="4205788" y="1382988"/>
                <a:ext cx="1420374" cy="3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dirty="0">
                    <a:solidFill>
                      <a:schemeClr val="lt1"/>
                    </a:solidFill>
                    <a:latin typeface="Love Ya Like A Sister"/>
                    <a:ea typeface="Love Ya Like A Sister"/>
                    <a:cs typeface="Love Ya Like A Sister"/>
                    <a:sym typeface="Love Ya Like A Sister"/>
                  </a:rPr>
                  <a:t>Titrationskurve</a:t>
                </a:r>
                <a:endParaRPr sz="2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endParaRPr>
              </a:p>
            </p:txBody>
          </p:sp>
          <p:sp>
            <p:nvSpPr>
              <p:cNvPr id="1145" name="Google Shape;1145;p26">
                <a:extLst>
                  <a:ext uri="{FF2B5EF4-FFF2-40B4-BE49-F238E27FC236}">
                    <a16:creationId xmlns:a16="http://schemas.microsoft.com/office/drawing/2014/main" id="{F4F7FD77-A3DA-F267-B098-CDCCACCA3CF2}"/>
                  </a:ext>
                </a:extLst>
              </p:cNvPr>
              <p:cNvSpPr txBox="1"/>
              <p:nvPr/>
            </p:nvSpPr>
            <p:spPr>
              <a:xfrm>
                <a:off x="3183125" y="1383000"/>
                <a:ext cx="610200" cy="3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000" dirty="0">
                    <a:solidFill>
                      <a:schemeClr val="lt1"/>
                    </a:solidFill>
                    <a:latin typeface="Love Ya Like A Sister"/>
                    <a:ea typeface="Love Ya Like A Sister"/>
                    <a:cs typeface="Love Ya Like A Sister"/>
                    <a:sym typeface="Love Ya Like A Sister"/>
                  </a:rPr>
                  <a:t>01</a:t>
                </a:r>
                <a:endParaRPr sz="3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endParaRPr>
              </a:p>
            </p:txBody>
          </p:sp>
        </p:grpSp>
      </p:grpSp>
      <p:grpSp>
        <p:nvGrpSpPr>
          <p:cNvPr id="1146" name="Google Shape;1146;p26">
            <a:extLst>
              <a:ext uri="{FF2B5EF4-FFF2-40B4-BE49-F238E27FC236}">
                <a16:creationId xmlns:a16="http://schemas.microsoft.com/office/drawing/2014/main" id="{D80C6977-CF49-C9A1-EF8E-BBF8A1A20AD1}"/>
              </a:ext>
            </a:extLst>
          </p:cNvPr>
          <p:cNvGrpSpPr/>
          <p:nvPr/>
        </p:nvGrpSpPr>
        <p:grpSpPr>
          <a:xfrm>
            <a:off x="3154775" y="2350312"/>
            <a:ext cx="5532033" cy="945100"/>
            <a:chOff x="3154775" y="2430106"/>
            <a:chExt cx="5532033" cy="945100"/>
          </a:xfrm>
        </p:grpSpPr>
        <p:sp>
          <p:nvSpPr>
            <p:cNvPr id="1147" name="Google Shape;1147;p26">
              <a:extLst>
                <a:ext uri="{FF2B5EF4-FFF2-40B4-BE49-F238E27FC236}">
                  <a16:creationId xmlns:a16="http://schemas.microsoft.com/office/drawing/2014/main" id="{A3AE9F45-8DE6-09C9-C3A7-570B1E5E8609}"/>
                </a:ext>
              </a:extLst>
            </p:cNvPr>
            <p:cNvSpPr/>
            <p:nvPr/>
          </p:nvSpPr>
          <p:spPr>
            <a:xfrm rot="10800000">
              <a:off x="6010283" y="2430106"/>
              <a:ext cx="2676525" cy="945100"/>
            </a:xfrm>
            <a:custGeom>
              <a:avLst/>
              <a:gdLst/>
              <a:ahLst/>
              <a:cxnLst/>
              <a:rect l="l" t="t" r="r" b="b"/>
              <a:pathLst>
                <a:path w="107061" h="37804" extrusionOk="0">
                  <a:moveTo>
                    <a:pt x="15057" y="1370"/>
                  </a:moveTo>
                  <a:cubicBezTo>
                    <a:pt x="4683" y="3206"/>
                    <a:pt x="2525" y="6189"/>
                    <a:pt x="1010" y="11560"/>
                  </a:cubicBezTo>
                  <a:cubicBezTo>
                    <a:pt x="-505" y="16931"/>
                    <a:pt x="-1285" y="29233"/>
                    <a:pt x="5968" y="33594"/>
                  </a:cubicBezTo>
                  <a:cubicBezTo>
                    <a:pt x="13221" y="37955"/>
                    <a:pt x="29838" y="37450"/>
                    <a:pt x="44527" y="37725"/>
                  </a:cubicBezTo>
                  <a:cubicBezTo>
                    <a:pt x="59216" y="38000"/>
                    <a:pt x="83724" y="37646"/>
                    <a:pt x="94103" y="35246"/>
                  </a:cubicBezTo>
                  <a:cubicBezTo>
                    <a:pt x="104483" y="32847"/>
                    <a:pt x="105932" y="28286"/>
                    <a:pt x="106804" y="23328"/>
                  </a:cubicBezTo>
                  <a:cubicBezTo>
                    <a:pt x="107676" y="18371"/>
                    <a:pt x="106594" y="9299"/>
                    <a:pt x="99336" y="5501"/>
                  </a:cubicBezTo>
                  <a:cubicBezTo>
                    <a:pt x="92078" y="1704"/>
                    <a:pt x="77303" y="1232"/>
                    <a:pt x="63256" y="543"/>
                  </a:cubicBezTo>
                  <a:cubicBezTo>
                    <a:pt x="49210" y="-145"/>
                    <a:pt x="25431" y="-466"/>
                    <a:pt x="15057" y="137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148" name="Google Shape;1148;p26">
              <a:extLst>
                <a:ext uri="{FF2B5EF4-FFF2-40B4-BE49-F238E27FC236}">
                  <a16:creationId xmlns:a16="http://schemas.microsoft.com/office/drawing/2014/main" id="{835691E3-740F-0BB0-05B6-0FB5EDED7161}"/>
                </a:ext>
              </a:extLst>
            </p:cNvPr>
            <p:cNvSpPr/>
            <p:nvPr/>
          </p:nvSpPr>
          <p:spPr>
            <a:xfrm>
              <a:off x="3154775" y="2569206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9" name="Google Shape;1149;p26">
              <a:extLst>
                <a:ext uri="{FF2B5EF4-FFF2-40B4-BE49-F238E27FC236}">
                  <a16:creationId xmlns:a16="http://schemas.microsoft.com/office/drawing/2014/main" id="{3DB1755A-9AF2-CF84-272C-19EE4D78F733}"/>
                </a:ext>
              </a:extLst>
            </p:cNvPr>
            <p:cNvGrpSpPr/>
            <p:nvPr/>
          </p:nvGrpSpPr>
          <p:grpSpPr>
            <a:xfrm rot="-8779881">
              <a:off x="4000134" y="2774590"/>
              <a:ext cx="268077" cy="256133"/>
              <a:chOff x="5072449" y="3591321"/>
              <a:chExt cx="401347" cy="383466"/>
            </a:xfrm>
          </p:grpSpPr>
          <p:sp>
            <p:nvSpPr>
              <p:cNvPr id="1150" name="Google Shape;1150;p26">
                <a:extLst>
                  <a:ext uri="{FF2B5EF4-FFF2-40B4-BE49-F238E27FC236}">
                    <a16:creationId xmlns:a16="http://schemas.microsoft.com/office/drawing/2014/main" id="{572161A3-9486-579E-6593-889E733D9433}"/>
                  </a:ext>
                </a:extLst>
              </p:cNvPr>
              <p:cNvSpPr/>
              <p:nvPr/>
            </p:nvSpPr>
            <p:spPr>
              <a:xfrm rot="540967">
                <a:off x="5106440" y="3616161"/>
                <a:ext cx="343323" cy="333787"/>
              </a:xfrm>
              <a:custGeom>
                <a:avLst/>
                <a:gdLst/>
                <a:ahLst/>
                <a:cxnLst/>
                <a:rect l="l" t="t" r="r" b="b"/>
                <a:pathLst>
                  <a:path w="9073" h="8821" extrusionOk="0">
                    <a:moveTo>
                      <a:pt x="8624" y="0"/>
                    </a:moveTo>
                    <a:cubicBezTo>
                      <a:pt x="8551" y="0"/>
                      <a:pt x="8476" y="29"/>
                      <a:pt x="8407" y="97"/>
                    </a:cubicBezTo>
                    <a:lnTo>
                      <a:pt x="235" y="8303"/>
                    </a:lnTo>
                    <a:cubicBezTo>
                      <a:pt x="1" y="8511"/>
                      <a:pt x="212" y="8820"/>
                      <a:pt x="459" y="8820"/>
                    </a:cubicBezTo>
                    <a:cubicBezTo>
                      <a:pt x="529" y="8820"/>
                      <a:pt x="602" y="8796"/>
                      <a:pt x="668" y="8737"/>
                    </a:cubicBezTo>
                    <a:lnTo>
                      <a:pt x="8841" y="531"/>
                    </a:lnTo>
                    <a:cubicBezTo>
                      <a:pt x="9072" y="325"/>
                      <a:pt x="8867" y="0"/>
                      <a:pt x="86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6">
                <a:extLst>
                  <a:ext uri="{FF2B5EF4-FFF2-40B4-BE49-F238E27FC236}">
                    <a16:creationId xmlns:a16="http://schemas.microsoft.com/office/drawing/2014/main" id="{5507B86B-E12A-B970-2283-871A3AE500C6}"/>
                  </a:ext>
                </a:extLst>
              </p:cNvPr>
              <p:cNvSpPr/>
              <p:nvPr/>
            </p:nvSpPr>
            <p:spPr>
              <a:xfrm rot="540967">
                <a:off x="5081734" y="3813818"/>
                <a:ext cx="195028" cy="133878"/>
              </a:xfrm>
              <a:custGeom>
                <a:avLst/>
                <a:gdLst/>
                <a:ahLst/>
                <a:cxnLst/>
                <a:rect l="l" t="t" r="r" b="b"/>
                <a:pathLst>
                  <a:path w="5154" h="3538" extrusionOk="0">
                    <a:moveTo>
                      <a:pt x="296" y="0"/>
                    </a:moveTo>
                    <a:cubicBezTo>
                      <a:pt x="142" y="0"/>
                      <a:pt x="0" y="100"/>
                      <a:pt x="17" y="300"/>
                    </a:cubicBezTo>
                    <a:cubicBezTo>
                      <a:pt x="117" y="1334"/>
                      <a:pt x="351" y="2335"/>
                      <a:pt x="684" y="3303"/>
                    </a:cubicBezTo>
                    <a:cubicBezTo>
                      <a:pt x="751" y="3436"/>
                      <a:pt x="851" y="3536"/>
                      <a:pt x="984" y="3536"/>
                    </a:cubicBezTo>
                    <a:lnTo>
                      <a:pt x="4754" y="3536"/>
                    </a:lnTo>
                    <a:cubicBezTo>
                      <a:pt x="4764" y="3537"/>
                      <a:pt x="4774" y="3537"/>
                      <a:pt x="4784" y="3537"/>
                    </a:cubicBezTo>
                    <a:cubicBezTo>
                      <a:pt x="5154" y="3537"/>
                      <a:pt x="5144" y="2936"/>
                      <a:pt x="4754" y="2936"/>
                    </a:cubicBezTo>
                    <a:lnTo>
                      <a:pt x="1212" y="2904"/>
                    </a:lnTo>
                    <a:lnTo>
                      <a:pt x="1212" y="2904"/>
                    </a:lnTo>
                    <a:cubicBezTo>
                      <a:pt x="947" y="2047"/>
                      <a:pt x="743" y="1188"/>
                      <a:pt x="651" y="300"/>
                    </a:cubicBezTo>
                    <a:cubicBezTo>
                      <a:pt x="617" y="100"/>
                      <a:pt x="451" y="0"/>
                      <a:pt x="2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2" name="Google Shape;1152;p26">
              <a:extLst>
                <a:ext uri="{FF2B5EF4-FFF2-40B4-BE49-F238E27FC236}">
                  <a16:creationId xmlns:a16="http://schemas.microsoft.com/office/drawing/2014/main" id="{A0806370-2CCE-A312-4B00-69B12B8D5C35}"/>
                </a:ext>
              </a:extLst>
            </p:cNvPr>
            <p:cNvGrpSpPr/>
            <p:nvPr/>
          </p:nvGrpSpPr>
          <p:grpSpPr>
            <a:xfrm rot="-8434994">
              <a:off x="5566045" y="2774594"/>
              <a:ext cx="268068" cy="256124"/>
              <a:chOff x="5072449" y="3591321"/>
              <a:chExt cx="401347" cy="383466"/>
            </a:xfrm>
          </p:grpSpPr>
          <p:sp>
            <p:nvSpPr>
              <p:cNvPr id="1153" name="Google Shape;1153;p26">
                <a:extLst>
                  <a:ext uri="{FF2B5EF4-FFF2-40B4-BE49-F238E27FC236}">
                    <a16:creationId xmlns:a16="http://schemas.microsoft.com/office/drawing/2014/main" id="{50E6E5A6-68C3-BB32-0429-7417DE705685}"/>
                  </a:ext>
                </a:extLst>
              </p:cNvPr>
              <p:cNvSpPr/>
              <p:nvPr/>
            </p:nvSpPr>
            <p:spPr>
              <a:xfrm rot="540967">
                <a:off x="5106440" y="3616161"/>
                <a:ext cx="343323" cy="333787"/>
              </a:xfrm>
              <a:custGeom>
                <a:avLst/>
                <a:gdLst/>
                <a:ahLst/>
                <a:cxnLst/>
                <a:rect l="l" t="t" r="r" b="b"/>
                <a:pathLst>
                  <a:path w="9073" h="8821" extrusionOk="0">
                    <a:moveTo>
                      <a:pt x="8624" y="0"/>
                    </a:moveTo>
                    <a:cubicBezTo>
                      <a:pt x="8551" y="0"/>
                      <a:pt x="8476" y="29"/>
                      <a:pt x="8407" y="97"/>
                    </a:cubicBezTo>
                    <a:lnTo>
                      <a:pt x="235" y="8303"/>
                    </a:lnTo>
                    <a:cubicBezTo>
                      <a:pt x="1" y="8511"/>
                      <a:pt x="212" y="8820"/>
                      <a:pt x="459" y="8820"/>
                    </a:cubicBezTo>
                    <a:cubicBezTo>
                      <a:pt x="529" y="8820"/>
                      <a:pt x="602" y="8796"/>
                      <a:pt x="668" y="8737"/>
                    </a:cubicBezTo>
                    <a:lnTo>
                      <a:pt x="8841" y="531"/>
                    </a:lnTo>
                    <a:cubicBezTo>
                      <a:pt x="9072" y="325"/>
                      <a:pt x="8867" y="0"/>
                      <a:pt x="86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6">
                <a:extLst>
                  <a:ext uri="{FF2B5EF4-FFF2-40B4-BE49-F238E27FC236}">
                    <a16:creationId xmlns:a16="http://schemas.microsoft.com/office/drawing/2014/main" id="{A63831A7-CD87-BBEF-55F0-2C73883EB14D}"/>
                  </a:ext>
                </a:extLst>
              </p:cNvPr>
              <p:cNvSpPr/>
              <p:nvPr/>
            </p:nvSpPr>
            <p:spPr>
              <a:xfrm rot="540967">
                <a:off x="5081734" y="3813818"/>
                <a:ext cx="195028" cy="133878"/>
              </a:xfrm>
              <a:custGeom>
                <a:avLst/>
                <a:gdLst/>
                <a:ahLst/>
                <a:cxnLst/>
                <a:rect l="l" t="t" r="r" b="b"/>
                <a:pathLst>
                  <a:path w="5154" h="3538" extrusionOk="0">
                    <a:moveTo>
                      <a:pt x="296" y="0"/>
                    </a:moveTo>
                    <a:cubicBezTo>
                      <a:pt x="142" y="0"/>
                      <a:pt x="0" y="100"/>
                      <a:pt x="17" y="300"/>
                    </a:cubicBezTo>
                    <a:cubicBezTo>
                      <a:pt x="117" y="1334"/>
                      <a:pt x="351" y="2335"/>
                      <a:pt x="684" y="3303"/>
                    </a:cubicBezTo>
                    <a:cubicBezTo>
                      <a:pt x="751" y="3436"/>
                      <a:pt x="851" y="3536"/>
                      <a:pt x="984" y="3536"/>
                    </a:cubicBezTo>
                    <a:lnTo>
                      <a:pt x="4754" y="3536"/>
                    </a:lnTo>
                    <a:cubicBezTo>
                      <a:pt x="4764" y="3537"/>
                      <a:pt x="4774" y="3537"/>
                      <a:pt x="4784" y="3537"/>
                    </a:cubicBezTo>
                    <a:cubicBezTo>
                      <a:pt x="5154" y="3537"/>
                      <a:pt x="5144" y="2936"/>
                      <a:pt x="4754" y="2936"/>
                    </a:cubicBezTo>
                    <a:lnTo>
                      <a:pt x="1212" y="2904"/>
                    </a:lnTo>
                    <a:lnTo>
                      <a:pt x="1212" y="2904"/>
                    </a:lnTo>
                    <a:cubicBezTo>
                      <a:pt x="947" y="2047"/>
                      <a:pt x="743" y="1188"/>
                      <a:pt x="651" y="300"/>
                    </a:cubicBezTo>
                    <a:cubicBezTo>
                      <a:pt x="617" y="100"/>
                      <a:pt x="451" y="0"/>
                      <a:pt x="2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55" name="Google Shape;1155;p26">
              <a:extLst>
                <a:ext uri="{FF2B5EF4-FFF2-40B4-BE49-F238E27FC236}">
                  <a16:creationId xmlns:a16="http://schemas.microsoft.com/office/drawing/2014/main" id="{5E738DCB-B753-0F9B-AF5E-02EEAB496383}"/>
                </a:ext>
              </a:extLst>
            </p:cNvPr>
            <p:cNvGrpSpPr/>
            <p:nvPr/>
          </p:nvGrpSpPr>
          <p:grpSpPr>
            <a:xfrm>
              <a:off x="3183125" y="2455056"/>
              <a:ext cx="5289975" cy="895200"/>
              <a:chOff x="3183125" y="2465575"/>
              <a:chExt cx="5289975" cy="895200"/>
            </a:xfrm>
          </p:grpSpPr>
          <p:sp>
            <p:nvSpPr>
              <p:cNvPr id="1156" name="Google Shape;1156;p26">
                <a:extLst>
                  <a:ext uri="{FF2B5EF4-FFF2-40B4-BE49-F238E27FC236}">
                    <a16:creationId xmlns:a16="http://schemas.microsoft.com/office/drawing/2014/main" id="{100ADC01-D7B6-4AB8-01D3-EC49AF7D0EE2}"/>
                  </a:ext>
                </a:extLst>
              </p:cNvPr>
              <p:cNvSpPr txBox="1"/>
              <p:nvPr/>
            </p:nvSpPr>
            <p:spPr>
              <a:xfrm>
                <a:off x="6224000" y="2465575"/>
                <a:ext cx="2249100" cy="8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dirty="0">
                    <a:solidFill>
                      <a:schemeClr val="lt1"/>
                    </a:solidFill>
                    <a:latin typeface="Catamaran"/>
                    <a:ea typeface="Catamaran"/>
                    <a:cs typeface="Catamaran"/>
                    <a:sym typeface="Catamaran"/>
                  </a:rPr>
                  <a:t>Punkte mit größter Pufferwirkung</a:t>
                </a:r>
                <a:endParaRPr dirty="0">
                  <a:solidFill>
                    <a:schemeClr val="lt1"/>
                  </a:solidFill>
                  <a:latin typeface="Catamaran"/>
                  <a:ea typeface="Catamaran"/>
                  <a:cs typeface="Catamaran"/>
                  <a:sym typeface="Catamaran"/>
                </a:endParaRPr>
              </a:p>
            </p:txBody>
          </p:sp>
          <p:sp>
            <p:nvSpPr>
              <p:cNvPr id="1157" name="Google Shape;1157;p26">
                <a:extLst>
                  <a:ext uri="{FF2B5EF4-FFF2-40B4-BE49-F238E27FC236}">
                    <a16:creationId xmlns:a16="http://schemas.microsoft.com/office/drawing/2014/main" id="{2762276B-698E-A1D5-2433-A13870F48D21}"/>
                  </a:ext>
                </a:extLst>
              </p:cNvPr>
              <p:cNvSpPr txBox="1"/>
              <p:nvPr/>
            </p:nvSpPr>
            <p:spPr>
              <a:xfrm>
                <a:off x="4205788" y="2745463"/>
                <a:ext cx="1420374" cy="3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dirty="0">
                    <a:solidFill>
                      <a:schemeClr val="lt1"/>
                    </a:solidFill>
                    <a:latin typeface="Love Ya Like A Sister"/>
                    <a:ea typeface="Love Ya Like A Sister"/>
                    <a:cs typeface="Love Ya Like A Sister"/>
                    <a:sym typeface="Love Ya Like A Sister"/>
                  </a:rPr>
                  <a:t>pK</a:t>
                </a:r>
                <a:r>
                  <a:rPr lang="en" sz="2000" baseline="-25000" dirty="0">
                    <a:solidFill>
                      <a:schemeClr val="lt1"/>
                    </a:solidFill>
                    <a:latin typeface="Love Ya Like A Sister"/>
                    <a:ea typeface="Love Ya Like A Sister"/>
                    <a:cs typeface="Love Ya Like A Sister"/>
                    <a:sym typeface="Love Ya Like A Sister"/>
                  </a:rPr>
                  <a:t>s</a:t>
                </a:r>
                <a:r>
                  <a:rPr lang="en" sz="2000" dirty="0">
                    <a:solidFill>
                      <a:schemeClr val="lt1"/>
                    </a:solidFill>
                    <a:latin typeface="Love Ya Like A Sister"/>
                    <a:ea typeface="Love Ya Like A Sister"/>
                    <a:cs typeface="Love Ya Like A Sister"/>
                    <a:sym typeface="Love Ya Like A Sister"/>
                  </a:rPr>
                  <a:t>-Werte</a:t>
                </a:r>
                <a:endParaRPr sz="2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endParaRPr>
              </a:p>
            </p:txBody>
          </p:sp>
          <p:sp>
            <p:nvSpPr>
              <p:cNvPr id="1158" name="Google Shape;1158;p26">
                <a:extLst>
                  <a:ext uri="{FF2B5EF4-FFF2-40B4-BE49-F238E27FC236}">
                    <a16:creationId xmlns:a16="http://schemas.microsoft.com/office/drawing/2014/main" id="{49DDE271-6186-8B6B-AA64-BF8EED12608D}"/>
                  </a:ext>
                </a:extLst>
              </p:cNvPr>
              <p:cNvSpPr txBox="1"/>
              <p:nvPr/>
            </p:nvSpPr>
            <p:spPr>
              <a:xfrm>
                <a:off x="3183125" y="2745475"/>
                <a:ext cx="610200" cy="3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000">
                    <a:solidFill>
                      <a:schemeClr val="lt1"/>
                    </a:solidFill>
                    <a:latin typeface="Love Ya Like A Sister"/>
                    <a:ea typeface="Love Ya Like A Sister"/>
                    <a:cs typeface="Love Ya Like A Sister"/>
                    <a:sym typeface="Love Ya Like A Sister"/>
                  </a:rPr>
                  <a:t>02</a:t>
                </a:r>
                <a:endParaRPr sz="300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endParaRPr>
              </a:p>
            </p:txBody>
          </p:sp>
        </p:grpSp>
      </p:grpSp>
      <p:grpSp>
        <p:nvGrpSpPr>
          <p:cNvPr id="1159" name="Google Shape;1159;p26">
            <a:extLst>
              <a:ext uri="{FF2B5EF4-FFF2-40B4-BE49-F238E27FC236}">
                <a16:creationId xmlns:a16="http://schemas.microsoft.com/office/drawing/2014/main" id="{A719021C-2994-A0AA-D435-A4434E25C1C9}"/>
              </a:ext>
            </a:extLst>
          </p:cNvPr>
          <p:cNvGrpSpPr/>
          <p:nvPr/>
        </p:nvGrpSpPr>
        <p:grpSpPr>
          <a:xfrm>
            <a:off x="3154775" y="3571200"/>
            <a:ext cx="5532033" cy="945100"/>
            <a:chOff x="3154775" y="3647400"/>
            <a:chExt cx="5532033" cy="945100"/>
          </a:xfrm>
        </p:grpSpPr>
        <p:sp>
          <p:nvSpPr>
            <p:cNvPr id="1160" name="Google Shape;1160;p26">
              <a:extLst>
                <a:ext uri="{FF2B5EF4-FFF2-40B4-BE49-F238E27FC236}">
                  <a16:creationId xmlns:a16="http://schemas.microsoft.com/office/drawing/2014/main" id="{E103C40E-2ACA-33C1-D599-4621A1170AF8}"/>
                </a:ext>
              </a:extLst>
            </p:cNvPr>
            <p:cNvSpPr/>
            <p:nvPr/>
          </p:nvSpPr>
          <p:spPr>
            <a:xfrm>
              <a:off x="6010283" y="3647400"/>
              <a:ext cx="2676525" cy="945100"/>
            </a:xfrm>
            <a:custGeom>
              <a:avLst/>
              <a:gdLst/>
              <a:ahLst/>
              <a:cxnLst/>
              <a:rect l="l" t="t" r="r" b="b"/>
              <a:pathLst>
                <a:path w="107061" h="37804" extrusionOk="0">
                  <a:moveTo>
                    <a:pt x="15057" y="1370"/>
                  </a:moveTo>
                  <a:cubicBezTo>
                    <a:pt x="4683" y="3206"/>
                    <a:pt x="2525" y="6189"/>
                    <a:pt x="1010" y="11560"/>
                  </a:cubicBezTo>
                  <a:cubicBezTo>
                    <a:pt x="-505" y="16931"/>
                    <a:pt x="-1285" y="29233"/>
                    <a:pt x="5968" y="33594"/>
                  </a:cubicBezTo>
                  <a:cubicBezTo>
                    <a:pt x="13221" y="37955"/>
                    <a:pt x="29838" y="37450"/>
                    <a:pt x="44527" y="37725"/>
                  </a:cubicBezTo>
                  <a:cubicBezTo>
                    <a:pt x="59216" y="38000"/>
                    <a:pt x="83724" y="37646"/>
                    <a:pt x="94103" y="35246"/>
                  </a:cubicBezTo>
                  <a:cubicBezTo>
                    <a:pt x="104483" y="32847"/>
                    <a:pt x="105932" y="28286"/>
                    <a:pt x="106804" y="23328"/>
                  </a:cubicBezTo>
                  <a:cubicBezTo>
                    <a:pt x="107676" y="18371"/>
                    <a:pt x="106594" y="9299"/>
                    <a:pt x="99336" y="5501"/>
                  </a:cubicBezTo>
                  <a:cubicBezTo>
                    <a:pt x="92078" y="1704"/>
                    <a:pt x="77303" y="1232"/>
                    <a:pt x="63256" y="543"/>
                  </a:cubicBezTo>
                  <a:cubicBezTo>
                    <a:pt x="49210" y="-145"/>
                    <a:pt x="25431" y="-466"/>
                    <a:pt x="15057" y="137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161" name="Google Shape;1161;p26">
              <a:extLst>
                <a:ext uri="{FF2B5EF4-FFF2-40B4-BE49-F238E27FC236}">
                  <a16:creationId xmlns:a16="http://schemas.microsoft.com/office/drawing/2014/main" id="{5149C071-6081-A049-EF32-C5A994CB4CA9}"/>
                </a:ext>
              </a:extLst>
            </p:cNvPr>
            <p:cNvSpPr/>
            <p:nvPr/>
          </p:nvSpPr>
          <p:spPr>
            <a:xfrm>
              <a:off x="3154775" y="3786500"/>
              <a:ext cx="666900" cy="6669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62" name="Google Shape;1162;p26">
              <a:extLst>
                <a:ext uri="{FF2B5EF4-FFF2-40B4-BE49-F238E27FC236}">
                  <a16:creationId xmlns:a16="http://schemas.microsoft.com/office/drawing/2014/main" id="{25F3807B-59D8-FE92-2A96-6BCDDAA58F0B}"/>
                </a:ext>
              </a:extLst>
            </p:cNvPr>
            <p:cNvGrpSpPr/>
            <p:nvPr/>
          </p:nvGrpSpPr>
          <p:grpSpPr>
            <a:xfrm rot="-8779881">
              <a:off x="4000134" y="3991883"/>
              <a:ext cx="268077" cy="256133"/>
              <a:chOff x="5072449" y="3591321"/>
              <a:chExt cx="401347" cy="383466"/>
            </a:xfrm>
          </p:grpSpPr>
          <p:sp>
            <p:nvSpPr>
              <p:cNvPr id="1163" name="Google Shape;1163;p26">
                <a:extLst>
                  <a:ext uri="{FF2B5EF4-FFF2-40B4-BE49-F238E27FC236}">
                    <a16:creationId xmlns:a16="http://schemas.microsoft.com/office/drawing/2014/main" id="{6F013ECB-584D-D620-ED3C-6D4BCD088AFE}"/>
                  </a:ext>
                </a:extLst>
              </p:cNvPr>
              <p:cNvSpPr/>
              <p:nvPr/>
            </p:nvSpPr>
            <p:spPr>
              <a:xfrm rot="540967">
                <a:off x="5106440" y="3616161"/>
                <a:ext cx="343323" cy="333787"/>
              </a:xfrm>
              <a:custGeom>
                <a:avLst/>
                <a:gdLst/>
                <a:ahLst/>
                <a:cxnLst/>
                <a:rect l="l" t="t" r="r" b="b"/>
                <a:pathLst>
                  <a:path w="9073" h="8821" extrusionOk="0">
                    <a:moveTo>
                      <a:pt x="8624" y="0"/>
                    </a:moveTo>
                    <a:cubicBezTo>
                      <a:pt x="8551" y="0"/>
                      <a:pt x="8476" y="29"/>
                      <a:pt x="8407" y="97"/>
                    </a:cubicBezTo>
                    <a:lnTo>
                      <a:pt x="235" y="8303"/>
                    </a:lnTo>
                    <a:cubicBezTo>
                      <a:pt x="1" y="8511"/>
                      <a:pt x="212" y="8820"/>
                      <a:pt x="459" y="8820"/>
                    </a:cubicBezTo>
                    <a:cubicBezTo>
                      <a:pt x="529" y="8820"/>
                      <a:pt x="602" y="8796"/>
                      <a:pt x="668" y="8737"/>
                    </a:cubicBezTo>
                    <a:lnTo>
                      <a:pt x="8841" y="531"/>
                    </a:lnTo>
                    <a:cubicBezTo>
                      <a:pt x="9072" y="325"/>
                      <a:pt x="8867" y="0"/>
                      <a:pt x="86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26">
                <a:extLst>
                  <a:ext uri="{FF2B5EF4-FFF2-40B4-BE49-F238E27FC236}">
                    <a16:creationId xmlns:a16="http://schemas.microsoft.com/office/drawing/2014/main" id="{AA1D7C74-9564-0C5D-9DD4-0FFE4A3B6160}"/>
                  </a:ext>
                </a:extLst>
              </p:cNvPr>
              <p:cNvSpPr/>
              <p:nvPr/>
            </p:nvSpPr>
            <p:spPr>
              <a:xfrm rot="540967">
                <a:off x="5081734" y="3813818"/>
                <a:ext cx="195028" cy="133878"/>
              </a:xfrm>
              <a:custGeom>
                <a:avLst/>
                <a:gdLst/>
                <a:ahLst/>
                <a:cxnLst/>
                <a:rect l="l" t="t" r="r" b="b"/>
                <a:pathLst>
                  <a:path w="5154" h="3538" extrusionOk="0">
                    <a:moveTo>
                      <a:pt x="296" y="0"/>
                    </a:moveTo>
                    <a:cubicBezTo>
                      <a:pt x="142" y="0"/>
                      <a:pt x="0" y="100"/>
                      <a:pt x="17" y="300"/>
                    </a:cubicBezTo>
                    <a:cubicBezTo>
                      <a:pt x="117" y="1334"/>
                      <a:pt x="351" y="2335"/>
                      <a:pt x="684" y="3303"/>
                    </a:cubicBezTo>
                    <a:cubicBezTo>
                      <a:pt x="751" y="3436"/>
                      <a:pt x="851" y="3536"/>
                      <a:pt x="984" y="3536"/>
                    </a:cubicBezTo>
                    <a:lnTo>
                      <a:pt x="4754" y="3536"/>
                    </a:lnTo>
                    <a:cubicBezTo>
                      <a:pt x="4764" y="3537"/>
                      <a:pt x="4774" y="3537"/>
                      <a:pt x="4784" y="3537"/>
                    </a:cubicBezTo>
                    <a:cubicBezTo>
                      <a:pt x="5154" y="3537"/>
                      <a:pt x="5144" y="2936"/>
                      <a:pt x="4754" y="2936"/>
                    </a:cubicBezTo>
                    <a:lnTo>
                      <a:pt x="1212" y="2904"/>
                    </a:lnTo>
                    <a:lnTo>
                      <a:pt x="1212" y="2904"/>
                    </a:lnTo>
                    <a:cubicBezTo>
                      <a:pt x="947" y="2047"/>
                      <a:pt x="743" y="1188"/>
                      <a:pt x="651" y="300"/>
                    </a:cubicBezTo>
                    <a:cubicBezTo>
                      <a:pt x="617" y="100"/>
                      <a:pt x="451" y="0"/>
                      <a:pt x="2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5" name="Google Shape;1165;p26">
              <a:extLst>
                <a:ext uri="{FF2B5EF4-FFF2-40B4-BE49-F238E27FC236}">
                  <a16:creationId xmlns:a16="http://schemas.microsoft.com/office/drawing/2014/main" id="{58B1D08D-E0EC-4619-931D-ED09934683A9}"/>
                </a:ext>
              </a:extLst>
            </p:cNvPr>
            <p:cNvGrpSpPr/>
            <p:nvPr/>
          </p:nvGrpSpPr>
          <p:grpSpPr>
            <a:xfrm rot="-8434994">
              <a:off x="5566045" y="3991888"/>
              <a:ext cx="268068" cy="256124"/>
              <a:chOff x="5072449" y="3591321"/>
              <a:chExt cx="401347" cy="383466"/>
            </a:xfrm>
          </p:grpSpPr>
          <p:sp>
            <p:nvSpPr>
              <p:cNvPr id="1166" name="Google Shape;1166;p26">
                <a:extLst>
                  <a:ext uri="{FF2B5EF4-FFF2-40B4-BE49-F238E27FC236}">
                    <a16:creationId xmlns:a16="http://schemas.microsoft.com/office/drawing/2014/main" id="{716209B6-D3C4-7FFF-A76E-954E439459A5}"/>
                  </a:ext>
                </a:extLst>
              </p:cNvPr>
              <p:cNvSpPr/>
              <p:nvPr/>
            </p:nvSpPr>
            <p:spPr>
              <a:xfrm rot="540967">
                <a:off x="5106440" y="3616161"/>
                <a:ext cx="343323" cy="333787"/>
              </a:xfrm>
              <a:custGeom>
                <a:avLst/>
                <a:gdLst/>
                <a:ahLst/>
                <a:cxnLst/>
                <a:rect l="l" t="t" r="r" b="b"/>
                <a:pathLst>
                  <a:path w="9073" h="8821" extrusionOk="0">
                    <a:moveTo>
                      <a:pt x="8624" y="0"/>
                    </a:moveTo>
                    <a:cubicBezTo>
                      <a:pt x="8551" y="0"/>
                      <a:pt x="8476" y="29"/>
                      <a:pt x="8407" y="97"/>
                    </a:cubicBezTo>
                    <a:lnTo>
                      <a:pt x="235" y="8303"/>
                    </a:lnTo>
                    <a:cubicBezTo>
                      <a:pt x="1" y="8511"/>
                      <a:pt x="212" y="8820"/>
                      <a:pt x="459" y="8820"/>
                    </a:cubicBezTo>
                    <a:cubicBezTo>
                      <a:pt x="529" y="8820"/>
                      <a:pt x="602" y="8796"/>
                      <a:pt x="668" y="8737"/>
                    </a:cubicBezTo>
                    <a:lnTo>
                      <a:pt x="8841" y="531"/>
                    </a:lnTo>
                    <a:cubicBezTo>
                      <a:pt x="9072" y="325"/>
                      <a:pt x="8867" y="0"/>
                      <a:pt x="86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26">
                <a:extLst>
                  <a:ext uri="{FF2B5EF4-FFF2-40B4-BE49-F238E27FC236}">
                    <a16:creationId xmlns:a16="http://schemas.microsoft.com/office/drawing/2014/main" id="{80D27171-ABB4-4E5A-CC88-010138D79EF2}"/>
                  </a:ext>
                </a:extLst>
              </p:cNvPr>
              <p:cNvSpPr/>
              <p:nvPr/>
            </p:nvSpPr>
            <p:spPr>
              <a:xfrm rot="540967">
                <a:off x="5081734" y="3813818"/>
                <a:ext cx="195028" cy="133878"/>
              </a:xfrm>
              <a:custGeom>
                <a:avLst/>
                <a:gdLst/>
                <a:ahLst/>
                <a:cxnLst/>
                <a:rect l="l" t="t" r="r" b="b"/>
                <a:pathLst>
                  <a:path w="5154" h="3538" extrusionOk="0">
                    <a:moveTo>
                      <a:pt x="296" y="0"/>
                    </a:moveTo>
                    <a:cubicBezTo>
                      <a:pt x="142" y="0"/>
                      <a:pt x="0" y="100"/>
                      <a:pt x="17" y="300"/>
                    </a:cubicBezTo>
                    <a:cubicBezTo>
                      <a:pt x="117" y="1334"/>
                      <a:pt x="351" y="2335"/>
                      <a:pt x="684" y="3303"/>
                    </a:cubicBezTo>
                    <a:cubicBezTo>
                      <a:pt x="751" y="3436"/>
                      <a:pt x="851" y="3536"/>
                      <a:pt x="984" y="3536"/>
                    </a:cubicBezTo>
                    <a:lnTo>
                      <a:pt x="4754" y="3536"/>
                    </a:lnTo>
                    <a:cubicBezTo>
                      <a:pt x="4764" y="3537"/>
                      <a:pt x="4774" y="3537"/>
                      <a:pt x="4784" y="3537"/>
                    </a:cubicBezTo>
                    <a:cubicBezTo>
                      <a:pt x="5154" y="3537"/>
                      <a:pt x="5144" y="2936"/>
                      <a:pt x="4754" y="2936"/>
                    </a:cubicBezTo>
                    <a:lnTo>
                      <a:pt x="1212" y="2904"/>
                    </a:lnTo>
                    <a:lnTo>
                      <a:pt x="1212" y="2904"/>
                    </a:lnTo>
                    <a:cubicBezTo>
                      <a:pt x="947" y="2047"/>
                      <a:pt x="743" y="1188"/>
                      <a:pt x="651" y="300"/>
                    </a:cubicBezTo>
                    <a:cubicBezTo>
                      <a:pt x="617" y="100"/>
                      <a:pt x="451" y="0"/>
                      <a:pt x="2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8" name="Google Shape;1168;p26">
              <a:extLst>
                <a:ext uri="{FF2B5EF4-FFF2-40B4-BE49-F238E27FC236}">
                  <a16:creationId xmlns:a16="http://schemas.microsoft.com/office/drawing/2014/main" id="{28311ABC-78CD-8CD0-39D5-DAE897F560A1}"/>
                </a:ext>
              </a:extLst>
            </p:cNvPr>
            <p:cNvGrpSpPr/>
            <p:nvPr/>
          </p:nvGrpSpPr>
          <p:grpSpPr>
            <a:xfrm>
              <a:off x="3183125" y="3672350"/>
              <a:ext cx="5289975" cy="895200"/>
              <a:chOff x="3183125" y="3736075"/>
              <a:chExt cx="5289975" cy="895200"/>
            </a:xfrm>
          </p:grpSpPr>
          <p:sp>
            <p:nvSpPr>
              <p:cNvPr id="1169" name="Google Shape;1169;p26">
                <a:extLst>
                  <a:ext uri="{FF2B5EF4-FFF2-40B4-BE49-F238E27FC236}">
                    <a16:creationId xmlns:a16="http://schemas.microsoft.com/office/drawing/2014/main" id="{4F971DD7-695E-28BA-5A74-CDC90E176288}"/>
                  </a:ext>
                </a:extLst>
              </p:cNvPr>
              <p:cNvSpPr txBox="1"/>
              <p:nvPr/>
            </p:nvSpPr>
            <p:spPr>
              <a:xfrm>
                <a:off x="6224000" y="3736075"/>
                <a:ext cx="2249100" cy="8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dirty="0">
                    <a:solidFill>
                      <a:schemeClr val="lt1"/>
                    </a:solidFill>
                    <a:latin typeface="Catamaran"/>
                    <a:ea typeface="Catamaran"/>
                    <a:cs typeface="Catamaran"/>
                    <a:sym typeface="Catamaran"/>
                  </a:rPr>
                  <a:t>Nach außen hin neutral</a:t>
                </a:r>
                <a:endParaRPr dirty="0">
                  <a:solidFill>
                    <a:schemeClr val="lt1"/>
                  </a:solidFill>
                  <a:latin typeface="Catamaran"/>
                  <a:ea typeface="Catamaran"/>
                  <a:cs typeface="Catamaran"/>
                  <a:sym typeface="Catamaran"/>
                </a:endParaRPr>
              </a:p>
            </p:txBody>
          </p:sp>
          <p:sp>
            <p:nvSpPr>
              <p:cNvPr id="1170" name="Google Shape;1170;p26">
                <a:extLst>
                  <a:ext uri="{FF2B5EF4-FFF2-40B4-BE49-F238E27FC236}">
                    <a16:creationId xmlns:a16="http://schemas.microsoft.com/office/drawing/2014/main" id="{21C20B1D-78DC-378A-DD6B-E54B8950A0EE}"/>
                  </a:ext>
                </a:extLst>
              </p:cNvPr>
              <p:cNvSpPr txBox="1"/>
              <p:nvPr/>
            </p:nvSpPr>
            <p:spPr>
              <a:xfrm>
                <a:off x="4316725" y="4015963"/>
                <a:ext cx="1198500" cy="3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dirty="0">
                    <a:solidFill>
                      <a:schemeClr val="lt1"/>
                    </a:solidFill>
                    <a:latin typeface="Love Ya Like A Sister"/>
                    <a:ea typeface="Love Ya Like A Sister"/>
                    <a:cs typeface="Love Ya Like A Sister"/>
                    <a:sym typeface="Love Ya Like A Sister"/>
                  </a:rPr>
                  <a:t>IEP = pl</a:t>
                </a:r>
                <a:endParaRPr sz="2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endParaRPr>
              </a:p>
            </p:txBody>
          </p:sp>
          <p:sp>
            <p:nvSpPr>
              <p:cNvPr id="1171" name="Google Shape;1171;p26">
                <a:extLst>
                  <a:ext uri="{FF2B5EF4-FFF2-40B4-BE49-F238E27FC236}">
                    <a16:creationId xmlns:a16="http://schemas.microsoft.com/office/drawing/2014/main" id="{E95E9EBA-5846-988B-3997-340D7313934C}"/>
                  </a:ext>
                </a:extLst>
              </p:cNvPr>
              <p:cNvSpPr txBox="1"/>
              <p:nvPr/>
            </p:nvSpPr>
            <p:spPr>
              <a:xfrm>
                <a:off x="3183125" y="4015975"/>
                <a:ext cx="610200" cy="33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3000">
                    <a:solidFill>
                      <a:schemeClr val="lt1"/>
                    </a:solidFill>
                    <a:latin typeface="Love Ya Like A Sister"/>
                    <a:ea typeface="Love Ya Like A Sister"/>
                    <a:cs typeface="Love Ya Like A Sister"/>
                    <a:sym typeface="Love Ya Like A Sister"/>
                  </a:rPr>
                  <a:t>03</a:t>
                </a:r>
                <a:endParaRPr sz="300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7303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2">
          <a:extLst>
            <a:ext uri="{FF2B5EF4-FFF2-40B4-BE49-F238E27FC236}">
              <a16:creationId xmlns:a16="http://schemas.microsoft.com/office/drawing/2014/main" id="{5B3DBEEA-3AF6-C7C2-901F-B57451A51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35">
            <a:extLst>
              <a:ext uri="{FF2B5EF4-FFF2-40B4-BE49-F238E27FC236}">
                <a16:creationId xmlns:a16="http://schemas.microsoft.com/office/drawing/2014/main" id="{E81B3800-C784-86B1-656B-83547CC18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9675"/>
            <a:ext cx="8229600" cy="3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66FF"/>
                </a:solidFill>
              </a:rPr>
              <a:t>Erwartete Ergebnisse</a:t>
            </a:r>
            <a:br>
              <a:rPr lang="en" dirty="0">
                <a:solidFill>
                  <a:srgbClr val="FF66FF"/>
                </a:solidFill>
              </a:rPr>
            </a:br>
            <a:r>
              <a:rPr lang="en" dirty="0">
                <a:solidFill>
                  <a:srgbClr val="66CCFF"/>
                </a:solidFill>
              </a:rPr>
              <a:t>Glycin</a:t>
            </a:r>
            <a:endParaRPr dirty="0">
              <a:solidFill>
                <a:srgbClr val="66CCFF"/>
              </a:solidFill>
            </a:endParaRPr>
          </a:p>
        </p:txBody>
      </p:sp>
      <p:cxnSp>
        <p:nvCxnSpPr>
          <p:cNvPr id="1585" name="Google Shape;1585;p35">
            <a:extLst>
              <a:ext uri="{FF2B5EF4-FFF2-40B4-BE49-F238E27FC236}">
                <a16:creationId xmlns:a16="http://schemas.microsoft.com/office/drawing/2014/main" id="{65AEF3F1-1A51-3B6F-D4AC-BF8E771F91FF}"/>
              </a:ext>
            </a:extLst>
          </p:cNvPr>
          <p:cNvCxnSpPr>
            <a:cxnSpLocks/>
          </p:cNvCxnSpPr>
          <p:nvPr/>
        </p:nvCxnSpPr>
        <p:spPr>
          <a:xfrm>
            <a:off x="2921100" y="4698075"/>
            <a:ext cx="5765700" cy="0"/>
          </a:xfrm>
          <a:prstGeom prst="straightConnector1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87" name="Google Shape;1587;p35">
            <a:extLst>
              <a:ext uri="{FF2B5EF4-FFF2-40B4-BE49-F238E27FC236}">
                <a16:creationId xmlns:a16="http://schemas.microsoft.com/office/drawing/2014/main" id="{018A7370-9269-14E4-1F17-BEA7DD59827E}"/>
              </a:ext>
            </a:extLst>
          </p:cNvPr>
          <p:cNvGrpSpPr/>
          <p:nvPr/>
        </p:nvGrpSpPr>
        <p:grpSpPr>
          <a:xfrm>
            <a:off x="457187" y="3141088"/>
            <a:ext cx="2450399" cy="1164504"/>
            <a:chOff x="457187" y="3141088"/>
            <a:chExt cx="2450399" cy="1164504"/>
          </a:xfrm>
        </p:grpSpPr>
        <p:sp>
          <p:nvSpPr>
            <p:cNvPr id="1588" name="Google Shape;1588;p35">
              <a:extLst>
                <a:ext uri="{FF2B5EF4-FFF2-40B4-BE49-F238E27FC236}">
                  <a16:creationId xmlns:a16="http://schemas.microsoft.com/office/drawing/2014/main" id="{0C009DFD-5831-7D4A-487E-2018281C3739}"/>
                </a:ext>
              </a:extLst>
            </p:cNvPr>
            <p:cNvSpPr txBox="1"/>
            <p:nvPr/>
          </p:nvSpPr>
          <p:spPr>
            <a:xfrm>
              <a:off x="470750" y="3609892"/>
              <a:ext cx="1499400" cy="6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1589" name="Google Shape;1589;p35">
              <a:extLst>
                <a:ext uri="{FF2B5EF4-FFF2-40B4-BE49-F238E27FC236}">
                  <a16:creationId xmlns:a16="http://schemas.microsoft.com/office/drawing/2014/main" id="{1DD6BF8E-A4C9-4738-09C4-B170319213C7}"/>
                </a:ext>
              </a:extLst>
            </p:cNvPr>
            <p:cNvSpPr txBox="1"/>
            <p:nvPr/>
          </p:nvSpPr>
          <p:spPr>
            <a:xfrm>
              <a:off x="457187" y="3141088"/>
              <a:ext cx="2450399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Isoelektrischer Punkt</a:t>
              </a:r>
              <a:endParaRPr sz="2000" dirty="0">
                <a:solidFill>
                  <a:schemeClr val="lt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endParaRPr>
            </a:p>
          </p:txBody>
        </p:sp>
      </p:grpSp>
      <p:cxnSp>
        <p:nvCxnSpPr>
          <p:cNvPr id="1591" name="Google Shape;1591;p35">
            <a:extLst>
              <a:ext uri="{FF2B5EF4-FFF2-40B4-BE49-F238E27FC236}">
                <a16:creationId xmlns:a16="http://schemas.microsoft.com/office/drawing/2014/main" id="{0B7105DC-94C9-6EA4-CB1F-CF9802ED40E3}"/>
              </a:ext>
            </a:extLst>
          </p:cNvPr>
          <p:cNvCxnSpPr/>
          <p:nvPr/>
        </p:nvCxnSpPr>
        <p:spPr>
          <a:xfrm>
            <a:off x="470750" y="3001500"/>
            <a:ext cx="2450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92" name="Google Shape;1592;p35">
            <a:extLst>
              <a:ext uri="{FF2B5EF4-FFF2-40B4-BE49-F238E27FC236}">
                <a16:creationId xmlns:a16="http://schemas.microsoft.com/office/drawing/2014/main" id="{084B295F-CAD4-5BB3-5C57-7631D29ABE39}"/>
              </a:ext>
            </a:extLst>
          </p:cNvPr>
          <p:cNvGrpSpPr/>
          <p:nvPr/>
        </p:nvGrpSpPr>
        <p:grpSpPr>
          <a:xfrm>
            <a:off x="451636" y="1445038"/>
            <a:ext cx="2469463" cy="1428598"/>
            <a:chOff x="451636" y="1445038"/>
            <a:chExt cx="2469463" cy="14285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3" name="Google Shape;1593;p35">
                  <a:extLst>
                    <a:ext uri="{FF2B5EF4-FFF2-40B4-BE49-F238E27FC236}">
                      <a16:creationId xmlns:a16="http://schemas.microsoft.com/office/drawing/2014/main" id="{C68A79C1-4EC7-3333-4FB1-AC4A3D82FBBC}"/>
                    </a:ext>
                  </a:extLst>
                </p:cNvPr>
                <p:cNvSpPr txBox="1"/>
                <p:nvPr/>
              </p:nvSpPr>
              <p:spPr>
                <a:xfrm>
                  <a:off x="451636" y="1780449"/>
                  <a:ext cx="2469463" cy="10931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blipFill>
                                <a:blip r:embed="rId3"/>
                                <a:tile tx="0" ty="0" sx="50000" sy="50000" flip="none" algn="tl"/>
                              </a:blipFill>
                              <a:latin typeface="Cambria Math" panose="02040503050406030204" pitchFamily="18" charset="0"/>
                              <a:ea typeface="Fira Math" panose="02000503000000000000" pitchFamily="50" charset="0"/>
                              <a:cs typeface="Catamaran"/>
                              <a:sym typeface="Catamaran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blipFill>
                                <a:blip r:embed="rId3"/>
                                <a:tile tx="0" ty="0" sx="50000" sy="50000" flip="none" algn="tl"/>
                              </a:blipFill>
                              <a:latin typeface="Fira Math" panose="02000503000000000000" pitchFamily="50" charset="0"/>
                              <a:ea typeface="Fira Math" panose="02000503000000000000" pitchFamily="50" charset="0"/>
                              <a:cs typeface="Catamaran"/>
                              <a:sym typeface="Catamaran"/>
                            </a:rPr>
                            <m:t>𝑝𝑘</m:t>
                          </m:r>
                        </m:e>
                        <m:sub>
                          <m:r>
                            <a:rPr lang="en-US" b="0" i="1" smtClean="0">
                              <a:blipFill>
                                <a:blip r:embed="rId3"/>
                                <a:tile tx="0" ty="0" sx="50000" sy="50000" flip="none" algn="tl"/>
                              </a:blipFill>
                              <a:latin typeface="Cambria Math" panose="02040503050406030204" pitchFamily="18" charset="0"/>
                              <a:ea typeface="Fira Math" panose="02000503000000000000" pitchFamily="50" charset="0"/>
                              <a:cs typeface="Catamaran"/>
                              <a:sym typeface="Catamaran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blipFill>
                            <a:blip r:embed="rId3"/>
                            <a:tile tx="0" ty="0" sx="50000" sy="50000" flip="none" algn="tl"/>
                          </a:blipFill>
                          <a:latin typeface="Fira Math" panose="02000503000000000000" pitchFamily="50" charset="0"/>
                          <a:ea typeface="Fira Math" panose="02000503000000000000" pitchFamily="50" charset="0"/>
                          <a:cs typeface="Catamaran"/>
                          <a:sym typeface="Catamaran"/>
                        </a:rPr>
                        <m:t>≅</m:t>
                      </m:r>
                    </m:oMath>
                  </a14:m>
                  <a:r>
                    <a:rPr lang="en-US" b="0" i="1" dirty="0">
                      <a:blipFill>
                        <a:blip r:embed="rId3"/>
                        <a:tile tx="0" ty="0" sx="50000" sy="50000" flip="none" algn="tl"/>
                      </a:blipFill>
                      <a:latin typeface="Fira Math" panose="02000503000000000000" pitchFamily="50" charset="0"/>
                      <a:ea typeface="Fira Math" panose="02000503000000000000" pitchFamily="50" charset="0"/>
                      <a:cs typeface="Catamaran"/>
                      <a:sym typeface="Catamaran"/>
                    </a:rPr>
                    <a:t> 2.34</a:t>
                  </a:r>
                </a:p>
                <a:p>
                  <a:pPr lvl="0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blipFill>
                                <a:blip r:embed="rId3"/>
                                <a:tile tx="0" ty="0" sx="50000" sy="50000" flip="none" algn="tl"/>
                              </a:blipFill>
                              <a:latin typeface="Cambria Math" panose="02040503050406030204" pitchFamily="18" charset="0"/>
                              <a:ea typeface="Fira Math" panose="02000503000000000000" pitchFamily="50" charset="0"/>
                              <a:cs typeface="Catamaran"/>
                              <a:sym typeface="Catamaran"/>
                            </a:rPr>
                          </m:ctrlPr>
                        </m:sSubPr>
                        <m:e>
                          <m:r>
                            <a:rPr lang="en-US" i="1">
                              <a:blipFill>
                                <a:blip r:embed="rId3"/>
                                <a:tile tx="0" ty="0" sx="50000" sy="50000" flip="none" algn="tl"/>
                              </a:blipFill>
                              <a:latin typeface="Fira Math" panose="02000503000000000000" pitchFamily="50" charset="0"/>
                              <a:ea typeface="Fira Math" panose="02000503000000000000" pitchFamily="50" charset="0"/>
                              <a:cs typeface="Catamaran"/>
                              <a:sym typeface="Catamaran"/>
                            </a:rPr>
                            <m:t>𝑝𝑘</m:t>
                          </m:r>
                        </m:e>
                        <m:sub>
                          <m:r>
                            <a:rPr lang="en-US" b="0" i="1" smtClean="0">
                              <a:blipFill>
                                <a:blip r:embed="rId3"/>
                                <a:tile tx="0" ty="0" sx="50000" sy="50000" flip="none" algn="tl"/>
                              </a:blipFill>
                              <a:latin typeface="Cambria Math" panose="02040503050406030204" pitchFamily="18" charset="0"/>
                              <a:ea typeface="Fira Math" panose="02000503000000000000" pitchFamily="50" charset="0"/>
                              <a:cs typeface="Catamaran"/>
                              <a:sym typeface="Catamaran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blipFill>
                            <a:blip r:embed="rId3"/>
                            <a:tile tx="0" ty="0" sx="50000" sy="50000" flip="none" algn="tl"/>
                          </a:blipFill>
                          <a:latin typeface="Fira Math" panose="02000503000000000000" pitchFamily="50" charset="0"/>
                          <a:ea typeface="Fira Math" panose="02000503000000000000" pitchFamily="50" charset="0"/>
                          <a:cs typeface="Catamaran"/>
                          <a:sym typeface="Catamaran"/>
                        </a:rPr>
                        <m:t>≅</m:t>
                      </m:r>
                    </m:oMath>
                  </a14:m>
                  <a:r>
                    <a:rPr lang="en-US" i="1" dirty="0">
                      <a:blipFill>
                        <a:blip r:embed="rId3"/>
                        <a:tile tx="0" ty="0" sx="50000" sy="50000" flip="none" algn="tl"/>
                      </a:blipFill>
                      <a:latin typeface="Fira Math" panose="02000503000000000000" pitchFamily="50" charset="0"/>
                      <a:ea typeface="Fira Math" panose="02000503000000000000" pitchFamily="50" charset="0"/>
                      <a:cs typeface="Catamaran"/>
                      <a:sym typeface="Catamaran"/>
                    </a:rPr>
                    <a:t> 9.60</a:t>
                  </a:r>
                </a:p>
              </p:txBody>
            </p:sp>
          </mc:Choice>
          <mc:Fallback xmlns="">
            <p:sp>
              <p:nvSpPr>
                <p:cNvPr id="1593" name="Google Shape;1593;p35">
                  <a:extLst>
                    <a:ext uri="{FF2B5EF4-FFF2-40B4-BE49-F238E27FC236}">
                      <a16:creationId xmlns:a16="http://schemas.microsoft.com/office/drawing/2014/main" id="{C68A79C1-4EC7-3333-4FB1-AC4A3D82FB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636" y="1780449"/>
                  <a:ext cx="2469463" cy="10931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A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94" name="Google Shape;1594;p35">
              <a:extLst>
                <a:ext uri="{FF2B5EF4-FFF2-40B4-BE49-F238E27FC236}">
                  <a16:creationId xmlns:a16="http://schemas.microsoft.com/office/drawing/2014/main" id="{9F0E5985-CE78-446D-B399-66F797CAC1AB}"/>
                </a:ext>
              </a:extLst>
            </p:cNvPr>
            <p:cNvSpPr txBox="1"/>
            <p:nvPr/>
          </p:nvSpPr>
          <p:spPr>
            <a:xfrm>
              <a:off x="457187" y="1445038"/>
              <a:ext cx="2450399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pK</a:t>
              </a:r>
              <a:r>
                <a:rPr lang="en" sz="2000" baseline="-25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1</a:t>
              </a:r>
              <a:r>
                <a:rPr lang="en" sz="2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 &amp; pK</a:t>
              </a:r>
              <a:r>
                <a:rPr lang="en" sz="2000" baseline="-25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2</a:t>
              </a:r>
              <a:endParaRPr sz="2000" baseline="-25000" dirty="0">
                <a:solidFill>
                  <a:schemeClr val="lt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endParaRPr>
            </a:p>
          </p:txBody>
        </p:sp>
      </p:grpSp>
      <p:cxnSp>
        <p:nvCxnSpPr>
          <p:cNvPr id="1596" name="Google Shape;1596;p35">
            <a:extLst>
              <a:ext uri="{FF2B5EF4-FFF2-40B4-BE49-F238E27FC236}">
                <a16:creationId xmlns:a16="http://schemas.microsoft.com/office/drawing/2014/main" id="{54AE56A0-4182-F904-1189-DDD744A9E873}"/>
              </a:ext>
            </a:extLst>
          </p:cNvPr>
          <p:cNvCxnSpPr/>
          <p:nvPr/>
        </p:nvCxnSpPr>
        <p:spPr>
          <a:xfrm>
            <a:off x="470750" y="1305450"/>
            <a:ext cx="2450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050" name="Picture 2" descr="Vernetztes Studium - Chemie, Chemie für Mediziner: Glycin 2">
            <a:extLst>
              <a:ext uri="{FF2B5EF4-FFF2-40B4-BE49-F238E27FC236}">
                <a16:creationId xmlns:a16="http://schemas.microsoft.com/office/drawing/2014/main" id="{309816EF-36FA-B076-1B96-0E77DE406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100" y="1026680"/>
            <a:ext cx="5752150" cy="364003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B8AAD1-76DF-B6EE-AD9E-DE854E5DE2B6}"/>
                  </a:ext>
                </a:extLst>
              </p:cNvPr>
              <p:cNvSpPr txBox="1"/>
              <p:nvPr/>
            </p:nvSpPr>
            <p:spPr>
              <a:xfrm>
                <a:off x="470750" y="3604351"/>
                <a:ext cx="2057765" cy="6096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i="1" smtClean="0">
                              <a:blipFill dpi="0" rotWithShape="1">
                                <a:blip r:embed="rId3"/>
                                <a:srcRect/>
                                <a:tile tx="0" ty="0" sx="50000" sy="50000" flip="none" algn="tl"/>
                              </a:blipFill>
                              <a:latin typeface="Cambria Math" panose="02040503050406030204" pitchFamily="18" charset="0"/>
                              <a:ea typeface="Fira Math" panose="02000503000000000000" pitchFamily="50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blipFill dpi="0" rotWithShape="1">
                                <a:blip r:embed="rId3"/>
                                <a:srcRect/>
                                <a:tile tx="0" ty="0" sx="50000" sy="50000" flip="none" algn="tl"/>
                              </a:blipFill>
                              <a:latin typeface="Fira Math" panose="02000503000000000000" pitchFamily="50" charset="0"/>
                              <a:ea typeface="Fira Math" panose="02000503000000000000" pitchFamily="50" charset="0"/>
                            </a:rPr>
                            <m:t>𝑝</m:t>
                          </m:r>
                          <m:sSub>
                            <m:sSubPr>
                              <m:ctrlPr>
                                <a:rPr lang="pt-BR" sz="2000" i="1">
                                  <a:blipFill dpi="0" rotWithShape="1">
                                    <a:blip r:embed="rId3"/>
                                    <a:srcRect/>
                                    <a:tile tx="0" ty="0" sx="50000" sy="50000" flip="none" algn="tl"/>
                                  </a:blipFill>
                                  <a:latin typeface="Cambria Math" panose="02040503050406030204" pitchFamily="18" charset="0"/>
                                  <a:ea typeface="Fira Math" panose="02000503000000000000" pitchFamily="50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blipFill dpi="0" rotWithShape="1">
                                    <a:blip r:embed="rId3"/>
                                    <a:srcRect/>
                                    <a:tile tx="0" ty="0" sx="50000" sy="50000" flip="none" algn="tl"/>
                                  </a:blipFill>
                                  <a:latin typeface="Fira Math" panose="02000503000000000000" pitchFamily="50" charset="0"/>
                                  <a:ea typeface="Fira Math" panose="02000503000000000000" pitchFamily="50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sz="2000" i="1">
                                  <a:blipFill dpi="0" rotWithShape="1">
                                    <a:blip r:embed="rId3"/>
                                    <a:srcRect/>
                                    <a:tile tx="0" ty="0" sx="50000" sy="50000" flip="none" algn="tl"/>
                                  </a:blipFill>
                                  <a:latin typeface="Fira Math" panose="02000503000000000000" pitchFamily="50" charset="0"/>
                                  <a:ea typeface="Fira Math" panose="02000503000000000000" pitchFamily="50" charset="0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blipFill dpi="0" rotWithShape="1">
                                    <a:blip r:embed="rId3"/>
                                    <a:srcRect/>
                                    <a:tile tx="0" ty="0" sx="50000" sy="50000" flip="none" algn="tl"/>
                                  </a:blipFill>
                                  <a:latin typeface="Cambria Math" panose="02040503050406030204" pitchFamily="18" charset="0"/>
                                  <a:ea typeface="Fira Math" panose="02000503000000000000" pitchFamily="50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sz="2000" i="1">
                              <a:blipFill dpi="0" rotWithShape="1">
                                <a:blip r:embed="rId3"/>
                                <a:srcRect/>
                                <a:tile tx="0" ty="0" sx="50000" sy="50000" flip="none" algn="tl"/>
                              </a:blipFill>
                              <a:latin typeface="Fira Math" panose="02000503000000000000" pitchFamily="50" charset="0"/>
                              <a:ea typeface="Fira Math" panose="02000503000000000000" pitchFamily="50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000" i="1">
                                  <a:blipFill dpi="0" rotWithShape="1">
                                    <a:blip r:embed="rId3"/>
                                    <a:srcRect/>
                                    <a:tile tx="0" ty="0" sx="50000" sy="50000" flip="none" algn="tl"/>
                                  </a:blipFill>
                                  <a:latin typeface="Cambria Math" panose="02040503050406030204" pitchFamily="18" charset="0"/>
                                  <a:ea typeface="Fira Math" panose="02000503000000000000" pitchFamily="50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pt-BR" sz="2000" i="1" smtClean="0">
                                      <a:blipFill dpi="0" rotWithShape="1">
                                        <a:blip r:embed="rId3"/>
                                        <a:srcRect/>
                                        <a:tile tx="0" ty="0" sx="50000" sy="50000" flip="none" algn="tl"/>
                                      </a:blipFill>
                                      <a:latin typeface="Cambria Math" panose="02040503050406030204" pitchFamily="18" charset="0"/>
                                      <a:ea typeface="Fira Math" panose="02000503000000000000" pitchFamily="50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blipFill dpi="0" rotWithShape="1">
                                        <a:blip r:embed="rId3"/>
                                        <a:srcRect/>
                                        <a:tile tx="0" ty="0" sx="50000" sy="50000" flip="none" algn="tl"/>
                                      </a:blipFill>
                                      <a:latin typeface="Fira Math" panose="02000503000000000000" pitchFamily="50" charset="0"/>
                                      <a:ea typeface="Fira Math" panose="02000503000000000000" pitchFamily="50" charset="0"/>
                                    </a:rPr>
                                    <m:t>𝑝𝑘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blipFill dpi="0" rotWithShape="1">
                                        <a:blip r:embed="rId3"/>
                                        <a:srcRect/>
                                        <a:tile tx="0" ty="0" sx="50000" sy="50000" flip="none" algn="tl"/>
                                      </a:blipFill>
                                      <a:latin typeface="Cambria Math" panose="02040503050406030204" pitchFamily="18" charset="0"/>
                                      <a:ea typeface="Fira Math" panose="02000503000000000000" pitchFamily="50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sub>
                              <m:r>
                                <a:rPr lang="pt-BR" sz="2000" i="1">
                                  <a:blipFill dpi="0" rotWithShape="1">
                                    <a:blip r:embed="rId3"/>
                                    <a:srcRect/>
                                    <a:tile tx="0" ty="0" sx="50000" sy="50000" flip="none" algn="tl"/>
                                  </a:blipFill>
                                  <a:latin typeface="Fira Math" panose="02000503000000000000" pitchFamily="50" charset="0"/>
                                  <a:ea typeface="Fira Math" panose="02000503000000000000" pitchFamily="50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pt-BR" sz="2000" i="1">
                              <a:blipFill dpi="0" rotWithShape="1">
                                <a:blip r:embed="rId3"/>
                                <a:srcRect/>
                                <a:tile tx="0" ty="0" sx="50000" sy="50000" flip="none" algn="tl"/>
                              </a:blipFill>
                              <a:latin typeface="Fira Math" panose="02000503000000000000" pitchFamily="50" charset="0"/>
                              <a:ea typeface="Fira Math" panose="02000503000000000000" pitchFamily="50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blipFill dpi="0" rotWithShape="1">
                            <a:blip r:embed="rId3"/>
                            <a:srcRect/>
                            <a:tile tx="0" ty="0" sx="50000" sy="50000" flip="none" algn="tl"/>
                          </a:blipFill>
                          <a:latin typeface="Fira Math" panose="02000503000000000000" pitchFamily="50" charset="0"/>
                          <a:ea typeface="Fira Math" panose="02000503000000000000" pitchFamily="50" charset="0"/>
                        </a:rPr>
                        <m:t> ≅5.97 </m:t>
                      </m:r>
                    </m:oMath>
                  </m:oMathPara>
                </a14:m>
                <a:endParaRPr lang="de-AT" sz="2000" dirty="0">
                  <a:ln>
                    <a:noFill/>
                  </a:ln>
                  <a:blipFill dpi="0" rotWithShape="1">
                    <a:blip r:embed="rId3"/>
                    <a:srcRect/>
                    <a:tile tx="0" ty="0" sx="50000" sy="50000" flip="none" algn="tl"/>
                  </a:blipFill>
                  <a:latin typeface="Fira Math" panose="02000503000000000000" pitchFamily="50" charset="0"/>
                  <a:ea typeface="Fira Math" panose="02000503000000000000" pitchFamily="50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B8AAD1-76DF-B6EE-AD9E-DE854E5DE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50" y="3604351"/>
                <a:ext cx="2057765" cy="6096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63F548C-F8FB-0AF6-36EE-CDDB7C23D936}"/>
              </a:ext>
            </a:extLst>
          </p:cNvPr>
          <p:cNvSpPr txBox="1"/>
          <p:nvPr/>
        </p:nvSpPr>
        <p:spPr>
          <a:xfrm>
            <a:off x="3923693" y="4723825"/>
            <a:ext cx="51041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>
                <a:solidFill>
                  <a:schemeClr val="accent2">
                    <a:lumMod val="95000"/>
                  </a:schemeClr>
                </a:solidFill>
              </a:rPr>
              <a:t>© Prof. Dr. J. Gasteiger, Dr. A. Schunk, CCC Univ. Erlangen, Thu </a:t>
            </a:r>
            <a:r>
              <a:rPr lang="de-DE" sz="900" dirty="0" err="1">
                <a:solidFill>
                  <a:schemeClr val="accent2">
                    <a:lumMod val="95000"/>
                  </a:schemeClr>
                </a:solidFill>
              </a:rPr>
              <a:t>Oct</a:t>
            </a:r>
            <a:r>
              <a:rPr lang="de-DE" sz="900" dirty="0">
                <a:solidFill>
                  <a:schemeClr val="accent2">
                    <a:lumMod val="95000"/>
                  </a:schemeClr>
                </a:solidFill>
              </a:rPr>
              <a:t> 12 17:05:26 2000 GMT</a:t>
            </a:r>
            <a:endParaRPr lang="de-AT" sz="900" dirty="0">
              <a:solidFill>
                <a:schemeClr val="accent2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8864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2">
          <a:extLst>
            <a:ext uri="{FF2B5EF4-FFF2-40B4-BE49-F238E27FC236}">
              <a16:creationId xmlns:a16="http://schemas.microsoft.com/office/drawing/2014/main" id="{3224F163-6E5D-8C47-AFC7-31D51897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35">
            <a:extLst>
              <a:ext uri="{FF2B5EF4-FFF2-40B4-BE49-F238E27FC236}">
                <a16:creationId xmlns:a16="http://schemas.microsoft.com/office/drawing/2014/main" id="{4E6F0C9C-9D6C-C134-C1D0-A6664BBEFA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9675"/>
            <a:ext cx="8229600" cy="3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99FF99"/>
                </a:solidFill>
              </a:rPr>
              <a:t>Unsere Ergebnisse</a:t>
            </a:r>
            <a:br>
              <a:rPr lang="en" dirty="0">
                <a:solidFill>
                  <a:srgbClr val="FF66FF"/>
                </a:solidFill>
              </a:rPr>
            </a:br>
            <a:r>
              <a:rPr lang="en" dirty="0">
                <a:solidFill>
                  <a:srgbClr val="66CCFF"/>
                </a:solidFill>
              </a:rPr>
              <a:t>Glycin</a:t>
            </a:r>
            <a:endParaRPr dirty="0">
              <a:solidFill>
                <a:srgbClr val="66CC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DEC5F9-F07F-C174-C30F-BEB3AF4865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1001" y="967540"/>
            <a:ext cx="8145197" cy="411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548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2">
          <a:extLst>
            <a:ext uri="{FF2B5EF4-FFF2-40B4-BE49-F238E27FC236}">
              <a16:creationId xmlns:a16="http://schemas.microsoft.com/office/drawing/2014/main" id="{9356F0DD-FBB0-6332-C7A1-7AEA1F04B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34">
            <a:extLst>
              <a:ext uri="{FF2B5EF4-FFF2-40B4-BE49-F238E27FC236}">
                <a16:creationId xmlns:a16="http://schemas.microsoft.com/office/drawing/2014/main" id="{5C64CF80-05F5-3477-D3A8-F9E2CDF388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9675"/>
            <a:ext cx="8229600" cy="3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err="1">
                <a:solidFill>
                  <a:srgbClr val="FFC000"/>
                </a:solidFill>
              </a:rPr>
              <a:t>Ableitungen</a:t>
            </a:r>
            <a:r>
              <a:rPr lang="en-US" dirty="0">
                <a:solidFill>
                  <a:srgbClr val="FFC000"/>
                </a:solidFill>
              </a:rPr>
              <a:t> der </a:t>
            </a:r>
            <a:r>
              <a:rPr lang="en-US" dirty="0" err="1">
                <a:solidFill>
                  <a:srgbClr val="FFC000"/>
                </a:solidFill>
              </a:rPr>
              <a:t>Kurve</a:t>
            </a:r>
            <a:br>
              <a:rPr lang="en-US" dirty="0"/>
            </a:br>
            <a:r>
              <a:rPr lang="en" dirty="0">
                <a:solidFill>
                  <a:srgbClr val="66CCFF"/>
                </a:solidFill>
              </a:rPr>
              <a:t>Glycin</a:t>
            </a: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65FA68-65BA-9F24-1C5C-71985CFAB5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2498" y="465168"/>
            <a:ext cx="3240000" cy="23167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439A26-4CFD-E79C-EE3A-A68B0B1643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51503" y="1046478"/>
            <a:ext cx="3240000" cy="17439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961B1AB-7F1B-CB79-E568-195BBBBEB6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2497" y="3026948"/>
            <a:ext cx="3240000" cy="172702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505CBE8-5CF5-D9D2-F8AF-C978B3547A2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51503" y="3026947"/>
            <a:ext cx="3240000" cy="1722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382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2">
          <a:extLst>
            <a:ext uri="{FF2B5EF4-FFF2-40B4-BE49-F238E27FC236}">
              <a16:creationId xmlns:a16="http://schemas.microsoft.com/office/drawing/2014/main" id="{D4E33B36-D4A4-59AB-E45A-95D88AF84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35">
            <a:extLst>
              <a:ext uri="{FF2B5EF4-FFF2-40B4-BE49-F238E27FC236}">
                <a16:creationId xmlns:a16="http://schemas.microsoft.com/office/drawing/2014/main" id="{42AAD141-8CBB-4AAD-4A7E-C65F790147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9675"/>
            <a:ext cx="8229600" cy="3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>
                <a:solidFill>
                  <a:srgbClr val="FF66FF"/>
                </a:solidFill>
              </a:rPr>
              <a:t>Erwartete Ergebnisse</a:t>
            </a:r>
            <a:br>
              <a:rPr lang="en" dirty="0">
                <a:solidFill>
                  <a:srgbClr val="FF66FF"/>
                </a:solidFill>
              </a:rPr>
            </a:br>
            <a:r>
              <a:rPr lang="en" dirty="0">
                <a:solidFill>
                  <a:srgbClr val="FF7C80"/>
                </a:solidFill>
              </a:rPr>
              <a:t>Histidin</a:t>
            </a:r>
            <a:endParaRPr dirty="0">
              <a:solidFill>
                <a:srgbClr val="66CCFF"/>
              </a:solidFill>
            </a:endParaRPr>
          </a:p>
        </p:txBody>
      </p:sp>
      <p:grpSp>
        <p:nvGrpSpPr>
          <p:cNvPr id="1587" name="Google Shape;1587;p35">
            <a:extLst>
              <a:ext uri="{FF2B5EF4-FFF2-40B4-BE49-F238E27FC236}">
                <a16:creationId xmlns:a16="http://schemas.microsoft.com/office/drawing/2014/main" id="{EE198362-F8D5-5D83-4A79-B7988C65480D}"/>
              </a:ext>
            </a:extLst>
          </p:cNvPr>
          <p:cNvGrpSpPr/>
          <p:nvPr/>
        </p:nvGrpSpPr>
        <p:grpSpPr>
          <a:xfrm>
            <a:off x="5140464" y="1445038"/>
            <a:ext cx="2450399" cy="1164504"/>
            <a:chOff x="457187" y="3141088"/>
            <a:chExt cx="2450399" cy="1164504"/>
          </a:xfrm>
        </p:grpSpPr>
        <p:sp>
          <p:nvSpPr>
            <p:cNvPr id="1588" name="Google Shape;1588;p35">
              <a:extLst>
                <a:ext uri="{FF2B5EF4-FFF2-40B4-BE49-F238E27FC236}">
                  <a16:creationId xmlns:a16="http://schemas.microsoft.com/office/drawing/2014/main" id="{F4A87D32-5BDB-4006-C16B-63399852DED5}"/>
                </a:ext>
              </a:extLst>
            </p:cNvPr>
            <p:cNvSpPr txBox="1"/>
            <p:nvPr/>
          </p:nvSpPr>
          <p:spPr>
            <a:xfrm>
              <a:off x="567510" y="3609892"/>
              <a:ext cx="1499400" cy="69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1589" name="Google Shape;1589;p35">
              <a:extLst>
                <a:ext uri="{FF2B5EF4-FFF2-40B4-BE49-F238E27FC236}">
                  <a16:creationId xmlns:a16="http://schemas.microsoft.com/office/drawing/2014/main" id="{F65ED4FB-C4DB-553A-6E44-3FB7D3CAD9EC}"/>
                </a:ext>
              </a:extLst>
            </p:cNvPr>
            <p:cNvSpPr txBox="1"/>
            <p:nvPr/>
          </p:nvSpPr>
          <p:spPr>
            <a:xfrm>
              <a:off x="457187" y="3141088"/>
              <a:ext cx="2450399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Isoelektrischer Punkt</a:t>
              </a:r>
              <a:endParaRPr sz="2000" dirty="0">
                <a:solidFill>
                  <a:schemeClr val="lt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endParaRPr>
            </a:p>
          </p:txBody>
        </p:sp>
      </p:grpSp>
      <p:cxnSp>
        <p:nvCxnSpPr>
          <p:cNvPr id="1591" name="Google Shape;1591;p35">
            <a:extLst>
              <a:ext uri="{FF2B5EF4-FFF2-40B4-BE49-F238E27FC236}">
                <a16:creationId xmlns:a16="http://schemas.microsoft.com/office/drawing/2014/main" id="{09BB54F6-F3FB-747A-FED4-30DD4FAC8FDD}"/>
              </a:ext>
            </a:extLst>
          </p:cNvPr>
          <p:cNvCxnSpPr/>
          <p:nvPr/>
        </p:nvCxnSpPr>
        <p:spPr>
          <a:xfrm>
            <a:off x="5154027" y="1305450"/>
            <a:ext cx="2450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92" name="Google Shape;1592;p35">
            <a:extLst>
              <a:ext uri="{FF2B5EF4-FFF2-40B4-BE49-F238E27FC236}">
                <a16:creationId xmlns:a16="http://schemas.microsoft.com/office/drawing/2014/main" id="{B1515990-B3E4-1EBE-7936-210EE0393364}"/>
              </a:ext>
            </a:extLst>
          </p:cNvPr>
          <p:cNvGrpSpPr/>
          <p:nvPr/>
        </p:nvGrpSpPr>
        <p:grpSpPr>
          <a:xfrm>
            <a:off x="1423751" y="1445038"/>
            <a:ext cx="2469463" cy="1428598"/>
            <a:chOff x="451636" y="1445038"/>
            <a:chExt cx="2469463" cy="1428598"/>
          </a:xfrm>
        </p:grpSpPr>
        <p:sp>
          <p:nvSpPr>
            <p:cNvPr id="1593" name="Google Shape;1593;p35">
              <a:extLst>
                <a:ext uri="{FF2B5EF4-FFF2-40B4-BE49-F238E27FC236}">
                  <a16:creationId xmlns:a16="http://schemas.microsoft.com/office/drawing/2014/main" id="{40D8B82C-18DF-9938-CC2C-2528C305F2BD}"/>
                </a:ext>
              </a:extLst>
            </p:cNvPr>
            <p:cNvSpPr txBox="1"/>
            <p:nvPr/>
          </p:nvSpPr>
          <p:spPr>
            <a:xfrm>
              <a:off x="451636" y="1780449"/>
              <a:ext cx="2469463" cy="10931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blipFill>
                    <a:blip r:embed="rId3"/>
                    <a:tile tx="0" ty="0" sx="50000" sy="50000" flip="none" algn="tl"/>
                  </a:blipFill>
                  <a:latin typeface="Love Ya Like A Sister" panose="02000000000000000000" pitchFamily="2" charset="0"/>
                  <a:ea typeface="Fira Math" panose="02000503000000000000" pitchFamily="50" charset="0"/>
                  <a:cs typeface="Catamaran"/>
                  <a:sym typeface="Catamaran"/>
                </a:rPr>
                <a:t>pK</a:t>
              </a:r>
              <a:r>
                <a:rPr lang="en-US" baseline="-25000" dirty="0">
                  <a:blipFill>
                    <a:blip r:embed="rId3"/>
                    <a:tile tx="0" ty="0" sx="50000" sy="50000" flip="none" algn="tl"/>
                  </a:blipFill>
                  <a:latin typeface="Love Ya Like A Sister" panose="02000000000000000000" pitchFamily="2" charset="0"/>
                  <a:ea typeface="Fira Math" panose="02000503000000000000" pitchFamily="50" charset="0"/>
                  <a:cs typeface="Catamaran"/>
                  <a:sym typeface="Catamaran"/>
                </a:rPr>
                <a:t>1</a:t>
              </a:r>
              <a:r>
                <a:rPr lang="en-US" dirty="0">
                  <a:blipFill>
                    <a:blip r:embed="rId3"/>
                    <a:tile tx="0" ty="0" sx="50000" sy="50000" flip="none" algn="tl"/>
                  </a:blipFill>
                  <a:latin typeface="Love Ya Like A Sister" panose="02000000000000000000" pitchFamily="2" charset="0"/>
                  <a:ea typeface="Fira Math" panose="02000503000000000000" pitchFamily="50" charset="0"/>
                  <a:cs typeface="Catamaran"/>
                  <a:sym typeface="Catamaran"/>
                </a:rPr>
                <a:t> = 1.82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blipFill>
                    <a:blip r:embed="rId3"/>
                    <a:tile tx="0" ty="0" sx="50000" sy="50000" flip="none" algn="tl"/>
                  </a:blipFill>
                  <a:latin typeface="Love Ya Like A Sister" panose="02000000000000000000" pitchFamily="2" charset="0"/>
                  <a:ea typeface="Fira Math" panose="02000503000000000000" pitchFamily="50" charset="0"/>
                  <a:cs typeface="Catamaran"/>
                  <a:sym typeface="Catamaran"/>
                </a:rPr>
                <a:t>pK</a:t>
              </a:r>
              <a:r>
                <a:rPr lang="en-US" baseline="-25000" dirty="0">
                  <a:blipFill>
                    <a:blip r:embed="rId3"/>
                    <a:tile tx="0" ty="0" sx="50000" sy="50000" flip="none" algn="tl"/>
                  </a:blipFill>
                  <a:latin typeface="Love Ya Like A Sister" panose="02000000000000000000" pitchFamily="2" charset="0"/>
                  <a:ea typeface="Fira Math" panose="02000503000000000000" pitchFamily="50" charset="0"/>
                  <a:cs typeface="Catamaran"/>
                  <a:sym typeface="Catamaran"/>
                </a:rPr>
                <a:t>2</a:t>
              </a:r>
              <a:r>
                <a:rPr lang="en-US" dirty="0">
                  <a:blipFill>
                    <a:blip r:embed="rId3"/>
                    <a:tile tx="0" ty="0" sx="50000" sy="50000" flip="none" algn="tl"/>
                  </a:blipFill>
                  <a:latin typeface="Love Ya Like A Sister" panose="02000000000000000000" pitchFamily="2" charset="0"/>
                  <a:ea typeface="Fira Math" panose="02000503000000000000" pitchFamily="50" charset="0"/>
                  <a:cs typeface="Catamaran"/>
                  <a:sym typeface="Catamaran"/>
                </a:rPr>
                <a:t> = 9.17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blipFill>
                    <a:blip r:embed="rId3"/>
                    <a:tile tx="0" ty="0" sx="50000" sy="50000" flip="none" algn="tl"/>
                  </a:blipFill>
                  <a:latin typeface="Love Ya Like A Sister" panose="02000000000000000000" pitchFamily="2" charset="0"/>
                  <a:ea typeface="Fira Math" panose="02000503000000000000" pitchFamily="50" charset="0"/>
                  <a:cs typeface="Catamaran"/>
                  <a:sym typeface="Catamaran"/>
                </a:rPr>
                <a:t>pK</a:t>
              </a:r>
              <a:r>
                <a:rPr lang="en-US" baseline="-25000" dirty="0">
                  <a:blipFill>
                    <a:blip r:embed="rId3"/>
                    <a:tile tx="0" ty="0" sx="50000" sy="50000" flip="none" algn="tl"/>
                  </a:blipFill>
                  <a:latin typeface="Love Ya Like A Sister" panose="02000000000000000000" pitchFamily="2" charset="0"/>
                  <a:ea typeface="Fira Math" panose="02000503000000000000" pitchFamily="50" charset="0"/>
                  <a:cs typeface="Catamaran"/>
                  <a:sym typeface="Catamaran"/>
                </a:rPr>
                <a:t>3</a:t>
              </a:r>
              <a:r>
                <a:rPr lang="en-US" dirty="0">
                  <a:blipFill>
                    <a:blip r:embed="rId3"/>
                    <a:tile tx="0" ty="0" sx="50000" sy="50000" flip="none" algn="tl"/>
                  </a:blipFill>
                  <a:latin typeface="Love Ya Like A Sister" panose="02000000000000000000" pitchFamily="2" charset="0"/>
                  <a:ea typeface="Fira Math" panose="02000503000000000000" pitchFamily="50" charset="0"/>
                  <a:cs typeface="Catamaran"/>
                  <a:sym typeface="Catamaran"/>
                </a:rPr>
                <a:t> = 6.00 (</a:t>
              </a:r>
              <a:r>
                <a:rPr lang="en-US" dirty="0" err="1">
                  <a:blipFill>
                    <a:blip r:embed="rId3"/>
                    <a:tile tx="0" ty="0" sx="50000" sy="50000" flip="none" algn="tl"/>
                  </a:blipFill>
                  <a:latin typeface="Love Ya Like A Sister" panose="02000000000000000000" pitchFamily="2" charset="0"/>
                  <a:ea typeface="Fira Math" panose="02000503000000000000" pitchFamily="50" charset="0"/>
                  <a:cs typeface="Catamaran"/>
                  <a:sym typeface="Catamaran"/>
                </a:rPr>
                <a:t>auch</a:t>
              </a:r>
              <a:r>
                <a:rPr lang="en-US" dirty="0">
                  <a:blipFill>
                    <a:blip r:embed="rId3"/>
                    <a:tile tx="0" ty="0" sx="50000" sy="50000" flip="none" algn="tl"/>
                  </a:blipFill>
                  <a:latin typeface="Love Ya Like A Sister" panose="02000000000000000000" pitchFamily="2" charset="0"/>
                  <a:ea typeface="Fira Math" panose="02000503000000000000" pitchFamily="50" charset="0"/>
                  <a:cs typeface="Catamaran"/>
                  <a:sym typeface="Catamaran"/>
                </a:rPr>
                <a:t> oft </a:t>
              </a:r>
              <a:r>
                <a:rPr lang="en-US" dirty="0" err="1">
                  <a:blipFill>
                    <a:blip r:embed="rId3"/>
                    <a:tile tx="0" ty="0" sx="50000" sy="50000" flip="none" algn="tl"/>
                  </a:blipFill>
                  <a:latin typeface="Love Ya Like A Sister" panose="02000000000000000000" pitchFamily="2" charset="0"/>
                  <a:ea typeface="Fira Math" panose="02000503000000000000" pitchFamily="50" charset="0"/>
                  <a:cs typeface="Catamaran"/>
                  <a:sym typeface="Catamaran"/>
                </a:rPr>
                <a:t>pK</a:t>
              </a:r>
              <a:r>
                <a:rPr lang="en-US" baseline="-25000" dirty="0" err="1">
                  <a:blipFill>
                    <a:blip r:embed="rId3"/>
                    <a:tile tx="0" ty="0" sx="50000" sy="50000" flip="none" algn="tl"/>
                  </a:blipFill>
                  <a:latin typeface="Love Ya Like A Sister" panose="02000000000000000000" pitchFamily="2" charset="0"/>
                  <a:ea typeface="Fira Math" panose="02000503000000000000" pitchFamily="50" charset="0"/>
                  <a:cs typeface="Catamaran"/>
                  <a:sym typeface="Catamaran"/>
                </a:rPr>
                <a:t>R</a:t>
              </a:r>
              <a:r>
                <a:rPr lang="en-US" dirty="0">
                  <a:blipFill>
                    <a:blip r:embed="rId3"/>
                    <a:tile tx="0" ty="0" sx="50000" sy="50000" flip="none" algn="tl"/>
                  </a:blipFill>
                  <a:latin typeface="Love Ya Like A Sister" panose="02000000000000000000" pitchFamily="2" charset="0"/>
                  <a:ea typeface="Fira Math" panose="02000503000000000000" pitchFamily="50" charset="0"/>
                  <a:cs typeface="Catamaran"/>
                  <a:sym typeface="Catamaran"/>
                </a:rPr>
                <a:t>)</a:t>
              </a:r>
            </a:p>
          </p:txBody>
        </p:sp>
        <p:sp>
          <p:nvSpPr>
            <p:cNvPr id="1594" name="Google Shape;1594;p35">
              <a:extLst>
                <a:ext uri="{FF2B5EF4-FFF2-40B4-BE49-F238E27FC236}">
                  <a16:creationId xmlns:a16="http://schemas.microsoft.com/office/drawing/2014/main" id="{67B68002-3441-4E00-5A3F-FDDC35109991}"/>
                </a:ext>
              </a:extLst>
            </p:cNvPr>
            <p:cNvSpPr txBox="1"/>
            <p:nvPr/>
          </p:nvSpPr>
          <p:spPr>
            <a:xfrm>
              <a:off x="457187" y="1445038"/>
              <a:ext cx="2450399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pK</a:t>
              </a:r>
              <a:r>
                <a:rPr lang="en" sz="2000" baseline="-25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1</a:t>
              </a:r>
              <a:r>
                <a:rPr lang="en" sz="2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 &amp; pK</a:t>
              </a:r>
              <a:r>
                <a:rPr lang="en" sz="2000" baseline="-25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2</a:t>
              </a:r>
              <a:r>
                <a:rPr lang="en" sz="2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 &amp; pK</a:t>
              </a:r>
              <a:r>
                <a:rPr lang="en" sz="2000" baseline="-25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3</a:t>
              </a:r>
              <a:endParaRPr sz="2000" baseline="-25000" dirty="0">
                <a:solidFill>
                  <a:schemeClr val="lt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endParaRPr>
            </a:p>
          </p:txBody>
        </p:sp>
      </p:grpSp>
      <p:cxnSp>
        <p:nvCxnSpPr>
          <p:cNvPr id="1596" name="Google Shape;1596;p35">
            <a:extLst>
              <a:ext uri="{FF2B5EF4-FFF2-40B4-BE49-F238E27FC236}">
                <a16:creationId xmlns:a16="http://schemas.microsoft.com/office/drawing/2014/main" id="{703B65E1-83C0-C693-959A-EFC8337F3E5C}"/>
              </a:ext>
            </a:extLst>
          </p:cNvPr>
          <p:cNvCxnSpPr/>
          <p:nvPr/>
        </p:nvCxnSpPr>
        <p:spPr>
          <a:xfrm>
            <a:off x="1442865" y="1305450"/>
            <a:ext cx="2450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1FC48B9-8597-2372-34C3-D6B4C4080C72}"/>
              </a:ext>
            </a:extLst>
          </p:cNvPr>
          <p:cNvSpPr txBox="1"/>
          <p:nvPr/>
        </p:nvSpPr>
        <p:spPr>
          <a:xfrm>
            <a:off x="5250787" y="1960795"/>
            <a:ext cx="2057765" cy="6155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blipFill>
                  <a:blip r:embed="rId3"/>
                  <a:tile tx="0" ty="0" sx="50000" sy="50000" flip="none" algn="tl"/>
                </a:blipFill>
                <a:latin typeface="Love Ya Like A Sister" panose="02000000000000000000" pitchFamily="2" charset="0"/>
                <a:ea typeface="Fira Math" panose="02000503000000000000" pitchFamily="50" charset="0"/>
                <a:cs typeface="Catamaran"/>
                <a:sym typeface="Catamaran"/>
              </a:rPr>
              <a:t>pl = 7.59</a:t>
            </a:r>
          </a:p>
          <a:p>
            <a:endParaRPr lang="de-AT" sz="2000" dirty="0">
              <a:ln>
                <a:noFill/>
              </a:ln>
              <a:blipFill dpi="0" rotWithShape="1">
                <a:blip r:embed="rId3"/>
                <a:srcRect/>
                <a:tile tx="0" ty="0" sx="50000" sy="50000" flip="none" algn="tl"/>
              </a:blipFill>
              <a:latin typeface="Love Ya Like A Sister" panose="02000000000000000000" pitchFamily="2" charset="0"/>
              <a:ea typeface="Fira Math" panose="02000503000000000000" pitchFamily="50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171DD85-C4A4-CFD2-C0BB-B25FDEEE0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8681" y="2551019"/>
            <a:ext cx="3696176" cy="2574062"/>
          </a:xfrm>
          <a:prstGeom prst="rect">
            <a:avLst/>
          </a:prstGeom>
        </p:spPr>
      </p:pic>
      <p:grpSp>
        <p:nvGrpSpPr>
          <p:cNvPr id="5" name="Google Shape;1645;p38">
            <a:extLst>
              <a:ext uri="{FF2B5EF4-FFF2-40B4-BE49-F238E27FC236}">
                <a16:creationId xmlns:a16="http://schemas.microsoft.com/office/drawing/2014/main" id="{9E1B437A-8815-51E1-CE9A-353E9743767D}"/>
              </a:ext>
            </a:extLst>
          </p:cNvPr>
          <p:cNvGrpSpPr/>
          <p:nvPr/>
        </p:nvGrpSpPr>
        <p:grpSpPr>
          <a:xfrm>
            <a:off x="5227832" y="2670730"/>
            <a:ext cx="2229175" cy="2148100"/>
            <a:chOff x="3437793" y="980107"/>
            <a:chExt cx="2229175" cy="2148100"/>
          </a:xfrm>
        </p:grpSpPr>
        <p:sp>
          <p:nvSpPr>
            <p:cNvPr id="6" name="Google Shape;1646;p38">
              <a:extLst>
                <a:ext uri="{FF2B5EF4-FFF2-40B4-BE49-F238E27FC236}">
                  <a16:creationId xmlns:a16="http://schemas.microsoft.com/office/drawing/2014/main" id="{E6CDD26A-87F9-6A0B-0829-600F34C37579}"/>
                </a:ext>
              </a:extLst>
            </p:cNvPr>
            <p:cNvSpPr/>
            <p:nvPr/>
          </p:nvSpPr>
          <p:spPr>
            <a:xfrm>
              <a:off x="3437793" y="980107"/>
              <a:ext cx="2229175" cy="2148100"/>
            </a:xfrm>
            <a:custGeom>
              <a:avLst/>
              <a:gdLst/>
              <a:ahLst/>
              <a:cxnLst/>
              <a:rect l="l" t="t" r="r" b="b"/>
              <a:pathLst>
                <a:path w="89167" h="85924" extrusionOk="0">
                  <a:moveTo>
                    <a:pt x="9157" y="2517"/>
                  </a:moveTo>
                  <a:cubicBezTo>
                    <a:pt x="419" y="6517"/>
                    <a:pt x="1773" y="12364"/>
                    <a:pt x="1035" y="25040"/>
                  </a:cubicBezTo>
                  <a:cubicBezTo>
                    <a:pt x="297" y="37717"/>
                    <a:pt x="-2165" y="68484"/>
                    <a:pt x="4727" y="78576"/>
                  </a:cubicBezTo>
                  <a:cubicBezTo>
                    <a:pt x="11619" y="88668"/>
                    <a:pt x="29157" y="85345"/>
                    <a:pt x="42387" y="85591"/>
                  </a:cubicBezTo>
                  <a:cubicBezTo>
                    <a:pt x="55617" y="85837"/>
                    <a:pt x="76452" y="87034"/>
                    <a:pt x="84108" y="80053"/>
                  </a:cubicBezTo>
                  <a:cubicBezTo>
                    <a:pt x="91764" y="73072"/>
                    <a:pt x="88508" y="55887"/>
                    <a:pt x="88323" y="43703"/>
                  </a:cubicBezTo>
                  <a:cubicBezTo>
                    <a:pt x="88139" y="31519"/>
                    <a:pt x="88811" y="14058"/>
                    <a:pt x="83001" y="6948"/>
                  </a:cubicBezTo>
                  <a:cubicBezTo>
                    <a:pt x="77191" y="-162"/>
                    <a:pt x="65770" y="1780"/>
                    <a:pt x="53463" y="1041"/>
                  </a:cubicBezTo>
                  <a:cubicBezTo>
                    <a:pt x="41156" y="303"/>
                    <a:pt x="17895" y="-1483"/>
                    <a:pt x="9157" y="251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de-AT"/>
            </a:p>
          </p:txBody>
        </p:sp>
        <p:cxnSp>
          <p:nvCxnSpPr>
            <p:cNvPr id="7" name="Google Shape;1647;p38">
              <a:extLst>
                <a:ext uri="{FF2B5EF4-FFF2-40B4-BE49-F238E27FC236}">
                  <a16:creationId xmlns:a16="http://schemas.microsoft.com/office/drawing/2014/main" id="{34678405-2978-98DF-AB16-DFD875C05327}"/>
                </a:ext>
              </a:extLst>
            </p:cNvPr>
            <p:cNvCxnSpPr/>
            <p:nvPr/>
          </p:nvCxnSpPr>
          <p:spPr>
            <a:xfrm>
              <a:off x="3463663" y="2335300"/>
              <a:ext cx="21969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" name="Google Shape;1670;p38">
            <a:extLst>
              <a:ext uri="{FF2B5EF4-FFF2-40B4-BE49-F238E27FC236}">
                <a16:creationId xmlns:a16="http://schemas.microsoft.com/office/drawing/2014/main" id="{8FEBF78F-8C25-B623-3DA6-C2FD1A56CB32}"/>
              </a:ext>
            </a:extLst>
          </p:cNvPr>
          <p:cNvGrpSpPr/>
          <p:nvPr/>
        </p:nvGrpSpPr>
        <p:grpSpPr>
          <a:xfrm>
            <a:off x="5395752" y="2906697"/>
            <a:ext cx="1912800" cy="1817128"/>
            <a:chOff x="3605713" y="1216074"/>
            <a:chExt cx="1912800" cy="1817128"/>
          </a:xfrm>
        </p:grpSpPr>
        <p:sp>
          <p:nvSpPr>
            <p:cNvPr id="9" name="Google Shape;1671;p38">
              <a:extLst>
                <a:ext uri="{FF2B5EF4-FFF2-40B4-BE49-F238E27FC236}">
                  <a16:creationId xmlns:a16="http://schemas.microsoft.com/office/drawing/2014/main" id="{3AA3462E-EE68-1AC0-0646-06AEBBE24216}"/>
                </a:ext>
              </a:extLst>
            </p:cNvPr>
            <p:cNvSpPr txBox="1"/>
            <p:nvPr/>
          </p:nvSpPr>
          <p:spPr>
            <a:xfrm>
              <a:off x="3605713" y="2405902"/>
              <a:ext cx="1912800" cy="6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" dirty="0">
                  <a:solidFill>
                    <a:schemeClr val="lt1"/>
                  </a:solidFill>
                  <a:latin typeface="Catamaran"/>
                  <a:ea typeface="Catamaran"/>
                  <a:cs typeface="Catamaran"/>
                  <a:sym typeface="Catamaran"/>
                </a:rPr>
                <a:t>Kurve mit 3 Stufen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lt1"/>
                  </a:solidFill>
                  <a:latin typeface="Catamaran"/>
                  <a:ea typeface="Catamaran"/>
                  <a:cs typeface="Catamaran"/>
                  <a:sym typeface="Catamaran"/>
                </a:rPr>
                <a:t>pK</a:t>
              </a:r>
              <a:r>
                <a:rPr lang="en" baseline="-25000" dirty="0">
                  <a:solidFill>
                    <a:schemeClr val="lt1"/>
                  </a:solidFill>
                  <a:latin typeface="Catamaran"/>
                  <a:ea typeface="Catamaran"/>
                  <a:cs typeface="Catamaran"/>
                  <a:sym typeface="Catamaran"/>
                </a:rPr>
                <a:t>R</a:t>
              </a:r>
              <a:r>
                <a:rPr lang="en" dirty="0">
                  <a:solidFill>
                    <a:schemeClr val="lt1"/>
                  </a:solidFill>
                  <a:latin typeface="Catamaran"/>
                  <a:ea typeface="Catamaran"/>
                  <a:cs typeface="Catamaran"/>
                  <a:sym typeface="Catamaran"/>
                </a:rPr>
                <a:t>-Wert nahe am neutralen Bereich</a:t>
              </a:r>
              <a:endParaRPr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10" name="Google Shape;1672;p38">
              <a:extLst>
                <a:ext uri="{FF2B5EF4-FFF2-40B4-BE49-F238E27FC236}">
                  <a16:creationId xmlns:a16="http://schemas.microsoft.com/office/drawing/2014/main" id="{4F736737-27AB-0A6A-F648-2351B1E48E11}"/>
                </a:ext>
              </a:extLst>
            </p:cNvPr>
            <p:cNvSpPr txBox="1"/>
            <p:nvPr/>
          </p:nvSpPr>
          <p:spPr>
            <a:xfrm>
              <a:off x="3605713" y="1216074"/>
              <a:ext cx="1198500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Histidin</a:t>
              </a:r>
              <a:endParaRPr sz="2000" dirty="0">
                <a:solidFill>
                  <a:schemeClr val="lt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endParaRPr>
            </a:p>
          </p:txBody>
        </p:sp>
        <p:sp>
          <p:nvSpPr>
            <p:cNvPr id="11" name="Google Shape;1673;p38">
              <a:extLst>
                <a:ext uri="{FF2B5EF4-FFF2-40B4-BE49-F238E27FC236}">
                  <a16:creationId xmlns:a16="http://schemas.microsoft.com/office/drawing/2014/main" id="{0B7C62E8-3F35-BA9D-9F1A-B60FAAD5FFC1}"/>
                </a:ext>
              </a:extLst>
            </p:cNvPr>
            <p:cNvSpPr txBox="1"/>
            <p:nvPr/>
          </p:nvSpPr>
          <p:spPr>
            <a:xfrm>
              <a:off x="3605713" y="1823813"/>
              <a:ext cx="1912800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 err="1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Pufferfunktion</a:t>
              </a:r>
              <a:endParaRPr sz="2000" dirty="0">
                <a:solidFill>
                  <a:schemeClr val="lt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endParaRPr>
            </a:p>
          </p:txBody>
        </p:sp>
      </p:grpSp>
      <p:sp>
        <p:nvSpPr>
          <p:cNvPr id="12" name="Google Shape;1674;p38">
            <a:extLst>
              <a:ext uri="{FF2B5EF4-FFF2-40B4-BE49-F238E27FC236}">
                <a16:creationId xmlns:a16="http://schemas.microsoft.com/office/drawing/2014/main" id="{5F192372-42E9-63F6-6640-813F5215D928}"/>
              </a:ext>
            </a:extLst>
          </p:cNvPr>
          <p:cNvSpPr/>
          <p:nvPr/>
        </p:nvSpPr>
        <p:spPr>
          <a:xfrm>
            <a:off x="6644482" y="2906697"/>
            <a:ext cx="515139" cy="508541"/>
          </a:xfrm>
          <a:custGeom>
            <a:avLst/>
            <a:gdLst/>
            <a:ahLst/>
            <a:cxnLst/>
            <a:rect l="l" t="t" r="r" b="b"/>
            <a:pathLst>
              <a:path w="31623" h="31218" extrusionOk="0">
                <a:moveTo>
                  <a:pt x="18192" y="1239"/>
                </a:moveTo>
                <a:cubicBezTo>
                  <a:pt x="19950" y="1239"/>
                  <a:pt x="21697" y="1561"/>
                  <a:pt x="23417" y="2435"/>
                </a:cubicBezTo>
                <a:cubicBezTo>
                  <a:pt x="26919" y="4203"/>
                  <a:pt x="28821" y="7872"/>
                  <a:pt x="29521" y="11574"/>
                </a:cubicBezTo>
                <a:cubicBezTo>
                  <a:pt x="30889" y="18880"/>
                  <a:pt x="26386" y="26885"/>
                  <a:pt x="19414" y="29487"/>
                </a:cubicBezTo>
                <a:cubicBezTo>
                  <a:pt x="18121" y="29966"/>
                  <a:pt x="16841" y="30185"/>
                  <a:pt x="15596" y="30185"/>
                </a:cubicBezTo>
                <a:cubicBezTo>
                  <a:pt x="9295" y="30185"/>
                  <a:pt x="3884" y="24573"/>
                  <a:pt x="2102" y="18613"/>
                </a:cubicBezTo>
                <a:cubicBezTo>
                  <a:pt x="968" y="14877"/>
                  <a:pt x="1468" y="10874"/>
                  <a:pt x="3403" y="7538"/>
                </a:cubicBezTo>
                <a:cubicBezTo>
                  <a:pt x="4602" y="5461"/>
                  <a:pt x="6873" y="2999"/>
                  <a:pt x="9414" y="1935"/>
                </a:cubicBezTo>
                <a:lnTo>
                  <a:pt x="9414" y="1935"/>
                </a:lnTo>
                <a:cubicBezTo>
                  <a:pt x="9344" y="2280"/>
                  <a:pt x="9569" y="2685"/>
                  <a:pt x="9987" y="2685"/>
                </a:cubicBezTo>
                <a:cubicBezTo>
                  <a:pt x="10036" y="2685"/>
                  <a:pt x="10087" y="2680"/>
                  <a:pt x="10141" y="2668"/>
                </a:cubicBezTo>
                <a:cubicBezTo>
                  <a:pt x="11355" y="2358"/>
                  <a:pt x="12574" y="2035"/>
                  <a:pt x="13793" y="1775"/>
                </a:cubicBezTo>
                <a:lnTo>
                  <a:pt x="13793" y="1775"/>
                </a:lnTo>
                <a:cubicBezTo>
                  <a:pt x="13811" y="1781"/>
                  <a:pt x="13829" y="1785"/>
                  <a:pt x="13846" y="1785"/>
                </a:cubicBezTo>
                <a:cubicBezTo>
                  <a:pt x="13885" y="1785"/>
                  <a:pt x="13921" y="1768"/>
                  <a:pt x="13951" y="1741"/>
                </a:cubicBezTo>
                <a:lnTo>
                  <a:pt x="13951" y="1741"/>
                </a:lnTo>
                <a:cubicBezTo>
                  <a:pt x="15367" y="1446"/>
                  <a:pt x="16783" y="1239"/>
                  <a:pt x="18192" y="1239"/>
                </a:cubicBezTo>
                <a:close/>
                <a:moveTo>
                  <a:pt x="18003" y="0"/>
                </a:moveTo>
                <a:cubicBezTo>
                  <a:pt x="16006" y="0"/>
                  <a:pt x="13967" y="358"/>
                  <a:pt x="12035" y="857"/>
                </a:cubicBezTo>
                <a:lnTo>
                  <a:pt x="12035" y="857"/>
                </a:lnTo>
                <a:cubicBezTo>
                  <a:pt x="11877" y="843"/>
                  <a:pt x="11719" y="836"/>
                  <a:pt x="11561" y="836"/>
                </a:cubicBezTo>
                <a:cubicBezTo>
                  <a:pt x="8673" y="836"/>
                  <a:pt x="5923" y="3126"/>
                  <a:pt x="4036" y="5170"/>
                </a:cubicBezTo>
                <a:cubicBezTo>
                  <a:pt x="1234" y="8239"/>
                  <a:pt x="0" y="12575"/>
                  <a:pt x="634" y="16678"/>
                </a:cubicBezTo>
                <a:cubicBezTo>
                  <a:pt x="1776" y="24165"/>
                  <a:pt x="7986" y="31217"/>
                  <a:pt x="15698" y="31217"/>
                </a:cubicBezTo>
                <a:cubicBezTo>
                  <a:pt x="16542" y="31217"/>
                  <a:pt x="17404" y="31133"/>
                  <a:pt x="18280" y="30955"/>
                </a:cubicBezTo>
                <a:cubicBezTo>
                  <a:pt x="26619" y="29254"/>
                  <a:pt x="31623" y="19981"/>
                  <a:pt x="30722" y="11975"/>
                </a:cubicBezTo>
                <a:cubicBezTo>
                  <a:pt x="30222" y="7805"/>
                  <a:pt x="28054" y="4002"/>
                  <a:pt x="24484" y="1734"/>
                </a:cubicBezTo>
                <a:cubicBezTo>
                  <a:pt x="22528" y="470"/>
                  <a:pt x="20293" y="0"/>
                  <a:pt x="1800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rPr>
              <a:t>✓</a:t>
            </a:r>
            <a:endParaRPr sz="1800">
              <a:solidFill>
                <a:srgbClr val="FFFFFF"/>
              </a:solidFill>
              <a:latin typeface="Love Ya Like A Sister"/>
              <a:ea typeface="Love Ya Like A Sister"/>
              <a:cs typeface="Love Ya Like A Sister"/>
              <a:sym typeface="Love Ya Like A Sister"/>
            </a:endParaRPr>
          </a:p>
        </p:txBody>
      </p:sp>
    </p:spTree>
    <p:extLst>
      <p:ext uri="{BB962C8B-B14F-4D97-AF65-F5344CB8AC3E}">
        <p14:creationId xmlns:p14="http://schemas.microsoft.com/office/powerpoint/2010/main" val="4129902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2">
          <a:extLst>
            <a:ext uri="{FF2B5EF4-FFF2-40B4-BE49-F238E27FC236}">
              <a16:creationId xmlns:a16="http://schemas.microsoft.com/office/drawing/2014/main" id="{24CF3B64-AF68-7E8B-16CA-C7E80EFB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35">
            <a:extLst>
              <a:ext uri="{FF2B5EF4-FFF2-40B4-BE49-F238E27FC236}">
                <a16:creationId xmlns:a16="http://schemas.microsoft.com/office/drawing/2014/main" id="{324A66C8-DB40-D715-ADBD-AE508845FD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9675"/>
            <a:ext cx="8229600" cy="3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99FF99"/>
                </a:solidFill>
              </a:rPr>
              <a:t>Unsere Ergebnisse</a:t>
            </a:r>
            <a:br>
              <a:rPr lang="en" dirty="0">
                <a:solidFill>
                  <a:srgbClr val="FF66FF"/>
                </a:solidFill>
              </a:rPr>
            </a:br>
            <a:r>
              <a:rPr lang="en" dirty="0">
                <a:solidFill>
                  <a:srgbClr val="FF7C80"/>
                </a:solidFill>
              </a:rPr>
              <a:t>Histidin</a:t>
            </a:r>
            <a:endParaRPr dirty="0">
              <a:solidFill>
                <a:srgbClr val="FF7C8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83C1F4-520E-FFB0-7E45-6017F38373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7579" y="967540"/>
            <a:ext cx="7892041" cy="411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302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2">
          <a:extLst>
            <a:ext uri="{FF2B5EF4-FFF2-40B4-BE49-F238E27FC236}">
              <a16:creationId xmlns:a16="http://schemas.microsoft.com/office/drawing/2014/main" id="{88923351-547D-247C-5EBD-1766B28C8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35">
            <a:extLst>
              <a:ext uri="{FF2B5EF4-FFF2-40B4-BE49-F238E27FC236}">
                <a16:creationId xmlns:a16="http://schemas.microsoft.com/office/drawing/2014/main" id="{179A1D8F-FAFB-8ED3-A487-665A6D7F2B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9675"/>
            <a:ext cx="8229600" cy="3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99FF99"/>
                </a:solidFill>
              </a:rPr>
              <a:t>Unsere Ergebnisse</a:t>
            </a:r>
            <a:br>
              <a:rPr lang="en" dirty="0">
                <a:solidFill>
                  <a:srgbClr val="FF66FF"/>
                </a:solidFill>
              </a:rPr>
            </a:br>
            <a:r>
              <a:rPr lang="en" dirty="0">
                <a:solidFill>
                  <a:srgbClr val="FF7C80"/>
                </a:solidFill>
              </a:rPr>
              <a:t>Histidin</a:t>
            </a:r>
            <a:endParaRPr dirty="0">
              <a:solidFill>
                <a:srgbClr val="FF7C8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C3BDF-5EE7-CEB6-5F24-E582AB2552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7579" y="967540"/>
            <a:ext cx="7892041" cy="411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83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2">
          <a:extLst>
            <a:ext uri="{FF2B5EF4-FFF2-40B4-BE49-F238E27FC236}">
              <a16:creationId xmlns:a16="http://schemas.microsoft.com/office/drawing/2014/main" id="{2CA78155-D4EB-D46F-0C9F-78CB8B85B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35">
            <a:extLst>
              <a:ext uri="{FF2B5EF4-FFF2-40B4-BE49-F238E27FC236}">
                <a16:creationId xmlns:a16="http://schemas.microsoft.com/office/drawing/2014/main" id="{7C0E843E-A896-8744-C57C-F67110645F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9675"/>
            <a:ext cx="8229600" cy="3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99FF99"/>
                </a:solidFill>
              </a:rPr>
              <a:t>Unsere Ergebnisse</a:t>
            </a:r>
            <a:br>
              <a:rPr lang="en" dirty="0">
                <a:solidFill>
                  <a:srgbClr val="FF66FF"/>
                </a:solidFill>
              </a:rPr>
            </a:br>
            <a:r>
              <a:rPr lang="en" dirty="0">
                <a:solidFill>
                  <a:srgbClr val="FF7C80"/>
                </a:solidFill>
              </a:rPr>
              <a:t>Histidin</a:t>
            </a:r>
            <a:endParaRPr dirty="0">
              <a:solidFill>
                <a:srgbClr val="FF7C8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0451A9-48DB-FE2C-10C0-E2A4FFBB46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7579" y="967540"/>
            <a:ext cx="7892039" cy="411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7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>
          <a:extLst>
            <a:ext uri="{FF2B5EF4-FFF2-40B4-BE49-F238E27FC236}">
              <a16:creationId xmlns:a16="http://schemas.microsoft.com/office/drawing/2014/main" id="{DCEFABC7-92B6-B9BB-FE45-B532F6428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95D9DB-6D9B-0E3D-888E-896BF459F6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10275" y="921982"/>
            <a:ext cx="2992061" cy="3466335"/>
          </a:xfrm>
          <a:prstGeom prst="rect">
            <a:avLst/>
          </a:prstGeom>
        </p:spPr>
      </p:pic>
      <p:sp>
        <p:nvSpPr>
          <p:cNvPr id="1119" name="Google Shape;1119;p26">
            <a:extLst>
              <a:ext uri="{FF2B5EF4-FFF2-40B4-BE49-F238E27FC236}">
                <a16:creationId xmlns:a16="http://schemas.microsoft.com/office/drawing/2014/main" id="{5EF4096C-A069-3F49-A34E-22CE1B6E10FC}"/>
              </a:ext>
            </a:extLst>
          </p:cNvPr>
          <p:cNvSpPr/>
          <p:nvPr/>
        </p:nvSpPr>
        <p:spPr>
          <a:xfrm rot="5400000">
            <a:off x="391903" y="1813101"/>
            <a:ext cx="2616948" cy="2047746"/>
          </a:xfrm>
          <a:custGeom>
            <a:avLst/>
            <a:gdLst/>
            <a:ahLst/>
            <a:cxnLst/>
            <a:rect l="l" t="t" r="r" b="b"/>
            <a:pathLst>
              <a:path w="327733" h="185863" extrusionOk="0">
                <a:moveTo>
                  <a:pt x="134568" y="1"/>
                </a:moveTo>
                <a:cubicBezTo>
                  <a:pt x="101560" y="1"/>
                  <a:pt x="83599" y="13982"/>
                  <a:pt x="71081" y="25603"/>
                </a:cubicBezTo>
                <a:cubicBezTo>
                  <a:pt x="54162" y="41296"/>
                  <a:pt x="2739" y="85123"/>
                  <a:pt x="1632" y="125413"/>
                </a:cubicBezTo>
                <a:cubicBezTo>
                  <a:pt x="1" y="184028"/>
                  <a:pt x="48912" y="184563"/>
                  <a:pt x="67033" y="184921"/>
                </a:cubicBezTo>
                <a:cubicBezTo>
                  <a:pt x="82420" y="185222"/>
                  <a:pt x="104246" y="185863"/>
                  <a:pt x="128143" y="185863"/>
                </a:cubicBezTo>
                <a:cubicBezTo>
                  <a:pt x="174049" y="185863"/>
                  <a:pt x="227598" y="183499"/>
                  <a:pt x="257831" y="171824"/>
                </a:cubicBezTo>
                <a:cubicBezTo>
                  <a:pt x="271690" y="166478"/>
                  <a:pt x="290573" y="152178"/>
                  <a:pt x="307885" y="122080"/>
                </a:cubicBezTo>
                <a:cubicBezTo>
                  <a:pt x="327732" y="87563"/>
                  <a:pt x="320208" y="56667"/>
                  <a:pt x="286406" y="38200"/>
                </a:cubicBezTo>
                <a:cubicBezTo>
                  <a:pt x="252604" y="19734"/>
                  <a:pt x="184476" y="5887"/>
                  <a:pt x="154175" y="1493"/>
                </a:cubicBezTo>
                <a:cubicBezTo>
                  <a:pt x="147100" y="465"/>
                  <a:pt x="140584" y="1"/>
                  <a:pt x="1345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26">
            <a:extLst>
              <a:ext uri="{FF2B5EF4-FFF2-40B4-BE49-F238E27FC236}">
                <a16:creationId xmlns:a16="http://schemas.microsoft.com/office/drawing/2014/main" id="{FD5C9715-A527-67F2-1414-BA5F371AA875}"/>
              </a:ext>
            </a:extLst>
          </p:cNvPr>
          <p:cNvSpPr/>
          <p:nvPr/>
        </p:nvSpPr>
        <p:spPr>
          <a:xfrm rot="16740967">
            <a:off x="2682497" y="1723084"/>
            <a:ext cx="407391" cy="385274"/>
          </a:xfrm>
          <a:custGeom>
            <a:avLst/>
            <a:gdLst/>
            <a:ahLst/>
            <a:cxnLst/>
            <a:rect l="l" t="t" r="r" b="b"/>
            <a:pathLst>
              <a:path w="16117" h="15242" extrusionOk="0">
                <a:moveTo>
                  <a:pt x="485" y="1"/>
                </a:moveTo>
                <a:cubicBezTo>
                  <a:pt x="230" y="1"/>
                  <a:pt x="0" y="321"/>
                  <a:pt x="240" y="535"/>
                </a:cubicBezTo>
                <a:cubicBezTo>
                  <a:pt x="5644" y="5038"/>
                  <a:pt x="10714" y="9908"/>
                  <a:pt x="15451" y="15145"/>
                </a:cubicBezTo>
                <a:cubicBezTo>
                  <a:pt x="15512" y="15213"/>
                  <a:pt x="15583" y="15242"/>
                  <a:pt x="15653" y="15242"/>
                </a:cubicBezTo>
                <a:cubicBezTo>
                  <a:pt x="15891" y="15242"/>
                  <a:pt x="16117" y="14910"/>
                  <a:pt x="15885" y="14678"/>
                </a:cubicBezTo>
                <a:cubicBezTo>
                  <a:pt x="11148" y="9474"/>
                  <a:pt x="6078" y="4604"/>
                  <a:pt x="674" y="68"/>
                </a:cubicBezTo>
                <a:cubicBezTo>
                  <a:pt x="614" y="21"/>
                  <a:pt x="549" y="1"/>
                  <a:pt x="485" y="1"/>
                </a:cubicBez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26">
            <a:extLst>
              <a:ext uri="{FF2B5EF4-FFF2-40B4-BE49-F238E27FC236}">
                <a16:creationId xmlns:a16="http://schemas.microsoft.com/office/drawing/2014/main" id="{5DA05BB5-76D4-9000-D1A9-ECF75D5A0494}"/>
              </a:ext>
            </a:extLst>
          </p:cNvPr>
          <p:cNvSpPr/>
          <p:nvPr/>
        </p:nvSpPr>
        <p:spPr>
          <a:xfrm rot="16740967">
            <a:off x="2997836" y="1716909"/>
            <a:ext cx="108262" cy="123352"/>
          </a:xfrm>
          <a:custGeom>
            <a:avLst/>
            <a:gdLst/>
            <a:ahLst/>
            <a:cxnLst/>
            <a:rect l="l" t="t" r="r" b="b"/>
            <a:pathLst>
              <a:path w="4283" h="4880" extrusionOk="0">
                <a:moveTo>
                  <a:pt x="3870" y="1"/>
                </a:moveTo>
                <a:cubicBezTo>
                  <a:pt x="3715" y="1"/>
                  <a:pt x="3565" y="101"/>
                  <a:pt x="3582" y="301"/>
                </a:cubicBezTo>
                <a:cubicBezTo>
                  <a:pt x="3644" y="1615"/>
                  <a:pt x="3590" y="2929"/>
                  <a:pt x="3362" y="4215"/>
                </a:cubicBezTo>
                <a:lnTo>
                  <a:pt x="3362" y="4215"/>
                </a:lnTo>
                <a:cubicBezTo>
                  <a:pt x="2413" y="4067"/>
                  <a:pt x="1466" y="3922"/>
                  <a:pt x="546" y="3803"/>
                </a:cubicBezTo>
                <a:cubicBezTo>
                  <a:pt x="525" y="3800"/>
                  <a:pt x="505" y="3798"/>
                  <a:pt x="485" y="3798"/>
                </a:cubicBezTo>
                <a:cubicBezTo>
                  <a:pt x="130" y="3798"/>
                  <a:pt x="0" y="4341"/>
                  <a:pt x="380" y="4404"/>
                </a:cubicBezTo>
                <a:cubicBezTo>
                  <a:pt x="1414" y="4537"/>
                  <a:pt x="2481" y="4704"/>
                  <a:pt x="3548" y="4871"/>
                </a:cubicBezTo>
                <a:cubicBezTo>
                  <a:pt x="3570" y="4876"/>
                  <a:pt x="3594" y="4879"/>
                  <a:pt x="3618" y="4879"/>
                </a:cubicBezTo>
                <a:cubicBezTo>
                  <a:pt x="3742" y="4879"/>
                  <a:pt x="3887" y="4805"/>
                  <a:pt x="3915" y="4637"/>
                </a:cubicBezTo>
                <a:cubicBezTo>
                  <a:pt x="4182" y="3203"/>
                  <a:pt x="4282" y="1769"/>
                  <a:pt x="4182" y="301"/>
                </a:cubicBezTo>
                <a:cubicBezTo>
                  <a:pt x="4182" y="101"/>
                  <a:pt x="4024" y="1"/>
                  <a:pt x="3870" y="1"/>
                </a:cubicBez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26">
            <a:extLst>
              <a:ext uri="{FF2B5EF4-FFF2-40B4-BE49-F238E27FC236}">
                <a16:creationId xmlns:a16="http://schemas.microsoft.com/office/drawing/2014/main" id="{DAD2409D-AA01-9222-6FCD-0C5D9167E1C8}"/>
              </a:ext>
            </a:extLst>
          </p:cNvPr>
          <p:cNvSpPr/>
          <p:nvPr/>
        </p:nvSpPr>
        <p:spPr>
          <a:xfrm rot="13361086">
            <a:off x="2785495" y="2765837"/>
            <a:ext cx="229320" cy="222950"/>
          </a:xfrm>
          <a:custGeom>
            <a:avLst/>
            <a:gdLst/>
            <a:ahLst/>
            <a:cxnLst/>
            <a:rect l="l" t="t" r="r" b="b"/>
            <a:pathLst>
              <a:path w="9073" h="8821" extrusionOk="0">
                <a:moveTo>
                  <a:pt x="8624" y="0"/>
                </a:moveTo>
                <a:cubicBezTo>
                  <a:pt x="8551" y="0"/>
                  <a:pt x="8476" y="29"/>
                  <a:pt x="8407" y="97"/>
                </a:cubicBezTo>
                <a:lnTo>
                  <a:pt x="235" y="8303"/>
                </a:lnTo>
                <a:cubicBezTo>
                  <a:pt x="1" y="8511"/>
                  <a:pt x="212" y="8820"/>
                  <a:pt x="459" y="8820"/>
                </a:cubicBezTo>
                <a:cubicBezTo>
                  <a:pt x="529" y="8820"/>
                  <a:pt x="602" y="8796"/>
                  <a:pt x="668" y="8737"/>
                </a:cubicBezTo>
                <a:lnTo>
                  <a:pt x="8841" y="531"/>
                </a:lnTo>
                <a:cubicBezTo>
                  <a:pt x="9072" y="325"/>
                  <a:pt x="8867" y="0"/>
                  <a:pt x="8624" y="0"/>
                </a:cubicBez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26">
            <a:extLst>
              <a:ext uri="{FF2B5EF4-FFF2-40B4-BE49-F238E27FC236}">
                <a16:creationId xmlns:a16="http://schemas.microsoft.com/office/drawing/2014/main" id="{BD5C4479-2EF3-FD9E-A18E-CFD96F129044}"/>
              </a:ext>
            </a:extLst>
          </p:cNvPr>
          <p:cNvSpPr/>
          <p:nvPr/>
        </p:nvSpPr>
        <p:spPr>
          <a:xfrm rot="13361086">
            <a:off x="2926153" y="2814894"/>
            <a:ext cx="130268" cy="89423"/>
          </a:xfrm>
          <a:custGeom>
            <a:avLst/>
            <a:gdLst/>
            <a:ahLst/>
            <a:cxnLst/>
            <a:rect l="l" t="t" r="r" b="b"/>
            <a:pathLst>
              <a:path w="5154" h="3538" extrusionOk="0">
                <a:moveTo>
                  <a:pt x="296" y="0"/>
                </a:moveTo>
                <a:cubicBezTo>
                  <a:pt x="142" y="0"/>
                  <a:pt x="0" y="100"/>
                  <a:pt x="17" y="300"/>
                </a:cubicBezTo>
                <a:cubicBezTo>
                  <a:pt x="117" y="1334"/>
                  <a:pt x="351" y="2335"/>
                  <a:pt x="684" y="3303"/>
                </a:cubicBezTo>
                <a:cubicBezTo>
                  <a:pt x="751" y="3436"/>
                  <a:pt x="851" y="3536"/>
                  <a:pt x="984" y="3536"/>
                </a:cubicBezTo>
                <a:lnTo>
                  <a:pt x="4754" y="3536"/>
                </a:lnTo>
                <a:cubicBezTo>
                  <a:pt x="4764" y="3537"/>
                  <a:pt x="4774" y="3537"/>
                  <a:pt x="4784" y="3537"/>
                </a:cubicBezTo>
                <a:cubicBezTo>
                  <a:pt x="5154" y="3537"/>
                  <a:pt x="5144" y="2936"/>
                  <a:pt x="4754" y="2936"/>
                </a:cubicBezTo>
                <a:lnTo>
                  <a:pt x="1212" y="2904"/>
                </a:lnTo>
                <a:lnTo>
                  <a:pt x="1212" y="2904"/>
                </a:lnTo>
                <a:cubicBezTo>
                  <a:pt x="947" y="2047"/>
                  <a:pt x="743" y="1188"/>
                  <a:pt x="651" y="300"/>
                </a:cubicBezTo>
                <a:cubicBezTo>
                  <a:pt x="617" y="100"/>
                  <a:pt x="451" y="0"/>
                  <a:pt x="296" y="0"/>
                </a:cubicBez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7" name="Google Shape;1127;p26">
            <a:extLst>
              <a:ext uri="{FF2B5EF4-FFF2-40B4-BE49-F238E27FC236}">
                <a16:creationId xmlns:a16="http://schemas.microsoft.com/office/drawing/2014/main" id="{C27ADD62-EB1F-9FFC-7E27-E2432D1CBCC6}"/>
              </a:ext>
            </a:extLst>
          </p:cNvPr>
          <p:cNvSpPr/>
          <p:nvPr/>
        </p:nvSpPr>
        <p:spPr>
          <a:xfrm rot="20976278">
            <a:off x="2585424" y="3654127"/>
            <a:ext cx="407374" cy="385257"/>
          </a:xfrm>
          <a:custGeom>
            <a:avLst/>
            <a:gdLst/>
            <a:ahLst/>
            <a:cxnLst/>
            <a:rect l="l" t="t" r="r" b="b"/>
            <a:pathLst>
              <a:path w="16117" h="15242" extrusionOk="0">
                <a:moveTo>
                  <a:pt x="485" y="1"/>
                </a:moveTo>
                <a:cubicBezTo>
                  <a:pt x="230" y="1"/>
                  <a:pt x="0" y="321"/>
                  <a:pt x="240" y="535"/>
                </a:cubicBezTo>
                <a:cubicBezTo>
                  <a:pt x="5644" y="5038"/>
                  <a:pt x="10714" y="9908"/>
                  <a:pt x="15451" y="15145"/>
                </a:cubicBezTo>
                <a:cubicBezTo>
                  <a:pt x="15512" y="15213"/>
                  <a:pt x="15583" y="15242"/>
                  <a:pt x="15653" y="15242"/>
                </a:cubicBezTo>
                <a:cubicBezTo>
                  <a:pt x="15891" y="15242"/>
                  <a:pt x="16117" y="14910"/>
                  <a:pt x="15885" y="14678"/>
                </a:cubicBezTo>
                <a:cubicBezTo>
                  <a:pt x="11148" y="9474"/>
                  <a:pt x="6078" y="4604"/>
                  <a:pt x="674" y="68"/>
                </a:cubicBezTo>
                <a:cubicBezTo>
                  <a:pt x="614" y="21"/>
                  <a:pt x="549" y="1"/>
                  <a:pt x="485" y="1"/>
                </a:cubicBez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26">
            <a:extLst>
              <a:ext uri="{FF2B5EF4-FFF2-40B4-BE49-F238E27FC236}">
                <a16:creationId xmlns:a16="http://schemas.microsoft.com/office/drawing/2014/main" id="{4E4A95F4-E6FD-41E2-E2BF-5EB610751E06}"/>
              </a:ext>
            </a:extLst>
          </p:cNvPr>
          <p:cNvSpPr/>
          <p:nvPr/>
        </p:nvSpPr>
        <p:spPr>
          <a:xfrm rot="20976278">
            <a:off x="2919409" y="3895851"/>
            <a:ext cx="108257" cy="123347"/>
          </a:xfrm>
          <a:custGeom>
            <a:avLst/>
            <a:gdLst/>
            <a:ahLst/>
            <a:cxnLst/>
            <a:rect l="l" t="t" r="r" b="b"/>
            <a:pathLst>
              <a:path w="4283" h="4880" extrusionOk="0">
                <a:moveTo>
                  <a:pt x="3870" y="1"/>
                </a:moveTo>
                <a:cubicBezTo>
                  <a:pt x="3715" y="1"/>
                  <a:pt x="3565" y="101"/>
                  <a:pt x="3582" y="301"/>
                </a:cubicBezTo>
                <a:cubicBezTo>
                  <a:pt x="3644" y="1615"/>
                  <a:pt x="3590" y="2929"/>
                  <a:pt x="3362" y="4215"/>
                </a:cubicBezTo>
                <a:lnTo>
                  <a:pt x="3362" y="4215"/>
                </a:lnTo>
                <a:cubicBezTo>
                  <a:pt x="2413" y="4067"/>
                  <a:pt x="1466" y="3922"/>
                  <a:pt x="546" y="3803"/>
                </a:cubicBezTo>
                <a:cubicBezTo>
                  <a:pt x="525" y="3800"/>
                  <a:pt x="505" y="3798"/>
                  <a:pt x="485" y="3798"/>
                </a:cubicBezTo>
                <a:cubicBezTo>
                  <a:pt x="130" y="3798"/>
                  <a:pt x="0" y="4341"/>
                  <a:pt x="380" y="4404"/>
                </a:cubicBezTo>
                <a:cubicBezTo>
                  <a:pt x="1414" y="4537"/>
                  <a:pt x="2481" y="4704"/>
                  <a:pt x="3548" y="4871"/>
                </a:cubicBezTo>
                <a:cubicBezTo>
                  <a:pt x="3570" y="4876"/>
                  <a:pt x="3594" y="4879"/>
                  <a:pt x="3618" y="4879"/>
                </a:cubicBezTo>
                <a:cubicBezTo>
                  <a:pt x="3742" y="4879"/>
                  <a:pt x="3887" y="4805"/>
                  <a:pt x="3915" y="4637"/>
                </a:cubicBezTo>
                <a:cubicBezTo>
                  <a:pt x="4182" y="3203"/>
                  <a:pt x="4282" y="1769"/>
                  <a:pt x="4182" y="301"/>
                </a:cubicBezTo>
                <a:cubicBezTo>
                  <a:pt x="4182" y="101"/>
                  <a:pt x="4024" y="1"/>
                  <a:pt x="3870" y="1"/>
                </a:cubicBez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p26">
            <a:extLst>
              <a:ext uri="{FF2B5EF4-FFF2-40B4-BE49-F238E27FC236}">
                <a16:creationId xmlns:a16="http://schemas.microsoft.com/office/drawing/2014/main" id="{BE0D3BCC-B035-0040-B76E-26FAA919F7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19675"/>
            <a:ext cx="8229600" cy="3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>
                <a:solidFill>
                  <a:srgbClr val="99FF99"/>
                </a:solidFill>
              </a:rPr>
              <a:t>Unsere Ergebnisse</a:t>
            </a:r>
            <a:br>
              <a:rPr lang="en" dirty="0"/>
            </a:br>
            <a:r>
              <a:rPr lang="en" dirty="0">
                <a:solidFill>
                  <a:srgbClr val="9999FF"/>
                </a:solidFill>
              </a:rPr>
              <a:t>Berechnungsmethoden IEP</a:t>
            </a:r>
            <a:endParaRPr dirty="0">
              <a:solidFill>
                <a:srgbClr val="9999FF"/>
              </a:solidFill>
            </a:endParaRPr>
          </a:p>
        </p:txBody>
      </p:sp>
      <p:grpSp>
        <p:nvGrpSpPr>
          <p:cNvPr id="1130" name="Google Shape;1130;p26">
            <a:extLst>
              <a:ext uri="{FF2B5EF4-FFF2-40B4-BE49-F238E27FC236}">
                <a16:creationId xmlns:a16="http://schemas.microsoft.com/office/drawing/2014/main" id="{605C4556-E850-76E1-3DBA-BD9EB3B5FE43}"/>
              </a:ext>
            </a:extLst>
          </p:cNvPr>
          <p:cNvGrpSpPr/>
          <p:nvPr/>
        </p:nvGrpSpPr>
        <p:grpSpPr>
          <a:xfrm>
            <a:off x="908225" y="2221750"/>
            <a:ext cx="1714500" cy="1230450"/>
            <a:chOff x="908225" y="2297950"/>
            <a:chExt cx="1714500" cy="1230450"/>
          </a:xfrm>
        </p:grpSpPr>
        <p:sp>
          <p:nvSpPr>
            <p:cNvPr id="1131" name="Google Shape;1131;p26">
              <a:extLst>
                <a:ext uri="{FF2B5EF4-FFF2-40B4-BE49-F238E27FC236}">
                  <a16:creationId xmlns:a16="http://schemas.microsoft.com/office/drawing/2014/main" id="{C6E4C45C-736C-CBC8-982A-0D650B32D3C4}"/>
                </a:ext>
              </a:extLst>
            </p:cNvPr>
            <p:cNvSpPr txBox="1"/>
            <p:nvPr/>
          </p:nvSpPr>
          <p:spPr>
            <a:xfrm>
              <a:off x="908225" y="2633200"/>
              <a:ext cx="1714500" cy="89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2"/>
                  </a:solidFill>
                  <a:latin typeface="Catamaran"/>
                  <a:ea typeface="Catamaran"/>
                  <a:cs typeface="Catamaran"/>
                  <a:sym typeface="Catamaran"/>
                </a:rPr>
                <a:t>Beste Berechnungs-methode für IEP?</a:t>
              </a:r>
              <a:endParaRPr dirty="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1132" name="Google Shape;1132;p26">
              <a:extLst>
                <a:ext uri="{FF2B5EF4-FFF2-40B4-BE49-F238E27FC236}">
                  <a16:creationId xmlns:a16="http://schemas.microsoft.com/office/drawing/2014/main" id="{7DB76C92-64E9-7587-FEDF-25475233F741}"/>
                </a:ext>
              </a:extLst>
            </p:cNvPr>
            <p:cNvSpPr txBox="1"/>
            <p:nvPr/>
          </p:nvSpPr>
          <p:spPr>
            <a:xfrm>
              <a:off x="908225" y="2297950"/>
              <a:ext cx="1426658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dirty="0" err="1">
                  <a:solidFill>
                    <a:schemeClr val="dk2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Methodik</a:t>
              </a:r>
              <a:endParaRPr sz="2000" dirty="0">
                <a:solidFill>
                  <a:schemeClr val="dk2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endParaRPr>
            </a:p>
          </p:txBody>
        </p:sp>
      </p:grpSp>
      <p:sp>
        <p:nvSpPr>
          <p:cNvPr id="1134" name="Google Shape;1134;p26">
            <a:extLst>
              <a:ext uri="{FF2B5EF4-FFF2-40B4-BE49-F238E27FC236}">
                <a16:creationId xmlns:a16="http://schemas.microsoft.com/office/drawing/2014/main" id="{A4C6DAC1-23FA-9CED-B49A-B1DDAF21AF5B}"/>
              </a:ext>
            </a:extLst>
          </p:cNvPr>
          <p:cNvSpPr/>
          <p:nvPr/>
        </p:nvSpPr>
        <p:spPr>
          <a:xfrm>
            <a:off x="6010283" y="1385276"/>
            <a:ext cx="2676525" cy="451035"/>
          </a:xfrm>
          <a:custGeom>
            <a:avLst/>
            <a:gdLst/>
            <a:ahLst/>
            <a:cxnLst/>
            <a:rect l="l" t="t" r="r" b="b"/>
            <a:pathLst>
              <a:path w="107061" h="37804" extrusionOk="0">
                <a:moveTo>
                  <a:pt x="15057" y="1370"/>
                </a:moveTo>
                <a:cubicBezTo>
                  <a:pt x="4683" y="3206"/>
                  <a:pt x="2525" y="6189"/>
                  <a:pt x="1010" y="11560"/>
                </a:cubicBezTo>
                <a:cubicBezTo>
                  <a:pt x="-505" y="16931"/>
                  <a:pt x="-1285" y="29233"/>
                  <a:pt x="5968" y="33594"/>
                </a:cubicBezTo>
                <a:cubicBezTo>
                  <a:pt x="13221" y="37955"/>
                  <a:pt x="29838" y="37450"/>
                  <a:pt x="44527" y="37725"/>
                </a:cubicBezTo>
                <a:cubicBezTo>
                  <a:pt x="59216" y="38000"/>
                  <a:pt x="83724" y="37646"/>
                  <a:pt x="94103" y="35246"/>
                </a:cubicBezTo>
                <a:cubicBezTo>
                  <a:pt x="104483" y="32847"/>
                  <a:pt x="105932" y="28286"/>
                  <a:pt x="106804" y="23328"/>
                </a:cubicBezTo>
                <a:cubicBezTo>
                  <a:pt x="107676" y="18371"/>
                  <a:pt x="106594" y="9299"/>
                  <a:pt x="99336" y="5501"/>
                </a:cubicBezTo>
                <a:cubicBezTo>
                  <a:pt x="92078" y="1704"/>
                  <a:pt x="77303" y="1232"/>
                  <a:pt x="63256" y="543"/>
                </a:cubicBezTo>
                <a:cubicBezTo>
                  <a:pt x="49210" y="-145"/>
                  <a:pt x="25431" y="-466"/>
                  <a:pt x="15057" y="1370"/>
                </a:cubicBez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de-AT"/>
          </a:p>
        </p:txBody>
      </p:sp>
      <p:sp>
        <p:nvSpPr>
          <p:cNvPr id="1135" name="Google Shape;1135;p26">
            <a:extLst>
              <a:ext uri="{FF2B5EF4-FFF2-40B4-BE49-F238E27FC236}">
                <a16:creationId xmlns:a16="http://schemas.microsoft.com/office/drawing/2014/main" id="{05B9CFF3-2B87-6964-29A2-E3A36C25D4EA}"/>
              </a:ext>
            </a:extLst>
          </p:cNvPr>
          <p:cNvSpPr/>
          <p:nvPr/>
        </p:nvSpPr>
        <p:spPr>
          <a:xfrm>
            <a:off x="3154775" y="1268525"/>
            <a:ext cx="666900" cy="6669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6" name="Google Shape;1136;p26">
            <a:extLst>
              <a:ext uri="{FF2B5EF4-FFF2-40B4-BE49-F238E27FC236}">
                <a16:creationId xmlns:a16="http://schemas.microsoft.com/office/drawing/2014/main" id="{5E8C9006-94AA-33A8-C58C-E639A6BAA456}"/>
              </a:ext>
            </a:extLst>
          </p:cNvPr>
          <p:cNvGrpSpPr/>
          <p:nvPr/>
        </p:nvGrpSpPr>
        <p:grpSpPr>
          <a:xfrm rot="12820119">
            <a:off x="4000134" y="1473908"/>
            <a:ext cx="268077" cy="256133"/>
            <a:chOff x="5072449" y="3591321"/>
            <a:chExt cx="401347" cy="383466"/>
          </a:xfrm>
        </p:grpSpPr>
        <p:sp>
          <p:nvSpPr>
            <p:cNvPr id="1137" name="Google Shape;1137;p26">
              <a:extLst>
                <a:ext uri="{FF2B5EF4-FFF2-40B4-BE49-F238E27FC236}">
                  <a16:creationId xmlns:a16="http://schemas.microsoft.com/office/drawing/2014/main" id="{0C795D06-BA30-00EB-F94D-2D916E3D29B9}"/>
                </a:ext>
              </a:extLst>
            </p:cNvPr>
            <p:cNvSpPr/>
            <p:nvPr/>
          </p:nvSpPr>
          <p:spPr>
            <a:xfrm rot="540967">
              <a:off x="5106440" y="3616161"/>
              <a:ext cx="343323" cy="333787"/>
            </a:xfrm>
            <a:custGeom>
              <a:avLst/>
              <a:gdLst/>
              <a:ahLst/>
              <a:cxnLst/>
              <a:rect l="l" t="t" r="r" b="b"/>
              <a:pathLst>
                <a:path w="9073" h="8821" extrusionOk="0">
                  <a:moveTo>
                    <a:pt x="8624" y="0"/>
                  </a:moveTo>
                  <a:cubicBezTo>
                    <a:pt x="8551" y="0"/>
                    <a:pt x="8476" y="29"/>
                    <a:pt x="8407" y="97"/>
                  </a:cubicBezTo>
                  <a:lnTo>
                    <a:pt x="235" y="8303"/>
                  </a:lnTo>
                  <a:cubicBezTo>
                    <a:pt x="1" y="8511"/>
                    <a:pt x="212" y="8820"/>
                    <a:pt x="459" y="8820"/>
                  </a:cubicBezTo>
                  <a:cubicBezTo>
                    <a:pt x="529" y="8820"/>
                    <a:pt x="602" y="8796"/>
                    <a:pt x="668" y="8737"/>
                  </a:cubicBezTo>
                  <a:lnTo>
                    <a:pt x="8841" y="531"/>
                  </a:lnTo>
                  <a:cubicBezTo>
                    <a:pt x="9072" y="325"/>
                    <a:pt x="8867" y="0"/>
                    <a:pt x="862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6">
              <a:extLst>
                <a:ext uri="{FF2B5EF4-FFF2-40B4-BE49-F238E27FC236}">
                  <a16:creationId xmlns:a16="http://schemas.microsoft.com/office/drawing/2014/main" id="{9489B35D-C522-FE0B-F019-BF1A9347F797}"/>
                </a:ext>
              </a:extLst>
            </p:cNvPr>
            <p:cNvSpPr/>
            <p:nvPr/>
          </p:nvSpPr>
          <p:spPr>
            <a:xfrm rot="540967">
              <a:off x="5081734" y="3813818"/>
              <a:ext cx="195028" cy="133878"/>
            </a:xfrm>
            <a:custGeom>
              <a:avLst/>
              <a:gdLst/>
              <a:ahLst/>
              <a:cxnLst/>
              <a:rect l="l" t="t" r="r" b="b"/>
              <a:pathLst>
                <a:path w="5154" h="3538" extrusionOk="0">
                  <a:moveTo>
                    <a:pt x="296" y="0"/>
                  </a:moveTo>
                  <a:cubicBezTo>
                    <a:pt x="142" y="0"/>
                    <a:pt x="0" y="100"/>
                    <a:pt x="17" y="300"/>
                  </a:cubicBezTo>
                  <a:cubicBezTo>
                    <a:pt x="117" y="1334"/>
                    <a:pt x="351" y="2335"/>
                    <a:pt x="684" y="3303"/>
                  </a:cubicBezTo>
                  <a:cubicBezTo>
                    <a:pt x="751" y="3436"/>
                    <a:pt x="851" y="3536"/>
                    <a:pt x="984" y="3536"/>
                  </a:cubicBezTo>
                  <a:lnTo>
                    <a:pt x="4754" y="3536"/>
                  </a:lnTo>
                  <a:cubicBezTo>
                    <a:pt x="4764" y="3537"/>
                    <a:pt x="4774" y="3537"/>
                    <a:pt x="4784" y="3537"/>
                  </a:cubicBezTo>
                  <a:cubicBezTo>
                    <a:pt x="5154" y="3537"/>
                    <a:pt x="5144" y="2936"/>
                    <a:pt x="4754" y="2936"/>
                  </a:cubicBezTo>
                  <a:lnTo>
                    <a:pt x="1212" y="2904"/>
                  </a:lnTo>
                  <a:lnTo>
                    <a:pt x="1212" y="2904"/>
                  </a:lnTo>
                  <a:cubicBezTo>
                    <a:pt x="947" y="2047"/>
                    <a:pt x="743" y="1188"/>
                    <a:pt x="651" y="300"/>
                  </a:cubicBezTo>
                  <a:cubicBezTo>
                    <a:pt x="617" y="100"/>
                    <a:pt x="451" y="0"/>
                    <a:pt x="29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9" name="Google Shape;1139;p26">
            <a:extLst>
              <a:ext uri="{FF2B5EF4-FFF2-40B4-BE49-F238E27FC236}">
                <a16:creationId xmlns:a16="http://schemas.microsoft.com/office/drawing/2014/main" id="{10953B98-E388-0360-9061-E428B4CE98C2}"/>
              </a:ext>
            </a:extLst>
          </p:cNvPr>
          <p:cNvGrpSpPr/>
          <p:nvPr/>
        </p:nvGrpSpPr>
        <p:grpSpPr>
          <a:xfrm rot="13165006">
            <a:off x="5566045" y="1473913"/>
            <a:ext cx="268068" cy="256124"/>
            <a:chOff x="5072449" y="3591321"/>
            <a:chExt cx="401347" cy="383466"/>
          </a:xfrm>
        </p:grpSpPr>
        <p:sp>
          <p:nvSpPr>
            <p:cNvPr id="1140" name="Google Shape;1140;p26">
              <a:extLst>
                <a:ext uri="{FF2B5EF4-FFF2-40B4-BE49-F238E27FC236}">
                  <a16:creationId xmlns:a16="http://schemas.microsoft.com/office/drawing/2014/main" id="{7D512506-FB5C-3636-00F0-CD4852F03307}"/>
                </a:ext>
              </a:extLst>
            </p:cNvPr>
            <p:cNvSpPr/>
            <p:nvPr/>
          </p:nvSpPr>
          <p:spPr>
            <a:xfrm rot="540967">
              <a:off x="5106440" y="3616161"/>
              <a:ext cx="343323" cy="333787"/>
            </a:xfrm>
            <a:custGeom>
              <a:avLst/>
              <a:gdLst/>
              <a:ahLst/>
              <a:cxnLst/>
              <a:rect l="l" t="t" r="r" b="b"/>
              <a:pathLst>
                <a:path w="9073" h="8821" extrusionOk="0">
                  <a:moveTo>
                    <a:pt x="8624" y="0"/>
                  </a:moveTo>
                  <a:cubicBezTo>
                    <a:pt x="8551" y="0"/>
                    <a:pt x="8476" y="29"/>
                    <a:pt x="8407" y="97"/>
                  </a:cubicBezTo>
                  <a:lnTo>
                    <a:pt x="235" y="8303"/>
                  </a:lnTo>
                  <a:cubicBezTo>
                    <a:pt x="1" y="8511"/>
                    <a:pt x="212" y="8820"/>
                    <a:pt x="459" y="8820"/>
                  </a:cubicBezTo>
                  <a:cubicBezTo>
                    <a:pt x="529" y="8820"/>
                    <a:pt x="602" y="8796"/>
                    <a:pt x="668" y="8737"/>
                  </a:cubicBezTo>
                  <a:lnTo>
                    <a:pt x="8841" y="531"/>
                  </a:lnTo>
                  <a:cubicBezTo>
                    <a:pt x="9072" y="325"/>
                    <a:pt x="8867" y="0"/>
                    <a:pt x="862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6">
              <a:extLst>
                <a:ext uri="{FF2B5EF4-FFF2-40B4-BE49-F238E27FC236}">
                  <a16:creationId xmlns:a16="http://schemas.microsoft.com/office/drawing/2014/main" id="{C2A1CFE4-9723-B652-490E-1153BEDF3055}"/>
                </a:ext>
              </a:extLst>
            </p:cNvPr>
            <p:cNvSpPr/>
            <p:nvPr/>
          </p:nvSpPr>
          <p:spPr>
            <a:xfrm rot="540967">
              <a:off x="5081734" y="3813818"/>
              <a:ext cx="195028" cy="133878"/>
            </a:xfrm>
            <a:custGeom>
              <a:avLst/>
              <a:gdLst/>
              <a:ahLst/>
              <a:cxnLst/>
              <a:rect l="l" t="t" r="r" b="b"/>
              <a:pathLst>
                <a:path w="5154" h="3538" extrusionOk="0">
                  <a:moveTo>
                    <a:pt x="296" y="0"/>
                  </a:moveTo>
                  <a:cubicBezTo>
                    <a:pt x="142" y="0"/>
                    <a:pt x="0" y="100"/>
                    <a:pt x="17" y="300"/>
                  </a:cubicBezTo>
                  <a:cubicBezTo>
                    <a:pt x="117" y="1334"/>
                    <a:pt x="351" y="2335"/>
                    <a:pt x="684" y="3303"/>
                  </a:cubicBezTo>
                  <a:cubicBezTo>
                    <a:pt x="751" y="3436"/>
                    <a:pt x="851" y="3536"/>
                    <a:pt x="984" y="3536"/>
                  </a:cubicBezTo>
                  <a:lnTo>
                    <a:pt x="4754" y="3536"/>
                  </a:lnTo>
                  <a:cubicBezTo>
                    <a:pt x="4764" y="3537"/>
                    <a:pt x="4774" y="3537"/>
                    <a:pt x="4784" y="3537"/>
                  </a:cubicBezTo>
                  <a:cubicBezTo>
                    <a:pt x="5154" y="3537"/>
                    <a:pt x="5144" y="2936"/>
                    <a:pt x="4754" y="2936"/>
                  </a:cubicBezTo>
                  <a:lnTo>
                    <a:pt x="1212" y="2904"/>
                  </a:lnTo>
                  <a:lnTo>
                    <a:pt x="1212" y="2904"/>
                  </a:lnTo>
                  <a:cubicBezTo>
                    <a:pt x="947" y="2047"/>
                    <a:pt x="743" y="1188"/>
                    <a:pt x="651" y="300"/>
                  </a:cubicBezTo>
                  <a:cubicBezTo>
                    <a:pt x="617" y="100"/>
                    <a:pt x="451" y="0"/>
                    <a:pt x="29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2" name="Google Shape;1142;p26">
            <a:extLst>
              <a:ext uri="{FF2B5EF4-FFF2-40B4-BE49-F238E27FC236}">
                <a16:creationId xmlns:a16="http://schemas.microsoft.com/office/drawing/2014/main" id="{50271922-D7D8-9C5D-8BEA-73FBB25CD28E}"/>
              </a:ext>
            </a:extLst>
          </p:cNvPr>
          <p:cNvGrpSpPr/>
          <p:nvPr/>
        </p:nvGrpSpPr>
        <p:grpSpPr>
          <a:xfrm>
            <a:off x="3183125" y="1434263"/>
            <a:ext cx="2376864" cy="335412"/>
            <a:chOff x="3183125" y="1382988"/>
            <a:chExt cx="2376864" cy="335412"/>
          </a:xfrm>
        </p:grpSpPr>
        <p:sp>
          <p:nvSpPr>
            <p:cNvPr id="1144" name="Google Shape;1144;p26">
              <a:extLst>
                <a:ext uri="{FF2B5EF4-FFF2-40B4-BE49-F238E27FC236}">
                  <a16:creationId xmlns:a16="http://schemas.microsoft.com/office/drawing/2014/main" id="{B4340DBA-D8E5-20BE-5096-C810CB59B1F4}"/>
                </a:ext>
              </a:extLst>
            </p:cNvPr>
            <p:cNvSpPr txBox="1"/>
            <p:nvPr/>
          </p:nvSpPr>
          <p:spPr>
            <a:xfrm>
              <a:off x="4316725" y="1382988"/>
              <a:ext cx="1243264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de-AT" sz="2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pk</a:t>
              </a:r>
              <a:r>
                <a:rPr lang="de-AT" sz="2000" baseline="-25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1</a:t>
              </a:r>
              <a:r>
                <a:rPr lang="de-AT" sz="2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 + pk</a:t>
              </a:r>
              <a:r>
                <a:rPr lang="de-AT" sz="2000" baseline="-25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2</a:t>
              </a:r>
            </a:p>
          </p:txBody>
        </p:sp>
        <p:sp>
          <p:nvSpPr>
            <p:cNvPr id="1145" name="Google Shape;1145;p26">
              <a:extLst>
                <a:ext uri="{FF2B5EF4-FFF2-40B4-BE49-F238E27FC236}">
                  <a16:creationId xmlns:a16="http://schemas.microsoft.com/office/drawing/2014/main" id="{7933B127-05F2-EEBD-6DDA-375F58FDF033}"/>
                </a:ext>
              </a:extLst>
            </p:cNvPr>
            <p:cNvSpPr txBox="1"/>
            <p:nvPr/>
          </p:nvSpPr>
          <p:spPr>
            <a:xfrm>
              <a:off x="3183125" y="1383000"/>
              <a:ext cx="610200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01</a:t>
              </a:r>
              <a:endParaRPr sz="3000">
                <a:solidFill>
                  <a:schemeClr val="lt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endParaRPr>
            </a:p>
          </p:txBody>
        </p:sp>
      </p:grpSp>
      <p:sp>
        <p:nvSpPr>
          <p:cNvPr id="1147" name="Google Shape;1147;p26">
            <a:extLst>
              <a:ext uri="{FF2B5EF4-FFF2-40B4-BE49-F238E27FC236}">
                <a16:creationId xmlns:a16="http://schemas.microsoft.com/office/drawing/2014/main" id="{A877C023-A142-7112-83FE-E958CBB6BD66}"/>
              </a:ext>
            </a:extLst>
          </p:cNvPr>
          <p:cNvSpPr/>
          <p:nvPr/>
        </p:nvSpPr>
        <p:spPr>
          <a:xfrm rot="10800000">
            <a:off x="6010281" y="2638821"/>
            <a:ext cx="2676525" cy="451035"/>
          </a:xfrm>
          <a:custGeom>
            <a:avLst/>
            <a:gdLst/>
            <a:ahLst/>
            <a:cxnLst/>
            <a:rect l="l" t="t" r="r" b="b"/>
            <a:pathLst>
              <a:path w="107061" h="37804" extrusionOk="0">
                <a:moveTo>
                  <a:pt x="15057" y="1370"/>
                </a:moveTo>
                <a:cubicBezTo>
                  <a:pt x="4683" y="3206"/>
                  <a:pt x="2525" y="6189"/>
                  <a:pt x="1010" y="11560"/>
                </a:cubicBezTo>
                <a:cubicBezTo>
                  <a:pt x="-505" y="16931"/>
                  <a:pt x="-1285" y="29233"/>
                  <a:pt x="5968" y="33594"/>
                </a:cubicBezTo>
                <a:cubicBezTo>
                  <a:pt x="13221" y="37955"/>
                  <a:pt x="29838" y="37450"/>
                  <a:pt x="44527" y="37725"/>
                </a:cubicBezTo>
                <a:cubicBezTo>
                  <a:pt x="59216" y="38000"/>
                  <a:pt x="83724" y="37646"/>
                  <a:pt x="94103" y="35246"/>
                </a:cubicBezTo>
                <a:cubicBezTo>
                  <a:pt x="104483" y="32847"/>
                  <a:pt x="105932" y="28286"/>
                  <a:pt x="106804" y="23328"/>
                </a:cubicBezTo>
                <a:cubicBezTo>
                  <a:pt x="107676" y="18371"/>
                  <a:pt x="106594" y="9299"/>
                  <a:pt x="99336" y="5501"/>
                </a:cubicBezTo>
                <a:cubicBezTo>
                  <a:pt x="92078" y="1704"/>
                  <a:pt x="77303" y="1232"/>
                  <a:pt x="63256" y="543"/>
                </a:cubicBezTo>
                <a:cubicBezTo>
                  <a:pt x="49210" y="-145"/>
                  <a:pt x="25431" y="-466"/>
                  <a:pt x="15057" y="1370"/>
                </a:cubicBez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de-AT"/>
          </a:p>
        </p:txBody>
      </p:sp>
      <p:sp>
        <p:nvSpPr>
          <p:cNvPr id="1148" name="Google Shape;1148;p26">
            <a:extLst>
              <a:ext uri="{FF2B5EF4-FFF2-40B4-BE49-F238E27FC236}">
                <a16:creationId xmlns:a16="http://schemas.microsoft.com/office/drawing/2014/main" id="{25FCC378-ACCF-6AAC-DF93-81C3B425A246}"/>
              </a:ext>
            </a:extLst>
          </p:cNvPr>
          <p:cNvSpPr/>
          <p:nvPr/>
        </p:nvSpPr>
        <p:spPr>
          <a:xfrm>
            <a:off x="3154775" y="2489412"/>
            <a:ext cx="666900" cy="6669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49" name="Google Shape;1149;p26">
            <a:extLst>
              <a:ext uri="{FF2B5EF4-FFF2-40B4-BE49-F238E27FC236}">
                <a16:creationId xmlns:a16="http://schemas.microsoft.com/office/drawing/2014/main" id="{38E3D854-C721-7F62-2331-1035C2641082}"/>
              </a:ext>
            </a:extLst>
          </p:cNvPr>
          <p:cNvGrpSpPr/>
          <p:nvPr/>
        </p:nvGrpSpPr>
        <p:grpSpPr>
          <a:xfrm rot="12820119">
            <a:off x="4000134" y="2694796"/>
            <a:ext cx="268077" cy="256133"/>
            <a:chOff x="5072449" y="3591321"/>
            <a:chExt cx="401347" cy="383466"/>
          </a:xfrm>
        </p:grpSpPr>
        <p:sp>
          <p:nvSpPr>
            <p:cNvPr id="1150" name="Google Shape;1150;p26">
              <a:extLst>
                <a:ext uri="{FF2B5EF4-FFF2-40B4-BE49-F238E27FC236}">
                  <a16:creationId xmlns:a16="http://schemas.microsoft.com/office/drawing/2014/main" id="{4AC6629F-1C5D-C76F-2E5E-804E6854DD73}"/>
                </a:ext>
              </a:extLst>
            </p:cNvPr>
            <p:cNvSpPr/>
            <p:nvPr/>
          </p:nvSpPr>
          <p:spPr>
            <a:xfrm rot="540967">
              <a:off x="5106440" y="3616161"/>
              <a:ext cx="343323" cy="333787"/>
            </a:xfrm>
            <a:custGeom>
              <a:avLst/>
              <a:gdLst/>
              <a:ahLst/>
              <a:cxnLst/>
              <a:rect l="l" t="t" r="r" b="b"/>
              <a:pathLst>
                <a:path w="9073" h="8821" extrusionOk="0">
                  <a:moveTo>
                    <a:pt x="8624" y="0"/>
                  </a:moveTo>
                  <a:cubicBezTo>
                    <a:pt x="8551" y="0"/>
                    <a:pt x="8476" y="29"/>
                    <a:pt x="8407" y="97"/>
                  </a:cubicBezTo>
                  <a:lnTo>
                    <a:pt x="235" y="8303"/>
                  </a:lnTo>
                  <a:cubicBezTo>
                    <a:pt x="1" y="8511"/>
                    <a:pt x="212" y="8820"/>
                    <a:pt x="459" y="8820"/>
                  </a:cubicBezTo>
                  <a:cubicBezTo>
                    <a:pt x="529" y="8820"/>
                    <a:pt x="602" y="8796"/>
                    <a:pt x="668" y="8737"/>
                  </a:cubicBezTo>
                  <a:lnTo>
                    <a:pt x="8841" y="531"/>
                  </a:lnTo>
                  <a:cubicBezTo>
                    <a:pt x="9072" y="325"/>
                    <a:pt x="8867" y="0"/>
                    <a:pt x="862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6">
              <a:extLst>
                <a:ext uri="{FF2B5EF4-FFF2-40B4-BE49-F238E27FC236}">
                  <a16:creationId xmlns:a16="http://schemas.microsoft.com/office/drawing/2014/main" id="{7E5468E9-0A3E-FDF1-505C-2378A938DF40}"/>
                </a:ext>
              </a:extLst>
            </p:cNvPr>
            <p:cNvSpPr/>
            <p:nvPr/>
          </p:nvSpPr>
          <p:spPr>
            <a:xfrm rot="540967">
              <a:off x="5081734" y="3813818"/>
              <a:ext cx="195028" cy="133878"/>
            </a:xfrm>
            <a:custGeom>
              <a:avLst/>
              <a:gdLst/>
              <a:ahLst/>
              <a:cxnLst/>
              <a:rect l="l" t="t" r="r" b="b"/>
              <a:pathLst>
                <a:path w="5154" h="3538" extrusionOk="0">
                  <a:moveTo>
                    <a:pt x="296" y="0"/>
                  </a:moveTo>
                  <a:cubicBezTo>
                    <a:pt x="142" y="0"/>
                    <a:pt x="0" y="100"/>
                    <a:pt x="17" y="300"/>
                  </a:cubicBezTo>
                  <a:cubicBezTo>
                    <a:pt x="117" y="1334"/>
                    <a:pt x="351" y="2335"/>
                    <a:pt x="684" y="3303"/>
                  </a:cubicBezTo>
                  <a:cubicBezTo>
                    <a:pt x="751" y="3436"/>
                    <a:pt x="851" y="3536"/>
                    <a:pt x="984" y="3536"/>
                  </a:cubicBezTo>
                  <a:lnTo>
                    <a:pt x="4754" y="3536"/>
                  </a:lnTo>
                  <a:cubicBezTo>
                    <a:pt x="4764" y="3537"/>
                    <a:pt x="4774" y="3537"/>
                    <a:pt x="4784" y="3537"/>
                  </a:cubicBezTo>
                  <a:cubicBezTo>
                    <a:pt x="5154" y="3537"/>
                    <a:pt x="5144" y="2936"/>
                    <a:pt x="4754" y="2936"/>
                  </a:cubicBezTo>
                  <a:lnTo>
                    <a:pt x="1212" y="2904"/>
                  </a:lnTo>
                  <a:lnTo>
                    <a:pt x="1212" y="2904"/>
                  </a:lnTo>
                  <a:cubicBezTo>
                    <a:pt x="947" y="2047"/>
                    <a:pt x="743" y="1188"/>
                    <a:pt x="651" y="300"/>
                  </a:cubicBezTo>
                  <a:cubicBezTo>
                    <a:pt x="617" y="100"/>
                    <a:pt x="451" y="0"/>
                    <a:pt x="29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2" name="Google Shape;1152;p26">
            <a:extLst>
              <a:ext uri="{FF2B5EF4-FFF2-40B4-BE49-F238E27FC236}">
                <a16:creationId xmlns:a16="http://schemas.microsoft.com/office/drawing/2014/main" id="{DCC864DD-7D8D-335A-8786-D08A3A43F87C}"/>
              </a:ext>
            </a:extLst>
          </p:cNvPr>
          <p:cNvGrpSpPr/>
          <p:nvPr/>
        </p:nvGrpSpPr>
        <p:grpSpPr>
          <a:xfrm rot="13165006">
            <a:off x="5566045" y="2694800"/>
            <a:ext cx="268068" cy="256124"/>
            <a:chOff x="5072449" y="3591321"/>
            <a:chExt cx="401347" cy="383466"/>
          </a:xfrm>
        </p:grpSpPr>
        <p:sp>
          <p:nvSpPr>
            <p:cNvPr id="1153" name="Google Shape;1153;p26">
              <a:extLst>
                <a:ext uri="{FF2B5EF4-FFF2-40B4-BE49-F238E27FC236}">
                  <a16:creationId xmlns:a16="http://schemas.microsoft.com/office/drawing/2014/main" id="{40A65284-9923-E6B5-21B7-F49FFDC2B400}"/>
                </a:ext>
              </a:extLst>
            </p:cNvPr>
            <p:cNvSpPr/>
            <p:nvPr/>
          </p:nvSpPr>
          <p:spPr>
            <a:xfrm rot="540967">
              <a:off x="5106440" y="3616161"/>
              <a:ext cx="343323" cy="333787"/>
            </a:xfrm>
            <a:custGeom>
              <a:avLst/>
              <a:gdLst/>
              <a:ahLst/>
              <a:cxnLst/>
              <a:rect l="l" t="t" r="r" b="b"/>
              <a:pathLst>
                <a:path w="9073" h="8821" extrusionOk="0">
                  <a:moveTo>
                    <a:pt x="8624" y="0"/>
                  </a:moveTo>
                  <a:cubicBezTo>
                    <a:pt x="8551" y="0"/>
                    <a:pt x="8476" y="29"/>
                    <a:pt x="8407" y="97"/>
                  </a:cubicBezTo>
                  <a:lnTo>
                    <a:pt x="235" y="8303"/>
                  </a:lnTo>
                  <a:cubicBezTo>
                    <a:pt x="1" y="8511"/>
                    <a:pt x="212" y="8820"/>
                    <a:pt x="459" y="8820"/>
                  </a:cubicBezTo>
                  <a:cubicBezTo>
                    <a:pt x="529" y="8820"/>
                    <a:pt x="602" y="8796"/>
                    <a:pt x="668" y="8737"/>
                  </a:cubicBezTo>
                  <a:lnTo>
                    <a:pt x="8841" y="531"/>
                  </a:lnTo>
                  <a:cubicBezTo>
                    <a:pt x="9072" y="325"/>
                    <a:pt x="8867" y="0"/>
                    <a:pt x="862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6">
              <a:extLst>
                <a:ext uri="{FF2B5EF4-FFF2-40B4-BE49-F238E27FC236}">
                  <a16:creationId xmlns:a16="http://schemas.microsoft.com/office/drawing/2014/main" id="{2DD35BC8-FEE2-F037-41C9-2DCC8AB850EC}"/>
                </a:ext>
              </a:extLst>
            </p:cNvPr>
            <p:cNvSpPr/>
            <p:nvPr/>
          </p:nvSpPr>
          <p:spPr>
            <a:xfrm rot="540967">
              <a:off x="5081734" y="3813818"/>
              <a:ext cx="195028" cy="133878"/>
            </a:xfrm>
            <a:custGeom>
              <a:avLst/>
              <a:gdLst/>
              <a:ahLst/>
              <a:cxnLst/>
              <a:rect l="l" t="t" r="r" b="b"/>
              <a:pathLst>
                <a:path w="5154" h="3538" extrusionOk="0">
                  <a:moveTo>
                    <a:pt x="296" y="0"/>
                  </a:moveTo>
                  <a:cubicBezTo>
                    <a:pt x="142" y="0"/>
                    <a:pt x="0" y="100"/>
                    <a:pt x="17" y="300"/>
                  </a:cubicBezTo>
                  <a:cubicBezTo>
                    <a:pt x="117" y="1334"/>
                    <a:pt x="351" y="2335"/>
                    <a:pt x="684" y="3303"/>
                  </a:cubicBezTo>
                  <a:cubicBezTo>
                    <a:pt x="751" y="3436"/>
                    <a:pt x="851" y="3536"/>
                    <a:pt x="984" y="3536"/>
                  </a:cubicBezTo>
                  <a:lnTo>
                    <a:pt x="4754" y="3536"/>
                  </a:lnTo>
                  <a:cubicBezTo>
                    <a:pt x="4764" y="3537"/>
                    <a:pt x="4774" y="3537"/>
                    <a:pt x="4784" y="3537"/>
                  </a:cubicBezTo>
                  <a:cubicBezTo>
                    <a:pt x="5154" y="3537"/>
                    <a:pt x="5144" y="2936"/>
                    <a:pt x="4754" y="2936"/>
                  </a:cubicBezTo>
                  <a:lnTo>
                    <a:pt x="1212" y="2904"/>
                  </a:lnTo>
                  <a:lnTo>
                    <a:pt x="1212" y="2904"/>
                  </a:lnTo>
                  <a:cubicBezTo>
                    <a:pt x="947" y="2047"/>
                    <a:pt x="743" y="1188"/>
                    <a:pt x="651" y="300"/>
                  </a:cubicBezTo>
                  <a:cubicBezTo>
                    <a:pt x="617" y="100"/>
                    <a:pt x="451" y="0"/>
                    <a:pt x="29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5" name="Google Shape;1155;p26">
            <a:extLst>
              <a:ext uri="{FF2B5EF4-FFF2-40B4-BE49-F238E27FC236}">
                <a16:creationId xmlns:a16="http://schemas.microsoft.com/office/drawing/2014/main" id="{3BF1727F-60EE-8A69-A6E3-FD508ABA8257}"/>
              </a:ext>
            </a:extLst>
          </p:cNvPr>
          <p:cNvGrpSpPr/>
          <p:nvPr/>
        </p:nvGrpSpPr>
        <p:grpSpPr>
          <a:xfrm>
            <a:off x="3183125" y="2655150"/>
            <a:ext cx="2332100" cy="335412"/>
            <a:chOff x="3183125" y="2745463"/>
            <a:chExt cx="2332100" cy="335412"/>
          </a:xfrm>
        </p:grpSpPr>
        <p:sp>
          <p:nvSpPr>
            <p:cNvPr id="1157" name="Google Shape;1157;p26">
              <a:extLst>
                <a:ext uri="{FF2B5EF4-FFF2-40B4-BE49-F238E27FC236}">
                  <a16:creationId xmlns:a16="http://schemas.microsoft.com/office/drawing/2014/main" id="{43ACBA2A-5504-38D0-505E-CF4CD1E664D3}"/>
                </a:ext>
              </a:extLst>
            </p:cNvPr>
            <p:cNvSpPr txBox="1"/>
            <p:nvPr/>
          </p:nvSpPr>
          <p:spPr>
            <a:xfrm>
              <a:off x="4316725" y="2745463"/>
              <a:ext cx="1198500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de-AT" sz="2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Wende-punkt</a:t>
              </a:r>
              <a:endParaRPr sz="2000" dirty="0">
                <a:solidFill>
                  <a:schemeClr val="lt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endParaRPr>
            </a:p>
          </p:txBody>
        </p:sp>
        <p:sp>
          <p:nvSpPr>
            <p:cNvPr id="1158" name="Google Shape;1158;p26">
              <a:extLst>
                <a:ext uri="{FF2B5EF4-FFF2-40B4-BE49-F238E27FC236}">
                  <a16:creationId xmlns:a16="http://schemas.microsoft.com/office/drawing/2014/main" id="{4E23E2AB-1420-DA2F-657C-7CBD881471C9}"/>
                </a:ext>
              </a:extLst>
            </p:cNvPr>
            <p:cNvSpPr txBox="1"/>
            <p:nvPr/>
          </p:nvSpPr>
          <p:spPr>
            <a:xfrm>
              <a:off x="3183125" y="2745475"/>
              <a:ext cx="610200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02</a:t>
              </a:r>
              <a:endParaRPr sz="3000">
                <a:solidFill>
                  <a:schemeClr val="lt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endParaRPr>
            </a:p>
          </p:txBody>
        </p:sp>
      </p:grpSp>
      <p:sp>
        <p:nvSpPr>
          <p:cNvPr id="1160" name="Google Shape;1160;p26">
            <a:extLst>
              <a:ext uri="{FF2B5EF4-FFF2-40B4-BE49-F238E27FC236}">
                <a16:creationId xmlns:a16="http://schemas.microsoft.com/office/drawing/2014/main" id="{ADFC5D86-81D7-5FEE-2961-158B3A01F0C0}"/>
              </a:ext>
            </a:extLst>
          </p:cNvPr>
          <p:cNvSpPr/>
          <p:nvPr/>
        </p:nvSpPr>
        <p:spPr>
          <a:xfrm>
            <a:off x="6010283" y="3876036"/>
            <a:ext cx="2676525" cy="451035"/>
          </a:xfrm>
          <a:custGeom>
            <a:avLst/>
            <a:gdLst/>
            <a:ahLst/>
            <a:cxnLst/>
            <a:rect l="l" t="t" r="r" b="b"/>
            <a:pathLst>
              <a:path w="107061" h="37804" extrusionOk="0">
                <a:moveTo>
                  <a:pt x="15057" y="1370"/>
                </a:moveTo>
                <a:cubicBezTo>
                  <a:pt x="4683" y="3206"/>
                  <a:pt x="2525" y="6189"/>
                  <a:pt x="1010" y="11560"/>
                </a:cubicBezTo>
                <a:cubicBezTo>
                  <a:pt x="-505" y="16931"/>
                  <a:pt x="-1285" y="29233"/>
                  <a:pt x="5968" y="33594"/>
                </a:cubicBezTo>
                <a:cubicBezTo>
                  <a:pt x="13221" y="37955"/>
                  <a:pt x="29838" y="37450"/>
                  <a:pt x="44527" y="37725"/>
                </a:cubicBezTo>
                <a:cubicBezTo>
                  <a:pt x="59216" y="38000"/>
                  <a:pt x="83724" y="37646"/>
                  <a:pt x="94103" y="35246"/>
                </a:cubicBezTo>
                <a:cubicBezTo>
                  <a:pt x="104483" y="32847"/>
                  <a:pt x="105932" y="28286"/>
                  <a:pt x="106804" y="23328"/>
                </a:cubicBezTo>
                <a:cubicBezTo>
                  <a:pt x="107676" y="18371"/>
                  <a:pt x="106594" y="9299"/>
                  <a:pt x="99336" y="5501"/>
                </a:cubicBezTo>
                <a:cubicBezTo>
                  <a:pt x="92078" y="1704"/>
                  <a:pt x="77303" y="1232"/>
                  <a:pt x="63256" y="543"/>
                </a:cubicBezTo>
                <a:cubicBezTo>
                  <a:pt x="49210" y="-145"/>
                  <a:pt x="25431" y="-466"/>
                  <a:pt x="15057" y="1370"/>
                </a:cubicBezTo>
                <a:close/>
              </a:path>
            </a:pathLst>
          </a:cu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de-AT" dirty="0"/>
          </a:p>
        </p:txBody>
      </p:sp>
      <p:sp>
        <p:nvSpPr>
          <p:cNvPr id="1161" name="Google Shape;1161;p26">
            <a:extLst>
              <a:ext uri="{FF2B5EF4-FFF2-40B4-BE49-F238E27FC236}">
                <a16:creationId xmlns:a16="http://schemas.microsoft.com/office/drawing/2014/main" id="{90BE2EDB-48BB-D4A8-BC47-ADD2D5385E02}"/>
              </a:ext>
            </a:extLst>
          </p:cNvPr>
          <p:cNvSpPr/>
          <p:nvPr/>
        </p:nvSpPr>
        <p:spPr>
          <a:xfrm>
            <a:off x="3154775" y="3710300"/>
            <a:ext cx="666900" cy="6669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2" name="Google Shape;1162;p26">
            <a:extLst>
              <a:ext uri="{FF2B5EF4-FFF2-40B4-BE49-F238E27FC236}">
                <a16:creationId xmlns:a16="http://schemas.microsoft.com/office/drawing/2014/main" id="{867EAB2B-B60D-697A-A090-E7C5B3EF18E0}"/>
              </a:ext>
            </a:extLst>
          </p:cNvPr>
          <p:cNvGrpSpPr/>
          <p:nvPr/>
        </p:nvGrpSpPr>
        <p:grpSpPr>
          <a:xfrm rot="12820119">
            <a:off x="4000134" y="3915683"/>
            <a:ext cx="268077" cy="256133"/>
            <a:chOff x="5072449" y="3591321"/>
            <a:chExt cx="401347" cy="383466"/>
          </a:xfrm>
        </p:grpSpPr>
        <p:sp>
          <p:nvSpPr>
            <p:cNvPr id="1163" name="Google Shape;1163;p26">
              <a:extLst>
                <a:ext uri="{FF2B5EF4-FFF2-40B4-BE49-F238E27FC236}">
                  <a16:creationId xmlns:a16="http://schemas.microsoft.com/office/drawing/2014/main" id="{E9C64F80-71AA-8F66-E3CF-D567E6C08BFE}"/>
                </a:ext>
              </a:extLst>
            </p:cNvPr>
            <p:cNvSpPr/>
            <p:nvPr/>
          </p:nvSpPr>
          <p:spPr>
            <a:xfrm rot="540967">
              <a:off x="5106440" y="3616161"/>
              <a:ext cx="343323" cy="333787"/>
            </a:xfrm>
            <a:custGeom>
              <a:avLst/>
              <a:gdLst/>
              <a:ahLst/>
              <a:cxnLst/>
              <a:rect l="l" t="t" r="r" b="b"/>
              <a:pathLst>
                <a:path w="9073" h="8821" extrusionOk="0">
                  <a:moveTo>
                    <a:pt x="8624" y="0"/>
                  </a:moveTo>
                  <a:cubicBezTo>
                    <a:pt x="8551" y="0"/>
                    <a:pt x="8476" y="29"/>
                    <a:pt x="8407" y="97"/>
                  </a:cubicBezTo>
                  <a:lnTo>
                    <a:pt x="235" y="8303"/>
                  </a:lnTo>
                  <a:cubicBezTo>
                    <a:pt x="1" y="8511"/>
                    <a:pt x="212" y="8820"/>
                    <a:pt x="459" y="8820"/>
                  </a:cubicBezTo>
                  <a:cubicBezTo>
                    <a:pt x="529" y="8820"/>
                    <a:pt x="602" y="8796"/>
                    <a:pt x="668" y="8737"/>
                  </a:cubicBezTo>
                  <a:lnTo>
                    <a:pt x="8841" y="531"/>
                  </a:lnTo>
                  <a:cubicBezTo>
                    <a:pt x="9072" y="325"/>
                    <a:pt x="8867" y="0"/>
                    <a:pt x="862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6">
              <a:extLst>
                <a:ext uri="{FF2B5EF4-FFF2-40B4-BE49-F238E27FC236}">
                  <a16:creationId xmlns:a16="http://schemas.microsoft.com/office/drawing/2014/main" id="{DFD9161E-268B-8B2B-FA91-B6735E6FADC7}"/>
                </a:ext>
              </a:extLst>
            </p:cNvPr>
            <p:cNvSpPr/>
            <p:nvPr/>
          </p:nvSpPr>
          <p:spPr>
            <a:xfrm rot="540967">
              <a:off x="5081734" y="3813818"/>
              <a:ext cx="195028" cy="133878"/>
            </a:xfrm>
            <a:custGeom>
              <a:avLst/>
              <a:gdLst/>
              <a:ahLst/>
              <a:cxnLst/>
              <a:rect l="l" t="t" r="r" b="b"/>
              <a:pathLst>
                <a:path w="5154" h="3538" extrusionOk="0">
                  <a:moveTo>
                    <a:pt x="296" y="0"/>
                  </a:moveTo>
                  <a:cubicBezTo>
                    <a:pt x="142" y="0"/>
                    <a:pt x="0" y="100"/>
                    <a:pt x="17" y="300"/>
                  </a:cubicBezTo>
                  <a:cubicBezTo>
                    <a:pt x="117" y="1334"/>
                    <a:pt x="351" y="2335"/>
                    <a:pt x="684" y="3303"/>
                  </a:cubicBezTo>
                  <a:cubicBezTo>
                    <a:pt x="751" y="3436"/>
                    <a:pt x="851" y="3536"/>
                    <a:pt x="984" y="3536"/>
                  </a:cubicBezTo>
                  <a:lnTo>
                    <a:pt x="4754" y="3536"/>
                  </a:lnTo>
                  <a:cubicBezTo>
                    <a:pt x="4764" y="3537"/>
                    <a:pt x="4774" y="3537"/>
                    <a:pt x="4784" y="3537"/>
                  </a:cubicBezTo>
                  <a:cubicBezTo>
                    <a:pt x="5154" y="3537"/>
                    <a:pt x="5144" y="2936"/>
                    <a:pt x="4754" y="2936"/>
                  </a:cubicBezTo>
                  <a:lnTo>
                    <a:pt x="1212" y="2904"/>
                  </a:lnTo>
                  <a:lnTo>
                    <a:pt x="1212" y="2904"/>
                  </a:lnTo>
                  <a:cubicBezTo>
                    <a:pt x="947" y="2047"/>
                    <a:pt x="743" y="1188"/>
                    <a:pt x="651" y="300"/>
                  </a:cubicBezTo>
                  <a:cubicBezTo>
                    <a:pt x="617" y="100"/>
                    <a:pt x="451" y="0"/>
                    <a:pt x="29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26">
            <a:extLst>
              <a:ext uri="{FF2B5EF4-FFF2-40B4-BE49-F238E27FC236}">
                <a16:creationId xmlns:a16="http://schemas.microsoft.com/office/drawing/2014/main" id="{DFD929ED-1BC5-54DB-30BD-A721DC609284}"/>
              </a:ext>
            </a:extLst>
          </p:cNvPr>
          <p:cNvGrpSpPr/>
          <p:nvPr/>
        </p:nvGrpSpPr>
        <p:grpSpPr>
          <a:xfrm rot="13165006">
            <a:off x="5566045" y="3915688"/>
            <a:ext cx="268068" cy="256124"/>
            <a:chOff x="5072449" y="3591321"/>
            <a:chExt cx="401347" cy="383466"/>
          </a:xfrm>
        </p:grpSpPr>
        <p:sp>
          <p:nvSpPr>
            <p:cNvPr id="1166" name="Google Shape;1166;p26">
              <a:extLst>
                <a:ext uri="{FF2B5EF4-FFF2-40B4-BE49-F238E27FC236}">
                  <a16:creationId xmlns:a16="http://schemas.microsoft.com/office/drawing/2014/main" id="{F2C55CD0-7236-DEB2-B202-7CD1C78C9CB3}"/>
                </a:ext>
              </a:extLst>
            </p:cNvPr>
            <p:cNvSpPr/>
            <p:nvPr/>
          </p:nvSpPr>
          <p:spPr>
            <a:xfrm rot="540967">
              <a:off x="5106440" y="3616161"/>
              <a:ext cx="343323" cy="333787"/>
            </a:xfrm>
            <a:custGeom>
              <a:avLst/>
              <a:gdLst/>
              <a:ahLst/>
              <a:cxnLst/>
              <a:rect l="l" t="t" r="r" b="b"/>
              <a:pathLst>
                <a:path w="9073" h="8821" extrusionOk="0">
                  <a:moveTo>
                    <a:pt x="8624" y="0"/>
                  </a:moveTo>
                  <a:cubicBezTo>
                    <a:pt x="8551" y="0"/>
                    <a:pt x="8476" y="29"/>
                    <a:pt x="8407" y="97"/>
                  </a:cubicBezTo>
                  <a:lnTo>
                    <a:pt x="235" y="8303"/>
                  </a:lnTo>
                  <a:cubicBezTo>
                    <a:pt x="1" y="8511"/>
                    <a:pt x="212" y="8820"/>
                    <a:pt x="459" y="8820"/>
                  </a:cubicBezTo>
                  <a:cubicBezTo>
                    <a:pt x="529" y="8820"/>
                    <a:pt x="602" y="8796"/>
                    <a:pt x="668" y="8737"/>
                  </a:cubicBezTo>
                  <a:lnTo>
                    <a:pt x="8841" y="531"/>
                  </a:lnTo>
                  <a:cubicBezTo>
                    <a:pt x="9072" y="325"/>
                    <a:pt x="8867" y="0"/>
                    <a:pt x="862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6">
              <a:extLst>
                <a:ext uri="{FF2B5EF4-FFF2-40B4-BE49-F238E27FC236}">
                  <a16:creationId xmlns:a16="http://schemas.microsoft.com/office/drawing/2014/main" id="{0DA3513F-8CB8-892C-9CF1-B860B0CFDCB1}"/>
                </a:ext>
              </a:extLst>
            </p:cNvPr>
            <p:cNvSpPr/>
            <p:nvPr/>
          </p:nvSpPr>
          <p:spPr>
            <a:xfrm rot="540967">
              <a:off x="5081734" y="3813818"/>
              <a:ext cx="195028" cy="133878"/>
            </a:xfrm>
            <a:custGeom>
              <a:avLst/>
              <a:gdLst/>
              <a:ahLst/>
              <a:cxnLst/>
              <a:rect l="l" t="t" r="r" b="b"/>
              <a:pathLst>
                <a:path w="5154" h="3538" extrusionOk="0">
                  <a:moveTo>
                    <a:pt x="296" y="0"/>
                  </a:moveTo>
                  <a:cubicBezTo>
                    <a:pt x="142" y="0"/>
                    <a:pt x="0" y="100"/>
                    <a:pt x="17" y="300"/>
                  </a:cubicBezTo>
                  <a:cubicBezTo>
                    <a:pt x="117" y="1334"/>
                    <a:pt x="351" y="2335"/>
                    <a:pt x="684" y="3303"/>
                  </a:cubicBezTo>
                  <a:cubicBezTo>
                    <a:pt x="751" y="3436"/>
                    <a:pt x="851" y="3536"/>
                    <a:pt x="984" y="3536"/>
                  </a:cubicBezTo>
                  <a:lnTo>
                    <a:pt x="4754" y="3536"/>
                  </a:lnTo>
                  <a:cubicBezTo>
                    <a:pt x="4764" y="3537"/>
                    <a:pt x="4774" y="3537"/>
                    <a:pt x="4784" y="3537"/>
                  </a:cubicBezTo>
                  <a:cubicBezTo>
                    <a:pt x="5154" y="3537"/>
                    <a:pt x="5144" y="2936"/>
                    <a:pt x="4754" y="2936"/>
                  </a:cubicBezTo>
                  <a:lnTo>
                    <a:pt x="1212" y="2904"/>
                  </a:lnTo>
                  <a:lnTo>
                    <a:pt x="1212" y="2904"/>
                  </a:lnTo>
                  <a:cubicBezTo>
                    <a:pt x="947" y="2047"/>
                    <a:pt x="743" y="1188"/>
                    <a:pt x="651" y="300"/>
                  </a:cubicBezTo>
                  <a:cubicBezTo>
                    <a:pt x="617" y="100"/>
                    <a:pt x="451" y="0"/>
                    <a:pt x="29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8" name="Google Shape;1168;p26">
            <a:extLst>
              <a:ext uri="{FF2B5EF4-FFF2-40B4-BE49-F238E27FC236}">
                <a16:creationId xmlns:a16="http://schemas.microsoft.com/office/drawing/2014/main" id="{1B9532E4-0A18-812D-710B-F7EE681B7E44}"/>
              </a:ext>
            </a:extLst>
          </p:cNvPr>
          <p:cNvGrpSpPr/>
          <p:nvPr/>
        </p:nvGrpSpPr>
        <p:grpSpPr>
          <a:xfrm>
            <a:off x="3183125" y="3876038"/>
            <a:ext cx="2332100" cy="335412"/>
            <a:chOff x="3183125" y="4015963"/>
            <a:chExt cx="2332100" cy="335412"/>
          </a:xfrm>
        </p:grpSpPr>
        <p:sp>
          <p:nvSpPr>
            <p:cNvPr id="1170" name="Google Shape;1170;p26">
              <a:extLst>
                <a:ext uri="{FF2B5EF4-FFF2-40B4-BE49-F238E27FC236}">
                  <a16:creationId xmlns:a16="http://schemas.microsoft.com/office/drawing/2014/main" id="{73442713-923F-E2CF-6A62-7328779B6AA6}"/>
                </a:ext>
              </a:extLst>
            </p:cNvPr>
            <p:cNvSpPr txBox="1"/>
            <p:nvPr/>
          </p:nvSpPr>
          <p:spPr>
            <a:xfrm>
              <a:off x="4316725" y="4015963"/>
              <a:ext cx="1198500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Schnitt-punkt</a:t>
              </a:r>
              <a:endParaRPr sz="2000" dirty="0">
                <a:solidFill>
                  <a:schemeClr val="lt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endParaRPr>
            </a:p>
          </p:txBody>
        </p:sp>
        <p:sp>
          <p:nvSpPr>
            <p:cNvPr id="1171" name="Google Shape;1171;p26">
              <a:extLst>
                <a:ext uri="{FF2B5EF4-FFF2-40B4-BE49-F238E27FC236}">
                  <a16:creationId xmlns:a16="http://schemas.microsoft.com/office/drawing/2014/main" id="{379E0931-6B92-0342-DA64-DE2CA0D0B925}"/>
                </a:ext>
              </a:extLst>
            </p:cNvPr>
            <p:cNvSpPr txBox="1"/>
            <p:nvPr/>
          </p:nvSpPr>
          <p:spPr>
            <a:xfrm>
              <a:off x="3183125" y="4015975"/>
              <a:ext cx="610200" cy="33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solidFill>
                    <a:schemeClr val="lt1"/>
                  </a:solidFill>
                  <a:latin typeface="Love Ya Like A Sister"/>
                  <a:ea typeface="Love Ya Like A Sister"/>
                  <a:cs typeface="Love Ya Like A Sister"/>
                  <a:sym typeface="Love Ya Like A Sister"/>
                </a:rPr>
                <a:t>03</a:t>
              </a:r>
              <a:endParaRPr sz="3000">
                <a:solidFill>
                  <a:schemeClr val="lt1"/>
                </a:solidFill>
                <a:latin typeface="Love Ya Like A Sister"/>
                <a:ea typeface="Love Ya Like A Sister"/>
                <a:cs typeface="Love Ya Like A Sister"/>
                <a:sym typeface="Love Ya Like A Siste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4181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>
          <a:extLst>
            <a:ext uri="{FF2B5EF4-FFF2-40B4-BE49-F238E27FC236}">
              <a16:creationId xmlns:a16="http://schemas.microsoft.com/office/drawing/2014/main" id="{3144E65D-0CA5-FA53-7680-F9FBD4A5A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5">
            <a:extLst>
              <a:ext uri="{FF2B5EF4-FFF2-40B4-BE49-F238E27FC236}">
                <a16:creationId xmlns:a16="http://schemas.microsoft.com/office/drawing/2014/main" id="{C91CE234-3B50-D0F9-7853-77BCB297B81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57200" y="469531"/>
            <a:ext cx="5040900" cy="306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6699FF"/>
                </a:solidFill>
              </a:rPr>
              <a:t>Danke </a:t>
            </a:r>
            <a:r>
              <a:rPr lang="en-US" dirty="0" err="1">
                <a:solidFill>
                  <a:srgbClr val="6699FF"/>
                </a:solidFill>
              </a:rPr>
              <a:t>fias</a:t>
            </a:r>
            <a:r>
              <a:rPr lang="en-US" dirty="0">
                <a:solidFill>
                  <a:srgbClr val="6699FF"/>
                </a:solidFill>
              </a:rPr>
              <a:t> </a:t>
            </a:r>
            <a:r>
              <a:rPr lang="en-US" dirty="0" err="1">
                <a:solidFill>
                  <a:srgbClr val="6699FF"/>
                </a:solidFill>
              </a:rPr>
              <a:t>zuahoachn</a:t>
            </a:r>
            <a:endParaRPr sz="2400" dirty="0">
              <a:solidFill>
                <a:srgbClr val="6699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6607B-304E-9003-0BC6-A2D23F1301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07526072"/>
      </p:ext>
    </p:extLst>
  </p:cSld>
  <p:clrMapOvr>
    <a:masterClrMapping/>
  </p:clrMapOvr>
</p:sld>
</file>

<file path=ppt/theme/theme1.xml><?xml version="1.0" encoding="utf-8"?>
<a:theme xmlns:a="http://schemas.openxmlformats.org/drawingml/2006/main" name="Chemistry Lesson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B7B7B7"/>
      </a:lt2>
      <a:accent1>
        <a:srgbClr val="000000"/>
      </a:accent1>
      <a:accent2>
        <a:srgbClr val="FFFFFF"/>
      </a:accent2>
      <a:accent3>
        <a:srgbClr val="595959"/>
      </a:accent3>
      <a:accent4>
        <a:srgbClr val="B7B7B7"/>
      </a:accent4>
      <a:accent5>
        <a:srgbClr val="212121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</Words>
  <Application>Microsoft Office PowerPoint</Application>
  <PresentationFormat>On-screen Show (16:9)</PresentationFormat>
  <Paragraphs>49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Fira Math</vt:lpstr>
      <vt:lpstr>Catamaran</vt:lpstr>
      <vt:lpstr>Love Ya Like A Sister</vt:lpstr>
      <vt:lpstr>Cambria Math</vt:lpstr>
      <vt:lpstr>Arial</vt:lpstr>
      <vt:lpstr>Chemistry Lesson Infographics by Slidesgo</vt:lpstr>
      <vt:lpstr>Titrations-kurve Ergebnisse</vt:lpstr>
      <vt:lpstr>Forschungsziele</vt:lpstr>
      <vt:lpstr>Erwartete Ergebnisse Glycin</vt:lpstr>
      <vt:lpstr>Unsere Ergebnisse Glycin</vt:lpstr>
      <vt:lpstr>Ableitungen der Kurve Glycin</vt:lpstr>
      <vt:lpstr>Erwartete Ergebnisse Histidin</vt:lpstr>
      <vt:lpstr>Unsere Ergebnisse Histidin</vt:lpstr>
      <vt:lpstr>Unsere Ergebnisse Histidin</vt:lpstr>
      <vt:lpstr>Unsere Ergebnisse Histidin</vt:lpstr>
      <vt:lpstr>Unsere Ergebnisse Berechnungsmethoden IEP</vt:lpstr>
      <vt:lpstr>Danke fias zuahoachn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Peko Tim - s2420458029</cp:lastModifiedBy>
  <cp:revision>44</cp:revision>
  <dcterms:modified xsi:type="dcterms:W3CDTF">2026-01-19T15:15:19Z</dcterms:modified>
</cp:coreProperties>
</file>