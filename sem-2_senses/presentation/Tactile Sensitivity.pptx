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4"/>
  </p:notesMasterIdLst>
  <p:sldIdLst>
    <p:sldId id="256" r:id="rId2"/>
    <p:sldId id="258" r:id="rId3"/>
    <p:sldId id="260" r:id="rId4"/>
    <p:sldId id="351" r:id="rId5"/>
    <p:sldId id="339" r:id="rId6"/>
    <p:sldId id="348" r:id="rId7"/>
    <p:sldId id="340" r:id="rId8"/>
    <p:sldId id="346" r:id="rId9"/>
    <p:sldId id="349" r:id="rId10"/>
    <p:sldId id="337" r:id="rId11"/>
    <p:sldId id="345" r:id="rId12"/>
    <p:sldId id="347" r:id="rId13"/>
    <p:sldId id="338" r:id="rId14"/>
    <p:sldId id="281" r:id="rId15"/>
    <p:sldId id="280" r:id="rId16"/>
    <p:sldId id="350" r:id="rId17"/>
    <p:sldId id="352" r:id="rId18"/>
    <p:sldId id="353" r:id="rId19"/>
    <p:sldId id="283" r:id="rId20"/>
    <p:sldId id="354" r:id="rId21"/>
    <p:sldId id="355" r:id="rId22"/>
    <p:sldId id="290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Bebas Neue" panose="020B0604020202020204" charset="0"/>
      <p:regular r:id="rId27"/>
    </p:embeddedFont>
    <p:embeddedFont>
      <p:font typeface="DM Sans" panose="020B0604020202020204" charset="0"/>
      <p:regular r:id="rId28"/>
      <p:bold r:id="rId29"/>
      <p:italic r:id="rId30"/>
      <p:boldItalic r:id="rId31"/>
    </p:embeddedFont>
    <p:embeddedFont>
      <p:font typeface="DM Sans Medium" panose="020B0604020202020204" charset="0"/>
      <p:regular r:id="rId32"/>
      <p:italic r:id="rId33"/>
    </p:embeddedFont>
    <p:embeddedFont>
      <p:font typeface="Segoe UI" panose="020B0502040204020203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33DE5E-6E68-3A8D-72D4-090B67805DCF}" v="555" dt="2025-06-12T11:07:26.454"/>
    <p1510:client id="{EDAA780C-24D4-482B-9D6E-47D2F05EE430}" v="1791" dt="2025-06-11T20:27:02.327"/>
  </p1510:revLst>
</p1510:revInfo>
</file>

<file path=ppt/tableStyles.xml><?xml version="1.0" encoding="utf-8"?>
<a:tblStyleLst xmlns:a="http://schemas.openxmlformats.org/drawingml/2006/main" def="{4DAE727D-7A8F-4F8A-811F-296BD0BC384D}">
  <a:tblStyle styleId="{4DAE727D-7A8F-4F8A-811F-296BD0BC38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5E9EF41-4AC3-489E-B193-140713B7BEE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eselbach Moritz - s2410458014" userId="S::s2410458014@fhooe.at::f85a1f82-7a2c-48cc-a233-d9393245942a" providerId="AD" clId="Web-{EB33DE5E-6E68-3A8D-72D4-090B67805DCF}"/>
    <pc:docChg chg="addSld delSld modSld">
      <pc:chgData name="Kieselbach Moritz - s2410458014" userId="S::s2410458014@fhooe.at::f85a1f82-7a2c-48cc-a233-d9393245942a" providerId="AD" clId="Web-{EB33DE5E-6E68-3A8D-72D4-090B67805DCF}" dt="2025-06-12T11:07:26.454" v="532" actId="1076"/>
      <pc:docMkLst>
        <pc:docMk/>
      </pc:docMkLst>
      <pc:sldChg chg="modSp">
        <pc:chgData name="Kieselbach Moritz - s2410458014" userId="S::s2410458014@fhooe.at::f85a1f82-7a2c-48cc-a233-d9393245942a" providerId="AD" clId="Web-{EB33DE5E-6E68-3A8D-72D4-090B67805DCF}" dt="2025-06-11T20:09:59.006" v="451" actId="1076"/>
        <pc:sldMkLst>
          <pc:docMk/>
          <pc:sldMk cId="0" sldId="256"/>
        </pc:sldMkLst>
        <pc:spChg chg="mod">
          <ac:chgData name="Kieselbach Moritz - s2410458014" userId="S::s2410458014@fhooe.at::f85a1f82-7a2c-48cc-a233-d9393245942a" providerId="AD" clId="Web-{EB33DE5E-6E68-3A8D-72D4-090B67805DCF}" dt="2025-06-11T20:09:59.006" v="451" actId="1076"/>
          <ac:spMkLst>
            <pc:docMk/>
            <pc:sldMk cId="0" sldId="256"/>
            <ac:spMk id="368" creationId="{00000000-0000-0000-0000-000000000000}"/>
          </ac:spMkLst>
        </pc:spChg>
      </pc:sldChg>
      <pc:sldChg chg="mod modShow">
        <pc:chgData name="Kieselbach Moritz - s2410458014" userId="S::s2410458014@fhooe.at::f85a1f82-7a2c-48cc-a233-d9393245942a" providerId="AD" clId="Web-{EB33DE5E-6E68-3A8D-72D4-090B67805DCF}" dt="2025-06-11T19:11:30.855" v="0"/>
        <pc:sldMkLst>
          <pc:docMk/>
          <pc:sldMk cId="0" sldId="257"/>
        </pc:sldMkLst>
      </pc:sldChg>
      <pc:sldChg chg="addSp delSp modSp">
        <pc:chgData name="Kieselbach Moritz - s2410458014" userId="S::s2410458014@fhooe.at::f85a1f82-7a2c-48cc-a233-d9393245942a" providerId="AD" clId="Web-{EB33DE5E-6E68-3A8D-72D4-090B67805DCF}" dt="2025-06-11T20:17:56.310" v="519"/>
        <pc:sldMkLst>
          <pc:docMk/>
          <pc:sldMk cId="0" sldId="258"/>
        </pc:sldMkLst>
        <pc:spChg chg="add del mod">
          <ac:chgData name="Kieselbach Moritz - s2410458014" userId="S::s2410458014@fhooe.at::f85a1f82-7a2c-48cc-a233-d9393245942a" providerId="AD" clId="Web-{EB33DE5E-6E68-3A8D-72D4-090B67805DCF}" dt="2025-06-11T20:12:06.333" v="458"/>
          <ac:spMkLst>
            <pc:docMk/>
            <pc:sldMk cId="0" sldId="258"/>
            <ac:spMk id="2" creationId="{4AAC1EE1-08EC-6FB6-E8B5-3A6A5155CA00}"/>
          </ac:spMkLst>
        </pc:spChg>
        <pc:spChg chg="add mod ord">
          <ac:chgData name="Kieselbach Moritz - s2410458014" userId="S::s2410458014@fhooe.at::f85a1f82-7a2c-48cc-a233-d9393245942a" providerId="AD" clId="Web-{EB33DE5E-6E68-3A8D-72D4-090B67805DCF}" dt="2025-06-11T20:15:45.832" v="506" actId="14100"/>
          <ac:spMkLst>
            <pc:docMk/>
            <pc:sldMk cId="0" sldId="258"/>
            <ac:spMk id="4" creationId="{8B809459-A7C1-C691-FCD2-F158A2E6CDD7}"/>
          </ac:spMkLst>
        </pc:spChg>
        <pc:spChg chg="add mod ord">
          <ac:chgData name="Kieselbach Moritz - s2410458014" userId="S::s2410458014@fhooe.at::f85a1f82-7a2c-48cc-a233-d9393245942a" providerId="AD" clId="Web-{EB33DE5E-6E68-3A8D-72D4-090B67805DCF}" dt="2025-06-11T20:15:20.909" v="499" actId="14100"/>
          <ac:spMkLst>
            <pc:docMk/>
            <pc:sldMk cId="0" sldId="258"/>
            <ac:spMk id="6" creationId="{5345D0A9-E54F-3CCA-E78D-5D8229649208}"/>
          </ac:spMkLst>
        </pc:spChg>
        <pc:spChg chg="add mod ord">
          <ac:chgData name="Kieselbach Moritz - s2410458014" userId="S::s2410458014@fhooe.at::f85a1f82-7a2c-48cc-a233-d9393245942a" providerId="AD" clId="Web-{EB33DE5E-6E68-3A8D-72D4-090B67805DCF}" dt="2025-06-11T20:15:32.519" v="503" actId="14100"/>
          <ac:spMkLst>
            <pc:docMk/>
            <pc:sldMk cId="0" sldId="258"/>
            <ac:spMk id="7" creationId="{9B3AE188-0008-9DBA-6E98-A42714933A04}"/>
          </ac:spMkLst>
        </pc:spChg>
        <pc:spChg chg="add mod ord">
          <ac:chgData name="Kieselbach Moritz - s2410458014" userId="S::s2410458014@fhooe.at::f85a1f82-7a2c-48cc-a233-d9393245942a" providerId="AD" clId="Web-{EB33DE5E-6E68-3A8D-72D4-090B67805DCF}" dt="2025-06-11T20:15:51.911" v="507" actId="14100"/>
          <ac:spMkLst>
            <pc:docMk/>
            <pc:sldMk cId="0" sldId="258"/>
            <ac:spMk id="8" creationId="{D71F8AFE-E230-1784-A96E-57B13D3E6975}"/>
          </ac:spMkLst>
        </pc:spChg>
        <pc:spChg chg="add mod ord">
          <ac:chgData name="Kieselbach Moritz - s2410458014" userId="S::s2410458014@fhooe.at::f85a1f82-7a2c-48cc-a233-d9393245942a" providerId="AD" clId="Web-{EB33DE5E-6E68-3A8D-72D4-090B67805DCF}" dt="2025-06-11T20:15:03.282" v="497" actId="14100"/>
          <ac:spMkLst>
            <pc:docMk/>
            <pc:sldMk cId="0" sldId="258"/>
            <ac:spMk id="10" creationId="{8B9D9717-09C8-77B3-0265-A79021E8AF96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20:17:56.310" v="519"/>
          <ac:spMkLst>
            <pc:docMk/>
            <pc:sldMk cId="0" sldId="258"/>
            <ac:spMk id="435" creationId="{00000000-0000-0000-0000-000000000000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20:16:09.475" v="511"/>
          <ac:spMkLst>
            <pc:docMk/>
            <pc:sldMk cId="0" sldId="258"/>
            <ac:spMk id="442" creationId="{00000000-0000-0000-0000-000000000000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20:16:02.802" v="509"/>
          <ac:spMkLst>
            <pc:docMk/>
            <pc:sldMk cId="0" sldId="258"/>
            <ac:spMk id="443" creationId="{00000000-0000-0000-0000-000000000000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20:16:06.506" v="510"/>
          <ac:spMkLst>
            <pc:docMk/>
            <pc:sldMk cId="0" sldId="258"/>
            <ac:spMk id="444" creationId="{00000000-0000-0000-0000-000000000000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20:15:59.036" v="508"/>
          <ac:spMkLst>
            <pc:docMk/>
            <pc:sldMk cId="0" sldId="258"/>
            <ac:spMk id="445" creationId="{00000000-0000-0000-0000-000000000000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20:15:38.285" v="505"/>
          <ac:spMkLst>
            <pc:docMk/>
            <pc:sldMk cId="0" sldId="258"/>
            <ac:spMk id="446" creationId="{00000000-0000-0000-0000-000000000000}"/>
          </ac:spMkLst>
        </pc:spChg>
      </pc:sldChg>
      <pc:sldChg chg="mod modShow">
        <pc:chgData name="Kieselbach Moritz - s2410458014" userId="S::s2410458014@fhooe.at::f85a1f82-7a2c-48cc-a233-d9393245942a" providerId="AD" clId="Web-{EB33DE5E-6E68-3A8D-72D4-090B67805DCF}" dt="2025-06-11T20:09:39.379" v="450"/>
        <pc:sldMkLst>
          <pc:docMk/>
          <pc:sldMk cId="0" sldId="259"/>
        </pc:sldMkLst>
      </pc:sldChg>
      <pc:sldChg chg="addSp delSp modSp">
        <pc:chgData name="Kieselbach Moritz - s2410458014" userId="S::s2410458014@fhooe.at::f85a1f82-7a2c-48cc-a233-d9393245942a" providerId="AD" clId="Web-{EB33DE5E-6E68-3A8D-72D4-090B67805DCF}" dt="2025-06-11T20:17:32.777" v="516"/>
        <pc:sldMkLst>
          <pc:docMk/>
          <pc:sldMk cId="0" sldId="260"/>
        </pc:sldMkLst>
        <pc:spChg chg="add mod">
          <ac:chgData name="Kieselbach Moritz - s2410458014" userId="S::s2410458014@fhooe.at::f85a1f82-7a2c-48cc-a233-d9393245942a" providerId="AD" clId="Web-{EB33DE5E-6E68-3A8D-72D4-090B67805DCF}" dt="2025-06-11T20:17:32.777" v="516"/>
          <ac:spMkLst>
            <pc:docMk/>
            <pc:sldMk cId="0" sldId="260"/>
            <ac:spMk id="3" creationId="{547A1F2F-3C66-62B8-8624-DCF36818D21C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12:25.547" v="10" actId="20577"/>
          <ac:spMkLst>
            <pc:docMk/>
            <pc:sldMk cId="0" sldId="260"/>
            <ac:spMk id="496" creationId="{00000000-0000-0000-0000-000000000000}"/>
          </ac:spMkLst>
        </pc:spChg>
        <pc:spChg chg="del">
          <ac:chgData name="Kieselbach Moritz - s2410458014" userId="S::s2410458014@fhooe.at::f85a1f82-7a2c-48cc-a233-d9393245942a" providerId="AD" clId="Web-{EB33DE5E-6E68-3A8D-72D4-090B67805DCF}" dt="2025-06-11T20:17:32.777" v="516"/>
          <ac:spMkLst>
            <pc:docMk/>
            <pc:sldMk cId="0" sldId="260"/>
            <ac:spMk id="498" creationId="{00000000-0000-0000-0000-000000000000}"/>
          </ac:spMkLst>
        </pc:spChg>
      </pc:sldChg>
      <pc:sldChg chg="del">
        <pc:chgData name="Kieselbach Moritz - s2410458014" userId="S::s2410458014@fhooe.at::f85a1f82-7a2c-48cc-a233-d9393245942a" providerId="AD" clId="Web-{EB33DE5E-6E68-3A8D-72D4-090B67805DCF}" dt="2025-06-11T20:23:53.163" v="530"/>
        <pc:sldMkLst>
          <pc:docMk/>
          <pc:sldMk cId="0" sldId="326"/>
        </pc:sldMkLst>
      </pc:sldChg>
      <pc:sldChg chg="del">
        <pc:chgData name="Kieselbach Moritz - s2410458014" userId="S::s2410458014@fhooe.at::f85a1f82-7a2c-48cc-a233-d9393245942a" providerId="AD" clId="Web-{EB33DE5E-6E68-3A8D-72D4-090B67805DCF}" dt="2025-06-11T20:23:40.099" v="529"/>
        <pc:sldMkLst>
          <pc:docMk/>
          <pc:sldMk cId="0" sldId="327"/>
        </pc:sldMkLst>
      </pc:sldChg>
      <pc:sldChg chg="del">
        <pc:chgData name="Kieselbach Moritz - s2410458014" userId="S::s2410458014@fhooe.at::f85a1f82-7a2c-48cc-a233-d9393245942a" providerId="AD" clId="Web-{EB33DE5E-6E68-3A8D-72D4-090B67805DCF}" dt="2025-06-11T20:23:32.349" v="528"/>
        <pc:sldMkLst>
          <pc:docMk/>
          <pc:sldMk cId="0" sldId="328"/>
        </pc:sldMkLst>
      </pc:sldChg>
      <pc:sldChg chg="del">
        <pc:chgData name="Kieselbach Moritz - s2410458014" userId="S::s2410458014@fhooe.at::f85a1f82-7a2c-48cc-a233-d9393245942a" providerId="AD" clId="Web-{EB33DE5E-6E68-3A8D-72D4-090B67805DCF}" dt="2025-06-11T20:20:41.618" v="527"/>
        <pc:sldMkLst>
          <pc:docMk/>
          <pc:sldMk cId="0" sldId="329"/>
        </pc:sldMkLst>
      </pc:sldChg>
      <pc:sldChg chg="del">
        <pc:chgData name="Kieselbach Moritz - s2410458014" userId="S::s2410458014@fhooe.at::f85a1f82-7a2c-48cc-a233-d9393245942a" providerId="AD" clId="Web-{EB33DE5E-6E68-3A8D-72D4-090B67805DCF}" dt="2025-06-11T20:20:18.695" v="526"/>
        <pc:sldMkLst>
          <pc:docMk/>
          <pc:sldMk cId="0" sldId="330"/>
        </pc:sldMkLst>
      </pc:sldChg>
      <pc:sldChg chg="del">
        <pc:chgData name="Kieselbach Moritz - s2410458014" userId="S::s2410458014@fhooe.at::f85a1f82-7a2c-48cc-a233-d9393245942a" providerId="AD" clId="Web-{EB33DE5E-6E68-3A8D-72D4-090B67805DCF}" dt="2025-06-11T20:20:07.507" v="525"/>
        <pc:sldMkLst>
          <pc:docMk/>
          <pc:sldMk cId="0" sldId="331"/>
        </pc:sldMkLst>
      </pc:sldChg>
      <pc:sldChg chg="del">
        <pc:chgData name="Kieselbach Moritz - s2410458014" userId="S::s2410458014@fhooe.at::f85a1f82-7a2c-48cc-a233-d9393245942a" providerId="AD" clId="Web-{EB33DE5E-6E68-3A8D-72D4-090B67805DCF}" dt="2025-06-11T20:20:04.209" v="524"/>
        <pc:sldMkLst>
          <pc:docMk/>
          <pc:sldMk cId="0" sldId="332"/>
        </pc:sldMkLst>
      </pc:sldChg>
      <pc:sldChg chg="del">
        <pc:chgData name="Kieselbach Moritz - s2410458014" userId="S::s2410458014@fhooe.at::f85a1f82-7a2c-48cc-a233-d9393245942a" providerId="AD" clId="Web-{EB33DE5E-6E68-3A8D-72D4-090B67805DCF}" dt="2025-06-11T20:19:58.225" v="523"/>
        <pc:sldMkLst>
          <pc:docMk/>
          <pc:sldMk cId="0" sldId="333"/>
        </pc:sldMkLst>
      </pc:sldChg>
      <pc:sldChg chg="del">
        <pc:chgData name="Kieselbach Moritz - s2410458014" userId="S::s2410458014@fhooe.at::f85a1f82-7a2c-48cc-a233-d9393245942a" providerId="AD" clId="Web-{EB33DE5E-6E68-3A8D-72D4-090B67805DCF}" dt="2025-06-11T20:19:43.099" v="522"/>
        <pc:sldMkLst>
          <pc:docMk/>
          <pc:sldMk cId="0" sldId="334"/>
        </pc:sldMkLst>
      </pc:sldChg>
      <pc:sldChg chg="del">
        <pc:chgData name="Kieselbach Moritz - s2410458014" userId="S::s2410458014@fhooe.at::f85a1f82-7a2c-48cc-a233-d9393245942a" providerId="AD" clId="Web-{EB33DE5E-6E68-3A8D-72D4-090B67805DCF}" dt="2025-06-11T20:19:30.848" v="521"/>
        <pc:sldMkLst>
          <pc:docMk/>
          <pc:sldMk cId="0" sldId="335"/>
        </pc:sldMkLst>
      </pc:sldChg>
      <pc:sldChg chg="del">
        <pc:chgData name="Kieselbach Moritz - s2410458014" userId="S::s2410458014@fhooe.at::f85a1f82-7a2c-48cc-a233-d9393245942a" providerId="AD" clId="Web-{EB33DE5E-6E68-3A8D-72D4-090B67805DCF}" dt="2025-06-11T20:19:11.846" v="520"/>
        <pc:sldMkLst>
          <pc:docMk/>
          <pc:sldMk cId="0" sldId="336"/>
        </pc:sldMkLst>
      </pc:sldChg>
      <pc:sldChg chg="addSp delSp modSp add replId">
        <pc:chgData name="Kieselbach Moritz - s2410458014" userId="S::s2410458014@fhooe.at::f85a1f82-7a2c-48cc-a233-d9393245942a" providerId="AD" clId="Web-{EB33DE5E-6E68-3A8D-72D4-090B67805DCF}" dt="2025-06-11T20:17:27.105" v="515"/>
        <pc:sldMkLst>
          <pc:docMk/>
          <pc:sldMk cId="137403219" sldId="339"/>
        </pc:sldMkLst>
        <pc:spChg chg="add mod">
          <ac:chgData name="Kieselbach Moritz - s2410458014" userId="S::s2410458014@fhooe.at::f85a1f82-7a2c-48cc-a233-d9393245942a" providerId="AD" clId="Web-{EB33DE5E-6E68-3A8D-72D4-090B67805DCF}" dt="2025-06-11T20:17:27.105" v="515"/>
          <ac:spMkLst>
            <pc:docMk/>
            <pc:sldMk cId="137403219" sldId="339"/>
            <ac:spMk id="3" creationId="{4B6FDFBC-506C-81F0-7764-380231C89087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14:24.383" v="36" actId="20577"/>
          <ac:spMkLst>
            <pc:docMk/>
            <pc:sldMk cId="137403219" sldId="339"/>
            <ac:spMk id="496" creationId="{2892993F-119A-424F-C567-AEEC981D3F42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16:09.156" v="58" actId="20577"/>
          <ac:spMkLst>
            <pc:docMk/>
            <pc:sldMk cId="137403219" sldId="339"/>
            <ac:spMk id="497" creationId="{3B830267-DB5E-F371-539D-AA55B8F3790E}"/>
          </ac:spMkLst>
        </pc:spChg>
        <pc:spChg chg="del">
          <ac:chgData name="Kieselbach Moritz - s2410458014" userId="S::s2410458014@fhooe.at::f85a1f82-7a2c-48cc-a233-d9393245942a" providerId="AD" clId="Web-{EB33DE5E-6E68-3A8D-72D4-090B67805DCF}" dt="2025-06-11T20:17:27.105" v="515"/>
          <ac:spMkLst>
            <pc:docMk/>
            <pc:sldMk cId="137403219" sldId="339"/>
            <ac:spMk id="498" creationId="{BF19FBEE-E885-3216-2E3C-6A039F0B03C7}"/>
          </ac:spMkLst>
        </pc:spChg>
      </pc:sldChg>
      <pc:sldChg chg="addSp delSp modSp add replId">
        <pc:chgData name="Kieselbach Moritz - s2410458014" userId="S::s2410458014@fhooe.at::f85a1f82-7a2c-48cc-a233-d9393245942a" providerId="AD" clId="Web-{EB33DE5E-6E68-3A8D-72D4-090B67805DCF}" dt="2025-06-11T20:17:19.542" v="514"/>
        <pc:sldMkLst>
          <pc:docMk/>
          <pc:sldMk cId="4013460574" sldId="340"/>
        </pc:sldMkLst>
        <pc:spChg chg="add del mod">
          <ac:chgData name="Kieselbach Moritz - s2410458014" userId="S::s2410458014@fhooe.at::f85a1f82-7a2c-48cc-a233-d9393245942a" providerId="AD" clId="Web-{EB33DE5E-6E68-3A8D-72D4-090B67805DCF}" dt="2025-06-11T19:25:47.165" v="74"/>
          <ac:spMkLst>
            <pc:docMk/>
            <pc:sldMk cId="4013460574" sldId="340"/>
            <ac:spMk id="2" creationId="{7B944F67-9470-8D92-D672-1D5EBB426E81}"/>
          </ac:spMkLst>
        </pc:spChg>
        <pc:spChg chg="add mod">
          <ac:chgData name="Kieselbach Moritz - s2410458014" userId="S::s2410458014@fhooe.at::f85a1f82-7a2c-48cc-a233-d9393245942a" providerId="AD" clId="Web-{EB33DE5E-6E68-3A8D-72D4-090B67805DCF}" dt="2025-06-11T20:17:19.542" v="514"/>
          <ac:spMkLst>
            <pc:docMk/>
            <pc:sldMk cId="4013460574" sldId="340"/>
            <ac:spMk id="4" creationId="{3E5A90B9-AEA3-4803-5AF1-1ACA15897F24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15:05.433" v="44" actId="20577"/>
          <ac:spMkLst>
            <pc:docMk/>
            <pc:sldMk cId="4013460574" sldId="340"/>
            <ac:spMk id="496" creationId="{25ED9C86-B9A2-0E5A-2350-59C982B09052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16:17.641" v="62" actId="20577"/>
          <ac:spMkLst>
            <pc:docMk/>
            <pc:sldMk cId="4013460574" sldId="340"/>
            <ac:spMk id="497" creationId="{89DDF484-4004-CECC-0DCD-964D12F382DC}"/>
          </ac:spMkLst>
        </pc:spChg>
        <pc:spChg chg="del">
          <ac:chgData name="Kieselbach Moritz - s2410458014" userId="S::s2410458014@fhooe.at::f85a1f82-7a2c-48cc-a233-d9393245942a" providerId="AD" clId="Web-{EB33DE5E-6E68-3A8D-72D4-090B67805DCF}" dt="2025-06-11T20:17:19.542" v="514"/>
          <ac:spMkLst>
            <pc:docMk/>
            <pc:sldMk cId="4013460574" sldId="340"/>
            <ac:spMk id="498" creationId="{C09B3D0F-A35F-5350-D49D-BC34BE5707D1}"/>
          </ac:spMkLst>
        </pc:spChg>
      </pc:sldChg>
      <pc:sldChg chg="addSp delSp modSp add replId">
        <pc:chgData name="Kieselbach Moritz - s2410458014" userId="S::s2410458014@fhooe.at::f85a1f82-7a2c-48cc-a233-d9393245942a" providerId="AD" clId="Web-{EB33DE5E-6E68-3A8D-72D4-090B67805DCF}" dt="2025-06-11T20:17:12.323" v="513"/>
        <pc:sldMkLst>
          <pc:docMk/>
          <pc:sldMk cId="1990074850" sldId="341"/>
        </pc:sldMkLst>
        <pc:spChg chg="add mod">
          <ac:chgData name="Kieselbach Moritz - s2410458014" userId="S::s2410458014@fhooe.at::f85a1f82-7a2c-48cc-a233-d9393245942a" providerId="AD" clId="Web-{EB33DE5E-6E68-3A8D-72D4-090B67805DCF}" dt="2025-06-11T20:17:12.323" v="513"/>
          <ac:spMkLst>
            <pc:docMk/>
            <pc:sldMk cId="1990074850" sldId="341"/>
            <ac:spMk id="3" creationId="{C5F89297-F4EE-5452-8058-717E0ABC5B36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15:37.185" v="52" actId="20577"/>
          <ac:spMkLst>
            <pc:docMk/>
            <pc:sldMk cId="1990074850" sldId="341"/>
            <ac:spMk id="496" creationId="{4D63BEDE-F1F7-1EB4-5275-C31F063D07EC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16:25.235" v="68" actId="20577"/>
          <ac:spMkLst>
            <pc:docMk/>
            <pc:sldMk cId="1990074850" sldId="341"/>
            <ac:spMk id="497" creationId="{D6CD4F3C-471F-A290-EAF5-78BB3384F8A1}"/>
          </ac:spMkLst>
        </pc:spChg>
        <pc:spChg chg="del">
          <ac:chgData name="Kieselbach Moritz - s2410458014" userId="S::s2410458014@fhooe.at::f85a1f82-7a2c-48cc-a233-d9393245942a" providerId="AD" clId="Web-{EB33DE5E-6E68-3A8D-72D4-090B67805DCF}" dt="2025-06-11T20:17:12.323" v="513"/>
          <ac:spMkLst>
            <pc:docMk/>
            <pc:sldMk cId="1990074850" sldId="341"/>
            <ac:spMk id="498" creationId="{2B60A9C2-90A5-D3ED-965A-7F851549255C}"/>
          </ac:spMkLst>
        </pc:spChg>
      </pc:sldChg>
      <pc:sldChg chg="addSp delSp modSp add replId">
        <pc:chgData name="Kieselbach Moritz - s2410458014" userId="S::s2410458014@fhooe.at::f85a1f82-7a2c-48cc-a233-d9393245942a" providerId="AD" clId="Web-{EB33DE5E-6E68-3A8D-72D4-090B67805DCF}" dt="2025-06-11T20:17:05.853" v="512"/>
        <pc:sldMkLst>
          <pc:docMk/>
          <pc:sldMk cId="2757350730" sldId="342"/>
        </pc:sldMkLst>
        <pc:spChg chg="add mod">
          <ac:chgData name="Kieselbach Moritz - s2410458014" userId="S::s2410458014@fhooe.at::f85a1f82-7a2c-48cc-a233-d9393245942a" providerId="AD" clId="Web-{EB33DE5E-6E68-3A8D-72D4-090B67805DCF}" dt="2025-06-11T20:17:05.853" v="512"/>
          <ac:spMkLst>
            <pc:docMk/>
            <pc:sldMk cId="2757350730" sldId="342"/>
            <ac:spMk id="3" creationId="{122F827C-CC89-5209-AC80-7DEB8099CD3E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15:59.171" v="56" actId="20577"/>
          <ac:spMkLst>
            <pc:docMk/>
            <pc:sldMk cId="2757350730" sldId="342"/>
            <ac:spMk id="496" creationId="{D8AA642D-2911-8E0B-7937-4086BC40806E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25:17.678" v="70" actId="20577"/>
          <ac:spMkLst>
            <pc:docMk/>
            <pc:sldMk cId="2757350730" sldId="342"/>
            <ac:spMk id="497" creationId="{30FCB3C9-70F9-2DB0-CAD6-D73546F10B54}"/>
          </ac:spMkLst>
        </pc:spChg>
        <pc:spChg chg="del">
          <ac:chgData name="Kieselbach Moritz - s2410458014" userId="S::s2410458014@fhooe.at::f85a1f82-7a2c-48cc-a233-d9393245942a" providerId="AD" clId="Web-{EB33DE5E-6E68-3A8D-72D4-090B67805DCF}" dt="2025-06-11T20:17:05.853" v="512"/>
          <ac:spMkLst>
            <pc:docMk/>
            <pc:sldMk cId="2757350730" sldId="342"/>
            <ac:spMk id="498" creationId="{69ED9AC9-0F10-DC45-0876-D349A530FB70}"/>
          </ac:spMkLst>
        </pc:spChg>
      </pc:sldChg>
      <pc:sldChg chg="addSp modSp add replId">
        <pc:chgData name="Kieselbach Moritz - s2410458014" userId="S::s2410458014@fhooe.at::f85a1f82-7a2c-48cc-a233-d9393245942a" providerId="AD" clId="Web-{EB33DE5E-6E68-3A8D-72D4-090B67805DCF}" dt="2025-06-11T19:37:16.433" v="196" actId="20577"/>
        <pc:sldMkLst>
          <pc:docMk/>
          <pc:sldMk cId="302547702" sldId="346"/>
        </pc:sldMkLst>
        <pc:spChg chg="mod">
          <ac:chgData name="Kieselbach Moritz - s2410458014" userId="S::s2410458014@fhooe.at::f85a1f82-7a2c-48cc-a233-d9393245942a" providerId="AD" clId="Web-{EB33DE5E-6E68-3A8D-72D4-090B67805DCF}" dt="2025-06-11T19:27:35.532" v="83" actId="20577"/>
          <ac:spMkLst>
            <pc:docMk/>
            <pc:sldMk cId="302547702" sldId="346"/>
            <ac:spMk id="601" creationId="{6344585B-6286-BE70-2B8E-E4CCA0F48170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29:49.041" v="93" actId="20577"/>
          <ac:spMkLst>
            <pc:docMk/>
            <pc:sldMk cId="302547702" sldId="346"/>
            <ac:spMk id="602" creationId="{E946EFAB-D317-325D-0D3D-F191323CD99F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33:08.369" v="106" actId="20577"/>
          <ac:spMkLst>
            <pc:docMk/>
            <pc:sldMk cId="302547702" sldId="346"/>
            <ac:spMk id="603" creationId="{A3BE3298-94E8-9FE7-857B-E53449797A72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37:16.433" v="196" actId="20577"/>
          <ac:spMkLst>
            <pc:docMk/>
            <pc:sldMk cId="302547702" sldId="346"/>
            <ac:spMk id="604" creationId="{3F79DAF5-E8EC-2D8A-0AC4-2A55E923E79E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28:22.769" v="92" actId="14100"/>
          <ac:spMkLst>
            <pc:docMk/>
            <pc:sldMk cId="302547702" sldId="346"/>
            <ac:spMk id="605" creationId="{E5AAF412-3362-A311-0414-3B08950B4B49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30:42.748" v="104" actId="20577"/>
          <ac:spMkLst>
            <pc:docMk/>
            <pc:sldMk cId="302547702" sldId="346"/>
            <ac:spMk id="606" creationId="{3FD8DCA5-1D78-4628-9FF0-DBBA9D5CE5C4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34:35.469" v="117" actId="20577"/>
          <ac:spMkLst>
            <pc:docMk/>
            <pc:sldMk cId="302547702" sldId="346"/>
            <ac:spMk id="607" creationId="{B25A4C85-55E7-7A86-9E4C-968D9BA9441F}"/>
          </ac:spMkLst>
        </pc:spChg>
        <pc:picChg chg="add mod">
          <ac:chgData name="Kieselbach Moritz - s2410458014" userId="S::s2410458014@fhooe.at::f85a1f82-7a2c-48cc-a233-d9393245942a" providerId="AD" clId="Web-{EB33DE5E-6E68-3A8D-72D4-090B67805DCF}" dt="2025-06-11T19:30:10.230" v="100" actId="1076"/>
          <ac:picMkLst>
            <pc:docMk/>
            <pc:sldMk cId="302547702" sldId="346"/>
            <ac:picMk id="2" creationId="{6E52C074-45A3-E286-67DB-05A0F435FDDD}"/>
          </ac:picMkLst>
        </pc:picChg>
        <pc:picChg chg="add mod modCrop">
          <ac:chgData name="Kieselbach Moritz - s2410458014" userId="S::s2410458014@fhooe.at::f85a1f82-7a2c-48cc-a233-d9393245942a" providerId="AD" clId="Web-{EB33DE5E-6E68-3A8D-72D4-090B67805DCF}" dt="2025-06-11T19:33:47.965" v="113" actId="1076"/>
          <ac:picMkLst>
            <pc:docMk/>
            <pc:sldMk cId="302547702" sldId="346"/>
            <ac:picMk id="3" creationId="{405D09B7-F552-7094-0250-840978C50CCF}"/>
          </ac:picMkLst>
        </pc:picChg>
      </pc:sldChg>
      <pc:sldChg chg="addSp delSp modSp">
        <pc:chgData name="Kieselbach Moritz - s2410458014" userId="S::s2410458014@fhooe.at::f85a1f82-7a2c-48cc-a233-d9393245942a" providerId="AD" clId="Web-{EB33DE5E-6E68-3A8D-72D4-090B67805DCF}" dt="2025-06-12T11:07:26.454" v="532" actId="1076"/>
        <pc:sldMkLst>
          <pc:docMk/>
          <pc:sldMk cId="4258429010" sldId="348"/>
        </pc:sldMkLst>
        <pc:spChg chg="add mod">
          <ac:chgData name="Kieselbach Moritz - s2410458014" userId="S::s2410458014@fhooe.at::f85a1f82-7a2c-48cc-a233-d9393245942a" providerId="AD" clId="Web-{EB33DE5E-6E68-3A8D-72D4-090B67805DCF}" dt="2025-06-12T11:07:18.391" v="531" actId="20577"/>
          <ac:spMkLst>
            <pc:docMk/>
            <pc:sldMk cId="4258429010" sldId="348"/>
            <ac:spMk id="3" creationId="{4F1015F4-4AA8-C387-98D1-84475BFA12DB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2T11:07:26.454" v="532" actId="1076"/>
          <ac:spMkLst>
            <pc:docMk/>
            <pc:sldMk cId="4258429010" sldId="348"/>
            <ac:spMk id="742" creationId="{AA0B6751-CC2A-0742-30BD-A8A6D3B302E8}"/>
          </ac:spMkLst>
        </pc:spChg>
        <pc:spChg chg="del mod">
          <ac:chgData name="Kieselbach Moritz - s2410458014" userId="S::s2410458014@fhooe.at::f85a1f82-7a2c-48cc-a233-d9393245942a" providerId="AD" clId="Web-{EB33DE5E-6E68-3A8D-72D4-090B67805DCF}" dt="2025-06-11T20:07:21.667" v="431"/>
          <ac:spMkLst>
            <pc:docMk/>
            <pc:sldMk cId="4258429010" sldId="348"/>
            <ac:spMk id="743" creationId="{2DF9F97F-D304-35BE-AF1E-116B32AACE84}"/>
          </ac:spMkLst>
        </pc:spChg>
      </pc:sldChg>
      <pc:sldChg chg="addSp delSp modSp add replId">
        <pc:chgData name="Kieselbach Moritz - s2410458014" userId="S::s2410458014@fhooe.at::f85a1f82-7a2c-48cc-a233-d9393245942a" providerId="AD" clId="Web-{EB33DE5E-6E68-3A8D-72D4-090B67805DCF}" dt="2025-06-11T19:52:01.010" v="294" actId="20577"/>
        <pc:sldMkLst>
          <pc:docMk/>
          <pc:sldMk cId="168710591" sldId="349"/>
        </pc:sldMkLst>
        <pc:spChg chg="add del mod">
          <ac:chgData name="Kieselbach Moritz - s2410458014" userId="S::s2410458014@fhooe.at::f85a1f82-7a2c-48cc-a233-d9393245942a" providerId="AD" clId="Web-{EB33DE5E-6E68-3A8D-72D4-090B67805DCF}" dt="2025-06-11T19:50:34.722" v="280"/>
          <ac:spMkLst>
            <pc:docMk/>
            <pc:sldMk cId="168710591" sldId="349"/>
            <ac:spMk id="3" creationId="{26DC1468-F0D0-CFE5-DBAD-8E393354965F}"/>
          </ac:spMkLst>
        </pc:spChg>
        <pc:spChg chg="add del mod">
          <ac:chgData name="Kieselbach Moritz - s2410458014" userId="S::s2410458014@fhooe.at::f85a1f82-7a2c-48cc-a233-d9393245942a" providerId="AD" clId="Web-{EB33DE5E-6E68-3A8D-72D4-090B67805DCF}" dt="2025-06-11T19:50:36.457" v="281"/>
          <ac:spMkLst>
            <pc:docMk/>
            <pc:sldMk cId="168710591" sldId="349"/>
            <ac:spMk id="5" creationId="{11665D6B-52DB-E84C-FB23-B8A7D223C689}"/>
          </ac:spMkLst>
        </pc:spChg>
        <pc:spChg chg="add del mod">
          <ac:chgData name="Kieselbach Moritz - s2410458014" userId="S::s2410458014@fhooe.at::f85a1f82-7a2c-48cc-a233-d9393245942a" providerId="AD" clId="Web-{EB33DE5E-6E68-3A8D-72D4-090B67805DCF}" dt="2025-06-11T19:50:43.535" v="284"/>
          <ac:spMkLst>
            <pc:docMk/>
            <pc:sldMk cId="168710591" sldId="349"/>
            <ac:spMk id="7" creationId="{866C531E-E0B8-AC57-8259-D3CF81049C09}"/>
          </ac:spMkLst>
        </pc:spChg>
        <pc:spChg chg="add mod">
          <ac:chgData name="Kieselbach Moritz - s2410458014" userId="S::s2410458014@fhooe.at::f85a1f82-7a2c-48cc-a233-d9393245942a" providerId="AD" clId="Web-{EB33DE5E-6E68-3A8D-72D4-090B67805DCF}" dt="2025-06-11T19:50:46.004" v="285"/>
          <ac:spMkLst>
            <pc:docMk/>
            <pc:sldMk cId="168710591" sldId="349"/>
            <ac:spMk id="9" creationId="{4C9ACABD-A543-322A-C005-24682823A94E}"/>
          </ac:spMkLst>
        </pc:spChg>
        <pc:spChg chg="add mod">
          <ac:chgData name="Kieselbach Moritz - s2410458014" userId="S::s2410458014@fhooe.at::f85a1f82-7a2c-48cc-a233-d9393245942a" providerId="AD" clId="Web-{EB33DE5E-6E68-3A8D-72D4-090B67805DCF}" dt="2025-06-11T19:50:48.083" v="287"/>
          <ac:spMkLst>
            <pc:docMk/>
            <pc:sldMk cId="168710591" sldId="349"/>
            <ac:spMk id="11" creationId="{96963E32-661A-BFD2-3FD0-1FAB97EBE0AE}"/>
          </ac:spMkLst>
        </pc:spChg>
        <pc:spChg chg="add mod">
          <ac:chgData name="Kieselbach Moritz - s2410458014" userId="S::s2410458014@fhooe.at::f85a1f82-7a2c-48cc-a233-d9393245942a" providerId="AD" clId="Web-{EB33DE5E-6E68-3A8D-72D4-090B67805DCF}" dt="2025-06-11T19:50:51.349" v="288"/>
          <ac:spMkLst>
            <pc:docMk/>
            <pc:sldMk cId="168710591" sldId="349"/>
            <ac:spMk id="13" creationId="{7AFE4FB6-11CE-29CC-15E9-08316A972917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52:01.010" v="294" actId="20577"/>
          <ac:spMkLst>
            <pc:docMk/>
            <pc:sldMk cId="168710591" sldId="349"/>
            <ac:spMk id="1403" creationId="{53526103-D114-8441-0DDE-C000EF6F78F9}"/>
          </ac:spMkLst>
        </pc:spChg>
        <pc:spChg chg="del mod">
          <ac:chgData name="Kieselbach Moritz - s2410458014" userId="S::s2410458014@fhooe.at::f85a1f82-7a2c-48cc-a233-d9393245942a" providerId="AD" clId="Web-{EB33DE5E-6E68-3A8D-72D4-090B67805DCF}" dt="2025-06-11T19:50:27.456" v="277"/>
          <ac:spMkLst>
            <pc:docMk/>
            <pc:sldMk cId="168710591" sldId="349"/>
            <ac:spMk id="1404" creationId="{5FBAE314-DBAD-CF67-3C60-E55C50BD898A}"/>
          </ac:spMkLst>
        </pc:spChg>
        <pc:spChg chg="del">
          <ac:chgData name="Kieselbach Moritz - s2410458014" userId="S::s2410458014@fhooe.at::f85a1f82-7a2c-48cc-a233-d9393245942a" providerId="AD" clId="Web-{EB33DE5E-6E68-3A8D-72D4-090B67805DCF}" dt="2025-06-11T19:50:30.488" v="278"/>
          <ac:spMkLst>
            <pc:docMk/>
            <pc:sldMk cId="168710591" sldId="349"/>
            <ac:spMk id="1405" creationId="{0ECDC4E8-21B3-F9C8-2FEA-63C2C5761AC0}"/>
          </ac:spMkLst>
        </pc:spChg>
        <pc:spChg chg="del mod">
          <ac:chgData name="Kieselbach Moritz - s2410458014" userId="S::s2410458014@fhooe.at::f85a1f82-7a2c-48cc-a233-d9393245942a" providerId="AD" clId="Web-{EB33DE5E-6E68-3A8D-72D4-090B67805DCF}" dt="2025-06-11T19:50:48.083" v="287"/>
          <ac:spMkLst>
            <pc:docMk/>
            <pc:sldMk cId="168710591" sldId="349"/>
            <ac:spMk id="1406" creationId="{527C82C8-C1A4-66FA-8B54-ADE95665A033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50:57.755" v="289" actId="1076"/>
          <ac:spMkLst>
            <pc:docMk/>
            <pc:sldMk cId="168710591" sldId="349"/>
            <ac:spMk id="1407" creationId="{F28DB160-9F8E-CCDE-99F7-AD13F8995243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51:00.037" v="290" actId="1076"/>
          <ac:spMkLst>
            <pc:docMk/>
            <pc:sldMk cId="168710591" sldId="349"/>
            <ac:spMk id="1408" creationId="{6618939E-800E-B781-9EA9-56D99EA7AC36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44:34.182" v="269" actId="20577"/>
          <ac:spMkLst>
            <pc:docMk/>
            <pc:sldMk cId="168710591" sldId="349"/>
            <ac:spMk id="1409" creationId="{21E49276-ED6B-CFB9-7FCC-31777F5258C4}"/>
          </ac:spMkLst>
        </pc:spChg>
        <pc:spChg chg="del">
          <ac:chgData name="Kieselbach Moritz - s2410458014" userId="S::s2410458014@fhooe.at::f85a1f82-7a2c-48cc-a233-d9393245942a" providerId="AD" clId="Web-{EB33DE5E-6E68-3A8D-72D4-090B67805DCF}" dt="2025-06-11T19:50:32.988" v="279"/>
          <ac:spMkLst>
            <pc:docMk/>
            <pc:sldMk cId="168710591" sldId="349"/>
            <ac:spMk id="1410" creationId="{DE6D6DE5-409B-5001-FF28-BC832B342956}"/>
          </ac:spMkLst>
        </pc:spChg>
        <pc:spChg chg="del">
          <ac:chgData name="Kieselbach Moritz - s2410458014" userId="S::s2410458014@fhooe.at::f85a1f82-7a2c-48cc-a233-d9393245942a" providerId="AD" clId="Web-{EB33DE5E-6E68-3A8D-72D4-090B67805DCF}" dt="2025-06-11T19:50:46.004" v="285"/>
          <ac:spMkLst>
            <pc:docMk/>
            <pc:sldMk cId="168710591" sldId="349"/>
            <ac:spMk id="1411" creationId="{2B4DD30B-1D00-0E6E-F648-A03F093FA930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51:02.552" v="291" actId="1076"/>
          <ac:spMkLst>
            <pc:docMk/>
            <pc:sldMk cId="168710591" sldId="349"/>
            <ac:spMk id="1412" creationId="{F6C70CEA-C8C9-07CE-2DA9-68A5A54719D4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44:43.823" v="274" actId="20577"/>
          <ac:spMkLst>
            <pc:docMk/>
            <pc:sldMk cId="168710591" sldId="349"/>
            <ac:spMk id="1413" creationId="{B88A9655-540F-ED62-6A35-EA99C0CDBAAF}"/>
          </ac:spMkLst>
        </pc:spChg>
        <pc:spChg chg="del mod">
          <ac:chgData name="Kieselbach Moritz - s2410458014" userId="S::s2410458014@fhooe.at::f85a1f82-7a2c-48cc-a233-d9393245942a" providerId="AD" clId="Web-{EB33DE5E-6E68-3A8D-72D4-090B67805DCF}" dt="2025-06-11T19:50:40.692" v="283"/>
          <ac:spMkLst>
            <pc:docMk/>
            <pc:sldMk cId="168710591" sldId="349"/>
            <ac:spMk id="1430" creationId="{02E2F14B-C7FA-85AA-0B5F-6504E26311AD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51:04.865" v="292" actId="1076"/>
          <ac:spMkLst>
            <pc:docMk/>
            <pc:sldMk cId="168710591" sldId="349"/>
            <ac:spMk id="1431" creationId="{E3C9B476-27B9-AC63-74B5-ADBDFB892AA9}"/>
          </ac:spMkLst>
        </pc:spChg>
        <pc:spChg chg="del">
          <ac:chgData name="Kieselbach Moritz - s2410458014" userId="S::s2410458014@fhooe.at::f85a1f82-7a2c-48cc-a233-d9393245942a" providerId="AD" clId="Web-{EB33DE5E-6E68-3A8D-72D4-090B67805DCF}" dt="2025-06-11T19:50:51.349" v="288"/>
          <ac:spMkLst>
            <pc:docMk/>
            <pc:sldMk cId="168710591" sldId="349"/>
            <ac:spMk id="1432" creationId="{5F204A7D-A2E8-C246-16F0-CD732BDE8368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44:25.900" v="264" actId="20577"/>
          <ac:spMkLst>
            <pc:docMk/>
            <pc:sldMk cId="168710591" sldId="349"/>
            <ac:spMk id="1433" creationId="{B3EE6122-D15F-34D9-040E-C233549F2AE7}"/>
          </ac:spMkLst>
        </pc:spChg>
      </pc:sldChg>
      <pc:sldChg chg="addSp delSp modSp add replId">
        <pc:chgData name="Kieselbach Moritz - s2410458014" userId="S::s2410458014@fhooe.at::f85a1f82-7a2c-48cc-a233-d9393245942a" providerId="AD" clId="Web-{EB33DE5E-6E68-3A8D-72D4-090B67805DCF}" dt="2025-06-11T20:02:34.616" v="360" actId="1076"/>
        <pc:sldMkLst>
          <pc:docMk/>
          <pc:sldMk cId="2868798923" sldId="351"/>
        </pc:sldMkLst>
        <pc:spChg chg="mod">
          <ac:chgData name="Kieselbach Moritz - s2410458014" userId="S::s2410458014@fhooe.at::f85a1f82-7a2c-48cc-a233-d9393245942a" providerId="AD" clId="Web-{EB33DE5E-6E68-3A8D-72D4-090B67805DCF}" dt="2025-06-11T19:54:42.036" v="311" actId="20577"/>
          <ac:spMkLst>
            <pc:docMk/>
            <pc:sldMk cId="2868798923" sldId="351"/>
            <ac:spMk id="1320" creationId="{3B9FDFA6-9248-6D2E-2DE7-062B05F8A244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57:31.485" v="326" actId="1076"/>
          <ac:spMkLst>
            <pc:docMk/>
            <pc:sldMk cId="2868798923" sldId="351"/>
            <ac:spMk id="1323" creationId="{99409EF0-F8E6-3837-48B6-563C42D4F608}"/>
          </ac:spMkLst>
        </pc:spChg>
        <pc:spChg chg="del mod">
          <ac:chgData name="Kieselbach Moritz - s2410458014" userId="S::s2410458014@fhooe.at::f85a1f82-7a2c-48cc-a233-d9393245942a" providerId="AD" clId="Web-{EB33DE5E-6E68-3A8D-72D4-090B67805DCF}" dt="2025-06-11T19:57:15.187" v="320"/>
          <ac:spMkLst>
            <pc:docMk/>
            <pc:sldMk cId="2868798923" sldId="351"/>
            <ac:spMk id="1324" creationId="{28F6A434-49AF-43FD-2315-09ADAD063A00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57:23.375" v="323" actId="20577"/>
          <ac:spMkLst>
            <pc:docMk/>
            <pc:sldMk cId="2868798923" sldId="351"/>
            <ac:spMk id="1332" creationId="{12E63E8A-B525-54AA-DE12-041E19E28378}"/>
          </ac:spMkLst>
        </pc:spChg>
        <pc:spChg chg="del mod">
          <ac:chgData name="Kieselbach Moritz - s2410458014" userId="S::s2410458014@fhooe.at::f85a1f82-7a2c-48cc-a233-d9393245942a" providerId="AD" clId="Web-{EB33DE5E-6E68-3A8D-72D4-090B67805DCF}" dt="2025-06-11T19:57:27.141" v="325"/>
          <ac:spMkLst>
            <pc:docMk/>
            <pc:sldMk cId="2868798923" sldId="351"/>
            <ac:spMk id="1333" creationId="{6898D6A1-E0E4-C2F2-E1A8-6F1854348AD7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57:47.971" v="329" actId="20577"/>
          <ac:spMkLst>
            <pc:docMk/>
            <pc:sldMk cId="2868798923" sldId="351"/>
            <ac:spMk id="1346" creationId="{AD1A773D-DCAE-8598-6D28-D7D54169EB5F}"/>
          </ac:spMkLst>
        </pc:spChg>
        <pc:spChg chg="del mod">
          <ac:chgData name="Kieselbach Moritz - s2410458014" userId="S::s2410458014@fhooe.at::f85a1f82-7a2c-48cc-a233-d9393245942a" providerId="AD" clId="Web-{EB33DE5E-6E68-3A8D-72D4-090B67805DCF}" dt="2025-06-11T19:57:52.299" v="331"/>
          <ac:spMkLst>
            <pc:docMk/>
            <pc:sldMk cId="2868798923" sldId="351"/>
            <ac:spMk id="1347" creationId="{9BFCBA29-7A17-EED8-4905-8D0516ADBB87}"/>
          </ac:spMkLst>
        </pc:spChg>
        <pc:spChg chg="mod">
          <ac:chgData name="Kieselbach Moritz - s2410458014" userId="S::s2410458014@fhooe.at::f85a1f82-7a2c-48cc-a233-d9393245942a" providerId="AD" clId="Web-{EB33DE5E-6E68-3A8D-72D4-090B67805DCF}" dt="2025-06-11T19:58:03.159" v="334" actId="20577"/>
          <ac:spMkLst>
            <pc:docMk/>
            <pc:sldMk cId="2868798923" sldId="351"/>
            <ac:spMk id="1348" creationId="{BD28D9AE-EF36-2238-C3B1-29CA1C029261}"/>
          </ac:spMkLst>
        </pc:spChg>
        <pc:spChg chg="del mod">
          <ac:chgData name="Kieselbach Moritz - s2410458014" userId="S::s2410458014@fhooe.at::f85a1f82-7a2c-48cc-a233-d9393245942a" providerId="AD" clId="Web-{EB33DE5E-6E68-3A8D-72D4-090B67805DCF}" dt="2025-06-11T19:58:14.942" v="341"/>
          <ac:spMkLst>
            <pc:docMk/>
            <pc:sldMk cId="2868798923" sldId="351"/>
            <ac:spMk id="1349" creationId="{9D7CE05A-603E-36C6-57CA-5D52919E013A}"/>
          </ac:spMkLst>
        </pc:spChg>
        <pc:picChg chg="add mod">
          <ac:chgData name="Kieselbach Moritz - s2410458014" userId="S::s2410458014@fhooe.at::f85a1f82-7a2c-48cc-a233-d9393245942a" providerId="AD" clId="Web-{EB33DE5E-6E68-3A8D-72D4-090B67805DCF}" dt="2025-06-11T20:02:34.616" v="360" actId="1076"/>
          <ac:picMkLst>
            <pc:docMk/>
            <pc:sldMk cId="2868798923" sldId="351"/>
            <ac:picMk id="2" creationId="{AFE7B0D6-4E82-1AA5-7632-5592CECDE26E}"/>
          </ac:picMkLst>
        </pc:picChg>
        <pc:picChg chg="add mod">
          <ac:chgData name="Kieselbach Moritz - s2410458014" userId="S::s2410458014@fhooe.at::f85a1f82-7a2c-48cc-a233-d9393245942a" providerId="AD" clId="Web-{EB33DE5E-6E68-3A8D-72D4-090B67805DCF}" dt="2025-06-11T20:02:26.037" v="358" actId="1076"/>
          <ac:picMkLst>
            <pc:docMk/>
            <pc:sldMk cId="2868798923" sldId="351"/>
            <ac:picMk id="3" creationId="{87608905-C9D1-5AB9-7050-D12CF5E1EE0D}"/>
          </ac:picMkLst>
        </pc:picChg>
        <pc:picChg chg="add mod">
          <ac:chgData name="Kieselbach Moritz - s2410458014" userId="S::s2410458014@fhooe.at::f85a1f82-7a2c-48cc-a233-d9393245942a" providerId="AD" clId="Web-{EB33DE5E-6E68-3A8D-72D4-090B67805DCF}" dt="2025-06-11T20:02:13.895" v="354" actId="1076"/>
          <ac:picMkLst>
            <pc:docMk/>
            <pc:sldMk cId="2868798923" sldId="351"/>
            <ac:picMk id="4" creationId="{5241B075-A483-5A4E-4CB6-FA5CACBF91E0}"/>
          </ac:picMkLst>
        </pc:picChg>
        <pc:picChg chg="add mod">
          <ac:chgData name="Kieselbach Moritz - s2410458014" userId="S::s2410458014@fhooe.at::f85a1f82-7a2c-48cc-a233-d9393245942a" providerId="AD" clId="Web-{EB33DE5E-6E68-3A8D-72D4-090B67805DCF}" dt="2025-06-11T20:02:19.708" v="356" actId="1076"/>
          <ac:picMkLst>
            <pc:docMk/>
            <pc:sldMk cId="2868798923" sldId="351"/>
            <ac:picMk id="5" creationId="{6694701C-9809-6CB0-06BC-01FF9FD8E765}"/>
          </ac:picMkLst>
        </pc:picChg>
      </pc:sldChg>
    </pc:docChg>
  </pc:docChgLst>
  <pc:docChgLst>
    <pc:chgData name="Peko Tim - s2420458029" userId="f0ce34c3-9d6a-4b3f-af77-89199931493b" providerId="ADAL" clId="{EDAA780C-24D4-482B-9D6E-47D2F05EE430}"/>
    <pc:docChg chg="undo custSel addSld delSld modSld sldOrd delMainMaster modMainMaster">
      <pc:chgData name="Peko Tim - s2420458029" userId="f0ce34c3-9d6a-4b3f-af77-89199931493b" providerId="ADAL" clId="{EDAA780C-24D4-482B-9D6E-47D2F05EE430}" dt="2025-06-11T20:27:02.327" v="2490" actId="20577"/>
      <pc:docMkLst>
        <pc:docMk/>
      </pc:docMkLst>
      <pc:sldChg chg="addSp delSp modSp mod">
        <pc:chgData name="Peko Tim - s2420458029" userId="f0ce34c3-9d6a-4b3f-af77-89199931493b" providerId="ADAL" clId="{EDAA780C-24D4-482B-9D6E-47D2F05EE430}" dt="2025-06-11T18:32:33.660" v="96" actId="688"/>
        <pc:sldMkLst>
          <pc:docMk/>
          <pc:sldMk cId="0" sldId="256"/>
        </pc:sldMkLst>
        <pc:spChg chg="add del">
          <ac:chgData name="Peko Tim - s2420458029" userId="f0ce34c3-9d6a-4b3f-af77-89199931493b" providerId="ADAL" clId="{EDAA780C-24D4-482B-9D6E-47D2F05EE430}" dt="2025-06-11T18:31:24.856" v="78" actId="22"/>
          <ac:spMkLst>
            <pc:docMk/>
            <pc:sldMk cId="0" sldId="256"/>
            <ac:spMk id="3" creationId="{CA8BAD5E-A957-B87E-5FB1-E6D865529F5C}"/>
          </ac:spMkLst>
        </pc:spChg>
        <pc:spChg chg="mod">
          <ac:chgData name="Peko Tim - s2420458029" userId="f0ce34c3-9d6a-4b3f-af77-89199931493b" providerId="ADAL" clId="{EDAA780C-24D4-482B-9D6E-47D2F05EE430}" dt="2025-06-11T18:31:36.292" v="79"/>
          <ac:spMkLst>
            <pc:docMk/>
            <pc:sldMk cId="0" sldId="256"/>
            <ac:spMk id="6" creationId="{971E0C6E-B181-06A0-2F6A-6C93181F85AB}"/>
          </ac:spMkLst>
        </pc:spChg>
        <pc:spChg chg="mod">
          <ac:chgData name="Peko Tim - s2420458029" userId="f0ce34c3-9d6a-4b3f-af77-89199931493b" providerId="ADAL" clId="{EDAA780C-24D4-482B-9D6E-47D2F05EE430}" dt="2025-06-11T18:31:36.292" v="79"/>
          <ac:spMkLst>
            <pc:docMk/>
            <pc:sldMk cId="0" sldId="256"/>
            <ac:spMk id="7" creationId="{FC1B52B3-0B87-51A0-CD7A-88DAC80BAA9D}"/>
          </ac:spMkLst>
        </pc:spChg>
        <pc:spChg chg="mod">
          <ac:chgData name="Peko Tim - s2420458029" userId="f0ce34c3-9d6a-4b3f-af77-89199931493b" providerId="ADAL" clId="{EDAA780C-24D4-482B-9D6E-47D2F05EE430}" dt="2025-06-11T18:31:36.292" v="79"/>
          <ac:spMkLst>
            <pc:docMk/>
            <pc:sldMk cId="0" sldId="256"/>
            <ac:spMk id="8" creationId="{E10FF756-1B9B-5D1A-FADA-5CE3B3EBCAB7}"/>
          </ac:spMkLst>
        </pc:spChg>
        <pc:spChg chg="mod">
          <ac:chgData name="Peko Tim - s2420458029" userId="f0ce34c3-9d6a-4b3f-af77-89199931493b" providerId="ADAL" clId="{EDAA780C-24D4-482B-9D6E-47D2F05EE430}" dt="2025-06-11T18:31:36.292" v="79"/>
          <ac:spMkLst>
            <pc:docMk/>
            <pc:sldMk cId="0" sldId="256"/>
            <ac:spMk id="9" creationId="{5DAED869-E45A-71CC-51A7-AE8237F8A3FB}"/>
          </ac:spMkLst>
        </pc:spChg>
        <pc:spChg chg="mod">
          <ac:chgData name="Peko Tim - s2420458029" userId="f0ce34c3-9d6a-4b3f-af77-89199931493b" providerId="ADAL" clId="{EDAA780C-24D4-482B-9D6E-47D2F05EE430}" dt="2025-06-11T18:31:36.292" v="79"/>
          <ac:spMkLst>
            <pc:docMk/>
            <pc:sldMk cId="0" sldId="256"/>
            <ac:spMk id="10" creationId="{10C4FFB9-5370-7977-2563-C22511659E86}"/>
          </ac:spMkLst>
        </pc:spChg>
        <pc:spChg chg="mod">
          <ac:chgData name="Peko Tim - s2420458029" userId="f0ce34c3-9d6a-4b3f-af77-89199931493b" providerId="ADAL" clId="{EDAA780C-24D4-482B-9D6E-47D2F05EE430}" dt="2025-06-11T18:31:36.292" v="79"/>
          <ac:spMkLst>
            <pc:docMk/>
            <pc:sldMk cId="0" sldId="256"/>
            <ac:spMk id="11" creationId="{4834D694-3899-385E-815B-FA6C77567841}"/>
          </ac:spMkLst>
        </pc:spChg>
        <pc:spChg chg="mod">
          <ac:chgData name="Peko Tim - s2420458029" userId="f0ce34c3-9d6a-4b3f-af77-89199931493b" providerId="ADAL" clId="{EDAA780C-24D4-482B-9D6E-47D2F05EE430}" dt="2025-06-11T18:31:36.292" v="79"/>
          <ac:spMkLst>
            <pc:docMk/>
            <pc:sldMk cId="0" sldId="256"/>
            <ac:spMk id="12" creationId="{5525BBB2-4226-93FC-72CB-4AB95DF19638}"/>
          </ac:spMkLst>
        </pc:spChg>
        <pc:spChg chg="mod">
          <ac:chgData name="Peko Tim - s2420458029" userId="f0ce34c3-9d6a-4b3f-af77-89199931493b" providerId="ADAL" clId="{EDAA780C-24D4-482B-9D6E-47D2F05EE430}" dt="2025-06-11T18:31:36.292" v="79"/>
          <ac:spMkLst>
            <pc:docMk/>
            <pc:sldMk cId="0" sldId="256"/>
            <ac:spMk id="15" creationId="{338B5CAF-B582-CE32-4329-9AFA4654D0A3}"/>
          </ac:spMkLst>
        </pc:spChg>
        <pc:spChg chg="mod">
          <ac:chgData name="Peko Tim - s2420458029" userId="f0ce34c3-9d6a-4b3f-af77-89199931493b" providerId="ADAL" clId="{EDAA780C-24D4-482B-9D6E-47D2F05EE430}" dt="2025-06-11T18:31:36.292" v="79"/>
          <ac:spMkLst>
            <pc:docMk/>
            <pc:sldMk cId="0" sldId="256"/>
            <ac:spMk id="17" creationId="{4A4731DC-07FF-86B2-E3CF-0E3103DE8492}"/>
          </ac:spMkLst>
        </pc:spChg>
        <pc:spChg chg="mod">
          <ac:chgData name="Peko Tim - s2420458029" userId="f0ce34c3-9d6a-4b3f-af77-89199931493b" providerId="ADAL" clId="{EDAA780C-24D4-482B-9D6E-47D2F05EE430}" dt="2025-06-11T18:31:36.292" v="79"/>
          <ac:spMkLst>
            <pc:docMk/>
            <pc:sldMk cId="0" sldId="256"/>
            <ac:spMk id="18" creationId="{D617FB1D-70D6-9F78-3381-F1C9E0994129}"/>
          </ac:spMkLst>
        </pc:spChg>
        <pc:spChg chg="mod">
          <ac:chgData name="Peko Tim - s2420458029" userId="f0ce34c3-9d6a-4b3f-af77-89199931493b" providerId="ADAL" clId="{EDAA780C-24D4-482B-9D6E-47D2F05EE430}" dt="2025-06-11T18:31:22.537" v="76" actId="20577"/>
          <ac:spMkLst>
            <pc:docMk/>
            <pc:sldMk cId="0" sldId="256"/>
            <ac:spMk id="368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30:21.579" v="66" actId="20577"/>
          <ac:spMkLst>
            <pc:docMk/>
            <pc:sldMk cId="0" sldId="256"/>
            <ac:spMk id="369" creationId="{00000000-0000-0000-0000-000000000000}"/>
          </ac:spMkLst>
        </pc:spChg>
        <pc:spChg chg="add del mod topLvl">
          <ac:chgData name="Peko Tim - s2420458029" userId="f0ce34c3-9d6a-4b3f-af77-89199931493b" providerId="ADAL" clId="{EDAA780C-24D4-482B-9D6E-47D2F05EE430}" dt="2025-06-11T18:32:15.905" v="92" actId="478"/>
          <ac:spMkLst>
            <pc:docMk/>
            <pc:sldMk cId="0" sldId="256"/>
            <ac:spMk id="371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31:44.508" v="82" actId="478"/>
          <ac:spMkLst>
            <pc:docMk/>
            <pc:sldMk cId="0" sldId="256"/>
            <ac:spMk id="373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32:02.698" v="88" actId="478"/>
          <ac:spMkLst>
            <pc:docMk/>
            <pc:sldMk cId="0" sldId="256"/>
            <ac:spMk id="374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32:07.300" v="90" actId="478"/>
          <ac:spMkLst>
            <pc:docMk/>
            <pc:sldMk cId="0" sldId="256"/>
            <ac:spMk id="375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31:42.152" v="81" actId="478"/>
          <ac:spMkLst>
            <pc:docMk/>
            <pc:sldMk cId="0" sldId="256"/>
            <ac:spMk id="376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31:54.379" v="85" actId="478"/>
          <ac:spMkLst>
            <pc:docMk/>
            <pc:sldMk cId="0" sldId="256"/>
            <ac:spMk id="377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32:04.444" v="89" actId="478"/>
          <ac:spMkLst>
            <pc:docMk/>
            <pc:sldMk cId="0" sldId="256"/>
            <ac:spMk id="378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32:12.247" v="91" actId="478"/>
          <ac:spMkLst>
            <pc:docMk/>
            <pc:sldMk cId="0" sldId="256"/>
            <ac:spMk id="379" creationId="{00000000-0000-0000-0000-000000000000}"/>
          </ac:spMkLst>
        </pc:spChg>
        <pc:spChg chg="del topLvl">
          <ac:chgData name="Peko Tim - s2420458029" userId="f0ce34c3-9d6a-4b3f-af77-89199931493b" providerId="ADAL" clId="{EDAA780C-24D4-482B-9D6E-47D2F05EE430}" dt="2025-06-11T18:32:15.905" v="92" actId="478"/>
          <ac:spMkLst>
            <pc:docMk/>
            <pc:sldMk cId="0" sldId="256"/>
            <ac:spMk id="380" creationId="{00000000-0000-0000-0000-000000000000}"/>
          </ac:spMkLst>
        </pc:spChg>
        <pc:grpChg chg="mod">
          <ac:chgData name="Peko Tim - s2420458029" userId="f0ce34c3-9d6a-4b3f-af77-89199931493b" providerId="ADAL" clId="{EDAA780C-24D4-482B-9D6E-47D2F05EE430}" dt="2025-06-11T18:32:33.660" v="96" actId="688"/>
          <ac:grpSpMkLst>
            <pc:docMk/>
            <pc:sldMk cId="0" sldId="256"/>
            <ac:grpSpMk id="4" creationId="{9CE0F094-7BA9-B663-6990-BDAD5BD62EA1}"/>
          </ac:grpSpMkLst>
        </pc:grpChg>
        <pc:grpChg chg="add del">
          <ac:chgData name="Peko Tim - s2420458029" userId="f0ce34c3-9d6a-4b3f-af77-89199931493b" providerId="ADAL" clId="{EDAA780C-24D4-482B-9D6E-47D2F05EE430}" dt="2025-06-11T18:32:15.905" v="92" actId="478"/>
          <ac:grpSpMkLst>
            <pc:docMk/>
            <pc:sldMk cId="0" sldId="256"/>
            <ac:grpSpMk id="370" creationId="{00000000-0000-0000-0000-000000000000}"/>
          </ac:grpSpMkLst>
        </pc:grpChg>
        <pc:grpChg chg="del mod topLvl">
          <ac:chgData name="Peko Tim - s2420458029" userId="f0ce34c3-9d6a-4b3f-af77-89199931493b" providerId="ADAL" clId="{EDAA780C-24D4-482B-9D6E-47D2F05EE430}" dt="2025-06-11T18:32:12.247" v="91" actId="478"/>
          <ac:grpSpMkLst>
            <pc:docMk/>
            <pc:sldMk cId="0" sldId="256"/>
            <ac:grpSpMk id="372" creationId="{00000000-0000-0000-0000-000000000000}"/>
          </ac:grpSpMkLst>
        </pc:grpChg>
      </pc:sldChg>
      <pc:sldChg chg="del">
        <pc:chgData name="Peko Tim - s2420458029" userId="f0ce34c3-9d6a-4b3f-af77-89199931493b" providerId="ADAL" clId="{EDAA780C-24D4-482B-9D6E-47D2F05EE430}" dt="2025-06-11T20:24:13.015" v="2467" actId="47"/>
        <pc:sldMkLst>
          <pc:docMk/>
          <pc:sldMk cId="0" sldId="257"/>
        </pc:sldMkLst>
      </pc:sldChg>
      <pc:sldChg chg="addSp delSp modSp mod">
        <pc:chgData name="Peko Tim - s2420458029" userId="f0ce34c3-9d6a-4b3f-af77-89199931493b" providerId="ADAL" clId="{EDAA780C-24D4-482B-9D6E-47D2F05EE430}" dt="2025-06-11T20:11:11.129" v="2021" actId="1076"/>
        <pc:sldMkLst>
          <pc:docMk/>
          <pc:sldMk cId="0" sldId="258"/>
        </pc:sldMkLst>
        <pc:spChg chg="add mod">
          <ac:chgData name="Peko Tim - s2420458029" userId="f0ce34c3-9d6a-4b3f-af77-89199931493b" providerId="ADAL" clId="{EDAA780C-24D4-482B-9D6E-47D2F05EE430}" dt="2025-06-11T18:34:37.587" v="122" actId="478"/>
          <ac:spMkLst>
            <pc:docMk/>
            <pc:sldMk cId="0" sldId="258"/>
            <ac:spMk id="3" creationId="{4075C105-BDFD-C88D-76CE-E2F5B6DCBF45}"/>
          </ac:spMkLst>
        </pc:spChg>
        <pc:spChg chg="add mod">
          <ac:chgData name="Peko Tim - s2420458029" userId="f0ce34c3-9d6a-4b3f-af77-89199931493b" providerId="ADAL" clId="{EDAA780C-24D4-482B-9D6E-47D2F05EE430}" dt="2025-06-11T18:34:40.278" v="124" actId="478"/>
          <ac:spMkLst>
            <pc:docMk/>
            <pc:sldMk cId="0" sldId="258"/>
            <ac:spMk id="5" creationId="{F40F07E3-F51D-FA0B-6D64-593EE90E4D38}"/>
          </ac:spMkLst>
        </pc:spChg>
        <pc:spChg chg="add del mod">
          <ac:chgData name="Peko Tim - s2420458029" userId="f0ce34c3-9d6a-4b3f-af77-89199931493b" providerId="ADAL" clId="{EDAA780C-24D4-482B-9D6E-47D2F05EE430}" dt="2025-06-11T18:35:02.079" v="136" actId="478"/>
          <ac:spMkLst>
            <pc:docMk/>
            <pc:sldMk cId="0" sldId="258"/>
            <ac:spMk id="7" creationId="{B1ED1989-BF5A-099C-5D39-35DC754FC87F}"/>
          </ac:spMkLst>
        </pc:spChg>
        <pc:spChg chg="add del mod">
          <ac:chgData name="Peko Tim - s2420458029" userId="f0ce34c3-9d6a-4b3f-af77-89199931493b" providerId="ADAL" clId="{EDAA780C-24D4-482B-9D6E-47D2F05EE430}" dt="2025-06-11T19:11:28.206" v="753" actId="478"/>
          <ac:spMkLst>
            <pc:docMk/>
            <pc:sldMk cId="0" sldId="258"/>
            <ac:spMk id="9" creationId="{F8F4DB6E-9372-3130-DABD-03222AB87533}"/>
          </ac:spMkLst>
        </pc:spChg>
        <pc:spChg chg="add mod">
          <ac:chgData name="Peko Tim - s2420458029" userId="f0ce34c3-9d6a-4b3f-af77-89199931493b" providerId="ADAL" clId="{EDAA780C-24D4-482B-9D6E-47D2F05EE430}" dt="2025-06-11T18:34:44.595" v="127" actId="478"/>
          <ac:spMkLst>
            <pc:docMk/>
            <pc:sldMk cId="0" sldId="258"/>
            <ac:spMk id="11" creationId="{2A31B12E-67C3-DFB8-60F1-922D2074F207}"/>
          </ac:spMkLst>
        </pc:spChg>
        <pc:spChg chg="add del mod">
          <ac:chgData name="Peko Tim - s2420458029" userId="f0ce34c3-9d6a-4b3f-af77-89199931493b" providerId="ADAL" clId="{EDAA780C-24D4-482B-9D6E-47D2F05EE430}" dt="2025-06-11T19:03:09.468" v="609" actId="478"/>
          <ac:spMkLst>
            <pc:docMk/>
            <pc:sldMk cId="0" sldId="258"/>
            <ac:spMk id="13" creationId="{CE3F07A5-2613-4AC9-EA53-2BDD3220F577}"/>
          </ac:spMkLst>
        </pc:spChg>
        <pc:spChg chg="add del mod">
          <ac:chgData name="Peko Tim - s2420458029" userId="f0ce34c3-9d6a-4b3f-af77-89199931493b" providerId="ADAL" clId="{EDAA780C-24D4-482B-9D6E-47D2F05EE430}" dt="2025-06-11T18:34:57.553" v="134" actId="478"/>
          <ac:spMkLst>
            <pc:docMk/>
            <pc:sldMk cId="0" sldId="258"/>
            <ac:spMk id="15" creationId="{6A03E68E-DD23-671B-98BB-1FDDF6521D70}"/>
          </ac:spMkLst>
        </pc:spChg>
        <pc:spChg chg="add del mod">
          <ac:chgData name="Peko Tim - s2420458029" userId="f0ce34c3-9d6a-4b3f-af77-89199931493b" providerId="ADAL" clId="{EDAA780C-24D4-482B-9D6E-47D2F05EE430}" dt="2025-06-11T18:35:00.249" v="135" actId="478"/>
          <ac:spMkLst>
            <pc:docMk/>
            <pc:sldMk cId="0" sldId="258"/>
            <ac:spMk id="17" creationId="{F62B9C71-D0CA-927E-4E50-6E1DF91D11A4}"/>
          </ac:spMkLst>
        </pc:spChg>
        <pc:spChg chg="add mod">
          <ac:chgData name="Peko Tim - s2420458029" userId="f0ce34c3-9d6a-4b3f-af77-89199931493b" providerId="ADAL" clId="{EDAA780C-24D4-482B-9D6E-47D2F05EE430}" dt="2025-06-11T19:11:28.206" v="753" actId="478"/>
          <ac:spMkLst>
            <pc:docMk/>
            <pc:sldMk cId="0" sldId="258"/>
            <ac:spMk id="19" creationId="{16F83D28-2BAE-9C5E-CEB4-35BBC2AD56F3}"/>
          </ac:spMkLst>
        </pc:spChg>
        <pc:spChg chg="del">
          <ac:chgData name="Peko Tim - s2420458029" userId="f0ce34c3-9d6a-4b3f-af77-89199931493b" providerId="ADAL" clId="{EDAA780C-24D4-482B-9D6E-47D2F05EE430}" dt="2025-06-11T18:34:37.587" v="122" actId="478"/>
          <ac:spMkLst>
            <pc:docMk/>
            <pc:sldMk cId="0" sldId="258"/>
            <ac:spMk id="436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34:46.019" v="128" actId="478"/>
          <ac:spMkLst>
            <pc:docMk/>
            <pc:sldMk cId="0" sldId="258"/>
            <ac:spMk id="437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34:44.595" v="127" actId="478"/>
          <ac:spMkLst>
            <pc:docMk/>
            <pc:sldMk cId="0" sldId="258"/>
            <ac:spMk id="438" creationId="{00000000-0000-0000-0000-000000000000}"/>
          </ac:spMkLst>
        </pc:spChg>
        <pc:spChg chg="del mod">
          <ac:chgData name="Peko Tim - s2420458029" userId="f0ce34c3-9d6a-4b3f-af77-89199931493b" providerId="ADAL" clId="{EDAA780C-24D4-482B-9D6E-47D2F05EE430}" dt="2025-06-11T18:34:40.278" v="124" actId="478"/>
          <ac:spMkLst>
            <pc:docMk/>
            <pc:sldMk cId="0" sldId="258"/>
            <ac:spMk id="439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34:43.160" v="126" actId="478"/>
          <ac:spMkLst>
            <pc:docMk/>
            <pc:sldMk cId="0" sldId="258"/>
            <ac:spMk id="440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34:41.678" v="125" actId="478"/>
          <ac:spMkLst>
            <pc:docMk/>
            <pc:sldMk cId="0" sldId="258"/>
            <ac:spMk id="441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20:11:11.129" v="2021" actId="1076"/>
          <ac:spMkLst>
            <pc:docMk/>
            <pc:sldMk cId="0" sldId="258"/>
            <ac:spMk id="442" creationId="{00000000-0000-0000-0000-000000000000}"/>
          </ac:spMkLst>
        </pc:spChg>
        <pc:spChg chg="del mod">
          <ac:chgData name="Peko Tim - s2420458029" userId="f0ce34c3-9d6a-4b3f-af77-89199931493b" providerId="ADAL" clId="{EDAA780C-24D4-482B-9D6E-47D2F05EE430}" dt="2025-06-11T18:34:50.929" v="130" actId="478"/>
          <ac:spMkLst>
            <pc:docMk/>
            <pc:sldMk cId="0" sldId="258"/>
            <ac:spMk id="447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9:04:24.116" v="679" actId="20577"/>
          <ac:spMkLst>
            <pc:docMk/>
            <pc:sldMk cId="0" sldId="258"/>
            <ac:spMk id="448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9:06:42.256" v="696" actId="20577"/>
          <ac:spMkLst>
            <pc:docMk/>
            <pc:sldMk cId="0" sldId="258"/>
            <ac:spMk id="449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9:11:19.294" v="752" actId="20577"/>
          <ac:spMkLst>
            <pc:docMk/>
            <pc:sldMk cId="0" sldId="258"/>
            <ac:spMk id="450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9:03:40.188" v="637" actId="1035"/>
          <ac:spMkLst>
            <pc:docMk/>
            <pc:sldMk cId="0" sldId="258"/>
            <ac:spMk id="451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9:03:36.744" v="626" actId="1035"/>
          <ac:spMkLst>
            <pc:docMk/>
            <pc:sldMk cId="0" sldId="258"/>
            <ac:spMk id="452" creationId="{00000000-0000-0000-0000-000000000000}"/>
          </ac:spMkLst>
        </pc:spChg>
        <pc:spChg chg="del mod">
          <ac:chgData name="Peko Tim - s2420458029" userId="f0ce34c3-9d6a-4b3f-af77-89199931493b" providerId="ADAL" clId="{EDAA780C-24D4-482B-9D6E-47D2F05EE430}" dt="2025-06-11T18:34:55.142" v="133" actId="478"/>
          <ac:spMkLst>
            <pc:docMk/>
            <pc:sldMk cId="0" sldId="258"/>
            <ac:spMk id="453" creationId="{00000000-0000-0000-0000-000000000000}"/>
          </ac:spMkLst>
        </pc:spChg>
      </pc:sldChg>
      <pc:sldChg chg="del">
        <pc:chgData name="Peko Tim - s2420458029" userId="f0ce34c3-9d6a-4b3f-af77-89199931493b" providerId="ADAL" clId="{EDAA780C-24D4-482B-9D6E-47D2F05EE430}" dt="2025-06-11T20:24:10.092" v="2466" actId="47"/>
        <pc:sldMkLst>
          <pc:docMk/>
          <pc:sldMk cId="0" sldId="259"/>
        </pc:sldMkLst>
      </pc:sldChg>
      <pc:sldChg chg="modSp mod">
        <pc:chgData name="Peko Tim - s2420458029" userId="f0ce34c3-9d6a-4b3f-af77-89199931493b" providerId="ADAL" clId="{EDAA780C-24D4-482B-9D6E-47D2F05EE430}" dt="2025-06-11T20:24:19.221" v="2468" actId="6549"/>
        <pc:sldMkLst>
          <pc:docMk/>
          <pc:sldMk cId="0" sldId="260"/>
        </pc:sldMkLst>
        <pc:spChg chg="mod">
          <ac:chgData name="Peko Tim - s2420458029" userId="f0ce34c3-9d6a-4b3f-af77-89199931493b" providerId="ADAL" clId="{EDAA780C-24D4-482B-9D6E-47D2F05EE430}" dt="2025-06-11T20:24:19.221" v="2468" actId="6549"/>
          <ac:spMkLst>
            <pc:docMk/>
            <pc:sldMk cId="0" sldId="260"/>
            <ac:spMk id="496" creationId="{00000000-0000-0000-0000-000000000000}"/>
          </ac:spMkLst>
        </pc:spChg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61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62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63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64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65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66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67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68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69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70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71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72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73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74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75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76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77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78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0" sldId="279"/>
        </pc:sldMkLst>
      </pc:sldChg>
      <pc:sldChg chg="modSp mod">
        <pc:chgData name="Peko Tim - s2420458029" userId="f0ce34c3-9d6a-4b3f-af77-89199931493b" providerId="ADAL" clId="{EDAA780C-24D4-482B-9D6E-47D2F05EE430}" dt="2025-06-11T19:48:28.707" v="1731"/>
        <pc:sldMkLst>
          <pc:docMk/>
          <pc:sldMk cId="0" sldId="280"/>
        </pc:sldMkLst>
        <pc:spChg chg="mod">
          <ac:chgData name="Peko Tim - s2420458029" userId="f0ce34c3-9d6a-4b3f-af77-89199931493b" providerId="ADAL" clId="{EDAA780C-24D4-482B-9D6E-47D2F05EE430}" dt="2025-06-11T19:40:42.643" v="1561" actId="20577"/>
          <ac:spMkLst>
            <pc:docMk/>
            <pc:sldMk cId="0" sldId="280"/>
            <ac:spMk id="1060" creationId="{00000000-0000-0000-0000-000000000000}"/>
          </ac:spMkLst>
        </pc:spChg>
        <pc:graphicFrameChg chg="mod modGraphic">
          <ac:chgData name="Peko Tim - s2420458029" userId="f0ce34c3-9d6a-4b3f-af77-89199931493b" providerId="ADAL" clId="{EDAA780C-24D4-482B-9D6E-47D2F05EE430}" dt="2025-06-11T19:48:28.707" v="1731"/>
          <ac:graphicFrameMkLst>
            <pc:docMk/>
            <pc:sldMk cId="0" sldId="280"/>
            <ac:graphicFrameMk id="1061" creationId="{00000000-0000-0000-0000-000000000000}"/>
          </ac:graphicFrameMkLst>
        </pc:graphicFrameChg>
      </pc:sldChg>
      <pc:sldChg chg="addSp delSp modSp mod ord">
        <pc:chgData name="Peko Tim - s2420458029" userId="f0ce34c3-9d6a-4b3f-af77-89199931493b" providerId="ADAL" clId="{EDAA780C-24D4-482B-9D6E-47D2F05EE430}" dt="2025-06-11T19:40:58.951" v="1564"/>
        <pc:sldMkLst>
          <pc:docMk/>
          <pc:sldMk cId="0" sldId="281"/>
        </pc:sldMkLst>
        <pc:spChg chg="add mod">
          <ac:chgData name="Peko Tim - s2420458029" userId="f0ce34c3-9d6a-4b3f-af77-89199931493b" providerId="ADAL" clId="{EDAA780C-24D4-482B-9D6E-47D2F05EE430}" dt="2025-06-11T18:49:06.827" v="333" actId="20577"/>
          <ac:spMkLst>
            <pc:docMk/>
            <pc:sldMk cId="0" sldId="281"/>
            <ac:spMk id="2" creationId="{74A2074F-FB59-6AFA-B4D3-9485AD63B128}"/>
          </ac:spMkLst>
        </pc:spChg>
        <pc:spChg chg="add mod">
          <ac:chgData name="Peko Tim - s2420458029" userId="f0ce34c3-9d6a-4b3f-af77-89199931493b" providerId="ADAL" clId="{EDAA780C-24D4-482B-9D6E-47D2F05EE430}" dt="2025-06-11T18:49:19.982" v="334" actId="207"/>
          <ac:spMkLst>
            <pc:docMk/>
            <pc:sldMk cId="0" sldId="281"/>
            <ac:spMk id="3" creationId="{A2E0E62D-EB5F-6329-ACFB-A25CFA9D27E2}"/>
          </ac:spMkLst>
        </pc:spChg>
        <pc:spChg chg="mod">
          <ac:chgData name="Peko Tim - s2420458029" userId="f0ce34c3-9d6a-4b3f-af77-89199931493b" providerId="ADAL" clId="{EDAA780C-24D4-482B-9D6E-47D2F05EE430}" dt="2025-06-11T18:46:47.791" v="195" actId="20577"/>
          <ac:spMkLst>
            <pc:docMk/>
            <pc:sldMk cId="0" sldId="281"/>
            <ac:spMk id="1066" creationId="{00000000-0000-0000-0000-000000000000}"/>
          </ac:spMkLst>
        </pc:spChg>
        <pc:spChg chg="del mod">
          <ac:chgData name="Peko Tim - s2420458029" userId="f0ce34c3-9d6a-4b3f-af77-89199931493b" providerId="ADAL" clId="{EDAA780C-24D4-482B-9D6E-47D2F05EE430}" dt="2025-06-11T18:46:51.179" v="197" actId="478"/>
          <ac:spMkLst>
            <pc:docMk/>
            <pc:sldMk cId="0" sldId="281"/>
            <ac:spMk id="1067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47:07.898" v="209" actId="14100"/>
          <ac:spMkLst>
            <pc:docMk/>
            <pc:sldMk cId="0" sldId="281"/>
            <ac:spMk id="1068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47:03.091" v="207" actId="478"/>
          <ac:spMkLst>
            <pc:docMk/>
            <pc:sldMk cId="0" sldId="281"/>
            <ac:spMk id="1069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48:49.727" v="274" actId="1036"/>
          <ac:spMkLst>
            <pc:docMk/>
            <pc:sldMk cId="0" sldId="281"/>
            <ac:spMk id="1070" creationId="{00000000-0000-0000-0000-000000000000}"/>
          </ac:spMkLst>
        </pc:spChg>
        <pc:spChg chg="add del mod">
          <ac:chgData name="Peko Tim - s2420458029" userId="f0ce34c3-9d6a-4b3f-af77-89199931493b" providerId="ADAL" clId="{EDAA780C-24D4-482B-9D6E-47D2F05EE430}" dt="2025-06-11T18:48:40.793" v="239" actId="478"/>
          <ac:spMkLst>
            <pc:docMk/>
            <pc:sldMk cId="0" sldId="281"/>
            <ac:spMk id="1071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47:10.932" v="218" actId="20577"/>
          <ac:spMkLst>
            <pc:docMk/>
            <pc:sldMk cId="0" sldId="281"/>
            <ac:spMk id="1072" creationId="{00000000-0000-0000-0000-000000000000}"/>
          </ac:spMkLst>
        </pc:spChg>
        <pc:spChg chg="del mod">
          <ac:chgData name="Peko Tim - s2420458029" userId="f0ce34c3-9d6a-4b3f-af77-89199931493b" providerId="ADAL" clId="{EDAA780C-24D4-482B-9D6E-47D2F05EE430}" dt="2025-06-11T18:47:34.463" v="231" actId="478"/>
          <ac:spMkLst>
            <pc:docMk/>
            <pc:sldMk cId="0" sldId="281"/>
            <ac:spMk id="1073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48:49.727" v="274" actId="1036"/>
          <ac:spMkLst>
            <pc:docMk/>
            <pc:sldMk cId="0" sldId="281"/>
            <ac:spMk id="1074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18:47:37.290" v="232" actId="478"/>
          <ac:spMkLst>
            <pc:docMk/>
            <pc:sldMk cId="0" sldId="281"/>
            <ac:spMk id="1075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48:49.727" v="274" actId="1036"/>
          <ac:spMkLst>
            <pc:docMk/>
            <pc:sldMk cId="0" sldId="281"/>
            <ac:spMk id="1078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48:49.727" v="274" actId="1036"/>
          <ac:spMkLst>
            <pc:docMk/>
            <pc:sldMk cId="0" sldId="281"/>
            <ac:spMk id="1079" creationId="{00000000-0000-0000-0000-000000000000}"/>
          </ac:spMkLst>
        </pc:spChg>
        <pc:picChg chg="add del">
          <ac:chgData name="Peko Tim - s2420458029" userId="f0ce34c3-9d6a-4b3f-af77-89199931493b" providerId="ADAL" clId="{EDAA780C-24D4-482B-9D6E-47D2F05EE430}" dt="2025-06-11T18:42:12.372" v="143" actId="478"/>
          <ac:picMkLst>
            <pc:docMk/>
            <pc:sldMk cId="0" sldId="281"/>
            <ac:picMk id="1026" creationId="{9C94F305-58FF-CABB-BC34-52B92EB617DB}"/>
          </ac:picMkLst>
        </pc:picChg>
        <pc:picChg chg="add del mod">
          <ac:chgData name="Peko Tim - s2420458029" userId="f0ce34c3-9d6a-4b3f-af77-89199931493b" providerId="ADAL" clId="{EDAA780C-24D4-482B-9D6E-47D2F05EE430}" dt="2025-06-11T18:52:15.223" v="346" actId="478"/>
          <ac:picMkLst>
            <pc:docMk/>
            <pc:sldMk cId="0" sldId="281"/>
            <ac:picMk id="1028" creationId="{52A1EAFC-13D9-95B8-F7F8-97FB0C8D7DF1}"/>
          </ac:picMkLst>
        </pc:picChg>
        <pc:picChg chg="add">
          <ac:chgData name="Peko Tim - s2420458029" userId="f0ce34c3-9d6a-4b3f-af77-89199931493b" providerId="ADAL" clId="{EDAA780C-24D4-482B-9D6E-47D2F05EE430}" dt="2025-06-11T18:51:09.437" v="336"/>
          <ac:picMkLst>
            <pc:docMk/>
            <pc:sldMk cId="0" sldId="281"/>
            <ac:picMk id="1030" creationId="{F9520732-A80D-9BAE-F315-F099F17CDA8B}"/>
          </ac:picMkLst>
        </pc:picChg>
        <pc:picChg chg="add mod">
          <ac:chgData name="Peko Tim - s2420458029" userId="f0ce34c3-9d6a-4b3f-af77-89199931493b" providerId="ADAL" clId="{EDAA780C-24D4-482B-9D6E-47D2F05EE430}" dt="2025-06-11T18:52:13.568" v="345" actId="167"/>
          <ac:picMkLst>
            <pc:docMk/>
            <pc:sldMk cId="0" sldId="281"/>
            <ac:picMk id="1032" creationId="{F49DDF37-908A-01F0-9B30-8CFECD9BEB3E}"/>
          </ac:picMkLst>
        </pc:picChg>
        <pc:picChg chg="add del">
          <ac:chgData name="Peko Tim - s2420458029" userId="f0ce34c3-9d6a-4b3f-af77-89199931493b" providerId="ADAL" clId="{EDAA780C-24D4-482B-9D6E-47D2F05EE430}" dt="2025-06-11T18:43:27.973" v="144" actId="478"/>
          <ac:picMkLst>
            <pc:docMk/>
            <pc:sldMk cId="0" sldId="281"/>
            <ac:picMk id="1080" creationId="{00000000-0000-0000-0000-000000000000}"/>
          </ac:picMkLst>
        </pc:picChg>
      </pc:sldChg>
      <pc:sldChg chg="del mod modShow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82"/>
        </pc:sldMkLst>
      </pc:sldChg>
      <pc:sldChg chg="addSp delSp modSp mod ord">
        <pc:chgData name="Peko Tim - s2420458029" userId="f0ce34c3-9d6a-4b3f-af77-89199931493b" providerId="ADAL" clId="{EDAA780C-24D4-482B-9D6E-47D2F05EE430}" dt="2025-06-11T20:13:28.468" v="2023"/>
        <pc:sldMkLst>
          <pc:docMk/>
          <pc:sldMk cId="0" sldId="283"/>
        </pc:sldMkLst>
        <pc:spChg chg="mod">
          <ac:chgData name="Peko Tim - s2420458029" userId="f0ce34c3-9d6a-4b3f-af77-89199931493b" providerId="ADAL" clId="{EDAA780C-24D4-482B-9D6E-47D2F05EE430}" dt="2025-06-11T18:55:28.002" v="474"/>
          <ac:spMkLst>
            <pc:docMk/>
            <pc:sldMk cId="0" sldId="283"/>
            <ac:spMk id="3" creationId="{4E8716FA-26EB-D572-2C63-F8D2A7BF7DBC}"/>
          </ac:spMkLst>
        </pc:spChg>
        <pc:spChg chg="mod">
          <ac:chgData name="Peko Tim - s2420458029" userId="f0ce34c3-9d6a-4b3f-af77-89199931493b" providerId="ADAL" clId="{EDAA780C-24D4-482B-9D6E-47D2F05EE430}" dt="2025-06-11T18:55:28.002" v="474"/>
          <ac:spMkLst>
            <pc:docMk/>
            <pc:sldMk cId="0" sldId="283"/>
            <ac:spMk id="5" creationId="{CDCC40DF-8D54-C23A-153C-60796E4153E6}"/>
          </ac:spMkLst>
        </pc:spChg>
        <pc:spChg chg="mod">
          <ac:chgData name="Peko Tim - s2420458029" userId="f0ce34c3-9d6a-4b3f-af77-89199931493b" providerId="ADAL" clId="{EDAA780C-24D4-482B-9D6E-47D2F05EE430}" dt="2025-06-11T18:55:28.002" v="474"/>
          <ac:spMkLst>
            <pc:docMk/>
            <pc:sldMk cId="0" sldId="283"/>
            <ac:spMk id="7" creationId="{97E07566-7707-5F0B-9380-E3924265913D}"/>
          </ac:spMkLst>
        </pc:spChg>
        <pc:spChg chg="mod">
          <ac:chgData name="Peko Tim - s2420458029" userId="f0ce34c3-9d6a-4b3f-af77-89199931493b" providerId="ADAL" clId="{EDAA780C-24D4-482B-9D6E-47D2F05EE430}" dt="2025-06-11T18:55:28.002" v="474"/>
          <ac:spMkLst>
            <pc:docMk/>
            <pc:sldMk cId="0" sldId="283"/>
            <ac:spMk id="9" creationId="{749A5F35-811B-93A1-341C-9A696FEDCBD6}"/>
          </ac:spMkLst>
        </pc:spChg>
        <pc:spChg chg="mod">
          <ac:chgData name="Peko Tim - s2420458029" userId="f0ce34c3-9d6a-4b3f-af77-89199931493b" providerId="ADAL" clId="{EDAA780C-24D4-482B-9D6E-47D2F05EE430}" dt="2025-06-11T18:55:28.002" v="474"/>
          <ac:spMkLst>
            <pc:docMk/>
            <pc:sldMk cId="0" sldId="283"/>
            <ac:spMk id="10" creationId="{3CDCEFE3-591B-1B03-BAFB-28C4BBFC331E}"/>
          </ac:spMkLst>
        </pc:spChg>
        <pc:spChg chg="mod">
          <ac:chgData name="Peko Tim - s2420458029" userId="f0ce34c3-9d6a-4b3f-af77-89199931493b" providerId="ADAL" clId="{EDAA780C-24D4-482B-9D6E-47D2F05EE430}" dt="2025-06-11T18:55:28.002" v="474"/>
          <ac:spMkLst>
            <pc:docMk/>
            <pc:sldMk cId="0" sldId="283"/>
            <ac:spMk id="11" creationId="{2D08786D-552F-D236-5059-D83F37E3B7CC}"/>
          </ac:spMkLst>
        </pc:spChg>
        <pc:spChg chg="mod">
          <ac:chgData name="Peko Tim - s2420458029" userId="f0ce34c3-9d6a-4b3f-af77-89199931493b" providerId="ADAL" clId="{EDAA780C-24D4-482B-9D6E-47D2F05EE430}" dt="2025-06-11T18:55:28.002" v="474"/>
          <ac:spMkLst>
            <pc:docMk/>
            <pc:sldMk cId="0" sldId="283"/>
            <ac:spMk id="12" creationId="{AE475401-10F5-A81B-37C5-5C090809226D}"/>
          </ac:spMkLst>
        </pc:spChg>
        <pc:spChg chg="mod">
          <ac:chgData name="Peko Tim - s2420458029" userId="f0ce34c3-9d6a-4b3f-af77-89199931493b" providerId="ADAL" clId="{EDAA780C-24D4-482B-9D6E-47D2F05EE430}" dt="2025-06-11T18:55:28.002" v="474"/>
          <ac:spMkLst>
            <pc:docMk/>
            <pc:sldMk cId="0" sldId="283"/>
            <ac:spMk id="13" creationId="{6EF972EC-67D3-1E21-C431-DB2A9BB9069B}"/>
          </ac:spMkLst>
        </pc:spChg>
        <pc:spChg chg="mod">
          <ac:chgData name="Peko Tim - s2420458029" userId="f0ce34c3-9d6a-4b3f-af77-89199931493b" providerId="ADAL" clId="{EDAA780C-24D4-482B-9D6E-47D2F05EE430}" dt="2025-06-11T18:55:28.002" v="474"/>
          <ac:spMkLst>
            <pc:docMk/>
            <pc:sldMk cId="0" sldId="283"/>
            <ac:spMk id="14" creationId="{ABC7584C-5F71-EE71-CF1F-5131940173A2}"/>
          </ac:spMkLst>
        </pc:spChg>
        <pc:spChg chg="mod">
          <ac:chgData name="Peko Tim - s2420458029" userId="f0ce34c3-9d6a-4b3f-af77-89199931493b" providerId="ADAL" clId="{EDAA780C-24D4-482B-9D6E-47D2F05EE430}" dt="2025-06-11T18:55:28.002" v="474"/>
          <ac:spMkLst>
            <pc:docMk/>
            <pc:sldMk cId="0" sldId="283"/>
            <ac:spMk id="15" creationId="{5BBDF55F-9A82-283F-88A3-EB1C66473712}"/>
          </ac:spMkLst>
        </pc:spChg>
        <pc:spChg chg="mod">
          <ac:chgData name="Peko Tim - s2420458029" userId="f0ce34c3-9d6a-4b3f-af77-89199931493b" providerId="ADAL" clId="{EDAA780C-24D4-482B-9D6E-47D2F05EE430}" dt="2025-06-11T18:58:24.296" v="582"/>
          <ac:spMkLst>
            <pc:docMk/>
            <pc:sldMk cId="0" sldId="283"/>
            <ac:spMk id="20" creationId="{6AABB260-BFF0-CD8D-2656-4A1538B1B693}"/>
          </ac:spMkLst>
        </pc:spChg>
        <pc:spChg chg="mod">
          <ac:chgData name="Peko Tim - s2420458029" userId="f0ce34c3-9d6a-4b3f-af77-89199931493b" providerId="ADAL" clId="{EDAA780C-24D4-482B-9D6E-47D2F05EE430}" dt="2025-06-11T18:58:24.296" v="582"/>
          <ac:spMkLst>
            <pc:docMk/>
            <pc:sldMk cId="0" sldId="283"/>
            <ac:spMk id="21" creationId="{16735514-1D1D-DDAE-03D7-57B88AF1F1C9}"/>
          </ac:spMkLst>
        </pc:spChg>
        <pc:spChg chg="mod">
          <ac:chgData name="Peko Tim - s2420458029" userId="f0ce34c3-9d6a-4b3f-af77-89199931493b" providerId="ADAL" clId="{EDAA780C-24D4-482B-9D6E-47D2F05EE430}" dt="2025-06-11T18:58:24.296" v="582"/>
          <ac:spMkLst>
            <pc:docMk/>
            <pc:sldMk cId="0" sldId="283"/>
            <ac:spMk id="22" creationId="{394EAD12-75FD-F317-B1D7-016C1845E3E4}"/>
          </ac:spMkLst>
        </pc:spChg>
        <pc:spChg chg="mod">
          <ac:chgData name="Peko Tim - s2420458029" userId="f0ce34c3-9d6a-4b3f-af77-89199931493b" providerId="ADAL" clId="{EDAA780C-24D4-482B-9D6E-47D2F05EE430}" dt="2025-06-11T18:58:24.296" v="582"/>
          <ac:spMkLst>
            <pc:docMk/>
            <pc:sldMk cId="0" sldId="283"/>
            <ac:spMk id="23" creationId="{5EE1D32A-D4C1-D72D-AD85-EAAD6EC1AF67}"/>
          </ac:spMkLst>
        </pc:spChg>
        <pc:spChg chg="mod">
          <ac:chgData name="Peko Tim - s2420458029" userId="f0ce34c3-9d6a-4b3f-af77-89199931493b" providerId="ADAL" clId="{EDAA780C-24D4-482B-9D6E-47D2F05EE430}" dt="2025-06-11T18:58:24.296" v="582"/>
          <ac:spMkLst>
            <pc:docMk/>
            <pc:sldMk cId="0" sldId="283"/>
            <ac:spMk id="25" creationId="{4A3D9072-C699-EA90-6D49-6A7E9CED6E61}"/>
          </ac:spMkLst>
        </pc:spChg>
        <pc:spChg chg="mod">
          <ac:chgData name="Peko Tim - s2420458029" userId="f0ce34c3-9d6a-4b3f-af77-89199931493b" providerId="ADAL" clId="{EDAA780C-24D4-482B-9D6E-47D2F05EE430}" dt="2025-06-11T18:58:24.296" v="582"/>
          <ac:spMkLst>
            <pc:docMk/>
            <pc:sldMk cId="0" sldId="283"/>
            <ac:spMk id="26" creationId="{D319F178-680D-E1D5-312F-720AED7613BE}"/>
          </ac:spMkLst>
        </pc:spChg>
        <pc:spChg chg="mod">
          <ac:chgData name="Peko Tim - s2420458029" userId="f0ce34c3-9d6a-4b3f-af77-89199931493b" providerId="ADAL" clId="{EDAA780C-24D4-482B-9D6E-47D2F05EE430}" dt="2025-06-11T18:58:24.296" v="582"/>
          <ac:spMkLst>
            <pc:docMk/>
            <pc:sldMk cId="0" sldId="283"/>
            <ac:spMk id="27" creationId="{58798260-503F-C8C5-4F93-0D658D25BAD9}"/>
          </ac:spMkLst>
        </pc:spChg>
        <pc:spChg chg="mod">
          <ac:chgData name="Peko Tim - s2420458029" userId="f0ce34c3-9d6a-4b3f-af77-89199931493b" providerId="ADAL" clId="{EDAA780C-24D4-482B-9D6E-47D2F05EE430}" dt="2025-06-11T18:58:24.296" v="582"/>
          <ac:spMkLst>
            <pc:docMk/>
            <pc:sldMk cId="0" sldId="283"/>
            <ac:spMk id="28" creationId="{57FCBD1D-9D00-9755-87C9-F8B17FB69697}"/>
          </ac:spMkLst>
        </pc:spChg>
        <pc:spChg chg="mod">
          <ac:chgData name="Peko Tim - s2420458029" userId="f0ce34c3-9d6a-4b3f-af77-89199931493b" providerId="ADAL" clId="{EDAA780C-24D4-482B-9D6E-47D2F05EE430}" dt="2025-06-11T18:58:24.296" v="582"/>
          <ac:spMkLst>
            <pc:docMk/>
            <pc:sldMk cId="0" sldId="283"/>
            <ac:spMk id="29" creationId="{C3E99AB2-35AA-0C8D-8408-96C9420953E0}"/>
          </ac:spMkLst>
        </pc:spChg>
        <pc:spChg chg="mod">
          <ac:chgData name="Peko Tim - s2420458029" userId="f0ce34c3-9d6a-4b3f-af77-89199931493b" providerId="ADAL" clId="{EDAA780C-24D4-482B-9D6E-47D2F05EE430}" dt="2025-06-11T18:58:24.296" v="582"/>
          <ac:spMkLst>
            <pc:docMk/>
            <pc:sldMk cId="0" sldId="283"/>
            <ac:spMk id="30" creationId="{F405D534-519D-1FB2-0DB6-23176FA91A7D}"/>
          </ac:spMkLst>
        </pc:spChg>
        <pc:spChg chg="mod">
          <ac:chgData name="Peko Tim - s2420458029" userId="f0ce34c3-9d6a-4b3f-af77-89199931493b" providerId="ADAL" clId="{EDAA780C-24D4-482B-9D6E-47D2F05EE430}" dt="2025-06-11T18:58:48.098" v="585"/>
          <ac:spMkLst>
            <pc:docMk/>
            <pc:sldMk cId="0" sldId="283"/>
            <ac:spMk id="32" creationId="{535EFE74-A0DE-AEF5-FCDD-92DD76EE6FDF}"/>
          </ac:spMkLst>
        </pc:spChg>
        <pc:spChg chg="mod">
          <ac:chgData name="Peko Tim - s2420458029" userId="f0ce34c3-9d6a-4b3f-af77-89199931493b" providerId="ADAL" clId="{EDAA780C-24D4-482B-9D6E-47D2F05EE430}" dt="2025-06-11T18:58:48.098" v="585"/>
          <ac:spMkLst>
            <pc:docMk/>
            <pc:sldMk cId="0" sldId="283"/>
            <ac:spMk id="33" creationId="{B3ED1320-65C5-5422-772F-4070138B6940}"/>
          </ac:spMkLst>
        </pc:spChg>
        <pc:spChg chg="mod">
          <ac:chgData name="Peko Tim - s2420458029" userId="f0ce34c3-9d6a-4b3f-af77-89199931493b" providerId="ADAL" clId="{EDAA780C-24D4-482B-9D6E-47D2F05EE430}" dt="2025-06-11T18:58:48.098" v="585"/>
          <ac:spMkLst>
            <pc:docMk/>
            <pc:sldMk cId="0" sldId="283"/>
            <ac:spMk id="34" creationId="{F05F6423-F698-A7DD-E29D-187E8AC415D2}"/>
          </ac:spMkLst>
        </pc:spChg>
        <pc:spChg chg="mod">
          <ac:chgData name="Peko Tim - s2420458029" userId="f0ce34c3-9d6a-4b3f-af77-89199931493b" providerId="ADAL" clId="{EDAA780C-24D4-482B-9D6E-47D2F05EE430}" dt="2025-06-11T18:58:48.098" v="585"/>
          <ac:spMkLst>
            <pc:docMk/>
            <pc:sldMk cId="0" sldId="283"/>
            <ac:spMk id="35" creationId="{0B8F0AF8-9B04-2763-4272-8E61C9638ED7}"/>
          </ac:spMkLst>
        </pc:spChg>
        <pc:spChg chg="mod">
          <ac:chgData name="Peko Tim - s2420458029" userId="f0ce34c3-9d6a-4b3f-af77-89199931493b" providerId="ADAL" clId="{EDAA780C-24D4-482B-9D6E-47D2F05EE430}" dt="2025-06-11T18:58:48.098" v="585"/>
          <ac:spMkLst>
            <pc:docMk/>
            <pc:sldMk cId="0" sldId="283"/>
            <ac:spMk id="36" creationId="{E6BF2836-8612-47B2-DAE9-E231F41BF467}"/>
          </ac:spMkLst>
        </pc:spChg>
        <pc:spChg chg="mod">
          <ac:chgData name="Peko Tim - s2420458029" userId="f0ce34c3-9d6a-4b3f-af77-89199931493b" providerId="ADAL" clId="{EDAA780C-24D4-482B-9D6E-47D2F05EE430}" dt="2025-06-11T18:58:48.098" v="585"/>
          <ac:spMkLst>
            <pc:docMk/>
            <pc:sldMk cId="0" sldId="283"/>
            <ac:spMk id="37" creationId="{377BAEDD-7AB8-0E9A-3CC2-C0F52EF97A1D}"/>
          </ac:spMkLst>
        </pc:spChg>
        <pc:spChg chg="mod">
          <ac:chgData name="Peko Tim - s2420458029" userId="f0ce34c3-9d6a-4b3f-af77-89199931493b" providerId="ADAL" clId="{EDAA780C-24D4-482B-9D6E-47D2F05EE430}" dt="2025-06-11T18:58:48.098" v="585"/>
          <ac:spMkLst>
            <pc:docMk/>
            <pc:sldMk cId="0" sldId="283"/>
            <ac:spMk id="38" creationId="{E4A7C2F5-3DFF-D854-016F-F0745D3A3541}"/>
          </ac:spMkLst>
        </pc:spChg>
        <pc:spChg chg="mod">
          <ac:chgData name="Peko Tim - s2420458029" userId="f0ce34c3-9d6a-4b3f-af77-89199931493b" providerId="ADAL" clId="{EDAA780C-24D4-482B-9D6E-47D2F05EE430}" dt="2025-06-11T18:58:48.098" v="585"/>
          <ac:spMkLst>
            <pc:docMk/>
            <pc:sldMk cId="0" sldId="283"/>
            <ac:spMk id="39" creationId="{C75E7C37-3DF8-6112-D333-701E35AADB49}"/>
          </ac:spMkLst>
        </pc:spChg>
        <pc:spChg chg="mod">
          <ac:chgData name="Peko Tim - s2420458029" userId="f0ce34c3-9d6a-4b3f-af77-89199931493b" providerId="ADAL" clId="{EDAA780C-24D4-482B-9D6E-47D2F05EE430}" dt="2025-06-11T18:58:48.098" v="585"/>
          <ac:spMkLst>
            <pc:docMk/>
            <pc:sldMk cId="0" sldId="283"/>
            <ac:spMk id="40" creationId="{D0A4CA02-4D99-9C82-B0A3-072B284F32DE}"/>
          </ac:spMkLst>
        </pc:spChg>
        <pc:spChg chg="mod">
          <ac:chgData name="Peko Tim - s2420458029" userId="f0ce34c3-9d6a-4b3f-af77-89199931493b" providerId="ADAL" clId="{EDAA780C-24D4-482B-9D6E-47D2F05EE430}" dt="2025-06-11T18:58:48.098" v="585"/>
          <ac:spMkLst>
            <pc:docMk/>
            <pc:sldMk cId="0" sldId="283"/>
            <ac:spMk id="41" creationId="{0E3F43C9-FC57-8B2E-B9BA-3471B01D8281}"/>
          </ac:spMkLst>
        </pc:spChg>
        <pc:spChg chg="mod">
          <ac:chgData name="Peko Tim - s2420458029" userId="f0ce34c3-9d6a-4b3f-af77-89199931493b" providerId="ADAL" clId="{EDAA780C-24D4-482B-9D6E-47D2F05EE430}" dt="2025-06-11T18:59:12.606" v="588"/>
          <ac:spMkLst>
            <pc:docMk/>
            <pc:sldMk cId="0" sldId="283"/>
            <ac:spMk id="43" creationId="{FF75C4F4-1F8F-E17E-1C37-5C0D75DEA646}"/>
          </ac:spMkLst>
        </pc:spChg>
        <pc:spChg chg="mod">
          <ac:chgData name="Peko Tim - s2420458029" userId="f0ce34c3-9d6a-4b3f-af77-89199931493b" providerId="ADAL" clId="{EDAA780C-24D4-482B-9D6E-47D2F05EE430}" dt="2025-06-11T18:59:12.606" v="588"/>
          <ac:spMkLst>
            <pc:docMk/>
            <pc:sldMk cId="0" sldId="283"/>
            <ac:spMk id="44" creationId="{0CD0DFD6-9C7C-068E-1884-6A95F7AB91F9}"/>
          </ac:spMkLst>
        </pc:spChg>
        <pc:spChg chg="mod">
          <ac:chgData name="Peko Tim - s2420458029" userId="f0ce34c3-9d6a-4b3f-af77-89199931493b" providerId="ADAL" clId="{EDAA780C-24D4-482B-9D6E-47D2F05EE430}" dt="2025-06-11T18:59:12.606" v="588"/>
          <ac:spMkLst>
            <pc:docMk/>
            <pc:sldMk cId="0" sldId="283"/>
            <ac:spMk id="45" creationId="{F7A0F644-563F-AFF6-C6D6-079D95B3F15D}"/>
          </ac:spMkLst>
        </pc:spChg>
        <pc:spChg chg="mod">
          <ac:chgData name="Peko Tim - s2420458029" userId="f0ce34c3-9d6a-4b3f-af77-89199931493b" providerId="ADAL" clId="{EDAA780C-24D4-482B-9D6E-47D2F05EE430}" dt="2025-06-11T18:59:12.606" v="588"/>
          <ac:spMkLst>
            <pc:docMk/>
            <pc:sldMk cId="0" sldId="283"/>
            <ac:spMk id="46" creationId="{42000393-ECAA-3C5D-03C2-1EFE207A927D}"/>
          </ac:spMkLst>
        </pc:spChg>
        <pc:spChg chg="mod">
          <ac:chgData name="Peko Tim - s2420458029" userId="f0ce34c3-9d6a-4b3f-af77-89199931493b" providerId="ADAL" clId="{EDAA780C-24D4-482B-9D6E-47D2F05EE430}" dt="2025-06-11T18:59:27.694" v="591"/>
          <ac:spMkLst>
            <pc:docMk/>
            <pc:sldMk cId="0" sldId="283"/>
            <ac:spMk id="48" creationId="{6CD321EF-4560-DC4A-4F5D-0DE75C8081E8}"/>
          </ac:spMkLst>
        </pc:spChg>
        <pc:spChg chg="mod">
          <ac:chgData name="Peko Tim - s2420458029" userId="f0ce34c3-9d6a-4b3f-af77-89199931493b" providerId="ADAL" clId="{EDAA780C-24D4-482B-9D6E-47D2F05EE430}" dt="2025-06-11T18:59:27.694" v="591"/>
          <ac:spMkLst>
            <pc:docMk/>
            <pc:sldMk cId="0" sldId="283"/>
            <ac:spMk id="51" creationId="{58EE0332-6F1E-2D78-7BEE-E6AB3A63A6DA}"/>
          </ac:spMkLst>
        </pc:spChg>
        <pc:spChg chg="mod">
          <ac:chgData name="Peko Tim - s2420458029" userId="f0ce34c3-9d6a-4b3f-af77-89199931493b" providerId="ADAL" clId="{EDAA780C-24D4-482B-9D6E-47D2F05EE430}" dt="2025-06-11T18:59:27.694" v="591"/>
          <ac:spMkLst>
            <pc:docMk/>
            <pc:sldMk cId="0" sldId="283"/>
            <ac:spMk id="55" creationId="{CFB63C6E-B747-B27E-63F9-9D8D3F0AAB60}"/>
          </ac:spMkLst>
        </pc:spChg>
        <pc:spChg chg="mod">
          <ac:chgData name="Peko Tim - s2420458029" userId="f0ce34c3-9d6a-4b3f-af77-89199931493b" providerId="ADAL" clId="{EDAA780C-24D4-482B-9D6E-47D2F05EE430}" dt="2025-06-11T18:59:27.694" v="591"/>
          <ac:spMkLst>
            <pc:docMk/>
            <pc:sldMk cId="0" sldId="283"/>
            <ac:spMk id="57" creationId="{7E89CD9A-BA83-715F-EEF4-19C854CEDE66}"/>
          </ac:spMkLst>
        </pc:spChg>
        <pc:spChg chg="mod">
          <ac:chgData name="Peko Tim - s2420458029" userId="f0ce34c3-9d6a-4b3f-af77-89199931493b" providerId="ADAL" clId="{EDAA780C-24D4-482B-9D6E-47D2F05EE430}" dt="2025-06-11T18:59:27.694" v="591"/>
          <ac:spMkLst>
            <pc:docMk/>
            <pc:sldMk cId="0" sldId="283"/>
            <ac:spMk id="58" creationId="{5F5C6D20-BFC2-B940-E8E1-94FA94297D68}"/>
          </ac:spMkLst>
        </pc:spChg>
        <pc:spChg chg="mod">
          <ac:chgData name="Peko Tim - s2420458029" userId="f0ce34c3-9d6a-4b3f-af77-89199931493b" providerId="ADAL" clId="{EDAA780C-24D4-482B-9D6E-47D2F05EE430}" dt="2025-06-11T18:59:27.694" v="591"/>
          <ac:spMkLst>
            <pc:docMk/>
            <pc:sldMk cId="0" sldId="283"/>
            <ac:spMk id="59" creationId="{F171131A-97D0-DB46-5F8C-2F244B3AEA22}"/>
          </ac:spMkLst>
        </pc:spChg>
        <pc:spChg chg="mod">
          <ac:chgData name="Peko Tim - s2420458029" userId="f0ce34c3-9d6a-4b3f-af77-89199931493b" providerId="ADAL" clId="{EDAA780C-24D4-482B-9D6E-47D2F05EE430}" dt="2025-06-11T18:59:27.694" v="591"/>
          <ac:spMkLst>
            <pc:docMk/>
            <pc:sldMk cId="0" sldId="283"/>
            <ac:spMk id="60" creationId="{2EF46C25-896E-C831-883E-4BFAD1F1A772}"/>
          </ac:spMkLst>
        </pc:spChg>
        <pc:spChg chg="mod">
          <ac:chgData name="Peko Tim - s2420458029" userId="f0ce34c3-9d6a-4b3f-af77-89199931493b" providerId="ADAL" clId="{EDAA780C-24D4-482B-9D6E-47D2F05EE430}" dt="2025-06-11T18:59:27.694" v="591"/>
          <ac:spMkLst>
            <pc:docMk/>
            <pc:sldMk cId="0" sldId="283"/>
            <ac:spMk id="61" creationId="{885D716C-442A-4627-7DCB-78E9F9CCF2E3}"/>
          </ac:spMkLst>
        </pc:spChg>
        <pc:spChg chg="mod">
          <ac:chgData name="Peko Tim - s2420458029" userId="f0ce34c3-9d6a-4b3f-af77-89199931493b" providerId="ADAL" clId="{EDAA780C-24D4-482B-9D6E-47D2F05EE430}" dt="2025-06-11T18:59:27.694" v="591"/>
          <ac:spMkLst>
            <pc:docMk/>
            <pc:sldMk cId="0" sldId="283"/>
            <ac:spMk id="62" creationId="{01794E2C-039A-886D-89FE-87EFA86BB93A}"/>
          </ac:spMkLst>
        </pc:spChg>
        <pc:spChg chg="mod">
          <ac:chgData name="Peko Tim - s2420458029" userId="f0ce34c3-9d6a-4b3f-af77-89199931493b" providerId="ADAL" clId="{EDAA780C-24D4-482B-9D6E-47D2F05EE430}" dt="2025-06-11T18:59:27.694" v="591"/>
          <ac:spMkLst>
            <pc:docMk/>
            <pc:sldMk cId="0" sldId="283"/>
            <ac:spMk id="1092" creationId="{A616DF08-22BA-57CD-8BA9-0A83D9416CDF}"/>
          </ac:spMkLst>
        </pc:spChg>
        <pc:spChg chg="mod">
          <ac:chgData name="Peko Tim - s2420458029" userId="f0ce34c3-9d6a-4b3f-af77-89199931493b" providerId="ADAL" clId="{EDAA780C-24D4-482B-9D6E-47D2F05EE430}" dt="2025-06-11T18:53:59.184" v="393" actId="20577"/>
          <ac:spMkLst>
            <pc:docMk/>
            <pc:sldMk cId="0" sldId="283"/>
            <ac:spMk id="1130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54:27.739" v="411" actId="14100"/>
          <ac:spMkLst>
            <pc:docMk/>
            <pc:sldMk cId="0" sldId="283"/>
            <ac:spMk id="1197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54:57.567" v="455" actId="20577"/>
          <ac:spMkLst>
            <pc:docMk/>
            <pc:sldMk cId="0" sldId="283"/>
            <ac:spMk id="1198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56:07.012" v="490" actId="20577"/>
          <ac:spMkLst>
            <pc:docMk/>
            <pc:sldMk cId="0" sldId="283"/>
            <ac:spMk id="1199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56:19.060" v="537" actId="20577"/>
          <ac:spMkLst>
            <pc:docMk/>
            <pc:sldMk cId="0" sldId="283"/>
            <ac:spMk id="1200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56:28.808" v="545" actId="20577"/>
          <ac:spMkLst>
            <pc:docMk/>
            <pc:sldMk cId="0" sldId="283"/>
            <ac:spMk id="1201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57:54.641" v="581" actId="20577"/>
          <ac:spMkLst>
            <pc:docMk/>
            <pc:sldMk cId="0" sldId="283"/>
            <ac:spMk id="1202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54:42.072" v="428" actId="14100"/>
          <ac:spMkLst>
            <pc:docMk/>
            <pc:sldMk cId="0" sldId="283"/>
            <ac:spMk id="1203" creationId="{00000000-0000-0000-0000-000000000000}"/>
          </ac:spMkLst>
        </pc:spChg>
        <pc:spChg chg="mod">
          <ac:chgData name="Peko Tim - s2420458029" userId="f0ce34c3-9d6a-4b3f-af77-89199931493b" providerId="ADAL" clId="{EDAA780C-24D4-482B-9D6E-47D2F05EE430}" dt="2025-06-11T18:55:07.225" v="472" actId="20577"/>
          <ac:spMkLst>
            <pc:docMk/>
            <pc:sldMk cId="0" sldId="283"/>
            <ac:spMk id="1204" creationId="{00000000-0000-0000-0000-000000000000}"/>
          </ac:spMkLst>
        </pc:spChg>
        <pc:grpChg chg="mod">
          <ac:chgData name="Peko Tim - s2420458029" userId="f0ce34c3-9d6a-4b3f-af77-89199931493b" providerId="ADAL" clId="{EDAA780C-24D4-482B-9D6E-47D2F05EE430}" dt="2025-06-11T18:55:40.074" v="476" actId="14100"/>
          <ac:grpSpMkLst>
            <pc:docMk/>
            <pc:sldMk cId="0" sldId="283"/>
            <ac:grpSpMk id="2" creationId="{D74E109D-9148-7EBA-E38B-2CF8CBEE34AB}"/>
          </ac:grpSpMkLst>
        </pc:grpChg>
        <pc:grpChg chg="mod">
          <ac:chgData name="Peko Tim - s2420458029" userId="f0ce34c3-9d6a-4b3f-af77-89199931493b" providerId="ADAL" clId="{EDAA780C-24D4-482B-9D6E-47D2F05EE430}" dt="2025-06-11T18:58:30.092" v="584" actId="14100"/>
          <ac:grpSpMkLst>
            <pc:docMk/>
            <pc:sldMk cId="0" sldId="283"/>
            <ac:grpSpMk id="16" creationId="{690CF255-488E-97C7-553C-D6EE54D57783}"/>
          </ac:grpSpMkLst>
        </pc:grpChg>
        <pc:grpChg chg="mod">
          <ac:chgData name="Peko Tim - s2420458029" userId="f0ce34c3-9d6a-4b3f-af77-89199931493b" providerId="ADAL" clId="{EDAA780C-24D4-482B-9D6E-47D2F05EE430}" dt="2025-06-11T18:58:55.023" v="587" actId="14100"/>
          <ac:grpSpMkLst>
            <pc:docMk/>
            <pc:sldMk cId="0" sldId="283"/>
            <ac:grpSpMk id="31" creationId="{128BA8CD-F0F4-CDB4-0169-CAB3C807CF35}"/>
          </ac:grpSpMkLst>
        </pc:grpChg>
        <pc:grpChg chg="add mod">
          <ac:chgData name="Peko Tim - s2420458029" userId="f0ce34c3-9d6a-4b3f-af77-89199931493b" providerId="ADAL" clId="{EDAA780C-24D4-482B-9D6E-47D2F05EE430}" dt="2025-06-11T18:59:20.556" v="590" actId="14100"/>
          <ac:grpSpMkLst>
            <pc:docMk/>
            <pc:sldMk cId="0" sldId="283"/>
            <ac:grpSpMk id="42" creationId="{EA693C76-1590-8BC0-7AFF-54BF8229931C}"/>
          </ac:grpSpMkLst>
        </pc:grpChg>
        <pc:grpChg chg="mod">
          <ac:chgData name="Peko Tim - s2420458029" userId="f0ce34c3-9d6a-4b3f-af77-89199931493b" providerId="ADAL" clId="{EDAA780C-24D4-482B-9D6E-47D2F05EE430}" dt="2025-06-11T18:59:38.669" v="593" actId="14100"/>
          <ac:grpSpMkLst>
            <pc:docMk/>
            <pc:sldMk cId="0" sldId="283"/>
            <ac:grpSpMk id="47" creationId="{B9F2D07E-CA24-4F59-349A-35A85EBEB547}"/>
          </ac:grpSpMkLst>
        </pc:grpChg>
        <pc:grpChg chg="del">
          <ac:chgData name="Peko Tim - s2420458029" userId="f0ce34c3-9d6a-4b3f-af77-89199931493b" providerId="ADAL" clId="{EDAA780C-24D4-482B-9D6E-47D2F05EE430}" dt="2025-06-11T18:55:46.542" v="480" actId="478"/>
          <ac:grpSpMkLst>
            <pc:docMk/>
            <pc:sldMk cId="0" sldId="283"/>
            <ac:grpSpMk id="1137" creationId="{00000000-0000-0000-0000-000000000000}"/>
          </ac:grpSpMkLst>
        </pc:grpChg>
        <pc:grpChg chg="del">
          <ac:chgData name="Peko Tim - s2420458029" userId="f0ce34c3-9d6a-4b3f-af77-89199931493b" providerId="ADAL" clId="{EDAA780C-24D4-482B-9D6E-47D2F05EE430}" dt="2025-06-11T18:55:27.038" v="473" actId="478"/>
          <ac:grpSpMkLst>
            <pc:docMk/>
            <pc:sldMk cId="0" sldId="283"/>
            <ac:grpSpMk id="1147" creationId="{00000000-0000-0000-0000-000000000000}"/>
          </ac:grpSpMkLst>
        </pc:grpChg>
        <pc:grpChg chg="del">
          <ac:chgData name="Peko Tim - s2420458029" userId="f0ce34c3-9d6a-4b3f-af77-89199931493b" providerId="ADAL" clId="{EDAA780C-24D4-482B-9D6E-47D2F05EE430}" dt="2025-06-11T18:55:43.969" v="478" actId="478"/>
          <ac:grpSpMkLst>
            <pc:docMk/>
            <pc:sldMk cId="0" sldId="283"/>
            <ac:grpSpMk id="1157" creationId="{00000000-0000-0000-0000-000000000000}"/>
          </ac:grpSpMkLst>
        </pc:grpChg>
        <pc:grpChg chg="del">
          <ac:chgData name="Peko Tim - s2420458029" userId="f0ce34c3-9d6a-4b3f-af77-89199931493b" providerId="ADAL" clId="{EDAA780C-24D4-482B-9D6E-47D2F05EE430}" dt="2025-06-11T18:55:42.874" v="477" actId="478"/>
          <ac:grpSpMkLst>
            <pc:docMk/>
            <pc:sldMk cId="0" sldId="283"/>
            <ac:grpSpMk id="1164" creationId="{00000000-0000-0000-0000-000000000000}"/>
          </ac:grpSpMkLst>
        </pc:grpChg>
        <pc:grpChg chg="del">
          <ac:chgData name="Peko Tim - s2420458029" userId="f0ce34c3-9d6a-4b3f-af77-89199931493b" providerId="ADAL" clId="{EDAA780C-24D4-482B-9D6E-47D2F05EE430}" dt="2025-06-11T18:55:46.172" v="479" actId="478"/>
          <ac:grpSpMkLst>
            <pc:docMk/>
            <pc:sldMk cId="0" sldId="283"/>
            <ac:grpSpMk id="1178" creationId="{00000000-0000-0000-0000-000000000000}"/>
          </ac:grpSpMkLst>
        </pc:grpChg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84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85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86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87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88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89"/>
        </pc:sldMkLst>
      </pc:sldChg>
      <pc:sldChg chg="addSp delSp modSp mod ord">
        <pc:chgData name="Peko Tim - s2420458029" userId="f0ce34c3-9d6a-4b3f-af77-89199931493b" providerId="ADAL" clId="{EDAA780C-24D4-482B-9D6E-47D2F05EE430}" dt="2025-06-11T20:22:46.849" v="2463" actId="1076"/>
        <pc:sldMkLst>
          <pc:docMk/>
          <pc:sldMk cId="0" sldId="290"/>
        </pc:sldMkLst>
        <pc:spChg chg="mod">
          <ac:chgData name="Peko Tim - s2420458029" userId="f0ce34c3-9d6a-4b3f-af77-89199931493b" providerId="ADAL" clId="{EDAA780C-24D4-482B-9D6E-47D2F05EE430}" dt="2025-06-11T20:22:18.898" v="2458"/>
          <ac:spMkLst>
            <pc:docMk/>
            <pc:sldMk cId="0" sldId="290"/>
            <ac:spMk id="3" creationId="{8F84DDC7-16F4-25F1-524E-9C9C3BB923CA}"/>
          </ac:spMkLst>
        </pc:spChg>
        <pc:spChg chg="mod">
          <ac:chgData name="Peko Tim - s2420458029" userId="f0ce34c3-9d6a-4b3f-af77-89199931493b" providerId="ADAL" clId="{EDAA780C-24D4-482B-9D6E-47D2F05EE430}" dt="2025-06-11T20:22:18.898" v="2458"/>
          <ac:spMkLst>
            <pc:docMk/>
            <pc:sldMk cId="0" sldId="290"/>
            <ac:spMk id="4" creationId="{38DAE398-E0CE-AA66-807F-EA07C1B9FAF0}"/>
          </ac:spMkLst>
        </pc:spChg>
        <pc:spChg chg="mod">
          <ac:chgData name="Peko Tim - s2420458029" userId="f0ce34c3-9d6a-4b3f-af77-89199931493b" providerId="ADAL" clId="{EDAA780C-24D4-482B-9D6E-47D2F05EE430}" dt="2025-06-11T20:22:18.898" v="2458"/>
          <ac:spMkLst>
            <pc:docMk/>
            <pc:sldMk cId="0" sldId="290"/>
            <ac:spMk id="5" creationId="{1FF87E4B-A7E8-8277-D4CA-DDCAE372D6F4}"/>
          </ac:spMkLst>
        </pc:spChg>
        <pc:spChg chg="mod">
          <ac:chgData name="Peko Tim - s2420458029" userId="f0ce34c3-9d6a-4b3f-af77-89199931493b" providerId="ADAL" clId="{EDAA780C-24D4-482B-9D6E-47D2F05EE430}" dt="2025-06-11T20:22:18.898" v="2458"/>
          <ac:spMkLst>
            <pc:docMk/>
            <pc:sldMk cId="0" sldId="290"/>
            <ac:spMk id="6" creationId="{1FF14CC8-22A4-A540-0137-BCEF605F6576}"/>
          </ac:spMkLst>
        </pc:spChg>
        <pc:spChg chg="mod">
          <ac:chgData name="Peko Tim - s2420458029" userId="f0ce34c3-9d6a-4b3f-af77-89199931493b" providerId="ADAL" clId="{EDAA780C-24D4-482B-9D6E-47D2F05EE430}" dt="2025-06-11T20:22:18.898" v="2458"/>
          <ac:spMkLst>
            <pc:docMk/>
            <pc:sldMk cId="0" sldId="290"/>
            <ac:spMk id="7" creationId="{DBFBEA61-DB84-FEB2-A277-64C28D9A8E50}"/>
          </ac:spMkLst>
        </pc:spChg>
        <pc:spChg chg="mod">
          <ac:chgData name="Peko Tim - s2420458029" userId="f0ce34c3-9d6a-4b3f-af77-89199931493b" providerId="ADAL" clId="{EDAA780C-24D4-482B-9D6E-47D2F05EE430}" dt="2025-06-11T20:22:18.898" v="2458"/>
          <ac:spMkLst>
            <pc:docMk/>
            <pc:sldMk cId="0" sldId="290"/>
            <ac:spMk id="8" creationId="{94A30CDC-FE66-DF92-58D9-0F1F2A17B54A}"/>
          </ac:spMkLst>
        </pc:spChg>
        <pc:spChg chg="mod">
          <ac:chgData name="Peko Tim - s2420458029" userId="f0ce34c3-9d6a-4b3f-af77-89199931493b" providerId="ADAL" clId="{EDAA780C-24D4-482B-9D6E-47D2F05EE430}" dt="2025-06-11T20:22:18.898" v="2458"/>
          <ac:spMkLst>
            <pc:docMk/>
            <pc:sldMk cId="0" sldId="290"/>
            <ac:spMk id="9" creationId="{B41B8D35-E36B-12A5-D34C-CF78D6369604}"/>
          </ac:spMkLst>
        </pc:spChg>
        <pc:spChg chg="mod">
          <ac:chgData name="Peko Tim - s2420458029" userId="f0ce34c3-9d6a-4b3f-af77-89199931493b" providerId="ADAL" clId="{EDAA780C-24D4-482B-9D6E-47D2F05EE430}" dt="2025-06-11T20:22:33.996" v="2460"/>
          <ac:spMkLst>
            <pc:docMk/>
            <pc:sldMk cId="0" sldId="290"/>
            <ac:spMk id="12" creationId="{D2DB2314-4B8D-4C38-C05F-16EA559D63F8}"/>
          </ac:spMkLst>
        </pc:spChg>
        <pc:spChg chg="mod">
          <ac:chgData name="Peko Tim - s2420458029" userId="f0ce34c3-9d6a-4b3f-af77-89199931493b" providerId="ADAL" clId="{EDAA780C-24D4-482B-9D6E-47D2F05EE430}" dt="2025-06-11T20:22:33.996" v="2460"/>
          <ac:spMkLst>
            <pc:docMk/>
            <pc:sldMk cId="0" sldId="290"/>
            <ac:spMk id="13" creationId="{36B0142E-6B3E-0027-171B-5C2B344672F3}"/>
          </ac:spMkLst>
        </pc:spChg>
        <pc:spChg chg="mod">
          <ac:chgData name="Peko Tim - s2420458029" userId="f0ce34c3-9d6a-4b3f-af77-89199931493b" providerId="ADAL" clId="{EDAA780C-24D4-482B-9D6E-47D2F05EE430}" dt="2025-06-11T20:22:33.996" v="2460"/>
          <ac:spMkLst>
            <pc:docMk/>
            <pc:sldMk cId="0" sldId="290"/>
            <ac:spMk id="14" creationId="{D44D3EAA-4C82-B7BF-B335-059CE8C948FB}"/>
          </ac:spMkLst>
        </pc:spChg>
        <pc:spChg chg="mod">
          <ac:chgData name="Peko Tim - s2420458029" userId="f0ce34c3-9d6a-4b3f-af77-89199931493b" providerId="ADAL" clId="{EDAA780C-24D4-482B-9D6E-47D2F05EE430}" dt="2025-06-11T20:22:33.996" v="2460"/>
          <ac:spMkLst>
            <pc:docMk/>
            <pc:sldMk cId="0" sldId="290"/>
            <ac:spMk id="15" creationId="{C6290334-5AE5-D7AE-4968-83CB6461B45F}"/>
          </ac:spMkLst>
        </pc:spChg>
        <pc:spChg chg="mod">
          <ac:chgData name="Peko Tim - s2420458029" userId="f0ce34c3-9d6a-4b3f-af77-89199931493b" providerId="ADAL" clId="{EDAA780C-24D4-482B-9D6E-47D2F05EE430}" dt="2025-06-11T20:22:33.996" v="2460"/>
          <ac:spMkLst>
            <pc:docMk/>
            <pc:sldMk cId="0" sldId="290"/>
            <ac:spMk id="16" creationId="{FF5AA939-435C-26B6-57B4-EEE67CFA9466}"/>
          </ac:spMkLst>
        </pc:spChg>
        <pc:spChg chg="mod">
          <ac:chgData name="Peko Tim - s2420458029" userId="f0ce34c3-9d6a-4b3f-af77-89199931493b" providerId="ADAL" clId="{EDAA780C-24D4-482B-9D6E-47D2F05EE430}" dt="2025-06-11T20:22:33.996" v="2460"/>
          <ac:spMkLst>
            <pc:docMk/>
            <pc:sldMk cId="0" sldId="290"/>
            <ac:spMk id="17" creationId="{025C1108-D5D7-2F12-D52C-4E9D2D8190CC}"/>
          </ac:spMkLst>
        </pc:spChg>
        <pc:spChg chg="mod">
          <ac:chgData name="Peko Tim - s2420458029" userId="f0ce34c3-9d6a-4b3f-af77-89199931493b" providerId="ADAL" clId="{EDAA780C-24D4-482B-9D6E-47D2F05EE430}" dt="2025-06-11T20:22:33.996" v="2460"/>
          <ac:spMkLst>
            <pc:docMk/>
            <pc:sldMk cId="0" sldId="290"/>
            <ac:spMk id="18" creationId="{E8F5853A-C4EF-F874-9315-3E9AE0D0E295}"/>
          </ac:spMkLst>
        </pc:spChg>
        <pc:spChg chg="mod">
          <ac:chgData name="Peko Tim - s2420458029" userId="f0ce34c3-9d6a-4b3f-af77-89199931493b" providerId="ADAL" clId="{EDAA780C-24D4-482B-9D6E-47D2F05EE430}" dt="2025-06-11T20:22:33.996" v="2460"/>
          <ac:spMkLst>
            <pc:docMk/>
            <pc:sldMk cId="0" sldId="290"/>
            <ac:spMk id="19" creationId="{7BE8F017-4027-E4C4-078B-CC4197364B5B}"/>
          </ac:spMkLst>
        </pc:spChg>
        <pc:spChg chg="mod">
          <ac:chgData name="Peko Tim - s2420458029" userId="f0ce34c3-9d6a-4b3f-af77-89199931493b" providerId="ADAL" clId="{EDAA780C-24D4-482B-9D6E-47D2F05EE430}" dt="2025-06-11T20:22:33.996" v="2460"/>
          <ac:spMkLst>
            <pc:docMk/>
            <pc:sldMk cId="0" sldId="290"/>
            <ac:spMk id="20" creationId="{F7DF05A8-2C81-A920-C363-88A67024B200}"/>
          </ac:spMkLst>
        </pc:spChg>
        <pc:spChg chg="mod">
          <ac:chgData name="Peko Tim - s2420458029" userId="f0ce34c3-9d6a-4b3f-af77-89199931493b" providerId="ADAL" clId="{EDAA780C-24D4-482B-9D6E-47D2F05EE430}" dt="2025-06-11T20:22:33.996" v="2460"/>
          <ac:spMkLst>
            <pc:docMk/>
            <pc:sldMk cId="0" sldId="290"/>
            <ac:spMk id="21" creationId="{BFD891C1-6306-E282-5698-4F1E9DC145B2}"/>
          </ac:spMkLst>
        </pc:spChg>
        <pc:spChg chg="mod">
          <ac:chgData name="Peko Tim - s2420458029" userId="f0ce34c3-9d6a-4b3f-af77-89199931493b" providerId="ADAL" clId="{EDAA780C-24D4-482B-9D6E-47D2F05EE430}" dt="2025-06-11T20:22:43.733" v="2462"/>
          <ac:spMkLst>
            <pc:docMk/>
            <pc:sldMk cId="0" sldId="290"/>
            <ac:spMk id="23" creationId="{08068B58-7698-6D4E-580B-A4EBDFAA0004}"/>
          </ac:spMkLst>
        </pc:spChg>
        <pc:spChg chg="mod">
          <ac:chgData name="Peko Tim - s2420458029" userId="f0ce34c3-9d6a-4b3f-af77-89199931493b" providerId="ADAL" clId="{EDAA780C-24D4-482B-9D6E-47D2F05EE430}" dt="2025-06-11T20:22:43.733" v="2462"/>
          <ac:spMkLst>
            <pc:docMk/>
            <pc:sldMk cId="0" sldId="290"/>
            <ac:spMk id="24" creationId="{D42A0460-0D09-69EC-BDBC-E305ED5396C2}"/>
          </ac:spMkLst>
        </pc:spChg>
        <pc:spChg chg="mod">
          <ac:chgData name="Peko Tim - s2420458029" userId="f0ce34c3-9d6a-4b3f-af77-89199931493b" providerId="ADAL" clId="{EDAA780C-24D4-482B-9D6E-47D2F05EE430}" dt="2025-06-11T20:22:43.733" v="2462"/>
          <ac:spMkLst>
            <pc:docMk/>
            <pc:sldMk cId="0" sldId="290"/>
            <ac:spMk id="25" creationId="{51EE79E7-77AF-0389-9AB2-51D5E7CD4D38}"/>
          </ac:spMkLst>
        </pc:spChg>
        <pc:spChg chg="mod">
          <ac:chgData name="Peko Tim - s2420458029" userId="f0ce34c3-9d6a-4b3f-af77-89199931493b" providerId="ADAL" clId="{EDAA780C-24D4-482B-9D6E-47D2F05EE430}" dt="2025-06-11T20:22:43.733" v="2462"/>
          <ac:spMkLst>
            <pc:docMk/>
            <pc:sldMk cId="0" sldId="290"/>
            <ac:spMk id="26" creationId="{4044DEF0-A66C-8687-7C7B-975224E74A5F}"/>
          </ac:spMkLst>
        </pc:spChg>
        <pc:spChg chg="mod">
          <ac:chgData name="Peko Tim - s2420458029" userId="f0ce34c3-9d6a-4b3f-af77-89199931493b" providerId="ADAL" clId="{EDAA780C-24D4-482B-9D6E-47D2F05EE430}" dt="2025-06-11T20:22:43.733" v="2462"/>
          <ac:spMkLst>
            <pc:docMk/>
            <pc:sldMk cId="0" sldId="290"/>
            <ac:spMk id="27" creationId="{782FB589-3198-353A-E9D4-0C438F1E41D4}"/>
          </ac:spMkLst>
        </pc:spChg>
        <pc:spChg chg="mod">
          <ac:chgData name="Peko Tim - s2420458029" userId="f0ce34c3-9d6a-4b3f-af77-89199931493b" providerId="ADAL" clId="{EDAA780C-24D4-482B-9D6E-47D2F05EE430}" dt="2025-06-11T20:21:56.130" v="2453" actId="20577"/>
          <ac:spMkLst>
            <pc:docMk/>
            <pc:sldMk cId="0" sldId="290"/>
            <ac:spMk id="1462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20:22:03.218" v="2454" actId="478"/>
          <ac:spMkLst>
            <pc:docMk/>
            <pc:sldMk cId="0" sldId="290"/>
            <ac:spMk id="1463" creationId="{00000000-0000-0000-0000-000000000000}"/>
          </ac:spMkLst>
        </pc:spChg>
        <pc:spChg chg="del">
          <ac:chgData name="Peko Tim - s2420458029" userId="f0ce34c3-9d6a-4b3f-af77-89199931493b" providerId="ADAL" clId="{EDAA780C-24D4-482B-9D6E-47D2F05EE430}" dt="2025-06-11T20:22:08.348" v="2455" actId="478"/>
          <ac:spMkLst>
            <pc:docMk/>
            <pc:sldMk cId="0" sldId="290"/>
            <ac:spMk id="1464" creationId="{00000000-0000-0000-0000-000000000000}"/>
          </ac:spMkLst>
        </pc:spChg>
        <pc:grpChg chg="add mod">
          <ac:chgData name="Peko Tim - s2420458029" userId="f0ce34c3-9d6a-4b3f-af77-89199931493b" providerId="ADAL" clId="{EDAA780C-24D4-482B-9D6E-47D2F05EE430}" dt="2025-06-11T20:22:20.525" v="2459" actId="1076"/>
          <ac:grpSpMkLst>
            <pc:docMk/>
            <pc:sldMk cId="0" sldId="290"/>
            <ac:grpSpMk id="2" creationId="{B7951AC6-539D-716D-3D4A-22D0BBBA1124}"/>
          </ac:grpSpMkLst>
        </pc:grpChg>
        <pc:grpChg chg="mod">
          <ac:chgData name="Peko Tim - s2420458029" userId="f0ce34c3-9d6a-4b3f-af77-89199931493b" providerId="ADAL" clId="{EDAA780C-24D4-482B-9D6E-47D2F05EE430}" dt="2025-06-11T20:22:37.409" v="2461" actId="1076"/>
          <ac:grpSpMkLst>
            <pc:docMk/>
            <pc:sldMk cId="0" sldId="290"/>
            <ac:grpSpMk id="10" creationId="{0820CEF6-D750-EF18-BE25-CA9B6A73A7D8}"/>
          </ac:grpSpMkLst>
        </pc:grpChg>
        <pc:grpChg chg="add mod">
          <ac:chgData name="Peko Tim - s2420458029" userId="f0ce34c3-9d6a-4b3f-af77-89199931493b" providerId="ADAL" clId="{EDAA780C-24D4-482B-9D6E-47D2F05EE430}" dt="2025-06-11T20:22:46.849" v="2463" actId="1076"/>
          <ac:grpSpMkLst>
            <pc:docMk/>
            <pc:sldMk cId="0" sldId="290"/>
            <ac:grpSpMk id="22" creationId="{E1614EBD-87EE-8941-9B36-C2F8B9248AAB}"/>
          </ac:grpSpMkLst>
        </pc:grpChg>
        <pc:grpChg chg="del">
          <ac:chgData name="Peko Tim - s2420458029" userId="f0ce34c3-9d6a-4b3f-af77-89199931493b" providerId="ADAL" clId="{EDAA780C-24D4-482B-9D6E-47D2F05EE430}" dt="2025-06-11T20:22:09.100" v="2456" actId="478"/>
          <ac:grpSpMkLst>
            <pc:docMk/>
            <pc:sldMk cId="0" sldId="290"/>
            <ac:grpSpMk id="1465" creationId="{00000000-0000-0000-0000-000000000000}"/>
          </ac:grpSpMkLst>
        </pc:grpChg>
        <pc:grpChg chg="del">
          <ac:chgData name="Peko Tim - s2420458029" userId="f0ce34c3-9d6a-4b3f-af77-89199931493b" providerId="ADAL" clId="{EDAA780C-24D4-482B-9D6E-47D2F05EE430}" dt="2025-06-11T20:22:09.692" v="2457" actId="478"/>
          <ac:grpSpMkLst>
            <pc:docMk/>
            <pc:sldMk cId="0" sldId="290"/>
            <ac:grpSpMk id="1470" creationId="{00000000-0000-0000-0000-000000000000}"/>
          </ac:grpSpMkLst>
        </pc:grpChg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91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92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93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94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95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96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97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98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299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00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01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02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03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04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05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06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07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08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09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10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11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12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13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14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15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16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17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18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19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20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21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22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23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24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25"/>
        </pc:sldMkLst>
      </pc:sldChg>
      <pc:sldChg chg="del">
        <pc:chgData name="Peko Tim - s2420458029" userId="f0ce34c3-9d6a-4b3f-af77-89199931493b" providerId="ADAL" clId="{EDAA780C-24D4-482B-9D6E-47D2F05EE430}" dt="2025-06-11T20:23:56.932" v="2465" actId="47"/>
        <pc:sldMkLst>
          <pc:docMk/>
          <pc:sldMk cId="0" sldId="326"/>
        </pc:sldMkLst>
      </pc:sldChg>
      <pc:sldChg chg="modSp add mod">
        <pc:chgData name="Peko Tim - s2420458029" userId="f0ce34c3-9d6a-4b3f-af77-89199931493b" providerId="ADAL" clId="{EDAA780C-24D4-482B-9D6E-47D2F05EE430}" dt="2025-06-11T20:26:43.128" v="2486" actId="20577"/>
        <pc:sldMkLst>
          <pc:docMk/>
          <pc:sldMk cId="15530731" sldId="337"/>
        </pc:sldMkLst>
        <pc:spChg chg="mod">
          <ac:chgData name="Peko Tim - s2420458029" userId="f0ce34c3-9d6a-4b3f-af77-89199931493b" providerId="ADAL" clId="{EDAA780C-24D4-482B-9D6E-47D2F05EE430}" dt="2025-06-11T19:15:48.659" v="787" actId="20577"/>
          <ac:spMkLst>
            <pc:docMk/>
            <pc:sldMk cId="15530731" sldId="337"/>
            <ac:spMk id="496" creationId="{BAE16032-F720-F6A3-6042-18F1C244A24A}"/>
          </ac:spMkLst>
        </pc:spChg>
        <pc:spChg chg="mod">
          <ac:chgData name="Peko Tim - s2420458029" userId="f0ce34c3-9d6a-4b3f-af77-89199931493b" providerId="ADAL" clId="{EDAA780C-24D4-482B-9D6E-47D2F05EE430}" dt="2025-06-11T19:15:45.698" v="779" actId="20577"/>
          <ac:spMkLst>
            <pc:docMk/>
            <pc:sldMk cId="15530731" sldId="337"/>
            <ac:spMk id="497" creationId="{FDC1041F-9134-D1B4-D9AD-96E910513896}"/>
          </ac:spMkLst>
        </pc:spChg>
        <pc:spChg chg="mod">
          <ac:chgData name="Peko Tim - s2420458029" userId="f0ce34c3-9d6a-4b3f-af77-89199931493b" providerId="ADAL" clId="{EDAA780C-24D4-482B-9D6E-47D2F05EE430}" dt="2025-06-11T20:26:43.128" v="2486" actId="20577"/>
          <ac:spMkLst>
            <pc:docMk/>
            <pc:sldMk cId="15530731" sldId="337"/>
            <ac:spMk id="498" creationId="{BF038553-D74F-D530-F220-C4ED70D6F879}"/>
          </ac:spMkLst>
        </pc:spChg>
      </pc:sldChg>
      <pc:sldChg chg="modSp add mod">
        <pc:chgData name="Peko Tim - s2420458029" userId="f0ce34c3-9d6a-4b3f-af77-89199931493b" providerId="ADAL" clId="{EDAA780C-24D4-482B-9D6E-47D2F05EE430}" dt="2025-06-11T19:42:12.355" v="1624" actId="20577"/>
        <pc:sldMkLst>
          <pc:docMk/>
          <pc:sldMk cId="3363021915" sldId="338"/>
        </pc:sldMkLst>
        <pc:spChg chg="mod">
          <ac:chgData name="Peko Tim - s2420458029" userId="f0ce34c3-9d6a-4b3f-af77-89199931493b" providerId="ADAL" clId="{EDAA780C-24D4-482B-9D6E-47D2F05EE430}" dt="2025-06-11T19:08:05.687" v="734" actId="20577"/>
          <ac:spMkLst>
            <pc:docMk/>
            <pc:sldMk cId="3363021915" sldId="338"/>
            <ac:spMk id="496" creationId="{F8BF366D-E36D-D9E8-EB98-DA3D5092A97A}"/>
          </ac:spMkLst>
        </pc:spChg>
        <pc:spChg chg="mod">
          <ac:chgData name="Peko Tim - s2420458029" userId="f0ce34c3-9d6a-4b3f-af77-89199931493b" providerId="ADAL" clId="{EDAA780C-24D4-482B-9D6E-47D2F05EE430}" dt="2025-06-11T19:08:00.822" v="727" actId="20577"/>
          <ac:spMkLst>
            <pc:docMk/>
            <pc:sldMk cId="3363021915" sldId="338"/>
            <ac:spMk id="497" creationId="{0889F6E3-9BC4-686E-790E-F63D8B73C3AC}"/>
          </ac:spMkLst>
        </pc:spChg>
        <pc:spChg chg="mod">
          <ac:chgData name="Peko Tim - s2420458029" userId="f0ce34c3-9d6a-4b3f-af77-89199931493b" providerId="ADAL" clId="{EDAA780C-24D4-482B-9D6E-47D2F05EE430}" dt="2025-06-11T19:42:12.355" v="1624" actId="20577"/>
          <ac:spMkLst>
            <pc:docMk/>
            <pc:sldMk cId="3363021915" sldId="338"/>
            <ac:spMk id="498" creationId="{8F6AAD7C-2854-0094-C068-9B210FD0AD3B}"/>
          </ac:spMkLst>
        </pc:spChg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1990074850" sldId="341"/>
        </pc:sldMkLst>
      </pc:sldChg>
      <pc:sldChg chg="del">
        <pc:chgData name="Peko Tim - s2420458029" userId="f0ce34c3-9d6a-4b3f-af77-89199931493b" providerId="ADAL" clId="{EDAA780C-24D4-482B-9D6E-47D2F05EE430}" dt="2025-06-11T20:24:40.824" v="2469" actId="47"/>
        <pc:sldMkLst>
          <pc:docMk/>
          <pc:sldMk cId="2757350730" sldId="342"/>
        </pc:sldMkLst>
      </pc:sldChg>
      <pc:sldChg chg="modSp add del mod">
        <pc:chgData name="Peko Tim - s2420458029" userId="f0ce34c3-9d6a-4b3f-af77-89199931493b" providerId="ADAL" clId="{EDAA780C-24D4-482B-9D6E-47D2F05EE430}" dt="2025-06-11T19:24:18.877" v="929" actId="47"/>
        <pc:sldMkLst>
          <pc:docMk/>
          <pc:sldMk cId="3090185030" sldId="343"/>
        </pc:sldMkLst>
        <pc:spChg chg="mod">
          <ac:chgData name="Peko Tim - s2420458029" userId="f0ce34c3-9d6a-4b3f-af77-89199931493b" providerId="ADAL" clId="{EDAA780C-24D4-482B-9D6E-47D2F05EE430}" dt="2025-06-11T19:20:46.182" v="845" actId="20577"/>
          <ac:spMkLst>
            <pc:docMk/>
            <pc:sldMk cId="3090185030" sldId="343"/>
            <ac:spMk id="549" creationId="{118196F0-BCA8-0E4E-91A1-B44ADEA38A9F}"/>
          </ac:spMkLst>
        </pc:spChg>
        <pc:spChg chg="mod">
          <ac:chgData name="Peko Tim - s2420458029" userId="f0ce34c3-9d6a-4b3f-af77-89199931493b" providerId="ADAL" clId="{EDAA780C-24D4-482B-9D6E-47D2F05EE430}" dt="2025-06-11T19:24:00.439" v="927" actId="20577"/>
          <ac:spMkLst>
            <pc:docMk/>
            <pc:sldMk cId="3090185030" sldId="343"/>
            <ac:spMk id="550" creationId="{17226EF2-A7C8-9FD6-4388-A73CB3DCFFBB}"/>
          </ac:spMkLst>
        </pc:spChg>
      </pc:sldChg>
      <pc:sldChg chg="modSp add del mod">
        <pc:chgData name="Peko Tim - s2420458029" userId="f0ce34c3-9d6a-4b3f-af77-89199931493b" providerId="ADAL" clId="{EDAA780C-24D4-482B-9D6E-47D2F05EE430}" dt="2025-06-11T19:31:00.996" v="1209" actId="47"/>
        <pc:sldMkLst>
          <pc:docMk/>
          <pc:sldMk cId="545396845" sldId="344"/>
        </pc:sldMkLst>
        <pc:spChg chg="mod">
          <ac:chgData name="Peko Tim - s2420458029" userId="f0ce34c3-9d6a-4b3f-af77-89199931493b" providerId="ADAL" clId="{EDAA780C-24D4-482B-9D6E-47D2F05EE430}" dt="2025-06-11T19:24:26.124" v="954" actId="20577"/>
          <ac:spMkLst>
            <pc:docMk/>
            <pc:sldMk cId="545396845" sldId="344"/>
            <ac:spMk id="571" creationId="{8D2D48D2-8FAF-4906-305D-C2D62366D0D6}"/>
          </ac:spMkLst>
        </pc:spChg>
        <pc:spChg chg="mod">
          <ac:chgData name="Peko Tim - s2420458029" userId="f0ce34c3-9d6a-4b3f-af77-89199931493b" providerId="ADAL" clId="{EDAA780C-24D4-482B-9D6E-47D2F05EE430}" dt="2025-06-11T19:27:11.993" v="1130" actId="20577"/>
          <ac:spMkLst>
            <pc:docMk/>
            <pc:sldMk cId="545396845" sldId="344"/>
            <ac:spMk id="572" creationId="{F2B14DA5-8B00-709D-9C71-25A8BB251C1C}"/>
          </ac:spMkLst>
        </pc:spChg>
        <pc:spChg chg="mod">
          <ac:chgData name="Peko Tim - s2420458029" userId="f0ce34c3-9d6a-4b3f-af77-89199931493b" providerId="ADAL" clId="{EDAA780C-24D4-482B-9D6E-47D2F05EE430}" dt="2025-06-11T19:27:18.886" v="1135" actId="20577"/>
          <ac:spMkLst>
            <pc:docMk/>
            <pc:sldMk cId="545396845" sldId="344"/>
            <ac:spMk id="573" creationId="{9F3890EC-D8A0-9AD4-7F2C-079394908FEA}"/>
          </ac:spMkLst>
        </pc:spChg>
        <pc:spChg chg="mod">
          <ac:chgData name="Peko Tim - s2420458029" userId="f0ce34c3-9d6a-4b3f-af77-89199931493b" providerId="ADAL" clId="{EDAA780C-24D4-482B-9D6E-47D2F05EE430}" dt="2025-06-11T19:24:33.799" v="968" actId="20577"/>
          <ac:spMkLst>
            <pc:docMk/>
            <pc:sldMk cId="545396845" sldId="344"/>
            <ac:spMk id="574" creationId="{2939E36A-9970-FC43-900E-58946C90299A}"/>
          </ac:spMkLst>
        </pc:spChg>
        <pc:spChg chg="mod">
          <ac:chgData name="Peko Tim - s2420458029" userId="f0ce34c3-9d6a-4b3f-af77-89199931493b" providerId="ADAL" clId="{EDAA780C-24D4-482B-9D6E-47D2F05EE430}" dt="2025-06-11T19:24:38.540" v="977" actId="20577"/>
          <ac:spMkLst>
            <pc:docMk/>
            <pc:sldMk cId="545396845" sldId="344"/>
            <ac:spMk id="575" creationId="{7B465A3C-51C4-1D95-3017-365AB6439A11}"/>
          </ac:spMkLst>
        </pc:spChg>
      </pc:sldChg>
      <pc:sldChg chg="addSp delSp modSp add mod">
        <pc:chgData name="Peko Tim - s2420458029" userId="f0ce34c3-9d6a-4b3f-af77-89199931493b" providerId="ADAL" clId="{EDAA780C-24D4-482B-9D6E-47D2F05EE430}" dt="2025-06-11T19:30:57.061" v="1208" actId="14100"/>
        <pc:sldMkLst>
          <pc:docMk/>
          <pc:sldMk cId="3307707661" sldId="345"/>
        </pc:sldMkLst>
        <pc:spChg chg="mod">
          <ac:chgData name="Peko Tim - s2420458029" userId="f0ce34c3-9d6a-4b3f-af77-89199931493b" providerId="ADAL" clId="{EDAA780C-24D4-482B-9D6E-47D2F05EE430}" dt="2025-06-11T19:29:47.625" v="1182" actId="20577"/>
          <ac:spMkLst>
            <pc:docMk/>
            <pc:sldMk cId="3307707661" sldId="345"/>
            <ac:spMk id="1060" creationId="{089ACD3A-E92E-C07E-FCA0-7BCBCFDF7B67}"/>
          </ac:spMkLst>
        </pc:spChg>
        <pc:graphicFrameChg chg="add del mod modGraphic">
          <ac:chgData name="Peko Tim - s2420458029" userId="f0ce34c3-9d6a-4b3f-af77-89199931493b" providerId="ADAL" clId="{EDAA780C-24D4-482B-9D6E-47D2F05EE430}" dt="2025-06-11T19:30:57.061" v="1208" actId="14100"/>
          <ac:graphicFrameMkLst>
            <pc:docMk/>
            <pc:sldMk cId="3307707661" sldId="345"/>
            <ac:graphicFrameMk id="1061" creationId="{94613DA8-C9D0-1C40-0188-01C7462CE4BF}"/>
          </ac:graphicFrameMkLst>
        </pc:graphicFrameChg>
      </pc:sldChg>
      <pc:sldChg chg="addSp delSp modSp add mod">
        <pc:chgData name="Peko Tim - s2420458029" userId="f0ce34c3-9d6a-4b3f-af77-89199931493b" providerId="ADAL" clId="{EDAA780C-24D4-482B-9D6E-47D2F05EE430}" dt="2025-06-11T19:35:24.206" v="1414" actId="20577"/>
        <pc:sldMkLst>
          <pc:docMk/>
          <pc:sldMk cId="930120234" sldId="347"/>
        </pc:sldMkLst>
        <pc:spChg chg="add mod">
          <ac:chgData name="Peko Tim - s2420458029" userId="f0ce34c3-9d6a-4b3f-af77-89199931493b" providerId="ADAL" clId="{EDAA780C-24D4-482B-9D6E-47D2F05EE430}" dt="2025-06-11T19:35:20.893" v="1413" actId="20577"/>
          <ac:spMkLst>
            <pc:docMk/>
            <pc:sldMk cId="930120234" sldId="347"/>
            <ac:spMk id="3" creationId="{40F07464-6C9C-907F-96AE-C707BEC911EF}"/>
          </ac:spMkLst>
        </pc:spChg>
        <pc:spChg chg="add mod">
          <ac:chgData name="Peko Tim - s2420458029" userId="f0ce34c3-9d6a-4b3f-af77-89199931493b" providerId="ADAL" clId="{EDAA780C-24D4-482B-9D6E-47D2F05EE430}" dt="2025-06-11T19:35:24.206" v="1414" actId="20577"/>
          <ac:spMkLst>
            <pc:docMk/>
            <pc:sldMk cId="930120234" sldId="347"/>
            <ac:spMk id="4" creationId="{8581827F-10A6-8D5A-B002-B4EE51C5A0F4}"/>
          </ac:spMkLst>
        </pc:spChg>
        <pc:spChg chg="mod">
          <ac:chgData name="Peko Tim - s2420458029" userId="f0ce34c3-9d6a-4b3f-af77-89199931493b" providerId="ADAL" clId="{EDAA780C-24D4-482B-9D6E-47D2F05EE430}" dt="2025-06-11T19:31:21.134" v="1218" actId="20577"/>
          <ac:spMkLst>
            <pc:docMk/>
            <pc:sldMk cId="930120234" sldId="347"/>
            <ac:spMk id="978" creationId="{4F9C13A1-4608-4190-19BC-5DF5AA49A488}"/>
          </ac:spMkLst>
        </pc:spChg>
        <pc:spChg chg="mod">
          <ac:chgData name="Peko Tim - s2420458029" userId="f0ce34c3-9d6a-4b3f-af77-89199931493b" providerId="ADAL" clId="{EDAA780C-24D4-482B-9D6E-47D2F05EE430}" dt="2025-06-11T19:32:23.588" v="1229" actId="20577"/>
          <ac:spMkLst>
            <pc:docMk/>
            <pc:sldMk cId="930120234" sldId="347"/>
            <ac:spMk id="985" creationId="{CE0B342D-C244-4321-4E31-8AD254D7E384}"/>
          </ac:spMkLst>
        </pc:spChg>
        <pc:spChg chg="mod">
          <ac:chgData name="Peko Tim - s2420458029" userId="f0ce34c3-9d6a-4b3f-af77-89199931493b" providerId="ADAL" clId="{EDAA780C-24D4-482B-9D6E-47D2F05EE430}" dt="2025-06-11T19:33:45.381" v="1339" actId="20577"/>
          <ac:spMkLst>
            <pc:docMk/>
            <pc:sldMk cId="930120234" sldId="347"/>
            <ac:spMk id="986" creationId="{1CE376A2-C850-21B3-2CF1-1E009C27C14A}"/>
          </ac:spMkLst>
        </pc:spChg>
        <pc:spChg chg="mod">
          <ac:chgData name="Peko Tim - s2420458029" userId="f0ce34c3-9d6a-4b3f-af77-89199931493b" providerId="ADAL" clId="{EDAA780C-24D4-482B-9D6E-47D2F05EE430}" dt="2025-06-11T19:32:49.368" v="1253" actId="242"/>
          <ac:spMkLst>
            <pc:docMk/>
            <pc:sldMk cId="930120234" sldId="347"/>
            <ac:spMk id="987" creationId="{3D73A3A6-2F97-B66D-3824-17A0FB5B453F}"/>
          </ac:spMkLst>
        </pc:spChg>
        <pc:spChg chg="del">
          <ac:chgData name="Peko Tim - s2420458029" userId="f0ce34c3-9d6a-4b3f-af77-89199931493b" providerId="ADAL" clId="{EDAA780C-24D4-482B-9D6E-47D2F05EE430}" dt="2025-06-11T19:32:44.485" v="1252" actId="478"/>
          <ac:spMkLst>
            <pc:docMk/>
            <pc:sldMk cId="930120234" sldId="347"/>
            <ac:spMk id="988" creationId="{59FFDB9D-2221-49A8-E44E-F76B39E1A853}"/>
          </ac:spMkLst>
        </pc:spChg>
        <pc:spChg chg="mod">
          <ac:chgData name="Peko Tim - s2420458029" userId="f0ce34c3-9d6a-4b3f-af77-89199931493b" providerId="ADAL" clId="{EDAA780C-24D4-482B-9D6E-47D2F05EE430}" dt="2025-06-11T19:33:11.825" v="1273" actId="242"/>
          <ac:spMkLst>
            <pc:docMk/>
            <pc:sldMk cId="930120234" sldId="347"/>
            <ac:spMk id="990" creationId="{F0DA3FFB-4B34-8798-D44A-5BB539E81F3D}"/>
          </ac:spMkLst>
        </pc:spChg>
        <pc:spChg chg="mod">
          <ac:chgData name="Peko Tim - s2420458029" userId="f0ce34c3-9d6a-4b3f-af77-89199931493b" providerId="ADAL" clId="{EDAA780C-24D4-482B-9D6E-47D2F05EE430}" dt="2025-06-11T19:32:56.080" v="1255" actId="20577"/>
          <ac:spMkLst>
            <pc:docMk/>
            <pc:sldMk cId="930120234" sldId="347"/>
            <ac:spMk id="991" creationId="{C55510E4-43CD-A325-4683-C9CFC962FF38}"/>
          </ac:spMkLst>
        </pc:spChg>
        <pc:spChg chg="mod">
          <ac:chgData name="Peko Tim - s2420458029" userId="f0ce34c3-9d6a-4b3f-af77-89199931493b" providerId="ADAL" clId="{EDAA780C-24D4-482B-9D6E-47D2F05EE430}" dt="2025-06-11T19:33:23.329" v="1280" actId="14100"/>
          <ac:spMkLst>
            <pc:docMk/>
            <pc:sldMk cId="930120234" sldId="347"/>
            <ac:spMk id="992" creationId="{8E5BCE13-4634-BC9D-DE75-3B704564C659}"/>
          </ac:spMkLst>
        </pc:spChg>
        <pc:spChg chg="mod">
          <ac:chgData name="Peko Tim - s2420458029" userId="f0ce34c3-9d6a-4b3f-af77-89199931493b" providerId="ADAL" clId="{EDAA780C-24D4-482B-9D6E-47D2F05EE430}" dt="2025-06-11T19:33:58.235" v="1373" actId="20577"/>
          <ac:spMkLst>
            <pc:docMk/>
            <pc:sldMk cId="930120234" sldId="347"/>
            <ac:spMk id="993" creationId="{862E1CDA-86B6-F822-FDBA-569AC741639C}"/>
          </ac:spMkLst>
        </pc:spChg>
        <pc:cxnChg chg="mod">
          <ac:chgData name="Peko Tim - s2420458029" userId="f0ce34c3-9d6a-4b3f-af77-89199931493b" providerId="ADAL" clId="{EDAA780C-24D4-482B-9D6E-47D2F05EE430}" dt="2025-06-11T19:33:23.329" v="1280" actId="14100"/>
          <ac:cxnSpMkLst>
            <pc:docMk/>
            <pc:sldMk cId="930120234" sldId="347"/>
            <ac:cxnSpMk id="995" creationId="{16DE1734-5591-1766-39E1-356640C5AEE4}"/>
          </ac:cxnSpMkLst>
        </pc:cxnChg>
      </pc:sldChg>
      <pc:sldChg chg="addSp delSp modSp add mod">
        <pc:chgData name="Peko Tim - s2420458029" userId="f0ce34c3-9d6a-4b3f-af77-89199931493b" providerId="ADAL" clId="{EDAA780C-24D4-482B-9D6E-47D2F05EE430}" dt="2025-06-11T19:38:31.800" v="1428" actId="732"/>
        <pc:sldMkLst>
          <pc:docMk/>
          <pc:sldMk cId="4258429010" sldId="348"/>
        </pc:sldMkLst>
        <pc:picChg chg="add del">
          <ac:chgData name="Peko Tim - s2420458029" userId="f0ce34c3-9d6a-4b3f-af77-89199931493b" providerId="ADAL" clId="{EDAA780C-24D4-482B-9D6E-47D2F05EE430}" dt="2025-06-11T19:38:17.194" v="1424" actId="22"/>
          <ac:picMkLst>
            <pc:docMk/>
            <pc:sldMk cId="4258429010" sldId="348"/>
            <ac:picMk id="3" creationId="{A95810A0-08E6-2D2F-75D3-6F84DC9037C8}"/>
          </ac:picMkLst>
        </pc:picChg>
        <pc:picChg chg="mod modCrop">
          <ac:chgData name="Peko Tim - s2420458029" userId="f0ce34c3-9d6a-4b3f-af77-89199931493b" providerId="ADAL" clId="{EDAA780C-24D4-482B-9D6E-47D2F05EE430}" dt="2025-06-11T19:38:31.800" v="1428" actId="732"/>
          <ac:picMkLst>
            <pc:docMk/>
            <pc:sldMk cId="4258429010" sldId="348"/>
            <ac:picMk id="741" creationId="{796BCF84-80ED-FF27-70F5-D685F83CBA58}"/>
          </ac:picMkLst>
        </pc:picChg>
      </pc:sldChg>
      <pc:sldChg chg="add del">
        <pc:chgData name="Peko Tim - s2420458029" userId="f0ce34c3-9d6a-4b3f-af77-89199931493b" providerId="ADAL" clId="{EDAA780C-24D4-482B-9D6E-47D2F05EE430}" dt="2025-06-11T19:38:00.606" v="1422"/>
        <pc:sldMkLst>
          <pc:docMk/>
          <pc:sldMk cId="3496342577" sldId="349"/>
        </pc:sldMkLst>
      </pc:sldChg>
      <pc:sldChg chg="addSp delSp modSp add mod">
        <pc:chgData name="Peko Tim - s2420458029" userId="f0ce34c3-9d6a-4b3f-af77-89199931493b" providerId="ADAL" clId="{EDAA780C-24D4-482B-9D6E-47D2F05EE430}" dt="2025-06-11T19:53:17.101" v="1775" actId="478"/>
        <pc:sldMkLst>
          <pc:docMk/>
          <pc:sldMk cId="3169807265" sldId="350"/>
        </pc:sldMkLst>
        <pc:spChg chg="add del mod">
          <ac:chgData name="Peko Tim - s2420458029" userId="f0ce34c3-9d6a-4b3f-af77-89199931493b" providerId="ADAL" clId="{EDAA780C-24D4-482B-9D6E-47D2F05EE430}" dt="2025-06-11T19:53:17.101" v="1775" actId="478"/>
          <ac:spMkLst>
            <pc:docMk/>
            <pc:sldMk cId="3169807265" sldId="350"/>
            <ac:spMk id="3" creationId="{2EFEE058-BE9F-5EF6-F197-29BF192F067F}"/>
          </ac:spMkLst>
        </pc:spChg>
        <pc:spChg chg="mod">
          <ac:chgData name="Peko Tim - s2420458029" userId="f0ce34c3-9d6a-4b3f-af77-89199931493b" providerId="ADAL" clId="{EDAA780C-24D4-482B-9D6E-47D2F05EE430}" dt="2025-06-11T19:52:52.255" v="1770" actId="14100"/>
          <ac:spMkLst>
            <pc:docMk/>
            <pc:sldMk cId="3169807265" sldId="350"/>
            <ac:spMk id="742" creationId="{B48374C1-838C-6207-FAE6-821553F9CC68}"/>
          </ac:spMkLst>
        </pc:spChg>
        <pc:spChg chg="del mod">
          <ac:chgData name="Peko Tim - s2420458029" userId="f0ce34c3-9d6a-4b3f-af77-89199931493b" providerId="ADAL" clId="{EDAA780C-24D4-482B-9D6E-47D2F05EE430}" dt="2025-06-11T19:53:11.560" v="1774" actId="478"/>
          <ac:spMkLst>
            <pc:docMk/>
            <pc:sldMk cId="3169807265" sldId="350"/>
            <ac:spMk id="743" creationId="{FA1986DB-7A2D-DAAC-089D-8B8C8953F7B1}"/>
          </ac:spMkLst>
        </pc:spChg>
        <pc:picChg chg="mod modCrop">
          <ac:chgData name="Peko Tim - s2420458029" userId="f0ce34c3-9d6a-4b3f-af77-89199931493b" providerId="ADAL" clId="{EDAA780C-24D4-482B-9D6E-47D2F05EE430}" dt="2025-06-11T19:52:57.697" v="1772" actId="1076"/>
          <ac:picMkLst>
            <pc:docMk/>
            <pc:sldMk cId="3169807265" sldId="350"/>
            <ac:picMk id="741" creationId="{D0B96B9D-2D93-E68B-46A5-54A2C1A8745B}"/>
          </ac:picMkLst>
        </pc:picChg>
      </pc:sldChg>
      <pc:sldChg chg="addSp delSp modSp add mod">
        <pc:chgData name="Peko Tim - s2420458029" userId="f0ce34c3-9d6a-4b3f-af77-89199931493b" providerId="ADAL" clId="{EDAA780C-24D4-482B-9D6E-47D2F05EE430}" dt="2025-06-11T20:06:52.395" v="1960" actId="1076"/>
        <pc:sldMkLst>
          <pc:docMk/>
          <pc:sldMk cId="541804480" sldId="352"/>
        </pc:sldMkLst>
        <pc:spChg chg="add mod">
          <ac:chgData name="Peko Tim - s2420458029" userId="f0ce34c3-9d6a-4b3f-af77-89199931493b" providerId="ADAL" clId="{EDAA780C-24D4-482B-9D6E-47D2F05EE430}" dt="2025-06-11T19:59:29.746" v="1913" actId="122"/>
          <ac:spMkLst>
            <pc:docMk/>
            <pc:sldMk cId="541804480" sldId="352"/>
            <ac:spMk id="2" creationId="{E1D6BF21-7ED4-CF94-2535-00A79BD7629D}"/>
          </ac:spMkLst>
        </pc:spChg>
        <pc:spChg chg="add mod">
          <ac:chgData name="Peko Tim - s2420458029" userId="f0ce34c3-9d6a-4b3f-af77-89199931493b" providerId="ADAL" clId="{EDAA780C-24D4-482B-9D6E-47D2F05EE430}" dt="2025-06-11T20:02:58.659" v="1930" actId="571"/>
          <ac:spMkLst>
            <pc:docMk/>
            <pc:sldMk cId="541804480" sldId="352"/>
            <ac:spMk id="7" creationId="{A74C8530-5042-F2BF-121B-83E7C49B1366}"/>
          </ac:spMkLst>
        </pc:spChg>
        <pc:spChg chg="mod">
          <ac:chgData name="Peko Tim - s2420458029" userId="f0ce34c3-9d6a-4b3f-af77-89199931493b" providerId="ADAL" clId="{EDAA780C-24D4-482B-9D6E-47D2F05EE430}" dt="2025-06-11T20:05:25.464" v="1951"/>
          <ac:spMkLst>
            <pc:docMk/>
            <pc:sldMk cId="541804480" sldId="352"/>
            <ac:spMk id="11" creationId="{C6C8DF90-F6E6-6D99-369E-E67FFBEF2AE4}"/>
          </ac:spMkLst>
        </pc:spChg>
        <pc:spChg chg="mod">
          <ac:chgData name="Peko Tim - s2420458029" userId="f0ce34c3-9d6a-4b3f-af77-89199931493b" providerId="ADAL" clId="{EDAA780C-24D4-482B-9D6E-47D2F05EE430}" dt="2025-06-11T20:05:25.464" v="1951"/>
          <ac:spMkLst>
            <pc:docMk/>
            <pc:sldMk cId="541804480" sldId="352"/>
            <ac:spMk id="12" creationId="{D451450A-95BA-3383-FC86-9ED4E3020BA8}"/>
          </ac:spMkLst>
        </pc:spChg>
        <pc:spChg chg="mod">
          <ac:chgData name="Peko Tim - s2420458029" userId="f0ce34c3-9d6a-4b3f-af77-89199931493b" providerId="ADAL" clId="{EDAA780C-24D4-482B-9D6E-47D2F05EE430}" dt="2025-06-11T20:05:25.464" v="1951"/>
          <ac:spMkLst>
            <pc:docMk/>
            <pc:sldMk cId="541804480" sldId="352"/>
            <ac:spMk id="13" creationId="{34CAB837-AD34-DE9F-235D-EDB96D9A9358}"/>
          </ac:spMkLst>
        </pc:spChg>
        <pc:spChg chg="mod">
          <ac:chgData name="Peko Tim - s2420458029" userId="f0ce34c3-9d6a-4b3f-af77-89199931493b" providerId="ADAL" clId="{EDAA780C-24D4-482B-9D6E-47D2F05EE430}" dt="2025-06-11T20:05:25.464" v="1951"/>
          <ac:spMkLst>
            <pc:docMk/>
            <pc:sldMk cId="541804480" sldId="352"/>
            <ac:spMk id="14" creationId="{BAEC0BFD-D03D-2969-A7F9-5CD4190CD789}"/>
          </ac:spMkLst>
        </pc:spChg>
        <pc:spChg chg="mod">
          <ac:chgData name="Peko Tim - s2420458029" userId="f0ce34c3-9d6a-4b3f-af77-89199931493b" providerId="ADAL" clId="{EDAA780C-24D4-482B-9D6E-47D2F05EE430}" dt="2025-06-11T20:05:25.464" v="1951"/>
          <ac:spMkLst>
            <pc:docMk/>
            <pc:sldMk cId="541804480" sldId="352"/>
            <ac:spMk id="15" creationId="{E7248A5E-D181-F186-C488-D76C174BA944}"/>
          </ac:spMkLst>
        </pc:spChg>
        <pc:spChg chg="mod">
          <ac:chgData name="Peko Tim - s2420458029" userId="f0ce34c3-9d6a-4b3f-af77-89199931493b" providerId="ADAL" clId="{EDAA780C-24D4-482B-9D6E-47D2F05EE430}" dt="2025-06-11T20:05:25.464" v="1951"/>
          <ac:spMkLst>
            <pc:docMk/>
            <pc:sldMk cId="541804480" sldId="352"/>
            <ac:spMk id="16" creationId="{7104B6AE-878A-6DD1-DA05-8B6300408327}"/>
          </ac:spMkLst>
        </pc:spChg>
        <pc:spChg chg="mod">
          <ac:chgData name="Peko Tim - s2420458029" userId="f0ce34c3-9d6a-4b3f-af77-89199931493b" providerId="ADAL" clId="{EDAA780C-24D4-482B-9D6E-47D2F05EE430}" dt="2025-06-11T20:05:25.464" v="1951"/>
          <ac:spMkLst>
            <pc:docMk/>
            <pc:sldMk cId="541804480" sldId="352"/>
            <ac:spMk id="17" creationId="{71FDE831-7ABB-97DD-4686-925A10C63B9E}"/>
          </ac:spMkLst>
        </pc:spChg>
        <pc:spChg chg="mod">
          <ac:chgData name="Peko Tim - s2420458029" userId="f0ce34c3-9d6a-4b3f-af77-89199931493b" providerId="ADAL" clId="{EDAA780C-24D4-482B-9D6E-47D2F05EE430}" dt="2025-06-11T20:05:25.464" v="1951"/>
          <ac:spMkLst>
            <pc:docMk/>
            <pc:sldMk cId="541804480" sldId="352"/>
            <ac:spMk id="18" creationId="{F124EA4D-397F-80A7-498F-768833C5E12D}"/>
          </ac:spMkLst>
        </pc:spChg>
        <pc:spChg chg="mod">
          <ac:chgData name="Peko Tim - s2420458029" userId="f0ce34c3-9d6a-4b3f-af77-89199931493b" providerId="ADAL" clId="{EDAA780C-24D4-482B-9D6E-47D2F05EE430}" dt="2025-06-11T20:05:25.464" v="1951"/>
          <ac:spMkLst>
            <pc:docMk/>
            <pc:sldMk cId="541804480" sldId="352"/>
            <ac:spMk id="19" creationId="{ADB621C3-8E66-1861-0CD3-5BED8FE65256}"/>
          </ac:spMkLst>
        </pc:spChg>
        <pc:spChg chg="mod">
          <ac:chgData name="Peko Tim - s2420458029" userId="f0ce34c3-9d6a-4b3f-af77-89199931493b" providerId="ADAL" clId="{EDAA780C-24D4-482B-9D6E-47D2F05EE430}" dt="2025-06-11T20:05:25.464" v="1951"/>
          <ac:spMkLst>
            <pc:docMk/>
            <pc:sldMk cId="541804480" sldId="352"/>
            <ac:spMk id="20" creationId="{413A7392-29B1-F57B-607A-8DB6CCF2D0B1}"/>
          </ac:spMkLst>
        </pc:spChg>
        <pc:spChg chg="mod">
          <ac:chgData name="Peko Tim - s2420458029" userId="f0ce34c3-9d6a-4b3f-af77-89199931493b" providerId="ADAL" clId="{EDAA780C-24D4-482B-9D6E-47D2F05EE430}" dt="2025-06-11T20:05:52.937" v="1954"/>
          <ac:spMkLst>
            <pc:docMk/>
            <pc:sldMk cId="541804480" sldId="352"/>
            <ac:spMk id="22" creationId="{63EC5C5C-3100-388A-6A79-A483E0CB2E22}"/>
          </ac:spMkLst>
        </pc:spChg>
        <pc:spChg chg="mod">
          <ac:chgData name="Peko Tim - s2420458029" userId="f0ce34c3-9d6a-4b3f-af77-89199931493b" providerId="ADAL" clId="{EDAA780C-24D4-482B-9D6E-47D2F05EE430}" dt="2025-06-11T20:05:52.937" v="1954"/>
          <ac:spMkLst>
            <pc:docMk/>
            <pc:sldMk cId="541804480" sldId="352"/>
            <ac:spMk id="23" creationId="{C85E42E9-4E51-3534-A0A3-EAA856C6DA11}"/>
          </ac:spMkLst>
        </pc:spChg>
        <pc:spChg chg="mod">
          <ac:chgData name="Peko Tim - s2420458029" userId="f0ce34c3-9d6a-4b3f-af77-89199931493b" providerId="ADAL" clId="{EDAA780C-24D4-482B-9D6E-47D2F05EE430}" dt="2025-06-11T20:05:52.937" v="1954"/>
          <ac:spMkLst>
            <pc:docMk/>
            <pc:sldMk cId="541804480" sldId="352"/>
            <ac:spMk id="24" creationId="{E62D00DA-886A-8EC2-9A0C-9CC706DCD423}"/>
          </ac:spMkLst>
        </pc:spChg>
        <pc:spChg chg="mod">
          <ac:chgData name="Peko Tim - s2420458029" userId="f0ce34c3-9d6a-4b3f-af77-89199931493b" providerId="ADAL" clId="{EDAA780C-24D4-482B-9D6E-47D2F05EE430}" dt="2025-06-11T20:05:52.937" v="1954"/>
          <ac:spMkLst>
            <pc:docMk/>
            <pc:sldMk cId="541804480" sldId="352"/>
            <ac:spMk id="25" creationId="{E2775468-1DCE-51E4-10C8-64F76B7FEA30}"/>
          </ac:spMkLst>
        </pc:spChg>
        <pc:spChg chg="mod">
          <ac:chgData name="Peko Tim - s2420458029" userId="f0ce34c3-9d6a-4b3f-af77-89199931493b" providerId="ADAL" clId="{EDAA780C-24D4-482B-9D6E-47D2F05EE430}" dt="2025-06-11T20:05:52.937" v="1954"/>
          <ac:spMkLst>
            <pc:docMk/>
            <pc:sldMk cId="541804480" sldId="352"/>
            <ac:spMk id="26" creationId="{5353CE3C-1602-DA0A-9CD6-A799A20E47DD}"/>
          </ac:spMkLst>
        </pc:spChg>
        <pc:spChg chg="mod">
          <ac:chgData name="Peko Tim - s2420458029" userId="f0ce34c3-9d6a-4b3f-af77-89199931493b" providerId="ADAL" clId="{EDAA780C-24D4-482B-9D6E-47D2F05EE430}" dt="2025-06-11T20:05:52.937" v="1954"/>
          <ac:spMkLst>
            <pc:docMk/>
            <pc:sldMk cId="541804480" sldId="352"/>
            <ac:spMk id="27" creationId="{476B5BAB-3199-539E-3F40-60057FD0D262}"/>
          </ac:spMkLst>
        </pc:spChg>
        <pc:spChg chg="mod">
          <ac:chgData name="Peko Tim - s2420458029" userId="f0ce34c3-9d6a-4b3f-af77-89199931493b" providerId="ADAL" clId="{EDAA780C-24D4-482B-9D6E-47D2F05EE430}" dt="2025-06-11T20:05:52.937" v="1954"/>
          <ac:spMkLst>
            <pc:docMk/>
            <pc:sldMk cId="541804480" sldId="352"/>
            <ac:spMk id="28" creationId="{BD11EC39-EF28-BAA8-4E51-CE60C01578B6}"/>
          </ac:spMkLst>
        </pc:spChg>
        <pc:spChg chg="mod">
          <ac:chgData name="Peko Tim - s2420458029" userId="f0ce34c3-9d6a-4b3f-af77-89199931493b" providerId="ADAL" clId="{EDAA780C-24D4-482B-9D6E-47D2F05EE430}" dt="2025-06-11T20:06:42.425" v="1957"/>
          <ac:spMkLst>
            <pc:docMk/>
            <pc:sldMk cId="541804480" sldId="352"/>
            <ac:spMk id="30" creationId="{FD68FC05-0D53-0ADB-1FE9-C83C03F5FE84}"/>
          </ac:spMkLst>
        </pc:spChg>
        <pc:spChg chg="mod">
          <ac:chgData name="Peko Tim - s2420458029" userId="f0ce34c3-9d6a-4b3f-af77-89199931493b" providerId="ADAL" clId="{EDAA780C-24D4-482B-9D6E-47D2F05EE430}" dt="2025-06-11T20:06:42.425" v="1957"/>
          <ac:spMkLst>
            <pc:docMk/>
            <pc:sldMk cId="541804480" sldId="352"/>
            <ac:spMk id="32" creationId="{1C0EE93A-B2FC-48B5-C3C4-C05B91BE3A4E}"/>
          </ac:spMkLst>
        </pc:spChg>
        <pc:spChg chg="mod">
          <ac:chgData name="Peko Tim - s2420458029" userId="f0ce34c3-9d6a-4b3f-af77-89199931493b" providerId="ADAL" clId="{EDAA780C-24D4-482B-9D6E-47D2F05EE430}" dt="2025-06-11T20:06:42.425" v="1957"/>
          <ac:spMkLst>
            <pc:docMk/>
            <pc:sldMk cId="541804480" sldId="352"/>
            <ac:spMk id="33" creationId="{3F57E5BB-CBFE-1955-BA2B-5BD4245646D1}"/>
          </ac:spMkLst>
        </pc:spChg>
        <pc:spChg chg="mod">
          <ac:chgData name="Peko Tim - s2420458029" userId="f0ce34c3-9d6a-4b3f-af77-89199931493b" providerId="ADAL" clId="{EDAA780C-24D4-482B-9D6E-47D2F05EE430}" dt="2025-06-11T20:06:42.425" v="1957"/>
          <ac:spMkLst>
            <pc:docMk/>
            <pc:sldMk cId="541804480" sldId="352"/>
            <ac:spMk id="34" creationId="{F4306A11-4BC7-2B13-898F-7CEB7C202BC1}"/>
          </ac:spMkLst>
        </pc:spChg>
        <pc:spChg chg="mod">
          <ac:chgData name="Peko Tim - s2420458029" userId="f0ce34c3-9d6a-4b3f-af77-89199931493b" providerId="ADAL" clId="{EDAA780C-24D4-482B-9D6E-47D2F05EE430}" dt="2025-06-11T20:06:42.425" v="1957"/>
          <ac:spMkLst>
            <pc:docMk/>
            <pc:sldMk cId="541804480" sldId="352"/>
            <ac:spMk id="35" creationId="{5E1B2E77-5376-322B-037A-CC2FD191341E}"/>
          </ac:spMkLst>
        </pc:spChg>
        <pc:spChg chg="mod">
          <ac:chgData name="Peko Tim - s2420458029" userId="f0ce34c3-9d6a-4b3f-af77-89199931493b" providerId="ADAL" clId="{EDAA780C-24D4-482B-9D6E-47D2F05EE430}" dt="2025-06-11T20:06:42.425" v="1957"/>
          <ac:spMkLst>
            <pc:docMk/>
            <pc:sldMk cId="541804480" sldId="352"/>
            <ac:spMk id="36" creationId="{479B7839-7B00-A854-1F86-5C0FED7BEDAA}"/>
          </ac:spMkLst>
        </pc:spChg>
        <pc:spChg chg="mod">
          <ac:chgData name="Peko Tim - s2420458029" userId="f0ce34c3-9d6a-4b3f-af77-89199931493b" providerId="ADAL" clId="{EDAA780C-24D4-482B-9D6E-47D2F05EE430}" dt="2025-06-11T20:06:42.425" v="1957"/>
          <ac:spMkLst>
            <pc:docMk/>
            <pc:sldMk cId="541804480" sldId="352"/>
            <ac:spMk id="37" creationId="{F96AF60A-A97F-5A85-97B2-16198E090359}"/>
          </ac:spMkLst>
        </pc:spChg>
        <pc:spChg chg="mod">
          <ac:chgData name="Peko Tim - s2420458029" userId="f0ce34c3-9d6a-4b3f-af77-89199931493b" providerId="ADAL" clId="{EDAA780C-24D4-482B-9D6E-47D2F05EE430}" dt="2025-06-11T20:06:42.425" v="1957"/>
          <ac:spMkLst>
            <pc:docMk/>
            <pc:sldMk cId="541804480" sldId="352"/>
            <ac:spMk id="38" creationId="{022F4ECF-5991-B64B-88EF-2E12C28675F5}"/>
          </ac:spMkLst>
        </pc:spChg>
        <pc:spChg chg="mod">
          <ac:chgData name="Peko Tim - s2420458029" userId="f0ce34c3-9d6a-4b3f-af77-89199931493b" providerId="ADAL" clId="{EDAA780C-24D4-482B-9D6E-47D2F05EE430}" dt="2025-06-11T20:06:42.425" v="1957"/>
          <ac:spMkLst>
            <pc:docMk/>
            <pc:sldMk cId="541804480" sldId="352"/>
            <ac:spMk id="39" creationId="{9234331F-ECC9-D3BA-B3D2-8B677222048A}"/>
          </ac:spMkLst>
        </pc:spChg>
        <pc:spChg chg="mod">
          <ac:chgData name="Peko Tim - s2420458029" userId="f0ce34c3-9d6a-4b3f-af77-89199931493b" providerId="ADAL" clId="{EDAA780C-24D4-482B-9D6E-47D2F05EE430}" dt="2025-06-11T20:06:42.425" v="1957"/>
          <ac:spMkLst>
            <pc:docMk/>
            <pc:sldMk cId="541804480" sldId="352"/>
            <ac:spMk id="40" creationId="{C9F6C377-0649-1491-24F0-15185D127A98}"/>
          </ac:spMkLst>
        </pc:spChg>
        <pc:spChg chg="mod">
          <ac:chgData name="Peko Tim - s2420458029" userId="f0ce34c3-9d6a-4b3f-af77-89199931493b" providerId="ADAL" clId="{EDAA780C-24D4-482B-9D6E-47D2F05EE430}" dt="2025-06-11T20:06:49.094" v="1959"/>
          <ac:spMkLst>
            <pc:docMk/>
            <pc:sldMk cId="541804480" sldId="352"/>
            <ac:spMk id="42" creationId="{E1CEC87F-EEF8-32C0-BE13-51341D4E51B0}"/>
          </ac:spMkLst>
        </pc:spChg>
        <pc:spChg chg="mod">
          <ac:chgData name="Peko Tim - s2420458029" userId="f0ce34c3-9d6a-4b3f-af77-89199931493b" providerId="ADAL" clId="{EDAA780C-24D4-482B-9D6E-47D2F05EE430}" dt="2025-06-11T20:06:49.094" v="1959"/>
          <ac:spMkLst>
            <pc:docMk/>
            <pc:sldMk cId="541804480" sldId="352"/>
            <ac:spMk id="43" creationId="{8C881470-9B43-C05F-F776-B994E4D93CB6}"/>
          </ac:spMkLst>
        </pc:spChg>
        <pc:spChg chg="mod">
          <ac:chgData name="Peko Tim - s2420458029" userId="f0ce34c3-9d6a-4b3f-af77-89199931493b" providerId="ADAL" clId="{EDAA780C-24D4-482B-9D6E-47D2F05EE430}" dt="2025-06-11T20:06:49.094" v="1959"/>
          <ac:spMkLst>
            <pc:docMk/>
            <pc:sldMk cId="541804480" sldId="352"/>
            <ac:spMk id="44" creationId="{919C97DB-13F0-C9A5-E61E-3552B4DEEC9E}"/>
          </ac:spMkLst>
        </pc:spChg>
        <pc:spChg chg="mod">
          <ac:chgData name="Peko Tim - s2420458029" userId="f0ce34c3-9d6a-4b3f-af77-89199931493b" providerId="ADAL" clId="{EDAA780C-24D4-482B-9D6E-47D2F05EE430}" dt="2025-06-11T20:06:49.094" v="1959"/>
          <ac:spMkLst>
            <pc:docMk/>
            <pc:sldMk cId="541804480" sldId="352"/>
            <ac:spMk id="45" creationId="{136DA429-D9C1-2A80-74CB-B540CFD26CD1}"/>
          </ac:spMkLst>
        </pc:spChg>
        <pc:spChg chg="mod">
          <ac:chgData name="Peko Tim - s2420458029" userId="f0ce34c3-9d6a-4b3f-af77-89199931493b" providerId="ADAL" clId="{EDAA780C-24D4-482B-9D6E-47D2F05EE430}" dt="2025-06-11T20:06:49.094" v="1959"/>
          <ac:spMkLst>
            <pc:docMk/>
            <pc:sldMk cId="541804480" sldId="352"/>
            <ac:spMk id="46" creationId="{F6A8649E-4118-AF52-0CBD-55D39EC30382}"/>
          </ac:spMkLst>
        </pc:spChg>
        <pc:spChg chg="mod">
          <ac:chgData name="Peko Tim - s2420458029" userId="f0ce34c3-9d6a-4b3f-af77-89199931493b" providerId="ADAL" clId="{EDAA780C-24D4-482B-9D6E-47D2F05EE430}" dt="2025-06-11T20:06:49.094" v="1959"/>
          <ac:spMkLst>
            <pc:docMk/>
            <pc:sldMk cId="541804480" sldId="352"/>
            <ac:spMk id="47" creationId="{C12FC295-11F1-EC54-A413-2978E50DD978}"/>
          </ac:spMkLst>
        </pc:spChg>
        <pc:spChg chg="mod">
          <ac:chgData name="Peko Tim - s2420458029" userId="f0ce34c3-9d6a-4b3f-af77-89199931493b" providerId="ADAL" clId="{EDAA780C-24D4-482B-9D6E-47D2F05EE430}" dt="2025-06-11T20:06:49.094" v="1959"/>
          <ac:spMkLst>
            <pc:docMk/>
            <pc:sldMk cId="541804480" sldId="352"/>
            <ac:spMk id="48" creationId="{01B14AF6-6D35-BF4C-0584-9924843AA236}"/>
          </ac:spMkLst>
        </pc:spChg>
        <pc:spChg chg="mod">
          <ac:chgData name="Peko Tim - s2420458029" userId="f0ce34c3-9d6a-4b3f-af77-89199931493b" providerId="ADAL" clId="{EDAA780C-24D4-482B-9D6E-47D2F05EE430}" dt="2025-06-11T20:06:49.094" v="1959"/>
          <ac:spMkLst>
            <pc:docMk/>
            <pc:sldMk cId="541804480" sldId="352"/>
            <ac:spMk id="49" creationId="{A705F1FB-47D1-DB36-E405-07B9D2A72219}"/>
          </ac:spMkLst>
        </pc:spChg>
        <pc:spChg chg="mod">
          <ac:chgData name="Peko Tim - s2420458029" userId="f0ce34c3-9d6a-4b3f-af77-89199931493b" providerId="ADAL" clId="{EDAA780C-24D4-482B-9D6E-47D2F05EE430}" dt="2025-06-11T20:06:49.094" v="1959"/>
          <ac:spMkLst>
            <pc:docMk/>
            <pc:sldMk cId="541804480" sldId="352"/>
            <ac:spMk id="50" creationId="{DE10F3A2-C17D-FC95-927A-A0FFCFD7AC35}"/>
          </ac:spMkLst>
        </pc:spChg>
        <pc:spChg chg="mod">
          <ac:chgData name="Peko Tim - s2420458029" userId="f0ce34c3-9d6a-4b3f-af77-89199931493b" providerId="ADAL" clId="{EDAA780C-24D4-482B-9D6E-47D2F05EE430}" dt="2025-06-11T20:06:49.094" v="1959"/>
          <ac:spMkLst>
            <pc:docMk/>
            <pc:sldMk cId="541804480" sldId="352"/>
            <ac:spMk id="51" creationId="{94AECE99-851E-6DB5-9C7A-0B8D8FC32C7B}"/>
          </ac:spMkLst>
        </pc:spChg>
        <pc:spChg chg="mod">
          <ac:chgData name="Peko Tim - s2420458029" userId="f0ce34c3-9d6a-4b3f-af77-89199931493b" providerId="ADAL" clId="{EDAA780C-24D4-482B-9D6E-47D2F05EE430}" dt="2025-06-11T19:56:44.056" v="1830" actId="20577"/>
          <ac:spMkLst>
            <pc:docMk/>
            <pc:sldMk cId="541804480" sldId="352"/>
            <ac:spMk id="1001" creationId="{6139E0F1-72A7-C8A9-21CA-BB3D832F46AC}"/>
          </ac:spMkLst>
        </pc:spChg>
        <pc:spChg chg="mod">
          <ac:chgData name="Peko Tim - s2420458029" userId="f0ce34c3-9d6a-4b3f-af77-89199931493b" providerId="ADAL" clId="{EDAA780C-24D4-482B-9D6E-47D2F05EE430}" dt="2025-06-11T19:56:25.865" v="1794" actId="20577"/>
          <ac:spMkLst>
            <pc:docMk/>
            <pc:sldMk cId="541804480" sldId="352"/>
            <ac:spMk id="1002" creationId="{76565A28-758F-D6B0-8841-F8B9BBF4606E}"/>
          </ac:spMkLst>
        </pc:spChg>
        <pc:spChg chg="mod">
          <ac:chgData name="Peko Tim - s2420458029" userId="f0ce34c3-9d6a-4b3f-af77-89199931493b" providerId="ADAL" clId="{EDAA780C-24D4-482B-9D6E-47D2F05EE430}" dt="2025-06-11T19:56:37.934" v="1823" actId="20577"/>
          <ac:spMkLst>
            <pc:docMk/>
            <pc:sldMk cId="541804480" sldId="352"/>
            <ac:spMk id="1003" creationId="{01DFB254-9EB5-587F-0FEB-B09345EE4129}"/>
          </ac:spMkLst>
        </pc:spChg>
        <pc:spChg chg="mod">
          <ac:chgData name="Peko Tim - s2420458029" userId="f0ce34c3-9d6a-4b3f-af77-89199931493b" providerId="ADAL" clId="{EDAA780C-24D4-482B-9D6E-47D2F05EE430}" dt="2025-06-11T20:03:14.766" v="1942" actId="1036"/>
          <ac:spMkLst>
            <pc:docMk/>
            <pc:sldMk cId="541804480" sldId="352"/>
            <ac:spMk id="1007" creationId="{961ECD72-90E5-AC50-8376-0A4EB0EA8F6D}"/>
          </ac:spMkLst>
        </pc:spChg>
        <pc:spChg chg="mod">
          <ac:chgData name="Peko Tim - s2420458029" userId="f0ce34c3-9d6a-4b3f-af77-89199931493b" providerId="ADAL" clId="{EDAA780C-24D4-482B-9D6E-47D2F05EE430}" dt="2025-06-11T19:56:52.636" v="1846" actId="20577"/>
          <ac:spMkLst>
            <pc:docMk/>
            <pc:sldMk cId="541804480" sldId="352"/>
            <ac:spMk id="1008" creationId="{60EC474E-1EC5-9252-9136-14EE4173253D}"/>
          </ac:spMkLst>
        </pc:spChg>
        <pc:spChg chg="mod">
          <ac:chgData name="Peko Tim - s2420458029" userId="f0ce34c3-9d6a-4b3f-af77-89199931493b" providerId="ADAL" clId="{EDAA780C-24D4-482B-9D6E-47D2F05EE430}" dt="2025-06-11T19:56:50.060" v="1839" actId="20577"/>
          <ac:spMkLst>
            <pc:docMk/>
            <pc:sldMk cId="541804480" sldId="352"/>
            <ac:spMk id="1009" creationId="{4BAF235F-6D67-F52C-00EF-3F0AD24EDDC8}"/>
          </ac:spMkLst>
        </pc:spChg>
        <pc:spChg chg="mod">
          <ac:chgData name="Peko Tim - s2420458029" userId="f0ce34c3-9d6a-4b3f-af77-89199931493b" providerId="ADAL" clId="{EDAA780C-24D4-482B-9D6E-47D2F05EE430}" dt="2025-06-11T19:57:09.822" v="1850" actId="20577"/>
          <ac:spMkLst>
            <pc:docMk/>
            <pc:sldMk cId="541804480" sldId="352"/>
            <ac:spMk id="1010" creationId="{93B1CB05-E1A2-E049-958E-05446256B521}"/>
          </ac:spMkLst>
        </pc:spChg>
        <pc:spChg chg="add del">
          <ac:chgData name="Peko Tim - s2420458029" userId="f0ce34c3-9d6a-4b3f-af77-89199931493b" providerId="ADAL" clId="{EDAA780C-24D4-482B-9D6E-47D2F05EE430}" dt="2025-06-11T20:03:20.601" v="1945" actId="478"/>
          <ac:spMkLst>
            <pc:docMk/>
            <pc:sldMk cId="541804480" sldId="352"/>
            <ac:spMk id="1012" creationId="{D5B9CA59-92ED-8093-367F-3B3E64049D6D}"/>
          </ac:spMkLst>
        </pc:spChg>
        <pc:spChg chg="mod">
          <ac:chgData name="Peko Tim - s2420458029" userId="f0ce34c3-9d6a-4b3f-af77-89199931493b" providerId="ADAL" clId="{EDAA780C-24D4-482B-9D6E-47D2F05EE430}" dt="2025-06-11T19:59:28.212" v="1912" actId="122"/>
          <ac:spMkLst>
            <pc:docMk/>
            <pc:sldMk cId="541804480" sldId="352"/>
            <ac:spMk id="1015" creationId="{DFD6B3B1-AAFD-2B87-2EDC-CCC18EA33FC8}"/>
          </ac:spMkLst>
        </pc:spChg>
        <pc:spChg chg="del">
          <ac:chgData name="Peko Tim - s2420458029" userId="f0ce34c3-9d6a-4b3f-af77-89199931493b" providerId="ADAL" clId="{EDAA780C-24D4-482B-9D6E-47D2F05EE430}" dt="2025-06-11T19:59:39.846" v="1914" actId="478"/>
          <ac:spMkLst>
            <pc:docMk/>
            <pc:sldMk cId="541804480" sldId="352"/>
            <ac:spMk id="1016" creationId="{2054D135-791B-6272-D9DD-9E3B9FD469D8}"/>
          </ac:spMkLst>
        </pc:spChg>
        <pc:spChg chg="del">
          <ac:chgData name="Peko Tim - s2420458029" userId="f0ce34c3-9d6a-4b3f-af77-89199931493b" providerId="ADAL" clId="{EDAA780C-24D4-482B-9D6E-47D2F05EE430}" dt="2025-06-11T19:59:45.443" v="1916" actId="478"/>
          <ac:spMkLst>
            <pc:docMk/>
            <pc:sldMk cId="541804480" sldId="352"/>
            <ac:spMk id="1017" creationId="{9DC17B94-635B-DA00-BD8D-13713470BFAC}"/>
          </ac:spMkLst>
        </pc:spChg>
        <pc:spChg chg="del">
          <ac:chgData name="Peko Tim - s2420458029" userId="f0ce34c3-9d6a-4b3f-af77-89199931493b" providerId="ADAL" clId="{EDAA780C-24D4-482B-9D6E-47D2F05EE430}" dt="2025-06-11T19:59:43.785" v="1915" actId="478"/>
          <ac:spMkLst>
            <pc:docMk/>
            <pc:sldMk cId="541804480" sldId="352"/>
            <ac:spMk id="1018" creationId="{50B17C57-71D1-355D-F07F-9EA0EA5514DC}"/>
          </ac:spMkLst>
        </pc:spChg>
        <pc:spChg chg="del">
          <ac:chgData name="Peko Tim - s2420458029" userId="f0ce34c3-9d6a-4b3f-af77-89199931493b" providerId="ADAL" clId="{EDAA780C-24D4-482B-9D6E-47D2F05EE430}" dt="2025-06-11T20:03:25.699" v="1947" actId="478"/>
          <ac:spMkLst>
            <pc:docMk/>
            <pc:sldMk cId="541804480" sldId="352"/>
            <ac:spMk id="1019" creationId="{C4308028-12CC-1B6C-5581-B7F136634945}"/>
          </ac:spMkLst>
        </pc:spChg>
        <pc:spChg chg="del">
          <ac:chgData name="Peko Tim - s2420458029" userId="f0ce34c3-9d6a-4b3f-af77-89199931493b" providerId="ADAL" clId="{EDAA780C-24D4-482B-9D6E-47D2F05EE430}" dt="2025-06-11T20:03:24.092" v="1946" actId="478"/>
          <ac:spMkLst>
            <pc:docMk/>
            <pc:sldMk cId="541804480" sldId="352"/>
            <ac:spMk id="1020" creationId="{5E6D5864-0791-3037-674F-1EF7067D238D}"/>
          </ac:spMkLst>
        </pc:spChg>
        <pc:spChg chg="del">
          <ac:chgData name="Peko Tim - s2420458029" userId="f0ce34c3-9d6a-4b3f-af77-89199931493b" providerId="ADAL" clId="{EDAA780C-24D4-482B-9D6E-47D2F05EE430}" dt="2025-06-11T20:03:27.442" v="1948" actId="478"/>
          <ac:spMkLst>
            <pc:docMk/>
            <pc:sldMk cId="541804480" sldId="352"/>
            <ac:spMk id="1021" creationId="{A7EEE4CF-719C-B20F-7BF1-C69A0FBE1BBC}"/>
          </ac:spMkLst>
        </pc:spChg>
        <pc:spChg chg="del">
          <ac:chgData name="Peko Tim - s2420458029" userId="f0ce34c3-9d6a-4b3f-af77-89199931493b" providerId="ADAL" clId="{EDAA780C-24D4-482B-9D6E-47D2F05EE430}" dt="2025-06-11T20:03:32.320" v="1950" actId="478"/>
          <ac:spMkLst>
            <pc:docMk/>
            <pc:sldMk cId="541804480" sldId="352"/>
            <ac:spMk id="1027" creationId="{A52EB9F3-624C-1CBF-95C9-E9D2A9FD7F23}"/>
          </ac:spMkLst>
        </pc:spChg>
        <pc:spChg chg="del">
          <ac:chgData name="Peko Tim - s2420458029" userId="f0ce34c3-9d6a-4b3f-af77-89199931493b" providerId="ADAL" clId="{EDAA780C-24D4-482B-9D6E-47D2F05EE430}" dt="2025-06-11T20:02:29.016" v="1917" actId="478"/>
          <ac:spMkLst>
            <pc:docMk/>
            <pc:sldMk cId="541804480" sldId="352"/>
            <ac:spMk id="1035" creationId="{7A08A7DD-7216-2B62-EDB7-4E153E5F0F6E}"/>
          </ac:spMkLst>
        </pc:spChg>
        <pc:spChg chg="del">
          <ac:chgData name="Peko Tim - s2420458029" userId="f0ce34c3-9d6a-4b3f-af77-89199931493b" providerId="ADAL" clId="{EDAA780C-24D4-482B-9D6E-47D2F05EE430}" dt="2025-06-11T20:02:34.788" v="1920" actId="478"/>
          <ac:spMkLst>
            <pc:docMk/>
            <pc:sldMk cId="541804480" sldId="352"/>
            <ac:spMk id="1036" creationId="{BC019D51-6822-AE2E-D7FB-25B81BDB6A64}"/>
          </ac:spMkLst>
        </pc:spChg>
        <pc:spChg chg="del">
          <ac:chgData name="Peko Tim - s2420458029" userId="f0ce34c3-9d6a-4b3f-af77-89199931493b" providerId="ADAL" clId="{EDAA780C-24D4-482B-9D6E-47D2F05EE430}" dt="2025-06-11T20:02:35.524" v="1921" actId="478"/>
          <ac:spMkLst>
            <pc:docMk/>
            <pc:sldMk cId="541804480" sldId="352"/>
            <ac:spMk id="1037" creationId="{AA6A9FC1-AC19-A59C-8514-2395F0508864}"/>
          </ac:spMkLst>
        </pc:spChg>
        <pc:spChg chg="del">
          <ac:chgData name="Peko Tim - s2420458029" userId="f0ce34c3-9d6a-4b3f-af77-89199931493b" providerId="ADAL" clId="{EDAA780C-24D4-482B-9D6E-47D2F05EE430}" dt="2025-06-11T20:02:33.513" v="1919" actId="478"/>
          <ac:spMkLst>
            <pc:docMk/>
            <pc:sldMk cId="541804480" sldId="352"/>
            <ac:spMk id="1038" creationId="{8CC27695-3ED5-4A92-7FCE-B9AA9380E0B7}"/>
          </ac:spMkLst>
        </pc:spChg>
        <pc:spChg chg="del">
          <ac:chgData name="Peko Tim - s2420458029" userId="f0ce34c3-9d6a-4b3f-af77-89199931493b" providerId="ADAL" clId="{EDAA780C-24D4-482B-9D6E-47D2F05EE430}" dt="2025-06-11T20:02:30.989" v="1918" actId="478"/>
          <ac:spMkLst>
            <pc:docMk/>
            <pc:sldMk cId="541804480" sldId="352"/>
            <ac:spMk id="1039" creationId="{C7711AC7-732F-4CD5-C99C-E88BE9A37239}"/>
          </ac:spMkLst>
        </pc:spChg>
        <pc:spChg chg="del">
          <ac:chgData name="Peko Tim - s2420458029" userId="f0ce34c3-9d6a-4b3f-af77-89199931493b" providerId="ADAL" clId="{EDAA780C-24D4-482B-9D6E-47D2F05EE430}" dt="2025-06-11T20:02:46.355" v="1922" actId="478"/>
          <ac:spMkLst>
            <pc:docMk/>
            <pc:sldMk cId="541804480" sldId="352"/>
            <ac:spMk id="1041" creationId="{69C85ED6-AE6C-882B-6F4C-D62BB5E2413C}"/>
          </ac:spMkLst>
        </pc:spChg>
        <pc:grpChg chg="mod">
          <ac:chgData name="Peko Tim - s2420458029" userId="f0ce34c3-9d6a-4b3f-af77-89199931493b" providerId="ADAL" clId="{EDAA780C-24D4-482B-9D6E-47D2F05EE430}" dt="2025-06-11T20:05:32.521" v="1953" actId="14100"/>
          <ac:grpSpMkLst>
            <pc:docMk/>
            <pc:sldMk cId="541804480" sldId="352"/>
            <ac:grpSpMk id="10" creationId="{C2CDBFF0-268F-700C-6C71-A5398CD26538}"/>
          </ac:grpSpMkLst>
        </pc:grpChg>
        <pc:grpChg chg="add mod">
          <ac:chgData name="Peko Tim - s2420458029" userId="f0ce34c3-9d6a-4b3f-af77-89199931493b" providerId="ADAL" clId="{EDAA780C-24D4-482B-9D6E-47D2F05EE430}" dt="2025-06-11T20:06:03.296" v="1956" actId="1076"/>
          <ac:grpSpMkLst>
            <pc:docMk/>
            <pc:sldMk cId="541804480" sldId="352"/>
            <ac:grpSpMk id="21" creationId="{D89932CF-FBA2-47C7-49E9-F47A52D5B505}"/>
          </ac:grpSpMkLst>
        </pc:grpChg>
        <pc:grpChg chg="mod">
          <ac:chgData name="Peko Tim - s2420458029" userId="f0ce34c3-9d6a-4b3f-af77-89199931493b" providerId="ADAL" clId="{EDAA780C-24D4-482B-9D6E-47D2F05EE430}" dt="2025-06-11T20:06:46.197" v="1958" actId="1076"/>
          <ac:grpSpMkLst>
            <pc:docMk/>
            <pc:sldMk cId="541804480" sldId="352"/>
            <ac:grpSpMk id="29" creationId="{B0C8B10F-24D9-FB66-DD1E-B53BAED09546}"/>
          </ac:grpSpMkLst>
        </pc:grpChg>
        <pc:grpChg chg="mod">
          <ac:chgData name="Peko Tim - s2420458029" userId="f0ce34c3-9d6a-4b3f-af77-89199931493b" providerId="ADAL" clId="{EDAA780C-24D4-482B-9D6E-47D2F05EE430}" dt="2025-06-11T20:06:52.395" v="1960" actId="1076"/>
          <ac:grpSpMkLst>
            <pc:docMk/>
            <pc:sldMk cId="541804480" sldId="352"/>
            <ac:grpSpMk id="41" creationId="{2E74A44B-6E5D-08A3-AE6E-94CFB9EE8F07}"/>
          </ac:grpSpMkLst>
        </pc:grpChg>
        <pc:grpChg chg="del">
          <ac:chgData name="Peko Tim - s2420458029" userId="f0ce34c3-9d6a-4b3f-af77-89199931493b" providerId="ADAL" clId="{EDAA780C-24D4-482B-9D6E-47D2F05EE430}" dt="2025-06-11T20:03:29.159" v="1949" actId="478"/>
          <ac:grpSpMkLst>
            <pc:docMk/>
            <pc:sldMk cId="541804480" sldId="352"/>
            <ac:grpSpMk id="1022" creationId="{64B3E79D-4F0C-4074-1611-28FAAB0BEEB9}"/>
          </ac:grpSpMkLst>
        </pc:grpChg>
        <pc:grpChg chg="del">
          <ac:chgData name="Peko Tim - s2420458029" userId="f0ce34c3-9d6a-4b3f-af77-89199931493b" providerId="ADAL" clId="{EDAA780C-24D4-482B-9D6E-47D2F05EE430}" dt="2025-06-11T20:03:17.954" v="1943" actId="478"/>
          <ac:grpSpMkLst>
            <pc:docMk/>
            <pc:sldMk cId="541804480" sldId="352"/>
            <ac:grpSpMk id="1028" creationId="{DD3D4EB8-3E37-B4F8-3F8C-2C0BEEB3BDC1}"/>
          </ac:grpSpMkLst>
        </pc:grpChg>
        <pc:grpChg chg="add del">
          <ac:chgData name="Peko Tim - s2420458029" userId="f0ce34c3-9d6a-4b3f-af77-89199931493b" providerId="ADAL" clId="{EDAA780C-24D4-482B-9D6E-47D2F05EE430}" dt="2025-06-11T20:03:10.521" v="1936" actId="478"/>
          <ac:grpSpMkLst>
            <pc:docMk/>
            <pc:sldMk cId="541804480" sldId="352"/>
            <ac:grpSpMk id="1042" creationId="{C371421F-F7CB-368D-83DF-E896E9826483}"/>
          </ac:grpSpMkLst>
        </pc:grpChg>
        <pc:cxnChg chg="mod">
          <ac:chgData name="Peko Tim - s2420458029" userId="f0ce34c3-9d6a-4b3f-af77-89199931493b" providerId="ADAL" clId="{EDAA780C-24D4-482B-9D6E-47D2F05EE430}" dt="2025-06-11T20:03:14.766" v="1942" actId="1036"/>
          <ac:cxnSpMkLst>
            <pc:docMk/>
            <pc:sldMk cId="541804480" sldId="352"/>
            <ac:cxnSpMk id="1006" creationId="{842EE079-6521-28E0-3849-087CA0EFDF7F}"/>
          </ac:cxnSpMkLst>
        </pc:cxnChg>
        <pc:cxnChg chg="mod">
          <ac:chgData name="Peko Tim - s2420458029" userId="f0ce34c3-9d6a-4b3f-af77-89199931493b" providerId="ADAL" clId="{EDAA780C-24D4-482B-9D6E-47D2F05EE430}" dt="2025-06-11T20:03:20.601" v="1945" actId="478"/>
          <ac:cxnSpMkLst>
            <pc:docMk/>
            <pc:sldMk cId="541804480" sldId="352"/>
            <ac:cxnSpMk id="1011" creationId="{C1EB9D56-9B11-0824-E6CC-85769095D680}"/>
          </ac:cxnSpMkLst>
        </pc:cxnChg>
      </pc:sldChg>
      <pc:sldChg chg="addSp delSp modSp add mod">
        <pc:chgData name="Peko Tim - s2420458029" userId="f0ce34c3-9d6a-4b3f-af77-89199931493b" providerId="ADAL" clId="{EDAA780C-24D4-482B-9D6E-47D2F05EE430}" dt="2025-06-11T20:09:53.345" v="2020" actId="1037"/>
        <pc:sldMkLst>
          <pc:docMk/>
          <pc:sldMk cId="1000810759" sldId="353"/>
        </pc:sldMkLst>
        <pc:spChg chg="add del mod">
          <ac:chgData name="Peko Tim - s2420458029" userId="f0ce34c3-9d6a-4b3f-af77-89199931493b" providerId="ADAL" clId="{EDAA780C-24D4-482B-9D6E-47D2F05EE430}" dt="2025-06-11T20:09:26.265" v="1986" actId="478"/>
          <ac:spMkLst>
            <pc:docMk/>
            <pc:sldMk cId="1000810759" sldId="353"/>
            <ac:spMk id="3" creationId="{1DD3B51E-DE20-A0DE-F34F-4050DF84D3DF}"/>
          </ac:spMkLst>
        </pc:spChg>
        <pc:spChg chg="add del mod">
          <ac:chgData name="Peko Tim - s2420458029" userId="f0ce34c3-9d6a-4b3f-af77-89199931493b" providerId="ADAL" clId="{EDAA780C-24D4-482B-9D6E-47D2F05EE430}" dt="2025-06-11T20:09:31.287" v="1988" actId="14100"/>
          <ac:spMkLst>
            <pc:docMk/>
            <pc:sldMk cId="1000810759" sldId="353"/>
            <ac:spMk id="736" creationId="{A04200B0-0823-500F-6C8A-A1E6C46468A6}"/>
          </ac:spMkLst>
        </pc:spChg>
        <pc:picChg chg="mod modCrop">
          <ac:chgData name="Peko Tim - s2420458029" userId="f0ce34c3-9d6a-4b3f-af77-89199931493b" providerId="ADAL" clId="{EDAA780C-24D4-482B-9D6E-47D2F05EE430}" dt="2025-06-11T20:09:53.345" v="2020" actId="1037"/>
          <ac:picMkLst>
            <pc:docMk/>
            <pc:sldMk cId="1000810759" sldId="353"/>
            <ac:picMk id="735" creationId="{AB2989A2-C6F2-87BA-030D-47D008DD6801}"/>
          </ac:picMkLst>
        </pc:picChg>
      </pc:sldChg>
      <pc:sldChg chg="modSp add mod ord">
        <pc:chgData name="Peko Tim - s2420458029" userId="f0ce34c3-9d6a-4b3f-af77-89199931493b" providerId="ADAL" clId="{EDAA780C-24D4-482B-9D6E-47D2F05EE430}" dt="2025-06-11T20:14:54.524" v="2056" actId="14826"/>
        <pc:sldMkLst>
          <pc:docMk/>
          <pc:sldMk cId="2282103253" sldId="354"/>
        </pc:sldMkLst>
        <pc:spChg chg="mod">
          <ac:chgData name="Peko Tim - s2420458029" userId="f0ce34c3-9d6a-4b3f-af77-89199931493b" providerId="ADAL" clId="{EDAA780C-24D4-482B-9D6E-47D2F05EE430}" dt="2025-06-11T20:14:25.629" v="2055" actId="20577"/>
          <ac:spMkLst>
            <pc:docMk/>
            <pc:sldMk cId="2282103253" sldId="354"/>
            <ac:spMk id="736" creationId="{60C87C0A-C831-FF94-7933-8778928E7956}"/>
          </ac:spMkLst>
        </pc:spChg>
        <pc:picChg chg="mod">
          <ac:chgData name="Peko Tim - s2420458029" userId="f0ce34c3-9d6a-4b3f-af77-89199931493b" providerId="ADAL" clId="{EDAA780C-24D4-482B-9D6E-47D2F05EE430}" dt="2025-06-11T20:14:54.524" v="2056" actId="14826"/>
          <ac:picMkLst>
            <pc:docMk/>
            <pc:sldMk cId="2282103253" sldId="354"/>
            <ac:picMk id="735" creationId="{698FF432-0BEB-4A02-7F77-D99D5FDB1A47}"/>
          </ac:picMkLst>
        </pc:picChg>
      </pc:sldChg>
      <pc:sldChg chg="new del">
        <pc:chgData name="Peko Tim - s2420458029" userId="f0ce34c3-9d6a-4b3f-af77-89199931493b" providerId="ADAL" clId="{EDAA780C-24D4-482B-9D6E-47D2F05EE430}" dt="2025-06-11T20:13:52.241" v="2026" actId="47"/>
        <pc:sldMkLst>
          <pc:docMk/>
          <pc:sldMk cId="3571676897" sldId="354"/>
        </pc:sldMkLst>
      </pc:sldChg>
      <pc:sldChg chg="addSp delSp modSp add mod">
        <pc:chgData name="Peko Tim - s2420458029" userId="f0ce34c3-9d6a-4b3f-af77-89199931493b" providerId="ADAL" clId="{EDAA780C-24D4-482B-9D6E-47D2F05EE430}" dt="2025-06-11T20:27:02.327" v="2490" actId="20577"/>
        <pc:sldMkLst>
          <pc:docMk/>
          <pc:sldMk cId="484750191" sldId="355"/>
        </pc:sldMkLst>
        <pc:spChg chg="mod">
          <ac:chgData name="Peko Tim - s2420458029" userId="f0ce34c3-9d6a-4b3f-af77-89199931493b" providerId="ADAL" clId="{EDAA780C-24D4-482B-9D6E-47D2F05EE430}" dt="2025-06-11T20:17:40.563" v="2187"/>
          <ac:spMkLst>
            <pc:docMk/>
            <pc:sldMk cId="484750191" sldId="355"/>
            <ac:spMk id="3" creationId="{428DBF31-DB27-834F-ABB5-31526B8E579E}"/>
          </ac:spMkLst>
        </pc:spChg>
        <pc:spChg chg="mod">
          <ac:chgData name="Peko Tim - s2420458029" userId="f0ce34c3-9d6a-4b3f-af77-89199931493b" providerId="ADAL" clId="{EDAA780C-24D4-482B-9D6E-47D2F05EE430}" dt="2025-06-11T20:17:40.563" v="2187"/>
          <ac:spMkLst>
            <pc:docMk/>
            <pc:sldMk cId="484750191" sldId="355"/>
            <ac:spMk id="5" creationId="{A99645A5-0E80-AE84-0A77-0EE86B511941}"/>
          </ac:spMkLst>
        </pc:spChg>
        <pc:spChg chg="mod">
          <ac:chgData name="Peko Tim - s2420458029" userId="f0ce34c3-9d6a-4b3f-af77-89199931493b" providerId="ADAL" clId="{EDAA780C-24D4-482B-9D6E-47D2F05EE430}" dt="2025-06-11T20:17:40.563" v="2187"/>
          <ac:spMkLst>
            <pc:docMk/>
            <pc:sldMk cId="484750191" sldId="355"/>
            <ac:spMk id="6" creationId="{88D3A4A6-38D5-449F-4B4C-EAEB316C8FDE}"/>
          </ac:spMkLst>
        </pc:spChg>
        <pc:spChg chg="mod">
          <ac:chgData name="Peko Tim - s2420458029" userId="f0ce34c3-9d6a-4b3f-af77-89199931493b" providerId="ADAL" clId="{EDAA780C-24D4-482B-9D6E-47D2F05EE430}" dt="2025-06-11T20:17:40.563" v="2187"/>
          <ac:spMkLst>
            <pc:docMk/>
            <pc:sldMk cId="484750191" sldId="355"/>
            <ac:spMk id="7" creationId="{F8753E76-13F8-65E6-475F-09FADDF5A155}"/>
          </ac:spMkLst>
        </pc:spChg>
        <pc:spChg chg="mod">
          <ac:chgData name="Peko Tim - s2420458029" userId="f0ce34c3-9d6a-4b3f-af77-89199931493b" providerId="ADAL" clId="{EDAA780C-24D4-482B-9D6E-47D2F05EE430}" dt="2025-06-11T20:17:40.563" v="2187"/>
          <ac:spMkLst>
            <pc:docMk/>
            <pc:sldMk cId="484750191" sldId="355"/>
            <ac:spMk id="8" creationId="{A727117D-765D-3D9B-74E6-3E57FF533316}"/>
          </ac:spMkLst>
        </pc:spChg>
        <pc:spChg chg="mod">
          <ac:chgData name="Peko Tim - s2420458029" userId="f0ce34c3-9d6a-4b3f-af77-89199931493b" providerId="ADAL" clId="{EDAA780C-24D4-482B-9D6E-47D2F05EE430}" dt="2025-06-11T20:17:40.563" v="2187"/>
          <ac:spMkLst>
            <pc:docMk/>
            <pc:sldMk cId="484750191" sldId="355"/>
            <ac:spMk id="9" creationId="{5E8B297F-AB8F-0096-E0A2-8BE31E900DDF}"/>
          </ac:spMkLst>
        </pc:spChg>
        <pc:spChg chg="mod">
          <ac:chgData name="Peko Tim - s2420458029" userId="f0ce34c3-9d6a-4b3f-af77-89199931493b" providerId="ADAL" clId="{EDAA780C-24D4-482B-9D6E-47D2F05EE430}" dt="2025-06-11T20:17:40.563" v="2187"/>
          <ac:spMkLst>
            <pc:docMk/>
            <pc:sldMk cId="484750191" sldId="355"/>
            <ac:spMk id="10" creationId="{880C62BE-E952-E0EF-1A31-2ED648F2BB0B}"/>
          </ac:spMkLst>
        </pc:spChg>
        <pc:spChg chg="mod">
          <ac:chgData name="Peko Tim - s2420458029" userId="f0ce34c3-9d6a-4b3f-af77-89199931493b" providerId="ADAL" clId="{EDAA780C-24D4-482B-9D6E-47D2F05EE430}" dt="2025-06-11T20:17:40.563" v="2187"/>
          <ac:spMkLst>
            <pc:docMk/>
            <pc:sldMk cId="484750191" sldId="355"/>
            <ac:spMk id="14" creationId="{F59DDF99-476D-5C28-50D0-338C5F1F9D4C}"/>
          </ac:spMkLst>
        </pc:spChg>
        <pc:spChg chg="mod">
          <ac:chgData name="Peko Tim - s2420458029" userId="f0ce34c3-9d6a-4b3f-af77-89199931493b" providerId="ADAL" clId="{EDAA780C-24D4-482B-9D6E-47D2F05EE430}" dt="2025-06-11T20:17:40.563" v="2187"/>
          <ac:spMkLst>
            <pc:docMk/>
            <pc:sldMk cId="484750191" sldId="355"/>
            <ac:spMk id="19" creationId="{C62053A7-C9E0-977C-5D25-BD93FC86C423}"/>
          </ac:spMkLst>
        </pc:spChg>
        <pc:spChg chg="mod">
          <ac:chgData name="Peko Tim - s2420458029" userId="f0ce34c3-9d6a-4b3f-af77-89199931493b" providerId="ADAL" clId="{EDAA780C-24D4-482B-9D6E-47D2F05EE430}" dt="2025-06-11T20:17:40.563" v="2187"/>
          <ac:spMkLst>
            <pc:docMk/>
            <pc:sldMk cId="484750191" sldId="355"/>
            <ac:spMk id="20" creationId="{8518B0D7-98F0-2A9B-4DCA-C8B3526C5365}"/>
          </ac:spMkLst>
        </pc:spChg>
        <pc:spChg chg="mod">
          <ac:chgData name="Peko Tim - s2420458029" userId="f0ce34c3-9d6a-4b3f-af77-89199931493b" providerId="ADAL" clId="{EDAA780C-24D4-482B-9D6E-47D2F05EE430}" dt="2025-06-11T20:27:02.327" v="2490" actId="20577"/>
          <ac:spMkLst>
            <pc:docMk/>
            <pc:sldMk cId="484750191" sldId="355"/>
            <ac:spMk id="549" creationId="{4EC01FF5-4420-856D-87B1-A2FC92C89EB6}"/>
          </ac:spMkLst>
        </pc:spChg>
        <pc:spChg chg="mod">
          <ac:chgData name="Peko Tim - s2420458029" userId="f0ce34c3-9d6a-4b3f-af77-89199931493b" providerId="ADAL" clId="{EDAA780C-24D4-482B-9D6E-47D2F05EE430}" dt="2025-06-11T20:21:13.686" v="2448" actId="20577"/>
          <ac:spMkLst>
            <pc:docMk/>
            <pc:sldMk cId="484750191" sldId="355"/>
            <ac:spMk id="550" creationId="{354F3A6B-BC3A-9434-E81F-7003221C27E3}"/>
          </ac:spMkLst>
        </pc:spChg>
        <pc:spChg chg="del">
          <ac:chgData name="Peko Tim - s2420458029" userId="f0ce34c3-9d6a-4b3f-af77-89199931493b" providerId="ADAL" clId="{EDAA780C-24D4-482B-9D6E-47D2F05EE430}" dt="2025-06-11T20:17:13.924" v="2185" actId="478"/>
          <ac:spMkLst>
            <pc:docMk/>
            <pc:sldMk cId="484750191" sldId="355"/>
            <ac:spMk id="559" creationId="{22AC3C07-1ADD-D638-4839-E1DF27B03B0B}"/>
          </ac:spMkLst>
        </pc:spChg>
        <pc:spChg chg="del">
          <ac:chgData name="Peko Tim - s2420458029" userId="f0ce34c3-9d6a-4b3f-af77-89199931493b" providerId="ADAL" clId="{EDAA780C-24D4-482B-9D6E-47D2F05EE430}" dt="2025-06-11T20:17:17.329" v="2186" actId="478"/>
          <ac:spMkLst>
            <pc:docMk/>
            <pc:sldMk cId="484750191" sldId="355"/>
            <ac:spMk id="560" creationId="{75D9C9E2-5B08-370B-7001-E9BF7AE9AEE4}"/>
          </ac:spMkLst>
        </pc:spChg>
        <pc:spChg chg="del">
          <ac:chgData name="Peko Tim - s2420458029" userId="f0ce34c3-9d6a-4b3f-af77-89199931493b" providerId="ADAL" clId="{EDAA780C-24D4-482B-9D6E-47D2F05EE430}" dt="2025-06-11T20:17:10.673" v="2184" actId="478"/>
          <ac:spMkLst>
            <pc:docMk/>
            <pc:sldMk cId="484750191" sldId="355"/>
            <ac:spMk id="562" creationId="{B292C01A-BB5B-29ED-CD68-A4705AF8411B}"/>
          </ac:spMkLst>
        </pc:spChg>
        <pc:spChg chg="del">
          <ac:chgData name="Peko Tim - s2420458029" userId="f0ce34c3-9d6a-4b3f-af77-89199931493b" providerId="ADAL" clId="{EDAA780C-24D4-482B-9D6E-47D2F05EE430}" dt="2025-06-11T20:17:17.329" v="2186" actId="478"/>
          <ac:spMkLst>
            <pc:docMk/>
            <pc:sldMk cId="484750191" sldId="355"/>
            <ac:spMk id="563" creationId="{F1B13526-BDDB-9919-8FF4-2539ED3532D4}"/>
          </ac:spMkLst>
        </pc:spChg>
        <pc:grpChg chg="mod">
          <ac:chgData name="Peko Tim - s2420458029" userId="f0ce34c3-9d6a-4b3f-af77-89199931493b" providerId="ADAL" clId="{EDAA780C-24D4-482B-9D6E-47D2F05EE430}" dt="2025-06-11T20:17:51.919" v="2191" actId="688"/>
          <ac:grpSpMkLst>
            <pc:docMk/>
            <pc:sldMk cId="484750191" sldId="355"/>
            <ac:grpSpMk id="2" creationId="{77AED94D-13B3-C085-5276-75932B959DC9}"/>
          </ac:grpSpMkLst>
        </pc:grpChg>
      </pc:sldChg>
      <pc:sldMasterChg chg="delSldLayout modSldLayout">
        <pc:chgData name="Peko Tim - s2420458029" userId="f0ce34c3-9d6a-4b3f-af77-89199931493b" providerId="ADAL" clId="{EDAA780C-24D4-482B-9D6E-47D2F05EE430}" dt="2025-06-11T20:24:40.824" v="2469" actId="47"/>
        <pc:sldMasterMkLst>
          <pc:docMk/>
          <pc:sldMasterMk cId="0" sldId="2147483683"/>
        </pc:sldMasterMkLst>
        <pc:sldLayoutChg chg="del">
          <pc:chgData name="Peko Tim - s2420458029" userId="f0ce34c3-9d6a-4b3f-af77-89199931493b" providerId="ADAL" clId="{EDAA780C-24D4-482B-9D6E-47D2F05EE430}" dt="2025-06-11T20:24:13.015" v="2467" actId="47"/>
          <pc:sldLayoutMkLst>
            <pc:docMk/>
            <pc:sldMasterMk cId="0" sldId="2147483683"/>
            <pc:sldLayoutMk cId="0" sldId="2147483650"/>
          </pc:sldLayoutMkLst>
        </pc:sldLayoutChg>
        <pc:sldLayoutChg chg="del">
          <pc:chgData name="Peko Tim - s2420458029" userId="f0ce34c3-9d6a-4b3f-af77-89199931493b" providerId="ADAL" clId="{EDAA780C-24D4-482B-9D6E-47D2F05EE430}" dt="2025-06-11T20:23:56.932" v="2465" actId="47"/>
          <pc:sldLayoutMkLst>
            <pc:docMk/>
            <pc:sldMasterMk cId="0" sldId="2147483683"/>
            <pc:sldLayoutMk cId="0" sldId="2147483651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40.824" v="2469" actId="47"/>
          <pc:sldLayoutMkLst>
            <pc:docMk/>
            <pc:sldMasterMk cId="0" sldId="2147483683"/>
            <pc:sldLayoutMk cId="0" sldId="2147483654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10.092" v="2466" actId="47"/>
          <pc:sldLayoutMkLst>
            <pc:docMk/>
            <pc:sldMasterMk cId="0" sldId="2147483683"/>
            <pc:sldLayoutMk cId="0" sldId="2147483655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40.824" v="2469" actId="47"/>
          <pc:sldLayoutMkLst>
            <pc:docMk/>
            <pc:sldMasterMk cId="0" sldId="2147483683"/>
            <pc:sldLayoutMk cId="0" sldId="2147483657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40.824" v="2469" actId="47"/>
          <pc:sldLayoutMkLst>
            <pc:docMk/>
            <pc:sldMasterMk cId="0" sldId="2147483683"/>
            <pc:sldLayoutMk cId="0" sldId="2147483660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40.824" v="2469" actId="47"/>
          <pc:sldLayoutMkLst>
            <pc:docMk/>
            <pc:sldMasterMk cId="0" sldId="2147483683"/>
            <pc:sldLayoutMk cId="0" sldId="2147483662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40.824" v="2469" actId="47"/>
          <pc:sldLayoutMkLst>
            <pc:docMk/>
            <pc:sldMasterMk cId="0" sldId="2147483683"/>
            <pc:sldLayoutMk cId="0" sldId="2147483663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40.824" v="2469" actId="47"/>
          <pc:sldLayoutMkLst>
            <pc:docMk/>
            <pc:sldMasterMk cId="0" sldId="2147483683"/>
            <pc:sldLayoutMk cId="0" sldId="2147483664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40.824" v="2469" actId="47"/>
          <pc:sldLayoutMkLst>
            <pc:docMk/>
            <pc:sldMasterMk cId="0" sldId="2147483683"/>
            <pc:sldLayoutMk cId="0" sldId="2147483665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40.824" v="2469" actId="47"/>
          <pc:sldLayoutMkLst>
            <pc:docMk/>
            <pc:sldMasterMk cId="0" sldId="2147483683"/>
            <pc:sldLayoutMk cId="0" sldId="2147483667"/>
          </pc:sldLayoutMkLst>
        </pc:sldLayoutChg>
        <pc:sldLayoutChg chg="del">
          <pc:chgData name="Peko Tim - s2420458029" userId="f0ce34c3-9d6a-4b3f-af77-89199931493b" providerId="ADAL" clId="{EDAA780C-24D4-482B-9D6E-47D2F05EE430}" dt="2025-06-11T20:23:56.932" v="2465" actId="47"/>
          <pc:sldLayoutMkLst>
            <pc:docMk/>
            <pc:sldMasterMk cId="0" sldId="2147483683"/>
            <pc:sldLayoutMk cId="0" sldId="2147483668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40.824" v="2469" actId="47"/>
          <pc:sldLayoutMkLst>
            <pc:docMk/>
            <pc:sldMasterMk cId="0" sldId="2147483683"/>
            <pc:sldLayoutMk cId="0" sldId="2147483669"/>
          </pc:sldLayoutMkLst>
        </pc:sldLayoutChg>
        <pc:sldLayoutChg chg="del">
          <pc:chgData name="Peko Tim - s2420458029" userId="f0ce34c3-9d6a-4b3f-af77-89199931493b" providerId="ADAL" clId="{EDAA780C-24D4-482B-9D6E-47D2F05EE430}" dt="2025-06-11T20:23:56.932" v="2465" actId="47"/>
          <pc:sldLayoutMkLst>
            <pc:docMk/>
            <pc:sldMasterMk cId="0" sldId="2147483683"/>
            <pc:sldLayoutMk cId="0" sldId="2147483671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40.824" v="2469" actId="47"/>
          <pc:sldLayoutMkLst>
            <pc:docMk/>
            <pc:sldMasterMk cId="0" sldId="2147483683"/>
            <pc:sldLayoutMk cId="0" sldId="2147483672"/>
          </pc:sldLayoutMkLst>
        </pc:sldLayoutChg>
        <pc:sldLayoutChg chg="del">
          <pc:chgData name="Peko Tim - s2420458029" userId="f0ce34c3-9d6a-4b3f-af77-89199931493b" providerId="ADAL" clId="{EDAA780C-24D4-482B-9D6E-47D2F05EE430}" dt="2025-06-11T20:24:40.824" v="2469" actId="47"/>
          <pc:sldLayoutMkLst>
            <pc:docMk/>
            <pc:sldMasterMk cId="0" sldId="2147483683"/>
            <pc:sldLayoutMk cId="0" sldId="2147483676"/>
          </pc:sldLayoutMkLst>
        </pc:sldLayoutChg>
        <pc:sldLayoutChg chg="delSp mod">
          <pc:chgData name="Peko Tim - s2420458029" userId="f0ce34c3-9d6a-4b3f-af77-89199931493b" providerId="ADAL" clId="{EDAA780C-24D4-482B-9D6E-47D2F05EE430}" dt="2025-06-11T20:23:05.589" v="2464" actId="478"/>
          <pc:sldLayoutMkLst>
            <pc:docMk/>
            <pc:sldMasterMk cId="0" sldId="2147483683"/>
            <pc:sldLayoutMk cId="0" sldId="2147483678"/>
          </pc:sldLayoutMkLst>
          <pc:spChg chg="del">
            <ac:chgData name="Peko Tim - s2420458029" userId="f0ce34c3-9d6a-4b3f-af77-89199931493b" providerId="ADAL" clId="{EDAA780C-24D4-482B-9D6E-47D2F05EE430}" dt="2025-06-11T20:23:05.589" v="2464" actId="478"/>
            <ac:spMkLst>
              <pc:docMk/>
              <pc:sldMasterMk cId="0" sldId="2147483683"/>
              <pc:sldLayoutMk cId="0" sldId="2147483678"/>
              <ac:spMk id="331" creationId="{00000000-0000-0000-0000-000000000000}"/>
            </ac:spMkLst>
          </pc:spChg>
        </pc:sldLayoutChg>
      </pc:sldMasterChg>
      <pc:sldMasterChg chg="del delSldLayout">
        <pc:chgData name="Peko Tim - s2420458029" userId="f0ce34c3-9d6a-4b3f-af77-89199931493b" providerId="ADAL" clId="{EDAA780C-24D4-482B-9D6E-47D2F05EE430}" dt="2025-06-11T20:23:56.932" v="2465" actId="47"/>
        <pc:sldMasterMkLst>
          <pc:docMk/>
          <pc:sldMasterMk cId="0" sldId="2147483684"/>
        </pc:sldMasterMkLst>
        <pc:sldLayoutChg chg="del">
          <pc:chgData name="Peko Tim - s2420458029" userId="f0ce34c3-9d6a-4b3f-af77-89199931493b" providerId="ADAL" clId="{EDAA780C-24D4-482B-9D6E-47D2F05EE430}" dt="2025-06-11T20:23:56.932" v="2465" actId="47"/>
          <pc:sldLayoutMkLst>
            <pc:docMk/>
            <pc:sldMasterMk cId="0" sldId="2147483684"/>
            <pc:sldLayoutMk cId="0" sldId="2147483681"/>
          </pc:sldLayoutMkLst>
        </pc:sldLayoutChg>
        <pc:sldLayoutChg chg="del">
          <pc:chgData name="Peko Tim - s2420458029" userId="f0ce34c3-9d6a-4b3f-af77-89199931493b" providerId="ADAL" clId="{EDAA780C-24D4-482B-9D6E-47D2F05EE430}" dt="2025-06-11T20:23:56.932" v="2465" actId="47"/>
          <pc:sldLayoutMkLst>
            <pc:docMk/>
            <pc:sldMasterMk cId="0" sldId="2147483684"/>
            <pc:sldLayoutMk cId="0" sldId="214748368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>
          <a:extLst>
            <a:ext uri="{FF2B5EF4-FFF2-40B4-BE49-F238E27FC236}">
              <a16:creationId xmlns:a16="http://schemas.microsoft.com/office/drawing/2014/main" id="{34DD8019-CEE7-BEEB-1CD2-601F81C4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68d65d62ee_0_108:notes">
            <a:extLst>
              <a:ext uri="{FF2B5EF4-FFF2-40B4-BE49-F238E27FC236}">
                <a16:creationId xmlns:a16="http://schemas.microsoft.com/office/drawing/2014/main" id="{C3771FCD-C8BF-98FD-979C-78CD1746B2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268d65d62ee_0_108:notes">
            <a:extLst>
              <a:ext uri="{FF2B5EF4-FFF2-40B4-BE49-F238E27FC236}">
                <a16:creationId xmlns:a16="http://schemas.microsoft.com/office/drawing/2014/main" id="{F23E00F1-4198-E5A8-C9B6-D99FA17251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2944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>
          <a:extLst>
            <a:ext uri="{FF2B5EF4-FFF2-40B4-BE49-F238E27FC236}">
              <a16:creationId xmlns:a16="http://schemas.microsoft.com/office/drawing/2014/main" id="{CD0116F0-4A87-D8F7-D280-AB2418E7A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54dda1946d_6_308:notes">
            <a:extLst>
              <a:ext uri="{FF2B5EF4-FFF2-40B4-BE49-F238E27FC236}">
                <a16:creationId xmlns:a16="http://schemas.microsoft.com/office/drawing/2014/main" id="{8120E42B-7976-042A-3317-7A57C66E9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54dda1946d_6_308:notes">
            <a:extLst>
              <a:ext uri="{FF2B5EF4-FFF2-40B4-BE49-F238E27FC236}">
                <a16:creationId xmlns:a16="http://schemas.microsoft.com/office/drawing/2014/main" id="{57AE1935-CD2F-A35B-7885-D0FDFC254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740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824749F7-3728-78AD-96C4-D50C0B1B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54dda1946d_6_358:notes">
            <a:extLst>
              <a:ext uri="{FF2B5EF4-FFF2-40B4-BE49-F238E27FC236}">
                <a16:creationId xmlns:a16="http://schemas.microsoft.com/office/drawing/2014/main" id="{6785C5D6-9CD2-0D03-7DBA-CAC98A37F2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54dda1946d_6_358:notes">
            <a:extLst>
              <a:ext uri="{FF2B5EF4-FFF2-40B4-BE49-F238E27FC236}">
                <a16:creationId xmlns:a16="http://schemas.microsoft.com/office/drawing/2014/main" id="{C2BFA786-7E5C-9880-9D4B-A6BC0B6095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4865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>
          <a:extLst>
            <a:ext uri="{FF2B5EF4-FFF2-40B4-BE49-F238E27FC236}">
              <a16:creationId xmlns:a16="http://schemas.microsoft.com/office/drawing/2014/main" id="{14DF07C5-C143-4817-F8E9-0715D2C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54dda1946d_6_308:notes">
            <a:extLst>
              <a:ext uri="{FF2B5EF4-FFF2-40B4-BE49-F238E27FC236}">
                <a16:creationId xmlns:a16="http://schemas.microsoft.com/office/drawing/2014/main" id="{CF49CA37-00CD-C8CD-1E9C-332D404EB4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54dda1946d_6_308:notes">
            <a:extLst>
              <a:ext uri="{FF2B5EF4-FFF2-40B4-BE49-F238E27FC236}">
                <a16:creationId xmlns:a16="http://schemas.microsoft.com/office/drawing/2014/main" id="{949D9C27-6E96-988D-E196-3A8CAC988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384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>
          <a:extLst>
            <a:ext uri="{FF2B5EF4-FFF2-40B4-BE49-F238E27FC236}">
              <a16:creationId xmlns:a16="http://schemas.microsoft.com/office/drawing/2014/main" id="{E016F704-B0A5-ADE3-6DCE-99A0A695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54dda1946d_6_344:notes">
            <a:extLst>
              <a:ext uri="{FF2B5EF4-FFF2-40B4-BE49-F238E27FC236}">
                <a16:creationId xmlns:a16="http://schemas.microsoft.com/office/drawing/2014/main" id="{0100D235-4757-272E-E18A-7ED252EC0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54dda1946d_6_344:notes">
            <a:extLst>
              <a:ext uri="{FF2B5EF4-FFF2-40B4-BE49-F238E27FC236}">
                <a16:creationId xmlns:a16="http://schemas.microsoft.com/office/drawing/2014/main" id="{B37291E7-4ACC-20E7-AB0E-C1E4E8835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2970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>
          <a:extLst>
            <a:ext uri="{FF2B5EF4-FFF2-40B4-BE49-F238E27FC236}">
              <a16:creationId xmlns:a16="http://schemas.microsoft.com/office/drawing/2014/main" id="{E0631DF1-DA00-1396-D816-441886CF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268d65d62ee_0_575:notes">
            <a:extLst>
              <a:ext uri="{FF2B5EF4-FFF2-40B4-BE49-F238E27FC236}">
                <a16:creationId xmlns:a16="http://schemas.microsoft.com/office/drawing/2014/main" id="{86EE0428-C09F-ED79-81B3-AE8B90950F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268d65d62ee_0_575:notes">
            <a:extLst>
              <a:ext uri="{FF2B5EF4-FFF2-40B4-BE49-F238E27FC236}">
                <a16:creationId xmlns:a16="http://schemas.microsoft.com/office/drawing/2014/main" id="{9208CDD5-A6F4-86D4-28C1-2A132FD77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470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>
          <a:extLst>
            <a:ext uri="{FF2B5EF4-FFF2-40B4-BE49-F238E27FC236}">
              <a16:creationId xmlns:a16="http://schemas.microsoft.com/office/drawing/2014/main" id="{BA52E653-014C-AF6D-1709-1025B86C9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54dda1946d_6_308:notes">
            <a:extLst>
              <a:ext uri="{FF2B5EF4-FFF2-40B4-BE49-F238E27FC236}">
                <a16:creationId xmlns:a16="http://schemas.microsoft.com/office/drawing/2014/main" id="{635F9C8F-3DE5-9D02-4196-324087F7D7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54dda1946d_6_308:notes">
            <a:extLst>
              <a:ext uri="{FF2B5EF4-FFF2-40B4-BE49-F238E27FC236}">
                <a16:creationId xmlns:a16="http://schemas.microsoft.com/office/drawing/2014/main" id="{38F1CE42-CBF1-F3FE-02FE-8FADFF176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2783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>
          <a:extLst>
            <a:ext uri="{FF2B5EF4-FFF2-40B4-BE49-F238E27FC236}">
              <a16:creationId xmlns:a16="http://schemas.microsoft.com/office/drawing/2014/main" id="{BF7F886A-8A55-97A3-3EE8-3D575EE81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54dda1946d_4_2701:notes">
            <a:extLst>
              <a:ext uri="{FF2B5EF4-FFF2-40B4-BE49-F238E27FC236}">
                <a16:creationId xmlns:a16="http://schemas.microsoft.com/office/drawing/2014/main" id="{D28F34A4-0BE8-582C-A0F2-7120FAD32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54dda1946d_4_2701:notes">
            <a:extLst>
              <a:ext uri="{FF2B5EF4-FFF2-40B4-BE49-F238E27FC236}">
                <a16:creationId xmlns:a16="http://schemas.microsoft.com/office/drawing/2014/main" id="{95773595-024E-9338-9ED0-18AD4F5C1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9599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>
          <a:extLst>
            <a:ext uri="{FF2B5EF4-FFF2-40B4-BE49-F238E27FC236}">
              <a16:creationId xmlns:a16="http://schemas.microsoft.com/office/drawing/2014/main" id="{B0936A76-0071-0BE9-EDF3-8E0EB0919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54dda1946d_4_2720:notes">
            <a:extLst>
              <a:ext uri="{FF2B5EF4-FFF2-40B4-BE49-F238E27FC236}">
                <a16:creationId xmlns:a16="http://schemas.microsoft.com/office/drawing/2014/main" id="{9EEBB83A-BDB2-05AB-A465-E0FFA33BC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54dda1946d_4_2720:notes">
            <a:extLst>
              <a:ext uri="{FF2B5EF4-FFF2-40B4-BE49-F238E27FC236}">
                <a16:creationId xmlns:a16="http://schemas.microsoft.com/office/drawing/2014/main" id="{0932A54D-F4DA-1CDC-CFC4-3A0F061AB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518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>
          <a:extLst>
            <a:ext uri="{FF2B5EF4-FFF2-40B4-BE49-F238E27FC236}">
              <a16:creationId xmlns:a16="http://schemas.microsoft.com/office/drawing/2014/main" id="{BDFE74AA-FC45-26DA-7C90-65E7452D8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54dda1946d_6_308:notes">
            <a:extLst>
              <a:ext uri="{FF2B5EF4-FFF2-40B4-BE49-F238E27FC236}">
                <a16:creationId xmlns:a16="http://schemas.microsoft.com/office/drawing/2014/main" id="{B910727E-ACFA-EA6A-B0A7-695B106AB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54dda1946d_6_308:notes">
            <a:extLst>
              <a:ext uri="{FF2B5EF4-FFF2-40B4-BE49-F238E27FC236}">
                <a16:creationId xmlns:a16="http://schemas.microsoft.com/office/drawing/2014/main" id="{C7DDC58F-0E79-6DF7-5544-E76148A129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1338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D247F613-3BAD-609E-00A2-D11D393E0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54dda1946d_6_358:notes">
            <a:extLst>
              <a:ext uri="{FF2B5EF4-FFF2-40B4-BE49-F238E27FC236}">
                <a16:creationId xmlns:a16="http://schemas.microsoft.com/office/drawing/2014/main" id="{1815875A-ECBE-1B3A-893E-DC16544CB5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54dda1946d_6_358:notes">
            <a:extLst>
              <a:ext uri="{FF2B5EF4-FFF2-40B4-BE49-F238E27FC236}">
                <a16:creationId xmlns:a16="http://schemas.microsoft.com/office/drawing/2014/main" id="{4B66CA3C-BBA2-2E8D-9EE7-48B109ED4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60397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>
          <a:extLst>
            <a:ext uri="{FF2B5EF4-FFF2-40B4-BE49-F238E27FC236}">
              <a16:creationId xmlns:a16="http://schemas.microsoft.com/office/drawing/2014/main" id="{9D59B958-E620-3383-3F63-4244E399F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54dda1946d_4_2679:notes">
            <a:extLst>
              <a:ext uri="{FF2B5EF4-FFF2-40B4-BE49-F238E27FC236}">
                <a16:creationId xmlns:a16="http://schemas.microsoft.com/office/drawing/2014/main" id="{EFBCA66F-C834-6EF2-1FEE-A3F0F7DB34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54dda1946d_4_2679:notes">
            <a:extLst>
              <a:ext uri="{FF2B5EF4-FFF2-40B4-BE49-F238E27FC236}">
                <a16:creationId xmlns:a16="http://schemas.microsoft.com/office/drawing/2014/main" id="{51E3B913-0377-5C7A-89F2-D8F2BEFF0F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16497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>
          <a:extLst>
            <a:ext uri="{FF2B5EF4-FFF2-40B4-BE49-F238E27FC236}">
              <a16:creationId xmlns:a16="http://schemas.microsoft.com/office/drawing/2014/main" id="{D6E9D582-0A0A-7650-60C7-C4817727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54dda1946d_6_370:notes">
            <a:extLst>
              <a:ext uri="{FF2B5EF4-FFF2-40B4-BE49-F238E27FC236}">
                <a16:creationId xmlns:a16="http://schemas.microsoft.com/office/drawing/2014/main" id="{246F0869-726F-6FED-67D4-A0C9F0388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54dda1946d_6_370:notes">
            <a:extLst>
              <a:ext uri="{FF2B5EF4-FFF2-40B4-BE49-F238E27FC236}">
                <a16:creationId xmlns:a16="http://schemas.microsoft.com/office/drawing/2014/main" id="{ADFEB10F-2719-1E28-E692-8B8D52D76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54815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68d65d62ee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68d65d62ee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INTERPRETATION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sensitive region: Fingertip (2.10 mm)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Least sensitive region: Back (24.50 mm)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DISCUSSION: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results show varying tactile sensitivity across different body regions.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variation is consistent with the known distribution of mechanoreceptors: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Fingertips typically have the highest density of receptors (smallest threshold)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Back and forearm typically have lower receptor density (larger threshold)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The results reflect the functional importance of different body parts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for tactile discrimination tasks.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>
          <a:extLst>
            <a:ext uri="{FF2B5EF4-FFF2-40B4-BE49-F238E27FC236}">
              <a16:creationId xmlns:a16="http://schemas.microsoft.com/office/drawing/2014/main" id="{3ACE688E-2A4C-5401-CA65-85F097D8A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54dda1946d_6_370:notes">
            <a:extLst>
              <a:ext uri="{FF2B5EF4-FFF2-40B4-BE49-F238E27FC236}">
                <a16:creationId xmlns:a16="http://schemas.microsoft.com/office/drawing/2014/main" id="{6EB3265D-BEA1-531A-0F73-8A889952CC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54dda1946d_6_370:notes">
            <a:extLst>
              <a:ext uri="{FF2B5EF4-FFF2-40B4-BE49-F238E27FC236}">
                <a16:creationId xmlns:a16="http://schemas.microsoft.com/office/drawing/2014/main" id="{1843CECC-7007-70B7-8710-4D6C36058A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1480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>
          <a:extLst>
            <a:ext uri="{FF2B5EF4-FFF2-40B4-BE49-F238E27FC236}">
              <a16:creationId xmlns:a16="http://schemas.microsoft.com/office/drawing/2014/main" id="{EF08B970-E711-A7EF-2A07-53B3ABF21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54dda1946d_6_322:notes">
            <a:extLst>
              <a:ext uri="{FF2B5EF4-FFF2-40B4-BE49-F238E27FC236}">
                <a16:creationId xmlns:a16="http://schemas.microsoft.com/office/drawing/2014/main" id="{76FEC960-D4D9-C389-745D-B1CE6B1A0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54dda1946d_6_322:notes">
            <a:extLst>
              <a:ext uri="{FF2B5EF4-FFF2-40B4-BE49-F238E27FC236}">
                <a16:creationId xmlns:a16="http://schemas.microsoft.com/office/drawing/2014/main" id="{9003E162-E74A-CB65-35FB-077C5120D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5195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100" y="906875"/>
            <a:ext cx="7321800" cy="11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100" y="21198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252604">
            <a:off x="2032728" y="1713651"/>
            <a:ext cx="9238578" cy="6005485"/>
          </a:xfrm>
          <a:custGeom>
            <a:avLst/>
            <a:gdLst/>
            <a:ahLst/>
            <a:cxnLst/>
            <a:rect l="l" t="t" r="r" b="b"/>
            <a:pathLst>
              <a:path w="7388" h="6010" extrusionOk="0">
                <a:moveTo>
                  <a:pt x="6526" y="937"/>
                </a:moveTo>
                <a:cubicBezTo>
                  <a:pt x="6247" y="596"/>
                  <a:pt x="6106" y="423"/>
                  <a:pt x="5882" y="333"/>
                </a:cubicBezTo>
                <a:cubicBezTo>
                  <a:pt x="5054" y="0"/>
                  <a:pt x="3670" y="1035"/>
                  <a:pt x="3730" y="1761"/>
                </a:cubicBezTo>
                <a:cubicBezTo>
                  <a:pt x="3753" y="2044"/>
                  <a:pt x="3988" y="2176"/>
                  <a:pt x="3922" y="2433"/>
                </a:cubicBezTo>
                <a:cubicBezTo>
                  <a:pt x="3828" y="2799"/>
                  <a:pt x="3246" y="2942"/>
                  <a:pt x="3138" y="2969"/>
                </a:cubicBezTo>
                <a:cubicBezTo>
                  <a:pt x="2086" y="3228"/>
                  <a:pt x="1574" y="2428"/>
                  <a:pt x="874" y="2709"/>
                </a:cubicBezTo>
                <a:cubicBezTo>
                  <a:pt x="360" y="2916"/>
                  <a:pt x="0" y="3603"/>
                  <a:pt x="134" y="4093"/>
                </a:cubicBezTo>
                <a:cubicBezTo>
                  <a:pt x="168" y="4216"/>
                  <a:pt x="330" y="4686"/>
                  <a:pt x="1794" y="5037"/>
                </a:cubicBezTo>
                <a:cubicBezTo>
                  <a:pt x="2871" y="5295"/>
                  <a:pt x="5852" y="6010"/>
                  <a:pt x="6910" y="4393"/>
                </a:cubicBezTo>
                <a:cubicBezTo>
                  <a:pt x="7388" y="3662"/>
                  <a:pt x="7382" y="2595"/>
                  <a:pt x="7102" y="1885"/>
                </a:cubicBezTo>
                <a:cubicBezTo>
                  <a:pt x="6921" y="1425"/>
                  <a:pt x="6582" y="1005"/>
                  <a:pt x="6526" y="9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092350" y="2079575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092350" y="1012925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092350" y="3741725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 rot="172836" flipH="1">
            <a:off x="-671875" y="-1382771"/>
            <a:ext cx="2156722" cy="3012322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/>
          <p:nvPr/>
        </p:nvSpPr>
        <p:spPr>
          <a:xfrm rot="-1223509">
            <a:off x="7953226" y="-774796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 rot="1223509" flipH="1">
            <a:off x="-918599" y="-1308271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8511825" y="4212874"/>
            <a:ext cx="322800" cy="3228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0" name="Google Shape;40;p6"/>
          <p:cNvGrpSpPr/>
          <p:nvPr/>
        </p:nvGrpSpPr>
        <p:grpSpPr>
          <a:xfrm>
            <a:off x="8088320" y="4700535"/>
            <a:ext cx="279414" cy="279414"/>
            <a:chOff x="248750" y="3088250"/>
            <a:chExt cx="494100" cy="494100"/>
          </a:xfrm>
        </p:grpSpPr>
        <p:sp>
          <p:nvSpPr>
            <p:cNvPr id="41" name="Google Shape;41;p6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2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/>
          <p:nvPr/>
        </p:nvSpPr>
        <p:spPr>
          <a:xfrm rot="-1223509">
            <a:off x="7777551" y="-798233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/>
          <p:nvPr/>
        </p:nvSpPr>
        <p:spPr>
          <a:xfrm rot="1223509" flipH="1">
            <a:off x="-918599" y="-1308271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solidFill>
          <a:schemeClr val="lt2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469400" cy="484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719975" y="229810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2"/>
          </p:nvPr>
        </p:nvSpPr>
        <p:spPr>
          <a:xfrm>
            <a:off x="3419246" y="229810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3"/>
          </p:nvPr>
        </p:nvSpPr>
        <p:spPr>
          <a:xfrm>
            <a:off x="719975" y="403128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4"/>
          </p:nvPr>
        </p:nvSpPr>
        <p:spPr>
          <a:xfrm>
            <a:off x="3419246" y="403128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5"/>
          </p:nvPr>
        </p:nvSpPr>
        <p:spPr>
          <a:xfrm>
            <a:off x="6118524" y="229810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6"/>
          </p:nvPr>
        </p:nvSpPr>
        <p:spPr>
          <a:xfrm>
            <a:off x="6118524" y="403128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7" hasCustomPrompt="1"/>
          </p:nvPr>
        </p:nvSpPr>
        <p:spPr>
          <a:xfrm>
            <a:off x="719975" y="1235008"/>
            <a:ext cx="734700" cy="447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8" hasCustomPrompt="1"/>
          </p:nvPr>
        </p:nvSpPr>
        <p:spPr>
          <a:xfrm>
            <a:off x="719975" y="3003179"/>
            <a:ext cx="734700" cy="447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9" hasCustomPrompt="1"/>
          </p:nvPr>
        </p:nvSpPr>
        <p:spPr>
          <a:xfrm>
            <a:off x="3419246" y="1235008"/>
            <a:ext cx="734700" cy="447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9246" y="3003179"/>
            <a:ext cx="734700" cy="447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14" hasCustomPrompt="1"/>
          </p:nvPr>
        </p:nvSpPr>
        <p:spPr>
          <a:xfrm>
            <a:off x="6118524" y="1235008"/>
            <a:ext cx="734700" cy="447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15" hasCustomPrompt="1"/>
          </p:nvPr>
        </p:nvSpPr>
        <p:spPr>
          <a:xfrm>
            <a:off x="6118524" y="3003179"/>
            <a:ext cx="734700" cy="447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6"/>
          </p:nvPr>
        </p:nvSpPr>
        <p:spPr>
          <a:xfrm>
            <a:off x="719975" y="1850499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7"/>
          </p:nvPr>
        </p:nvSpPr>
        <p:spPr>
          <a:xfrm>
            <a:off x="3419246" y="1850499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8"/>
          </p:nvPr>
        </p:nvSpPr>
        <p:spPr>
          <a:xfrm>
            <a:off x="6118525" y="1850499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9"/>
          </p:nvPr>
        </p:nvSpPr>
        <p:spPr>
          <a:xfrm>
            <a:off x="719975" y="35831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20"/>
          </p:nvPr>
        </p:nvSpPr>
        <p:spPr>
          <a:xfrm>
            <a:off x="3419246" y="35831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21"/>
          </p:nvPr>
        </p:nvSpPr>
        <p:spPr>
          <a:xfrm>
            <a:off x="6118525" y="35831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-495576" y="4298052"/>
            <a:ext cx="3071175" cy="2225198"/>
          </a:xfrm>
          <a:custGeom>
            <a:avLst/>
            <a:gdLst/>
            <a:ahLst/>
            <a:cxnLst/>
            <a:rect l="l" t="t" r="r" b="b"/>
            <a:pathLst>
              <a:path w="2989" h="2164" extrusionOk="0">
                <a:moveTo>
                  <a:pt x="380" y="85"/>
                </a:moveTo>
                <a:cubicBezTo>
                  <a:pt x="469" y="35"/>
                  <a:pt x="620" y="0"/>
                  <a:pt x="728" y="65"/>
                </a:cubicBezTo>
                <a:cubicBezTo>
                  <a:pt x="936" y="190"/>
                  <a:pt x="815" y="578"/>
                  <a:pt x="984" y="657"/>
                </a:cubicBezTo>
                <a:cubicBezTo>
                  <a:pt x="1136" y="728"/>
                  <a:pt x="1293" y="439"/>
                  <a:pt x="1512" y="485"/>
                </a:cubicBezTo>
                <a:cubicBezTo>
                  <a:pt x="1742" y="533"/>
                  <a:pt x="1713" y="881"/>
                  <a:pt x="1984" y="1089"/>
                </a:cubicBezTo>
                <a:cubicBezTo>
                  <a:pt x="2358" y="1376"/>
                  <a:pt x="2898" y="1086"/>
                  <a:pt x="2936" y="1185"/>
                </a:cubicBezTo>
                <a:cubicBezTo>
                  <a:pt x="2989" y="1324"/>
                  <a:pt x="2024" y="2164"/>
                  <a:pt x="1044" y="1905"/>
                </a:cubicBezTo>
                <a:cubicBezTo>
                  <a:pt x="929" y="1875"/>
                  <a:pt x="466" y="1752"/>
                  <a:pt x="236" y="1329"/>
                </a:cubicBezTo>
                <a:cubicBezTo>
                  <a:pt x="0" y="895"/>
                  <a:pt x="73" y="258"/>
                  <a:pt x="380" y="8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 rot="-1223509">
            <a:off x="7777551" y="-798233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13"/>
          <p:cNvGrpSpPr/>
          <p:nvPr/>
        </p:nvGrpSpPr>
        <p:grpSpPr>
          <a:xfrm>
            <a:off x="8617170" y="2634905"/>
            <a:ext cx="365189" cy="365189"/>
            <a:chOff x="248750" y="3088250"/>
            <a:chExt cx="494100" cy="494100"/>
          </a:xfrm>
        </p:grpSpPr>
        <p:sp>
          <p:nvSpPr>
            <p:cNvPr id="88" name="Google Shape;88;p13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488875" y="601900"/>
            <a:ext cx="122400" cy="122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89825" y="804281"/>
            <a:ext cx="265500" cy="2655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713225" y="1129450"/>
            <a:ext cx="3927300" cy="176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subTitle" idx="1"/>
          </p:nvPr>
        </p:nvSpPr>
        <p:spPr>
          <a:xfrm>
            <a:off x="713225" y="2897750"/>
            <a:ext cx="3591900" cy="9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>
            <a:spLocks noGrp="1"/>
          </p:cNvSpPr>
          <p:nvPr>
            <p:ph type="pic" idx="2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5"/>
          <p:cNvSpPr/>
          <p:nvPr/>
        </p:nvSpPr>
        <p:spPr>
          <a:xfrm>
            <a:off x="-495576" y="4298052"/>
            <a:ext cx="3071175" cy="2225198"/>
          </a:xfrm>
          <a:custGeom>
            <a:avLst/>
            <a:gdLst/>
            <a:ahLst/>
            <a:cxnLst/>
            <a:rect l="l" t="t" r="r" b="b"/>
            <a:pathLst>
              <a:path w="2989" h="2164" extrusionOk="0">
                <a:moveTo>
                  <a:pt x="380" y="85"/>
                </a:moveTo>
                <a:cubicBezTo>
                  <a:pt x="469" y="35"/>
                  <a:pt x="620" y="0"/>
                  <a:pt x="728" y="65"/>
                </a:cubicBezTo>
                <a:cubicBezTo>
                  <a:pt x="936" y="190"/>
                  <a:pt x="815" y="578"/>
                  <a:pt x="984" y="657"/>
                </a:cubicBezTo>
                <a:cubicBezTo>
                  <a:pt x="1136" y="728"/>
                  <a:pt x="1293" y="439"/>
                  <a:pt x="1512" y="485"/>
                </a:cubicBezTo>
                <a:cubicBezTo>
                  <a:pt x="1742" y="533"/>
                  <a:pt x="1713" y="881"/>
                  <a:pt x="1984" y="1089"/>
                </a:cubicBezTo>
                <a:cubicBezTo>
                  <a:pt x="2358" y="1376"/>
                  <a:pt x="2898" y="1086"/>
                  <a:pt x="2936" y="1185"/>
                </a:cubicBezTo>
                <a:cubicBezTo>
                  <a:pt x="2989" y="1324"/>
                  <a:pt x="2024" y="2164"/>
                  <a:pt x="1044" y="1905"/>
                </a:cubicBezTo>
                <a:cubicBezTo>
                  <a:pt x="929" y="1875"/>
                  <a:pt x="466" y="1752"/>
                  <a:pt x="236" y="1329"/>
                </a:cubicBezTo>
                <a:cubicBezTo>
                  <a:pt x="0" y="895"/>
                  <a:pt x="73" y="258"/>
                  <a:pt x="380" y="8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 rot="-1223509">
            <a:off x="7777551" y="-798233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15"/>
          <p:cNvGrpSpPr/>
          <p:nvPr/>
        </p:nvGrpSpPr>
        <p:grpSpPr>
          <a:xfrm>
            <a:off x="8617170" y="2634905"/>
            <a:ext cx="365189" cy="365189"/>
            <a:chOff x="248750" y="3088250"/>
            <a:chExt cx="494100" cy="494100"/>
          </a:xfrm>
        </p:grpSpPr>
        <p:sp>
          <p:nvSpPr>
            <p:cNvPr id="109" name="Google Shape;109;p15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>
            <a:off x="189825" y="804281"/>
            <a:ext cx="265500" cy="2655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88875" y="601900"/>
            <a:ext cx="122400" cy="122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bg>
      <p:bgPr>
        <a:solidFill>
          <a:schemeClr val="lt2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763750" y="2535206"/>
            <a:ext cx="2252400" cy="8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3400629" y="2535206"/>
            <a:ext cx="2252400" cy="8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6037514" y="2535206"/>
            <a:ext cx="2252400" cy="8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763750" y="1875200"/>
            <a:ext cx="2252400" cy="6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3400632" y="1875200"/>
            <a:ext cx="2252400" cy="6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6037514" y="1875210"/>
            <a:ext cx="2252400" cy="6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-495576" y="4298052"/>
            <a:ext cx="3071175" cy="2225198"/>
          </a:xfrm>
          <a:custGeom>
            <a:avLst/>
            <a:gdLst/>
            <a:ahLst/>
            <a:cxnLst/>
            <a:rect l="l" t="t" r="r" b="b"/>
            <a:pathLst>
              <a:path w="2989" h="2164" extrusionOk="0">
                <a:moveTo>
                  <a:pt x="380" y="85"/>
                </a:moveTo>
                <a:cubicBezTo>
                  <a:pt x="469" y="35"/>
                  <a:pt x="620" y="0"/>
                  <a:pt x="728" y="65"/>
                </a:cubicBezTo>
                <a:cubicBezTo>
                  <a:pt x="936" y="190"/>
                  <a:pt x="815" y="578"/>
                  <a:pt x="984" y="657"/>
                </a:cubicBezTo>
                <a:cubicBezTo>
                  <a:pt x="1136" y="728"/>
                  <a:pt x="1293" y="439"/>
                  <a:pt x="1512" y="485"/>
                </a:cubicBezTo>
                <a:cubicBezTo>
                  <a:pt x="1742" y="533"/>
                  <a:pt x="1713" y="881"/>
                  <a:pt x="1984" y="1089"/>
                </a:cubicBezTo>
                <a:cubicBezTo>
                  <a:pt x="2358" y="1376"/>
                  <a:pt x="2898" y="1086"/>
                  <a:pt x="2936" y="1185"/>
                </a:cubicBezTo>
                <a:cubicBezTo>
                  <a:pt x="2989" y="1324"/>
                  <a:pt x="2024" y="2164"/>
                  <a:pt x="1044" y="1905"/>
                </a:cubicBezTo>
                <a:cubicBezTo>
                  <a:pt x="929" y="1875"/>
                  <a:pt x="466" y="1752"/>
                  <a:pt x="236" y="1329"/>
                </a:cubicBezTo>
                <a:cubicBezTo>
                  <a:pt x="0" y="895"/>
                  <a:pt x="73" y="258"/>
                  <a:pt x="380" y="8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 rot="-1223509">
            <a:off x="7777551" y="-798233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426545" y="1337979"/>
            <a:ext cx="141300" cy="1413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202750" y="1017725"/>
            <a:ext cx="223800" cy="2238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even columns">
  <p:cSld name="CUSTOM_7_2">
    <p:bg>
      <p:bgPr>
        <a:solidFill>
          <a:schemeClr val="lt2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4"/>
          <p:cNvSpPr txBox="1">
            <a:spLocks noGrp="1"/>
          </p:cNvSpPr>
          <p:nvPr>
            <p:ph type="subTitle" idx="1"/>
          </p:nvPr>
        </p:nvSpPr>
        <p:spPr>
          <a:xfrm>
            <a:off x="720000" y="2041675"/>
            <a:ext cx="193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4"/>
          <p:cNvSpPr txBox="1">
            <a:spLocks noGrp="1"/>
          </p:cNvSpPr>
          <p:nvPr>
            <p:ph type="subTitle" idx="2"/>
          </p:nvPr>
        </p:nvSpPr>
        <p:spPr>
          <a:xfrm>
            <a:off x="2681925" y="2041675"/>
            <a:ext cx="193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4"/>
          <p:cNvSpPr txBox="1">
            <a:spLocks noGrp="1"/>
          </p:cNvSpPr>
          <p:nvPr>
            <p:ph type="subTitle" idx="3"/>
          </p:nvPr>
        </p:nvSpPr>
        <p:spPr>
          <a:xfrm>
            <a:off x="720000" y="3684550"/>
            <a:ext cx="193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4"/>
          <p:cNvSpPr txBox="1">
            <a:spLocks noGrp="1"/>
          </p:cNvSpPr>
          <p:nvPr>
            <p:ph type="subTitle" idx="4"/>
          </p:nvPr>
        </p:nvSpPr>
        <p:spPr>
          <a:xfrm>
            <a:off x="2681925" y="3684550"/>
            <a:ext cx="193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4"/>
          <p:cNvSpPr txBox="1">
            <a:spLocks noGrp="1"/>
          </p:cNvSpPr>
          <p:nvPr>
            <p:ph type="subTitle" idx="5"/>
          </p:nvPr>
        </p:nvSpPr>
        <p:spPr>
          <a:xfrm>
            <a:off x="720000" y="1536175"/>
            <a:ext cx="193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3" name="Google Shape;223;p24"/>
          <p:cNvSpPr txBox="1">
            <a:spLocks noGrp="1"/>
          </p:cNvSpPr>
          <p:nvPr>
            <p:ph type="subTitle" idx="6"/>
          </p:nvPr>
        </p:nvSpPr>
        <p:spPr>
          <a:xfrm>
            <a:off x="720000" y="3179050"/>
            <a:ext cx="193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4" name="Google Shape;224;p24"/>
          <p:cNvSpPr txBox="1">
            <a:spLocks noGrp="1"/>
          </p:cNvSpPr>
          <p:nvPr>
            <p:ph type="subTitle" idx="7"/>
          </p:nvPr>
        </p:nvSpPr>
        <p:spPr>
          <a:xfrm>
            <a:off x="2681925" y="1536175"/>
            <a:ext cx="193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5" name="Google Shape;225;p24"/>
          <p:cNvSpPr txBox="1">
            <a:spLocks noGrp="1"/>
          </p:cNvSpPr>
          <p:nvPr>
            <p:ph type="subTitle" idx="8"/>
          </p:nvPr>
        </p:nvSpPr>
        <p:spPr>
          <a:xfrm>
            <a:off x="2681925" y="3179050"/>
            <a:ext cx="193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6" name="Google Shape;226;p24"/>
          <p:cNvSpPr/>
          <p:nvPr/>
        </p:nvSpPr>
        <p:spPr>
          <a:xfrm rot="10800000" flipH="1">
            <a:off x="426545" y="4373225"/>
            <a:ext cx="141300" cy="1413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24"/>
          <p:cNvSpPr/>
          <p:nvPr/>
        </p:nvSpPr>
        <p:spPr>
          <a:xfrm rot="10800000" flipH="1">
            <a:off x="202750" y="4610979"/>
            <a:ext cx="223800" cy="2238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9"/>
          </p:nvPr>
        </p:nvSpPr>
        <p:spPr>
          <a:xfrm>
            <a:off x="4650650" y="2041675"/>
            <a:ext cx="182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13"/>
          </p:nvPr>
        </p:nvSpPr>
        <p:spPr>
          <a:xfrm>
            <a:off x="4643875" y="3684550"/>
            <a:ext cx="182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4"/>
          <p:cNvSpPr txBox="1">
            <a:spLocks noGrp="1"/>
          </p:cNvSpPr>
          <p:nvPr>
            <p:ph type="subTitle" idx="14"/>
          </p:nvPr>
        </p:nvSpPr>
        <p:spPr>
          <a:xfrm>
            <a:off x="4650663" y="1536175"/>
            <a:ext cx="1821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1" name="Google Shape;231;p24"/>
          <p:cNvSpPr txBox="1">
            <a:spLocks noGrp="1"/>
          </p:cNvSpPr>
          <p:nvPr>
            <p:ph type="subTitle" idx="15"/>
          </p:nvPr>
        </p:nvSpPr>
        <p:spPr>
          <a:xfrm>
            <a:off x="4643850" y="3179050"/>
            <a:ext cx="1821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subTitle" idx="16"/>
          </p:nvPr>
        </p:nvSpPr>
        <p:spPr>
          <a:xfrm>
            <a:off x="6506300" y="2041675"/>
            <a:ext cx="193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subTitle" idx="17"/>
          </p:nvPr>
        </p:nvSpPr>
        <p:spPr>
          <a:xfrm>
            <a:off x="6515925" y="1536175"/>
            <a:ext cx="193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34" name="Google Shape;234;p24"/>
          <p:cNvGrpSpPr/>
          <p:nvPr/>
        </p:nvGrpSpPr>
        <p:grpSpPr>
          <a:xfrm>
            <a:off x="8636282" y="356905"/>
            <a:ext cx="365189" cy="365189"/>
            <a:chOff x="248750" y="3088250"/>
            <a:chExt cx="494100" cy="494100"/>
          </a:xfrm>
        </p:grpSpPr>
        <p:sp>
          <p:nvSpPr>
            <p:cNvPr id="235" name="Google Shape;235;p24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6" name="Google Shape;236;p24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37" name="Google Shape;237;p24"/>
          <p:cNvGrpSpPr/>
          <p:nvPr/>
        </p:nvGrpSpPr>
        <p:grpSpPr>
          <a:xfrm>
            <a:off x="8679170" y="1017735"/>
            <a:ext cx="279414" cy="279414"/>
            <a:chOff x="248750" y="3088250"/>
            <a:chExt cx="494100" cy="494100"/>
          </a:xfrm>
        </p:grpSpPr>
        <p:sp>
          <p:nvSpPr>
            <p:cNvPr id="238" name="Google Shape;238;p24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9" name="Google Shape;239;p24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40" name="Google Shape;240;p24"/>
          <p:cNvSpPr/>
          <p:nvPr/>
        </p:nvSpPr>
        <p:spPr>
          <a:xfrm rot="1223509" flipH="1">
            <a:off x="-581149" y="-1591258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 rot="-6497037" flipH="1">
            <a:off x="7199515" y="3550905"/>
            <a:ext cx="1609019" cy="3012311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8_1">
    <p:bg>
      <p:bgPr>
        <a:solidFill>
          <a:schemeClr val="lt2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7"/>
          <p:cNvSpPr/>
          <p:nvPr/>
        </p:nvSpPr>
        <p:spPr>
          <a:xfrm rot="-1223509">
            <a:off x="7953226" y="-774796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/>
          <p:nvPr/>
        </p:nvSpPr>
        <p:spPr>
          <a:xfrm rot="1223509" flipH="1">
            <a:off x="-918599" y="-1308271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287925" y="4017674"/>
            <a:ext cx="322800" cy="3228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88" name="Google Shape;288;p27"/>
          <p:cNvGrpSpPr/>
          <p:nvPr/>
        </p:nvGrpSpPr>
        <p:grpSpPr>
          <a:xfrm>
            <a:off x="309620" y="4739585"/>
            <a:ext cx="279414" cy="279414"/>
            <a:chOff x="248750" y="3088250"/>
            <a:chExt cx="494100" cy="494100"/>
          </a:xfrm>
        </p:grpSpPr>
        <p:sp>
          <p:nvSpPr>
            <p:cNvPr id="289" name="Google Shape;289;p27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90" name="Google Shape;290;p27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_1_1">
    <p:bg>
      <p:bgPr>
        <a:solidFill>
          <a:schemeClr val="lt2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8"/>
          <p:cNvSpPr/>
          <p:nvPr/>
        </p:nvSpPr>
        <p:spPr>
          <a:xfrm rot="-1223509">
            <a:off x="7953226" y="-774796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/>
          <p:nvPr/>
        </p:nvSpPr>
        <p:spPr>
          <a:xfrm rot="1223509" flipH="1">
            <a:off x="-918599" y="-1308271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713225" y="4603999"/>
            <a:ext cx="322800" cy="3228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6" name="Google Shape;296;p28"/>
          <p:cNvGrpSpPr/>
          <p:nvPr/>
        </p:nvGrpSpPr>
        <p:grpSpPr>
          <a:xfrm>
            <a:off x="8144595" y="4625697"/>
            <a:ext cx="279414" cy="279414"/>
            <a:chOff x="248750" y="3088250"/>
            <a:chExt cx="494100" cy="494100"/>
          </a:xfrm>
        </p:grpSpPr>
        <p:sp>
          <p:nvSpPr>
            <p:cNvPr id="297" name="Google Shape;297;p28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98" name="Google Shape;298;p28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8_1_1_1">
    <p:bg>
      <p:bgPr>
        <a:solidFill>
          <a:schemeClr val="lt2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29"/>
          <p:cNvSpPr/>
          <p:nvPr/>
        </p:nvSpPr>
        <p:spPr>
          <a:xfrm rot="-1223509">
            <a:off x="7953226" y="-774796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9"/>
          <p:cNvSpPr/>
          <p:nvPr/>
        </p:nvSpPr>
        <p:spPr>
          <a:xfrm rot="-1504644" flipH="1">
            <a:off x="-1078363" y="2868106"/>
            <a:ext cx="2156720" cy="3012319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8511825" y="4212874"/>
            <a:ext cx="322800" cy="3228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04" name="Google Shape;304;p29"/>
          <p:cNvGrpSpPr/>
          <p:nvPr/>
        </p:nvGrpSpPr>
        <p:grpSpPr>
          <a:xfrm>
            <a:off x="8088320" y="4700535"/>
            <a:ext cx="279414" cy="279414"/>
            <a:chOff x="248750" y="3088250"/>
            <a:chExt cx="494100" cy="494100"/>
          </a:xfrm>
        </p:grpSpPr>
        <p:sp>
          <p:nvSpPr>
            <p:cNvPr id="305" name="Google Shape;305;p29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06" name="Google Shape;306;p29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8_1_1_1_1_1">
    <p:bg>
      <p:bgPr>
        <a:solidFill>
          <a:schemeClr val="lt2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1"/>
          <p:cNvSpPr/>
          <p:nvPr/>
        </p:nvSpPr>
        <p:spPr>
          <a:xfrm rot="-1223509">
            <a:off x="7953226" y="-774796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 rot="1223509" flipH="1">
            <a:off x="-918599" y="-1308271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8511825" y="4212874"/>
            <a:ext cx="322800" cy="3228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24" name="Google Shape;324;p31"/>
          <p:cNvGrpSpPr/>
          <p:nvPr/>
        </p:nvGrpSpPr>
        <p:grpSpPr>
          <a:xfrm>
            <a:off x="8088320" y="4700535"/>
            <a:ext cx="279414" cy="279414"/>
            <a:chOff x="248750" y="3088250"/>
            <a:chExt cx="494100" cy="494100"/>
          </a:xfrm>
        </p:grpSpPr>
        <p:sp>
          <p:nvSpPr>
            <p:cNvPr id="325" name="Google Shape;325;p31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6" name="Google Shape;326;p31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27" name="Google Shape;327;p31"/>
          <p:cNvSpPr/>
          <p:nvPr/>
        </p:nvSpPr>
        <p:spPr>
          <a:xfrm rot="6701949">
            <a:off x="-49924" y="3783106"/>
            <a:ext cx="2156721" cy="3012319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bg>
      <p:bgPr>
        <a:solidFill>
          <a:schemeClr val="lt2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32"/>
          <p:cNvSpPr txBox="1">
            <a:spLocks noGrp="1"/>
          </p:cNvSpPr>
          <p:nvPr>
            <p:ph type="subTitle" idx="1"/>
          </p:nvPr>
        </p:nvSpPr>
        <p:spPr>
          <a:xfrm>
            <a:off x="2347900" y="1736225"/>
            <a:ext cx="4448100" cy="11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2"/>
          <p:cNvSpPr/>
          <p:nvPr/>
        </p:nvSpPr>
        <p:spPr>
          <a:xfrm>
            <a:off x="-495576" y="4298052"/>
            <a:ext cx="3071175" cy="2225198"/>
          </a:xfrm>
          <a:custGeom>
            <a:avLst/>
            <a:gdLst/>
            <a:ahLst/>
            <a:cxnLst/>
            <a:rect l="l" t="t" r="r" b="b"/>
            <a:pathLst>
              <a:path w="2989" h="2164" extrusionOk="0">
                <a:moveTo>
                  <a:pt x="380" y="85"/>
                </a:moveTo>
                <a:cubicBezTo>
                  <a:pt x="469" y="35"/>
                  <a:pt x="620" y="0"/>
                  <a:pt x="728" y="65"/>
                </a:cubicBezTo>
                <a:cubicBezTo>
                  <a:pt x="936" y="190"/>
                  <a:pt x="815" y="578"/>
                  <a:pt x="984" y="657"/>
                </a:cubicBezTo>
                <a:cubicBezTo>
                  <a:pt x="1136" y="728"/>
                  <a:pt x="1293" y="439"/>
                  <a:pt x="1512" y="485"/>
                </a:cubicBezTo>
                <a:cubicBezTo>
                  <a:pt x="1742" y="533"/>
                  <a:pt x="1713" y="881"/>
                  <a:pt x="1984" y="1089"/>
                </a:cubicBezTo>
                <a:cubicBezTo>
                  <a:pt x="2358" y="1376"/>
                  <a:pt x="2898" y="1086"/>
                  <a:pt x="2936" y="1185"/>
                </a:cubicBezTo>
                <a:cubicBezTo>
                  <a:pt x="2989" y="1324"/>
                  <a:pt x="2024" y="2164"/>
                  <a:pt x="1044" y="1905"/>
                </a:cubicBezTo>
                <a:cubicBezTo>
                  <a:pt x="929" y="1875"/>
                  <a:pt x="466" y="1752"/>
                  <a:pt x="236" y="1329"/>
                </a:cubicBezTo>
                <a:cubicBezTo>
                  <a:pt x="0" y="895"/>
                  <a:pt x="73" y="258"/>
                  <a:pt x="380" y="8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2"/>
          <p:cNvSpPr/>
          <p:nvPr/>
        </p:nvSpPr>
        <p:spPr>
          <a:xfrm rot="-1223509">
            <a:off x="7777551" y="-798233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4" name="Google Shape;334;p32"/>
          <p:cNvGrpSpPr/>
          <p:nvPr/>
        </p:nvGrpSpPr>
        <p:grpSpPr>
          <a:xfrm>
            <a:off x="8617170" y="2634905"/>
            <a:ext cx="365189" cy="365189"/>
            <a:chOff x="248750" y="3088250"/>
            <a:chExt cx="494100" cy="494100"/>
          </a:xfrm>
        </p:grpSpPr>
        <p:sp>
          <p:nvSpPr>
            <p:cNvPr id="335" name="Google Shape;335;p32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6" name="Google Shape;336;p32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37" name="Google Shape;337;p32"/>
          <p:cNvSpPr/>
          <p:nvPr/>
        </p:nvSpPr>
        <p:spPr>
          <a:xfrm>
            <a:off x="1538238" y="797100"/>
            <a:ext cx="122400" cy="122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2"/>
          <p:cNvSpPr/>
          <p:nvPr/>
        </p:nvSpPr>
        <p:spPr>
          <a:xfrm>
            <a:off x="1239188" y="999481"/>
            <a:ext cx="265500" cy="2655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2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"/>
          <p:cNvSpPr/>
          <p:nvPr/>
        </p:nvSpPr>
        <p:spPr>
          <a:xfrm rot="3068190">
            <a:off x="-768943" y="3596239"/>
            <a:ext cx="3836192" cy="2983424"/>
          </a:xfrm>
          <a:custGeom>
            <a:avLst/>
            <a:gdLst/>
            <a:ahLst/>
            <a:cxnLst/>
            <a:rect l="l" t="t" r="r" b="b"/>
            <a:pathLst>
              <a:path w="7388" h="6010" extrusionOk="0">
                <a:moveTo>
                  <a:pt x="6526" y="937"/>
                </a:moveTo>
                <a:cubicBezTo>
                  <a:pt x="6247" y="596"/>
                  <a:pt x="6106" y="423"/>
                  <a:pt x="5882" y="333"/>
                </a:cubicBezTo>
                <a:cubicBezTo>
                  <a:pt x="5054" y="0"/>
                  <a:pt x="3670" y="1035"/>
                  <a:pt x="3730" y="1761"/>
                </a:cubicBezTo>
                <a:cubicBezTo>
                  <a:pt x="3753" y="2044"/>
                  <a:pt x="3988" y="2176"/>
                  <a:pt x="3922" y="2433"/>
                </a:cubicBezTo>
                <a:cubicBezTo>
                  <a:pt x="3828" y="2799"/>
                  <a:pt x="3246" y="2942"/>
                  <a:pt x="3138" y="2969"/>
                </a:cubicBezTo>
                <a:cubicBezTo>
                  <a:pt x="2086" y="3228"/>
                  <a:pt x="1574" y="2428"/>
                  <a:pt x="874" y="2709"/>
                </a:cubicBezTo>
                <a:cubicBezTo>
                  <a:pt x="360" y="2916"/>
                  <a:pt x="0" y="3603"/>
                  <a:pt x="134" y="4093"/>
                </a:cubicBezTo>
                <a:cubicBezTo>
                  <a:pt x="168" y="4216"/>
                  <a:pt x="330" y="4686"/>
                  <a:pt x="1794" y="5037"/>
                </a:cubicBezTo>
                <a:cubicBezTo>
                  <a:pt x="2871" y="5295"/>
                  <a:pt x="5852" y="6010"/>
                  <a:pt x="6910" y="4393"/>
                </a:cubicBezTo>
                <a:cubicBezTo>
                  <a:pt x="7388" y="3662"/>
                  <a:pt x="7382" y="2595"/>
                  <a:pt x="7102" y="1885"/>
                </a:cubicBezTo>
                <a:cubicBezTo>
                  <a:pt x="6921" y="1425"/>
                  <a:pt x="6582" y="1005"/>
                  <a:pt x="6526" y="9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3"/>
          <p:cNvSpPr/>
          <p:nvPr/>
        </p:nvSpPr>
        <p:spPr>
          <a:xfrm rot="10800000">
            <a:off x="5508350" y="-827500"/>
            <a:ext cx="5025356" cy="1971041"/>
          </a:xfrm>
          <a:custGeom>
            <a:avLst/>
            <a:gdLst/>
            <a:ahLst/>
            <a:cxnLst/>
            <a:rect l="l" t="t" r="r" b="b"/>
            <a:pathLst>
              <a:path w="189851" h="92288" extrusionOk="0">
                <a:moveTo>
                  <a:pt x="20458" y="7759"/>
                </a:moveTo>
                <a:cubicBezTo>
                  <a:pt x="30098" y="-3440"/>
                  <a:pt x="49725" y="-266"/>
                  <a:pt x="58904" y="3602"/>
                </a:cubicBezTo>
                <a:cubicBezTo>
                  <a:pt x="68083" y="7470"/>
                  <a:pt x="68718" y="26809"/>
                  <a:pt x="75530" y="30965"/>
                </a:cubicBezTo>
                <a:cubicBezTo>
                  <a:pt x="82342" y="35121"/>
                  <a:pt x="92155" y="25885"/>
                  <a:pt x="99775" y="28540"/>
                </a:cubicBezTo>
                <a:cubicBezTo>
                  <a:pt x="107395" y="31196"/>
                  <a:pt x="113284" y="44935"/>
                  <a:pt x="121250" y="46898"/>
                </a:cubicBezTo>
                <a:cubicBezTo>
                  <a:pt x="129217" y="48861"/>
                  <a:pt x="136721" y="38874"/>
                  <a:pt x="147574" y="40317"/>
                </a:cubicBezTo>
                <a:cubicBezTo>
                  <a:pt x="158427" y="41760"/>
                  <a:pt x="182210" y="47244"/>
                  <a:pt x="186366" y="55557"/>
                </a:cubicBezTo>
                <a:cubicBezTo>
                  <a:pt x="190522" y="63870"/>
                  <a:pt x="195141" y="85055"/>
                  <a:pt x="172512" y="90193"/>
                </a:cubicBezTo>
                <a:cubicBezTo>
                  <a:pt x="149883" y="95331"/>
                  <a:pt x="79167" y="89616"/>
                  <a:pt x="50592" y="86383"/>
                </a:cubicBezTo>
                <a:cubicBezTo>
                  <a:pt x="22017" y="83150"/>
                  <a:pt x="6084" y="83901"/>
                  <a:pt x="1062" y="70797"/>
                </a:cubicBezTo>
                <a:cubicBezTo>
                  <a:pt x="-3960" y="57693"/>
                  <a:pt x="10818" y="18958"/>
                  <a:pt x="20458" y="77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grpSp>
        <p:nvGrpSpPr>
          <p:cNvPr id="342" name="Google Shape;342;p33"/>
          <p:cNvGrpSpPr/>
          <p:nvPr/>
        </p:nvGrpSpPr>
        <p:grpSpPr>
          <a:xfrm>
            <a:off x="172325" y="207088"/>
            <a:ext cx="494100" cy="494100"/>
            <a:chOff x="248750" y="3088250"/>
            <a:chExt cx="494100" cy="494100"/>
          </a:xfrm>
        </p:grpSpPr>
        <p:sp>
          <p:nvSpPr>
            <p:cNvPr id="343" name="Google Shape;343;p33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4" name="Google Shape;344;p33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45" name="Google Shape;345;p33"/>
          <p:cNvSpPr/>
          <p:nvPr/>
        </p:nvSpPr>
        <p:spPr>
          <a:xfrm>
            <a:off x="8838600" y="3620700"/>
            <a:ext cx="122400" cy="122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33"/>
          <p:cNvSpPr/>
          <p:nvPr/>
        </p:nvSpPr>
        <p:spPr>
          <a:xfrm>
            <a:off x="8609750" y="3373488"/>
            <a:ext cx="183600" cy="1836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lt2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/>
          <p:nvPr/>
        </p:nvSpPr>
        <p:spPr>
          <a:xfrm rot="3068190">
            <a:off x="-768943" y="3596239"/>
            <a:ext cx="3836192" cy="2983424"/>
          </a:xfrm>
          <a:custGeom>
            <a:avLst/>
            <a:gdLst/>
            <a:ahLst/>
            <a:cxnLst/>
            <a:rect l="l" t="t" r="r" b="b"/>
            <a:pathLst>
              <a:path w="7388" h="6010" extrusionOk="0">
                <a:moveTo>
                  <a:pt x="6526" y="937"/>
                </a:moveTo>
                <a:cubicBezTo>
                  <a:pt x="6247" y="596"/>
                  <a:pt x="6106" y="423"/>
                  <a:pt x="5882" y="333"/>
                </a:cubicBezTo>
                <a:cubicBezTo>
                  <a:pt x="5054" y="0"/>
                  <a:pt x="3670" y="1035"/>
                  <a:pt x="3730" y="1761"/>
                </a:cubicBezTo>
                <a:cubicBezTo>
                  <a:pt x="3753" y="2044"/>
                  <a:pt x="3988" y="2176"/>
                  <a:pt x="3922" y="2433"/>
                </a:cubicBezTo>
                <a:cubicBezTo>
                  <a:pt x="3828" y="2799"/>
                  <a:pt x="3246" y="2942"/>
                  <a:pt x="3138" y="2969"/>
                </a:cubicBezTo>
                <a:cubicBezTo>
                  <a:pt x="2086" y="3228"/>
                  <a:pt x="1574" y="2428"/>
                  <a:pt x="874" y="2709"/>
                </a:cubicBezTo>
                <a:cubicBezTo>
                  <a:pt x="360" y="2916"/>
                  <a:pt x="0" y="3603"/>
                  <a:pt x="134" y="4093"/>
                </a:cubicBezTo>
                <a:cubicBezTo>
                  <a:pt x="168" y="4216"/>
                  <a:pt x="330" y="4686"/>
                  <a:pt x="1794" y="5037"/>
                </a:cubicBezTo>
                <a:cubicBezTo>
                  <a:pt x="2871" y="5295"/>
                  <a:pt x="5852" y="6010"/>
                  <a:pt x="6910" y="4393"/>
                </a:cubicBezTo>
                <a:cubicBezTo>
                  <a:pt x="7388" y="3662"/>
                  <a:pt x="7382" y="2595"/>
                  <a:pt x="7102" y="1885"/>
                </a:cubicBezTo>
                <a:cubicBezTo>
                  <a:pt x="6921" y="1425"/>
                  <a:pt x="6582" y="1005"/>
                  <a:pt x="6526" y="9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4"/>
          <p:cNvSpPr/>
          <p:nvPr/>
        </p:nvSpPr>
        <p:spPr>
          <a:xfrm rot="10800000">
            <a:off x="5508350" y="-827500"/>
            <a:ext cx="5025356" cy="1971041"/>
          </a:xfrm>
          <a:custGeom>
            <a:avLst/>
            <a:gdLst/>
            <a:ahLst/>
            <a:cxnLst/>
            <a:rect l="l" t="t" r="r" b="b"/>
            <a:pathLst>
              <a:path w="189851" h="92288" extrusionOk="0">
                <a:moveTo>
                  <a:pt x="20458" y="7759"/>
                </a:moveTo>
                <a:cubicBezTo>
                  <a:pt x="30098" y="-3440"/>
                  <a:pt x="49725" y="-266"/>
                  <a:pt x="58904" y="3602"/>
                </a:cubicBezTo>
                <a:cubicBezTo>
                  <a:pt x="68083" y="7470"/>
                  <a:pt x="68718" y="26809"/>
                  <a:pt x="75530" y="30965"/>
                </a:cubicBezTo>
                <a:cubicBezTo>
                  <a:pt x="82342" y="35121"/>
                  <a:pt x="92155" y="25885"/>
                  <a:pt x="99775" y="28540"/>
                </a:cubicBezTo>
                <a:cubicBezTo>
                  <a:pt x="107395" y="31196"/>
                  <a:pt x="113284" y="44935"/>
                  <a:pt x="121250" y="46898"/>
                </a:cubicBezTo>
                <a:cubicBezTo>
                  <a:pt x="129217" y="48861"/>
                  <a:pt x="136721" y="38874"/>
                  <a:pt x="147574" y="40317"/>
                </a:cubicBezTo>
                <a:cubicBezTo>
                  <a:pt x="158427" y="41760"/>
                  <a:pt x="182210" y="47244"/>
                  <a:pt x="186366" y="55557"/>
                </a:cubicBezTo>
                <a:cubicBezTo>
                  <a:pt x="190522" y="63870"/>
                  <a:pt x="195141" y="85055"/>
                  <a:pt x="172512" y="90193"/>
                </a:cubicBezTo>
                <a:cubicBezTo>
                  <a:pt x="149883" y="95331"/>
                  <a:pt x="79167" y="89616"/>
                  <a:pt x="50592" y="86383"/>
                </a:cubicBezTo>
                <a:cubicBezTo>
                  <a:pt x="22017" y="83150"/>
                  <a:pt x="6084" y="83901"/>
                  <a:pt x="1062" y="70797"/>
                </a:cubicBezTo>
                <a:cubicBezTo>
                  <a:pt x="-3960" y="57693"/>
                  <a:pt x="10818" y="18958"/>
                  <a:pt x="20458" y="775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grpSp>
        <p:nvGrpSpPr>
          <p:cNvPr id="350" name="Google Shape;350;p34"/>
          <p:cNvGrpSpPr/>
          <p:nvPr/>
        </p:nvGrpSpPr>
        <p:grpSpPr>
          <a:xfrm>
            <a:off x="172325" y="207088"/>
            <a:ext cx="494100" cy="494100"/>
            <a:chOff x="248750" y="3088250"/>
            <a:chExt cx="494100" cy="494100"/>
          </a:xfrm>
        </p:grpSpPr>
        <p:sp>
          <p:nvSpPr>
            <p:cNvPr id="351" name="Google Shape;351;p34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2" name="Google Shape;352;p34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53" name="Google Shape;353;p34"/>
          <p:cNvSpPr/>
          <p:nvPr/>
        </p:nvSpPr>
        <p:spPr>
          <a:xfrm>
            <a:off x="8659625" y="4851200"/>
            <a:ext cx="122400" cy="122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8430775" y="4603988"/>
            <a:ext cx="183600" cy="1836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274040" y="954367"/>
            <a:ext cx="290630" cy="290630"/>
            <a:chOff x="248750" y="3088250"/>
            <a:chExt cx="494100" cy="494100"/>
          </a:xfrm>
        </p:grpSpPr>
        <p:sp>
          <p:nvSpPr>
            <p:cNvPr id="356" name="Google Shape;356;p34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57" name="Google Shape;357;p34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6" r:id="rId5"/>
    <p:sldLayoutId id="2147483658" r:id="rId6"/>
    <p:sldLayoutId id="2147483659" r:id="rId7"/>
    <p:sldLayoutId id="2147483661" r:id="rId8"/>
    <p:sldLayoutId id="2147483666" r:id="rId9"/>
    <p:sldLayoutId id="2147483670" r:id="rId10"/>
    <p:sldLayoutId id="2147483673" r:id="rId11"/>
    <p:sldLayoutId id="2147483674" r:id="rId12"/>
    <p:sldLayoutId id="2147483675" r:id="rId13"/>
    <p:sldLayoutId id="2147483677" r:id="rId14"/>
    <p:sldLayoutId id="2147483678" r:id="rId15"/>
    <p:sldLayoutId id="2147483679" r:id="rId16"/>
    <p:sldLayoutId id="2147483680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baseline="0">
          <a:solidFill>
            <a:srgbClr val="000000"/>
          </a:solidFill>
          <a:latin typeface="DM Sans Medium" pitchFamily="2" charset="0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"/>
          <p:cNvSpPr txBox="1">
            <a:spLocks noGrp="1"/>
          </p:cNvSpPr>
          <p:nvPr>
            <p:ph type="ctrTitle"/>
          </p:nvPr>
        </p:nvSpPr>
        <p:spPr>
          <a:xfrm>
            <a:off x="911100" y="1234239"/>
            <a:ext cx="7321800" cy="11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>
                <a:latin typeface="DM Sans Medium" panose="020F0502020204030204" pitchFamily="2" charset="0"/>
              </a:rPr>
              <a:t>Resolution of Tactile Stimuli</a:t>
            </a:r>
            <a:endParaRPr>
              <a:latin typeface="DM Sans Medium" panose="020F0502020204030204" pitchFamily="2" charset="0"/>
            </a:endParaRPr>
          </a:p>
        </p:txBody>
      </p:sp>
      <p:sp>
        <p:nvSpPr>
          <p:cNvPr id="369" name="Google Shape;369;p38"/>
          <p:cNvSpPr txBox="1">
            <a:spLocks noGrp="1"/>
          </p:cNvSpPr>
          <p:nvPr>
            <p:ph type="subTitle" idx="1"/>
          </p:nvPr>
        </p:nvSpPr>
        <p:spPr>
          <a:xfrm>
            <a:off x="911100" y="21198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 Peko, Moritz Kieselbach</a:t>
            </a:r>
            <a:endParaRPr/>
          </a:p>
        </p:txBody>
      </p:sp>
      <p:sp>
        <p:nvSpPr>
          <p:cNvPr id="371" name="Google Shape;371;p38"/>
          <p:cNvSpPr/>
          <p:nvPr/>
        </p:nvSpPr>
        <p:spPr>
          <a:xfrm rot="20813443">
            <a:off x="1378648" y="3764834"/>
            <a:ext cx="1022959" cy="102295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81" name="Google Shape;381;p38"/>
          <p:cNvGrpSpPr/>
          <p:nvPr/>
        </p:nvGrpSpPr>
        <p:grpSpPr>
          <a:xfrm rot="-1292955">
            <a:off x="4705242" y="3047740"/>
            <a:ext cx="1022998" cy="1022998"/>
            <a:chOff x="3931375" y="3047675"/>
            <a:chExt cx="1023000" cy="1023000"/>
          </a:xfrm>
        </p:grpSpPr>
        <p:sp>
          <p:nvSpPr>
            <p:cNvPr id="382" name="Google Shape;382;p38"/>
            <p:cNvSpPr/>
            <p:nvPr/>
          </p:nvSpPr>
          <p:spPr>
            <a:xfrm>
              <a:off x="3931375" y="3047675"/>
              <a:ext cx="1023000" cy="102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383" name="Google Shape;383;p38"/>
            <p:cNvGrpSpPr/>
            <p:nvPr/>
          </p:nvGrpSpPr>
          <p:grpSpPr>
            <a:xfrm>
              <a:off x="4142970" y="3272089"/>
              <a:ext cx="599202" cy="574367"/>
              <a:chOff x="5909072" y="185738"/>
              <a:chExt cx="459581" cy="440533"/>
            </a:xfrm>
          </p:grpSpPr>
          <p:sp>
            <p:nvSpPr>
              <p:cNvPr id="384" name="Google Shape;384;p38"/>
              <p:cNvSpPr/>
              <p:nvPr/>
            </p:nvSpPr>
            <p:spPr>
              <a:xfrm>
                <a:off x="6007894" y="340519"/>
                <a:ext cx="220266" cy="277416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233" extrusionOk="0">
                    <a:moveTo>
                      <a:pt x="981" y="393"/>
                    </a:moveTo>
                    <a:cubicBezTo>
                      <a:pt x="981" y="369"/>
                      <a:pt x="971" y="347"/>
                      <a:pt x="955" y="331"/>
                    </a:cubicBezTo>
                    <a:cubicBezTo>
                      <a:pt x="939" y="315"/>
                      <a:pt x="918" y="306"/>
                      <a:pt x="893" y="306"/>
                    </a:cubicBezTo>
                    <a:cubicBezTo>
                      <a:pt x="845" y="306"/>
                      <a:pt x="806" y="344"/>
                      <a:pt x="806" y="393"/>
                    </a:cubicBezTo>
                    <a:cubicBezTo>
                      <a:pt x="806" y="252"/>
                      <a:pt x="806" y="252"/>
                      <a:pt x="806" y="252"/>
                    </a:cubicBezTo>
                    <a:cubicBezTo>
                      <a:pt x="806" y="228"/>
                      <a:pt x="796" y="206"/>
                      <a:pt x="780" y="190"/>
                    </a:cubicBezTo>
                    <a:cubicBezTo>
                      <a:pt x="764" y="174"/>
                      <a:pt x="741" y="164"/>
                      <a:pt x="717" y="164"/>
                    </a:cubicBezTo>
                    <a:cubicBezTo>
                      <a:pt x="668" y="164"/>
                      <a:pt x="628" y="203"/>
                      <a:pt x="628" y="252"/>
                    </a:cubicBezTo>
                    <a:cubicBezTo>
                      <a:pt x="628" y="88"/>
                      <a:pt x="628" y="88"/>
                      <a:pt x="628" y="88"/>
                    </a:cubicBezTo>
                    <a:cubicBezTo>
                      <a:pt x="628" y="64"/>
                      <a:pt x="618" y="42"/>
                      <a:pt x="601" y="26"/>
                    </a:cubicBezTo>
                    <a:cubicBezTo>
                      <a:pt x="585" y="10"/>
                      <a:pt x="563" y="0"/>
                      <a:pt x="538" y="0"/>
                    </a:cubicBezTo>
                    <a:cubicBezTo>
                      <a:pt x="491" y="0"/>
                      <a:pt x="452" y="35"/>
                      <a:pt x="448" y="80"/>
                    </a:cubicBezTo>
                    <a:cubicBezTo>
                      <a:pt x="448" y="198"/>
                      <a:pt x="448" y="198"/>
                      <a:pt x="448" y="198"/>
                    </a:cubicBezTo>
                    <a:cubicBezTo>
                      <a:pt x="448" y="198"/>
                      <a:pt x="448" y="198"/>
                      <a:pt x="448" y="198"/>
                    </a:cubicBezTo>
                    <a:cubicBezTo>
                      <a:pt x="448" y="80"/>
                      <a:pt x="448" y="80"/>
                      <a:pt x="448" y="80"/>
                    </a:cubicBezTo>
                    <a:cubicBezTo>
                      <a:pt x="448" y="81"/>
                      <a:pt x="448" y="129"/>
                      <a:pt x="448" y="196"/>
                    </a:cubicBezTo>
                    <a:cubicBezTo>
                      <a:pt x="445" y="150"/>
                      <a:pt x="407" y="115"/>
                      <a:pt x="361" y="115"/>
                    </a:cubicBezTo>
                    <a:cubicBezTo>
                      <a:pt x="361" y="115"/>
                      <a:pt x="361" y="115"/>
                      <a:pt x="360" y="115"/>
                    </a:cubicBezTo>
                    <a:cubicBezTo>
                      <a:pt x="312" y="115"/>
                      <a:pt x="273" y="154"/>
                      <a:pt x="273" y="202"/>
                    </a:cubicBezTo>
                    <a:cubicBezTo>
                      <a:pt x="273" y="750"/>
                      <a:pt x="273" y="750"/>
                      <a:pt x="273" y="750"/>
                    </a:cubicBezTo>
                    <a:cubicBezTo>
                      <a:pt x="166" y="633"/>
                      <a:pt x="166" y="633"/>
                      <a:pt x="166" y="633"/>
                    </a:cubicBezTo>
                    <a:cubicBezTo>
                      <a:pt x="149" y="614"/>
                      <a:pt x="124" y="604"/>
                      <a:pt x="100" y="604"/>
                    </a:cubicBezTo>
                    <a:cubicBezTo>
                      <a:pt x="80" y="604"/>
                      <a:pt x="59" y="611"/>
                      <a:pt x="42" y="625"/>
                    </a:cubicBezTo>
                    <a:cubicBezTo>
                      <a:pt x="8" y="654"/>
                      <a:pt x="0" y="704"/>
                      <a:pt x="25" y="742"/>
                    </a:cubicBezTo>
                    <a:cubicBezTo>
                      <a:pt x="267" y="1114"/>
                      <a:pt x="267" y="1114"/>
                      <a:pt x="267" y="1114"/>
                    </a:cubicBezTo>
                    <a:cubicBezTo>
                      <a:pt x="267" y="1195"/>
                      <a:pt x="267" y="1195"/>
                      <a:pt x="267" y="1195"/>
                    </a:cubicBezTo>
                    <a:cubicBezTo>
                      <a:pt x="267" y="1216"/>
                      <a:pt x="284" y="1233"/>
                      <a:pt x="305" y="1233"/>
                    </a:cubicBezTo>
                    <a:cubicBezTo>
                      <a:pt x="826" y="1233"/>
                      <a:pt x="826" y="1233"/>
                      <a:pt x="826" y="1233"/>
                    </a:cubicBezTo>
                    <a:cubicBezTo>
                      <a:pt x="847" y="1233"/>
                      <a:pt x="863" y="1216"/>
                      <a:pt x="863" y="1195"/>
                    </a:cubicBezTo>
                    <a:cubicBezTo>
                      <a:pt x="863" y="1114"/>
                      <a:pt x="863" y="1114"/>
                      <a:pt x="863" y="1114"/>
                    </a:cubicBezTo>
                    <a:cubicBezTo>
                      <a:pt x="937" y="1035"/>
                      <a:pt x="981" y="929"/>
                      <a:pt x="981" y="814"/>
                    </a:cubicBezTo>
                    <a:lnTo>
                      <a:pt x="981" y="393"/>
                    </a:lnTo>
                    <a:close/>
                  </a:path>
                </a:pathLst>
              </a:custGeom>
              <a:solidFill>
                <a:srgbClr val="8D522E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38"/>
              <p:cNvSpPr/>
              <p:nvPr/>
            </p:nvSpPr>
            <p:spPr>
              <a:xfrm>
                <a:off x="5998369" y="332185"/>
                <a:ext cx="238126" cy="294086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313" extrusionOk="0">
                    <a:moveTo>
                      <a:pt x="1028" y="343"/>
                    </a:moveTo>
                    <a:cubicBezTo>
                      <a:pt x="1003" y="319"/>
                      <a:pt x="971" y="306"/>
                      <a:pt x="937" y="306"/>
                    </a:cubicBezTo>
                    <a:cubicBezTo>
                      <a:pt x="920" y="306"/>
                      <a:pt x="904" y="309"/>
                      <a:pt x="890" y="315"/>
                    </a:cubicBezTo>
                    <a:cubicBezTo>
                      <a:pt x="890" y="292"/>
                      <a:pt x="890" y="292"/>
                      <a:pt x="890" y="292"/>
                    </a:cubicBezTo>
                    <a:cubicBezTo>
                      <a:pt x="890" y="258"/>
                      <a:pt x="876" y="226"/>
                      <a:pt x="852" y="201"/>
                    </a:cubicBezTo>
                    <a:cubicBezTo>
                      <a:pt x="827" y="177"/>
                      <a:pt x="795" y="164"/>
                      <a:pt x="761" y="164"/>
                    </a:cubicBezTo>
                    <a:cubicBezTo>
                      <a:pt x="743" y="164"/>
                      <a:pt x="727" y="168"/>
                      <a:pt x="712" y="174"/>
                    </a:cubicBezTo>
                    <a:cubicBezTo>
                      <a:pt x="712" y="128"/>
                      <a:pt x="712" y="128"/>
                      <a:pt x="712" y="128"/>
                    </a:cubicBezTo>
                    <a:cubicBezTo>
                      <a:pt x="712" y="94"/>
                      <a:pt x="698" y="61"/>
                      <a:pt x="673" y="37"/>
                    </a:cubicBezTo>
                    <a:cubicBezTo>
                      <a:pt x="649" y="13"/>
                      <a:pt x="616" y="0"/>
                      <a:pt x="582" y="0"/>
                    </a:cubicBezTo>
                    <a:cubicBezTo>
                      <a:pt x="514" y="0"/>
                      <a:pt x="459" y="50"/>
                      <a:pt x="452" y="116"/>
                    </a:cubicBezTo>
                    <a:cubicBezTo>
                      <a:pt x="452" y="117"/>
                      <a:pt x="452" y="119"/>
                      <a:pt x="452" y="120"/>
                    </a:cubicBezTo>
                    <a:cubicBezTo>
                      <a:pt x="452" y="124"/>
                      <a:pt x="452" y="124"/>
                      <a:pt x="452" y="124"/>
                    </a:cubicBezTo>
                    <a:cubicBezTo>
                      <a:pt x="437" y="118"/>
                      <a:pt x="421" y="115"/>
                      <a:pt x="405" y="115"/>
                    </a:cubicBezTo>
                    <a:cubicBezTo>
                      <a:pt x="404" y="115"/>
                      <a:pt x="404" y="115"/>
                      <a:pt x="404" y="115"/>
                    </a:cubicBezTo>
                    <a:cubicBezTo>
                      <a:pt x="370" y="115"/>
                      <a:pt x="338" y="128"/>
                      <a:pt x="314" y="152"/>
                    </a:cubicBezTo>
                    <a:cubicBezTo>
                      <a:pt x="290" y="176"/>
                      <a:pt x="277" y="208"/>
                      <a:pt x="277" y="242"/>
                    </a:cubicBezTo>
                    <a:cubicBezTo>
                      <a:pt x="277" y="687"/>
                      <a:pt x="277" y="687"/>
                      <a:pt x="277" y="687"/>
                    </a:cubicBezTo>
                    <a:cubicBezTo>
                      <a:pt x="240" y="646"/>
                      <a:pt x="240" y="646"/>
                      <a:pt x="240" y="646"/>
                    </a:cubicBezTo>
                    <a:cubicBezTo>
                      <a:pt x="215" y="619"/>
                      <a:pt x="180" y="604"/>
                      <a:pt x="144" y="604"/>
                    </a:cubicBezTo>
                    <a:cubicBezTo>
                      <a:pt x="113" y="604"/>
                      <a:pt x="84" y="615"/>
                      <a:pt x="61" y="634"/>
                    </a:cubicBezTo>
                    <a:cubicBezTo>
                      <a:pt x="11" y="676"/>
                      <a:pt x="0" y="749"/>
                      <a:pt x="35" y="804"/>
                    </a:cubicBezTo>
                    <a:cubicBezTo>
                      <a:pt x="271" y="1166"/>
                      <a:pt x="271" y="1166"/>
                      <a:pt x="271" y="1166"/>
                    </a:cubicBezTo>
                    <a:cubicBezTo>
                      <a:pt x="271" y="1235"/>
                      <a:pt x="271" y="1235"/>
                      <a:pt x="271" y="1235"/>
                    </a:cubicBezTo>
                    <a:cubicBezTo>
                      <a:pt x="271" y="1278"/>
                      <a:pt x="306" y="1313"/>
                      <a:pt x="349" y="1313"/>
                    </a:cubicBezTo>
                    <a:cubicBezTo>
                      <a:pt x="870" y="1313"/>
                      <a:pt x="870" y="1313"/>
                      <a:pt x="870" y="1313"/>
                    </a:cubicBezTo>
                    <a:cubicBezTo>
                      <a:pt x="913" y="1313"/>
                      <a:pt x="947" y="1278"/>
                      <a:pt x="947" y="1235"/>
                    </a:cubicBezTo>
                    <a:cubicBezTo>
                      <a:pt x="947" y="1169"/>
                      <a:pt x="947" y="1169"/>
                      <a:pt x="947" y="1169"/>
                    </a:cubicBezTo>
                    <a:cubicBezTo>
                      <a:pt x="1024" y="1081"/>
                      <a:pt x="1065" y="970"/>
                      <a:pt x="1065" y="854"/>
                    </a:cubicBezTo>
                    <a:cubicBezTo>
                      <a:pt x="1065" y="433"/>
                      <a:pt x="1065" y="433"/>
                      <a:pt x="1065" y="433"/>
                    </a:cubicBezTo>
                    <a:cubicBezTo>
                      <a:pt x="1065" y="399"/>
                      <a:pt x="1052" y="367"/>
                      <a:pt x="1028" y="343"/>
                    </a:cubicBezTo>
                    <a:close/>
                    <a:moveTo>
                      <a:pt x="878" y="1126"/>
                    </a:moveTo>
                    <a:cubicBezTo>
                      <a:pt x="871" y="1134"/>
                      <a:pt x="867" y="1143"/>
                      <a:pt x="867" y="1154"/>
                    </a:cubicBezTo>
                    <a:cubicBezTo>
                      <a:pt x="867" y="1233"/>
                      <a:pt x="867" y="1233"/>
                      <a:pt x="867" y="1233"/>
                    </a:cubicBezTo>
                    <a:cubicBezTo>
                      <a:pt x="351" y="1233"/>
                      <a:pt x="351" y="1233"/>
                      <a:pt x="351" y="1233"/>
                    </a:cubicBezTo>
                    <a:cubicBezTo>
                      <a:pt x="351" y="1154"/>
                      <a:pt x="351" y="1154"/>
                      <a:pt x="351" y="1154"/>
                    </a:cubicBezTo>
                    <a:cubicBezTo>
                      <a:pt x="351" y="1146"/>
                      <a:pt x="349" y="1138"/>
                      <a:pt x="345" y="1132"/>
                    </a:cubicBezTo>
                    <a:cubicBezTo>
                      <a:pt x="102" y="760"/>
                      <a:pt x="102" y="760"/>
                      <a:pt x="102" y="760"/>
                    </a:cubicBezTo>
                    <a:cubicBezTo>
                      <a:pt x="89" y="739"/>
                      <a:pt x="93" y="711"/>
                      <a:pt x="112" y="695"/>
                    </a:cubicBezTo>
                    <a:cubicBezTo>
                      <a:pt x="124" y="686"/>
                      <a:pt x="136" y="684"/>
                      <a:pt x="144" y="684"/>
                    </a:cubicBezTo>
                    <a:cubicBezTo>
                      <a:pt x="158" y="684"/>
                      <a:pt x="171" y="690"/>
                      <a:pt x="181" y="700"/>
                    </a:cubicBezTo>
                    <a:cubicBezTo>
                      <a:pt x="287" y="817"/>
                      <a:pt x="287" y="817"/>
                      <a:pt x="287" y="817"/>
                    </a:cubicBezTo>
                    <a:cubicBezTo>
                      <a:pt x="298" y="829"/>
                      <a:pt x="316" y="833"/>
                      <a:pt x="331" y="827"/>
                    </a:cubicBezTo>
                    <a:cubicBezTo>
                      <a:pt x="346" y="821"/>
                      <a:pt x="357" y="807"/>
                      <a:pt x="357" y="790"/>
                    </a:cubicBezTo>
                    <a:cubicBezTo>
                      <a:pt x="357" y="242"/>
                      <a:pt x="357" y="242"/>
                      <a:pt x="357" y="242"/>
                    </a:cubicBezTo>
                    <a:cubicBezTo>
                      <a:pt x="357" y="230"/>
                      <a:pt x="362" y="218"/>
                      <a:pt x="371" y="209"/>
                    </a:cubicBezTo>
                    <a:cubicBezTo>
                      <a:pt x="380" y="200"/>
                      <a:pt x="392" y="195"/>
                      <a:pt x="405" y="195"/>
                    </a:cubicBezTo>
                    <a:cubicBezTo>
                      <a:pt x="405" y="195"/>
                      <a:pt x="405" y="195"/>
                      <a:pt x="405" y="195"/>
                    </a:cubicBezTo>
                    <a:cubicBezTo>
                      <a:pt x="429" y="195"/>
                      <a:pt x="449" y="213"/>
                      <a:pt x="452" y="237"/>
                    </a:cubicBezTo>
                    <a:cubicBezTo>
                      <a:pt x="452" y="310"/>
                      <a:pt x="452" y="426"/>
                      <a:pt x="452" y="613"/>
                    </a:cubicBezTo>
                    <a:cubicBezTo>
                      <a:pt x="452" y="635"/>
                      <a:pt x="470" y="653"/>
                      <a:pt x="492" y="653"/>
                    </a:cubicBezTo>
                    <a:cubicBezTo>
                      <a:pt x="492" y="653"/>
                      <a:pt x="492" y="653"/>
                      <a:pt x="492" y="653"/>
                    </a:cubicBezTo>
                    <a:cubicBezTo>
                      <a:pt x="492" y="653"/>
                      <a:pt x="492" y="653"/>
                      <a:pt x="492" y="653"/>
                    </a:cubicBezTo>
                    <a:cubicBezTo>
                      <a:pt x="514" y="653"/>
                      <a:pt x="532" y="635"/>
                      <a:pt x="532" y="613"/>
                    </a:cubicBezTo>
                    <a:cubicBezTo>
                      <a:pt x="532" y="122"/>
                      <a:pt x="532" y="122"/>
                      <a:pt x="532" y="122"/>
                    </a:cubicBezTo>
                    <a:cubicBezTo>
                      <a:pt x="535" y="98"/>
                      <a:pt x="557" y="80"/>
                      <a:pt x="582" y="80"/>
                    </a:cubicBezTo>
                    <a:cubicBezTo>
                      <a:pt x="595" y="80"/>
                      <a:pt x="608" y="85"/>
                      <a:pt x="618" y="94"/>
                    </a:cubicBezTo>
                    <a:cubicBezTo>
                      <a:pt x="627" y="103"/>
                      <a:pt x="632" y="115"/>
                      <a:pt x="632" y="128"/>
                    </a:cubicBezTo>
                    <a:cubicBezTo>
                      <a:pt x="632" y="613"/>
                      <a:pt x="632" y="613"/>
                      <a:pt x="632" y="613"/>
                    </a:cubicBezTo>
                    <a:cubicBezTo>
                      <a:pt x="632" y="635"/>
                      <a:pt x="650" y="653"/>
                      <a:pt x="672" y="653"/>
                    </a:cubicBezTo>
                    <a:cubicBezTo>
                      <a:pt x="683" y="653"/>
                      <a:pt x="693" y="649"/>
                      <a:pt x="700" y="642"/>
                    </a:cubicBezTo>
                    <a:cubicBezTo>
                      <a:pt x="708" y="634"/>
                      <a:pt x="712" y="624"/>
                      <a:pt x="712" y="613"/>
                    </a:cubicBezTo>
                    <a:cubicBezTo>
                      <a:pt x="712" y="292"/>
                      <a:pt x="712" y="292"/>
                      <a:pt x="712" y="292"/>
                    </a:cubicBezTo>
                    <a:cubicBezTo>
                      <a:pt x="712" y="266"/>
                      <a:pt x="734" y="244"/>
                      <a:pt x="761" y="244"/>
                    </a:cubicBezTo>
                    <a:cubicBezTo>
                      <a:pt x="774" y="244"/>
                      <a:pt x="786" y="249"/>
                      <a:pt x="795" y="258"/>
                    </a:cubicBezTo>
                    <a:cubicBezTo>
                      <a:pt x="805" y="267"/>
                      <a:pt x="810" y="279"/>
                      <a:pt x="810" y="292"/>
                    </a:cubicBezTo>
                    <a:cubicBezTo>
                      <a:pt x="810" y="614"/>
                      <a:pt x="810" y="614"/>
                      <a:pt x="810" y="614"/>
                    </a:cubicBezTo>
                    <a:cubicBezTo>
                      <a:pt x="810" y="636"/>
                      <a:pt x="827" y="654"/>
                      <a:pt x="850" y="654"/>
                    </a:cubicBezTo>
                    <a:cubicBezTo>
                      <a:pt x="850" y="654"/>
                      <a:pt x="850" y="654"/>
                      <a:pt x="850" y="654"/>
                    </a:cubicBezTo>
                    <a:cubicBezTo>
                      <a:pt x="872" y="654"/>
                      <a:pt x="890" y="636"/>
                      <a:pt x="890" y="614"/>
                    </a:cubicBezTo>
                    <a:cubicBezTo>
                      <a:pt x="890" y="433"/>
                      <a:pt x="890" y="433"/>
                      <a:pt x="890" y="433"/>
                    </a:cubicBezTo>
                    <a:cubicBezTo>
                      <a:pt x="890" y="407"/>
                      <a:pt x="911" y="386"/>
                      <a:pt x="937" y="386"/>
                    </a:cubicBezTo>
                    <a:cubicBezTo>
                      <a:pt x="950" y="386"/>
                      <a:pt x="962" y="390"/>
                      <a:pt x="971" y="399"/>
                    </a:cubicBezTo>
                    <a:cubicBezTo>
                      <a:pt x="980" y="408"/>
                      <a:pt x="985" y="420"/>
                      <a:pt x="985" y="433"/>
                    </a:cubicBezTo>
                    <a:cubicBezTo>
                      <a:pt x="985" y="854"/>
                      <a:pt x="985" y="854"/>
                      <a:pt x="985" y="854"/>
                    </a:cubicBezTo>
                    <a:cubicBezTo>
                      <a:pt x="985" y="955"/>
                      <a:pt x="947" y="1052"/>
                      <a:pt x="878" y="11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38"/>
              <p:cNvSpPr/>
              <p:nvPr/>
            </p:nvSpPr>
            <p:spPr>
              <a:xfrm>
                <a:off x="5909072" y="185738"/>
                <a:ext cx="459581" cy="23931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064" extrusionOk="0">
                    <a:moveTo>
                      <a:pt x="1024" y="0"/>
                    </a:moveTo>
                    <a:cubicBezTo>
                      <a:pt x="460" y="0"/>
                      <a:pt x="0" y="459"/>
                      <a:pt x="0" y="1024"/>
                    </a:cubicBezTo>
                    <a:cubicBezTo>
                      <a:pt x="0" y="1046"/>
                      <a:pt x="18" y="1064"/>
                      <a:pt x="40" y="1064"/>
                    </a:cubicBezTo>
                    <a:cubicBezTo>
                      <a:pt x="62" y="1064"/>
                      <a:pt x="80" y="1046"/>
                      <a:pt x="80" y="1024"/>
                    </a:cubicBezTo>
                    <a:cubicBezTo>
                      <a:pt x="80" y="503"/>
                      <a:pt x="504" y="80"/>
                      <a:pt x="1024" y="80"/>
                    </a:cubicBezTo>
                    <a:cubicBezTo>
                      <a:pt x="1545" y="80"/>
                      <a:pt x="1968" y="503"/>
                      <a:pt x="1968" y="1024"/>
                    </a:cubicBezTo>
                    <a:cubicBezTo>
                      <a:pt x="1968" y="1046"/>
                      <a:pt x="1986" y="1064"/>
                      <a:pt x="2008" y="1064"/>
                    </a:cubicBezTo>
                    <a:cubicBezTo>
                      <a:pt x="2030" y="1064"/>
                      <a:pt x="2048" y="1046"/>
                      <a:pt x="2048" y="1024"/>
                    </a:cubicBezTo>
                    <a:cubicBezTo>
                      <a:pt x="2048" y="459"/>
                      <a:pt x="1589" y="0"/>
                      <a:pt x="10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38"/>
              <p:cNvSpPr/>
              <p:nvPr/>
            </p:nvSpPr>
            <p:spPr>
              <a:xfrm>
                <a:off x="5955506" y="232172"/>
                <a:ext cx="367902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860" extrusionOk="0">
                    <a:moveTo>
                      <a:pt x="819" y="0"/>
                    </a:moveTo>
                    <a:cubicBezTo>
                      <a:pt x="367" y="0"/>
                      <a:pt x="0" y="368"/>
                      <a:pt x="0" y="820"/>
                    </a:cubicBezTo>
                    <a:cubicBezTo>
                      <a:pt x="0" y="842"/>
                      <a:pt x="18" y="860"/>
                      <a:pt x="40" y="860"/>
                    </a:cubicBezTo>
                    <a:cubicBezTo>
                      <a:pt x="62" y="860"/>
                      <a:pt x="80" y="842"/>
                      <a:pt x="80" y="820"/>
                    </a:cubicBezTo>
                    <a:cubicBezTo>
                      <a:pt x="80" y="412"/>
                      <a:pt x="412" y="80"/>
                      <a:pt x="819" y="80"/>
                    </a:cubicBezTo>
                    <a:cubicBezTo>
                      <a:pt x="1227" y="80"/>
                      <a:pt x="1559" y="412"/>
                      <a:pt x="1559" y="820"/>
                    </a:cubicBezTo>
                    <a:cubicBezTo>
                      <a:pt x="1559" y="842"/>
                      <a:pt x="1577" y="860"/>
                      <a:pt x="1599" y="860"/>
                    </a:cubicBezTo>
                    <a:cubicBezTo>
                      <a:pt x="1621" y="860"/>
                      <a:pt x="1639" y="842"/>
                      <a:pt x="1639" y="820"/>
                    </a:cubicBezTo>
                    <a:cubicBezTo>
                      <a:pt x="1639" y="368"/>
                      <a:pt x="1271" y="0"/>
                      <a:pt x="8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38"/>
              <p:cNvSpPr/>
              <p:nvPr/>
            </p:nvSpPr>
            <p:spPr>
              <a:xfrm>
                <a:off x="6000750" y="283369"/>
                <a:ext cx="108348" cy="14168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632" extrusionOk="0">
                    <a:moveTo>
                      <a:pt x="40" y="632"/>
                    </a:moveTo>
                    <a:cubicBezTo>
                      <a:pt x="63" y="632"/>
                      <a:pt x="80" y="614"/>
                      <a:pt x="80" y="592"/>
                    </a:cubicBezTo>
                    <a:cubicBezTo>
                      <a:pt x="80" y="360"/>
                      <a:pt x="228" y="155"/>
                      <a:pt x="449" y="83"/>
                    </a:cubicBezTo>
                    <a:cubicBezTo>
                      <a:pt x="470" y="76"/>
                      <a:pt x="481" y="54"/>
                      <a:pt x="474" y="33"/>
                    </a:cubicBezTo>
                    <a:cubicBezTo>
                      <a:pt x="467" y="12"/>
                      <a:pt x="445" y="0"/>
                      <a:pt x="424" y="7"/>
                    </a:cubicBezTo>
                    <a:cubicBezTo>
                      <a:pt x="171" y="90"/>
                      <a:pt x="0" y="325"/>
                      <a:pt x="0" y="592"/>
                    </a:cubicBezTo>
                    <a:cubicBezTo>
                      <a:pt x="0" y="614"/>
                      <a:pt x="18" y="632"/>
                      <a:pt x="40" y="6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38"/>
              <p:cNvSpPr/>
              <p:nvPr/>
            </p:nvSpPr>
            <p:spPr>
              <a:xfrm>
                <a:off x="6169819" y="283369"/>
                <a:ext cx="107156" cy="141685"/>
              </a:xfrm>
              <a:custGeom>
                <a:avLst/>
                <a:gdLst/>
                <a:ahLst/>
                <a:cxnLst/>
                <a:rect l="l" t="t" r="r" b="b"/>
                <a:pathLst>
                  <a:path w="480" h="632" extrusionOk="0">
                    <a:moveTo>
                      <a:pt x="57" y="7"/>
                    </a:moveTo>
                    <a:cubicBezTo>
                      <a:pt x="36" y="0"/>
                      <a:pt x="13" y="12"/>
                      <a:pt x="6" y="33"/>
                    </a:cubicBezTo>
                    <a:cubicBezTo>
                      <a:pt x="0" y="54"/>
                      <a:pt x="11" y="76"/>
                      <a:pt x="32" y="83"/>
                    </a:cubicBezTo>
                    <a:cubicBezTo>
                      <a:pt x="252" y="155"/>
                      <a:pt x="400" y="360"/>
                      <a:pt x="400" y="592"/>
                    </a:cubicBezTo>
                    <a:cubicBezTo>
                      <a:pt x="400" y="614"/>
                      <a:pt x="418" y="632"/>
                      <a:pt x="440" y="632"/>
                    </a:cubicBezTo>
                    <a:cubicBezTo>
                      <a:pt x="462" y="632"/>
                      <a:pt x="480" y="614"/>
                      <a:pt x="480" y="592"/>
                    </a:cubicBezTo>
                    <a:cubicBezTo>
                      <a:pt x="480" y="325"/>
                      <a:pt x="310" y="90"/>
                      <a:pt x="57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38"/>
              <p:cNvSpPr/>
              <p:nvPr/>
            </p:nvSpPr>
            <p:spPr>
              <a:xfrm>
                <a:off x="6130529" y="277416"/>
                <a:ext cx="17700" cy="192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1" name="Google Shape;391;p38"/>
          <p:cNvGrpSpPr/>
          <p:nvPr/>
        </p:nvGrpSpPr>
        <p:grpSpPr>
          <a:xfrm rot="894955">
            <a:off x="3038270" y="3438952"/>
            <a:ext cx="1022995" cy="1022995"/>
            <a:chOff x="2723100" y="3047675"/>
            <a:chExt cx="1023000" cy="1023000"/>
          </a:xfrm>
        </p:grpSpPr>
        <p:sp>
          <p:nvSpPr>
            <p:cNvPr id="392" name="Google Shape;392;p38"/>
            <p:cNvSpPr/>
            <p:nvPr/>
          </p:nvSpPr>
          <p:spPr>
            <a:xfrm>
              <a:off x="2723100" y="3047675"/>
              <a:ext cx="1023000" cy="102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393" name="Google Shape;393;p38"/>
            <p:cNvGrpSpPr/>
            <p:nvPr/>
          </p:nvGrpSpPr>
          <p:grpSpPr>
            <a:xfrm>
              <a:off x="3000158" y="3262762"/>
              <a:ext cx="468593" cy="593044"/>
              <a:chOff x="6885384" y="2382441"/>
              <a:chExt cx="363138" cy="459581"/>
            </a:xfrm>
          </p:grpSpPr>
          <p:sp>
            <p:nvSpPr>
              <p:cNvPr id="394" name="Google Shape;394;p38"/>
              <p:cNvSpPr/>
              <p:nvPr/>
            </p:nvSpPr>
            <p:spPr>
              <a:xfrm>
                <a:off x="6999684" y="2553891"/>
                <a:ext cx="134541" cy="279796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243" extrusionOk="0">
                    <a:moveTo>
                      <a:pt x="599" y="294"/>
                    </a:moveTo>
                    <a:cubicBezTo>
                      <a:pt x="599" y="1203"/>
                      <a:pt x="599" y="1203"/>
                      <a:pt x="599" y="1203"/>
                    </a:cubicBezTo>
                    <a:cubicBezTo>
                      <a:pt x="599" y="1225"/>
                      <a:pt x="581" y="1243"/>
                      <a:pt x="559" y="1243"/>
                    </a:cubicBezTo>
                    <a:cubicBezTo>
                      <a:pt x="40" y="1243"/>
                      <a:pt x="40" y="1243"/>
                      <a:pt x="40" y="1243"/>
                    </a:cubicBezTo>
                    <a:cubicBezTo>
                      <a:pt x="18" y="1243"/>
                      <a:pt x="0" y="1225"/>
                      <a:pt x="0" y="1203"/>
                    </a:cubicBezTo>
                    <a:cubicBezTo>
                      <a:pt x="0" y="294"/>
                      <a:pt x="0" y="294"/>
                      <a:pt x="0" y="294"/>
                    </a:cubicBezTo>
                    <a:cubicBezTo>
                      <a:pt x="0" y="184"/>
                      <a:pt x="60" y="88"/>
                      <a:pt x="150" y="38"/>
                    </a:cubicBezTo>
                    <a:cubicBezTo>
                      <a:pt x="192" y="14"/>
                      <a:pt x="241" y="0"/>
                      <a:pt x="294" y="0"/>
                    </a:cubicBezTo>
                    <a:cubicBezTo>
                      <a:pt x="306" y="0"/>
                      <a:pt x="306" y="0"/>
                      <a:pt x="306" y="0"/>
                    </a:cubicBezTo>
                    <a:cubicBezTo>
                      <a:pt x="358" y="0"/>
                      <a:pt x="407" y="14"/>
                      <a:pt x="449" y="38"/>
                    </a:cubicBezTo>
                    <a:cubicBezTo>
                      <a:pt x="539" y="88"/>
                      <a:pt x="599" y="184"/>
                      <a:pt x="599" y="29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38"/>
              <p:cNvSpPr/>
              <p:nvPr/>
            </p:nvSpPr>
            <p:spPr>
              <a:xfrm>
                <a:off x="7033022" y="2553891"/>
                <a:ext cx="67866" cy="94060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16" extrusionOk="0">
                    <a:moveTo>
                      <a:pt x="299" y="38"/>
                    </a:moveTo>
                    <a:cubicBezTo>
                      <a:pt x="299" y="266"/>
                      <a:pt x="299" y="266"/>
                      <a:pt x="299" y="266"/>
                    </a:cubicBezTo>
                    <a:cubicBezTo>
                      <a:pt x="299" y="307"/>
                      <a:pt x="283" y="345"/>
                      <a:pt x="256" y="372"/>
                    </a:cubicBezTo>
                    <a:cubicBezTo>
                      <a:pt x="228" y="399"/>
                      <a:pt x="191" y="416"/>
                      <a:pt x="150" y="416"/>
                    </a:cubicBezTo>
                    <a:cubicBezTo>
                      <a:pt x="67" y="416"/>
                      <a:pt x="0" y="348"/>
                      <a:pt x="0" y="266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42" y="14"/>
                      <a:pt x="91" y="0"/>
                      <a:pt x="144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208" y="0"/>
                      <a:pt x="257" y="14"/>
                      <a:pt x="299" y="3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38"/>
              <p:cNvSpPr/>
              <p:nvPr/>
            </p:nvSpPr>
            <p:spPr>
              <a:xfrm>
                <a:off x="7048500" y="2391966"/>
                <a:ext cx="36900" cy="357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38"/>
              <p:cNvSpPr/>
              <p:nvPr/>
            </p:nvSpPr>
            <p:spPr>
              <a:xfrm>
                <a:off x="6894909" y="2553891"/>
                <a:ext cx="35700" cy="36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38"/>
              <p:cNvSpPr/>
              <p:nvPr/>
            </p:nvSpPr>
            <p:spPr>
              <a:xfrm>
                <a:off x="6894909" y="2422922"/>
                <a:ext cx="35700" cy="35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38"/>
              <p:cNvSpPr/>
              <p:nvPr/>
            </p:nvSpPr>
            <p:spPr>
              <a:xfrm>
                <a:off x="7202090" y="2553891"/>
                <a:ext cx="36900" cy="36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38"/>
              <p:cNvSpPr/>
              <p:nvPr/>
            </p:nvSpPr>
            <p:spPr>
              <a:xfrm>
                <a:off x="7202090" y="2422922"/>
                <a:ext cx="36900" cy="35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38"/>
              <p:cNvSpPr/>
              <p:nvPr/>
            </p:nvSpPr>
            <p:spPr>
              <a:xfrm>
                <a:off x="7047309" y="2694385"/>
                <a:ext cx="39291" cy="1786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80" extrusionOk="0">
                    <a:moveTo>
                      <a:pt x="138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7" y="0"/>
                      <a:pt x="0" y="18"/>
                      <a:pt x="0" y="40"/>
                    </a:cubicBezTo>
                    <a:cubicBezTo>
                      <a:pt x="0" y="62"/>
                      <a:pt x="17" y="80"/>
                      <a:pt x="40" y="80"/>
                    </a:cubicBezTo>
                    <a:cubicBezTo>
                      <a:pt x="138" y="80"/>
                      <a:pt x="138" y="80"/>
                      <a:pt x="138" y="80"/>
                    </a:cubicBezTo>
                    <a:cubicBezTo>
                      <a:pt x="160" y="80"/>
                      <a:pt x="178" y="62"/>
                      <a:pt x="178" y="40"/>
                    </a:cubicBezTo>
                    <a:cubicBezTo>
                      <a:pt x="178" y="18"/>
                      <a:pt x="160" y="0"/>
                      <a:pt x="1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38"/>
              <p:cNvSpPr/>
              <p:nvPr/>
            </p:nvSpPr>
            <p:spPr>
              <a:xfrm>
                <a:off x="7047309" y="2737247"/>
                <a:ext cx="39291" cy="1786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80" extrusionOk="0">
                    <a:moveTo>
                      <a:pt x="138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7" y="0"/>
                      <a:pt x="0" y="18"/>
                      <a:pt x="0" y="40"/>
                    </a:cubicBezTo>
                    <a:cubicBezTo>
                      <a:pt x="0" y="62"/>
                      <a:pt x="17" y="80"/>
                      <a:pt x="40" y="80"/>
                    </a:cubicBezTo>
                    <a:cubicBezTo>
                      <a:pt x="138" y="80"/>
                      <a:pt x="138" y="80"/>
                      <a:pt x="138" y="80"/>
                    </a:cubicBezTo>
                    <a:cubicBezTo>
                      <a:pt x="160" y="80"/>
                      <a:pt x="178" y="62"/>
                      <a:pt x="178" y="40"/>
                    </a:cubicBezTo>
                    <a:cubicBezTo>
                      <a:pt x="178" y="18"/>
                      <a:pt x="160" y="0"/>
                      <a:pt x="1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38"/>
              <p:cNvSpPr/>
              <p:nvPr/>
            </p:nvSpPr>
            <p:spPr>
              <a:xfrm>
                <a:off x="6885384" y="2382441"/>
                <a:ext cx="363138" cy="459581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2048" extrusionOk="0">
                    <a:moveTo>
                      <a:pt x="1496" y="725"/>
                    </a:moveTo>
                    <a:cubicBezTo>
                      <a:pt x="1429" y="725"/>
                      <a:pt x="1374" y="780"/>
                      <a:pt x="1374" y="847"/>
                    </a:cubicBezTo>
                    <a:cubicBezTo>
                      <a:pt x="1374" y="900"/>
                      <a:pt x="1408" y="945"/>
                      <a:pt x="1456" y="962"/>
                    </a:cubicBezTo>
                    <a:cubicBezTo>
                      <a:pt x="1456" y="1101"/>
                      <a:pt x="1456" y="1101"/>
                      <a:pt x="1456" y="1101"/>
                    </a:cubicBezTo>
                    <a:cubicBezTo>
                      <a:pt x="1456" y="1102"/>
                      <a:pt x="1455" y="1102"/>
                      <a:pt x="1455" y="1102"/>
                    </a:cubicBezTo>
                    <a:cubicBezTo>
                      <a:pt x="1148" y="1102"/>
                      <a:pt x="1148" y="1102"/>
                      <a:pt x="1148" y="1102"/>
                    </a:cubicBezTo>
                    <a:cubicBezTo>
                      <a:pt x="1148" y="1059"/>
                      <a:pt x="1148" y="1059"/>
                      <a:pt x="1148" y="1059"/>
                    </a:cubicBezTo>
                    <a:cubicBezTo>
                      <a:pt x="1148" y="981"/>
                      <a:pt x="1122" y="910"/>
                      <a:pt x="1077" y="853"/>
                    </a:cubicBezTo>
                    <a:cubicBezTo>
                      <a:pt x="1228" y="570"/>
                      <a:pt x="1228" y="570"/>
                      <a:pt x="1228" y="570"/>
                    </a:cubicBezTo>
                    <a:cubicBezTo>
                      <a:pt x="1229" y="570"/>
                      <a:pt x="1229" y="569"/>
                      <a:pt x="1229" y="569"/>
                    </a:cubicBezTo>
                    <a:cubicBezTo>
                      <a:pt x="1455" y="569"/>
                      <a:pt x="1455" y="569"/>
                      <a:pt x="1455" y="569"/>
                    </a:cubicBezTo>
                    <a:cubicBezTo>
                      <a:pt x="1500" y="569"/>
                      <a:pt x="1536" y="533"/>
                      <a:pt x="1536" y="489"/>
                    </a:cubicBezTo>
                    <a:cubicBezTo>
                      <a:pt x="1536" y="374"/>
                      <a:pt x="1536" y="374"/>
                      <a:pt x="1536" y="374"/>
                    </a:cubicBezTo>
                    <a:cubicBezTo>
                      <a:pt x="1583" y="358"/>
                      <a:pt x="1617" y="313"/>
                      <a:pt x="1617" y="260"/>
                    </a:cubicBezTo>
                    <a:cubicBezTo>
                      <a:pt x="1617" y="193"/>
                      <a:pt x="1563" y="138"/>
                      <a:pt x="1496" y="138"/>
                    </a:cubicBezTo>
                    <a:cubicBezTo>
                      <a:pt x="1429" y="138"/>
                      <a:pt x="1374" y="193"/>
                      <a:pt x="1374" y="260"/>
                    </a:cubicBezTo>
                    <a:cubicBezTo>
                      <a:pt x="1374" y="313"/>
                      <a:pt x="1408" y="358"/>
                      <a:pt x="1456" y="374"/>
                    </a:cubicBezTo>
                    <a:cubicBezTo>
                      <a:pt x="1456" y="489"/>
                      <a:pt x="1456" y="489"/>
                      <a:pt x="1456" y="489"/>
                    </a:cubicBezTo>
                    <a:cubicBezTo>
                      <a:pt x="1456" y="489"/>
                      <a:pt x="1455" y="489"/>
                      <a:pt x="1455" y="489"/>
                    </a:cubicBezTo>
                    <a:cubicBezTo>
                      <a:pt x="1229" y="489"/>
                      <a:pt x="1229" y="489"/>
                      <a:pt x="1229" y="489"/>
                    </a:cubicBezTo>
                    <a:cubicBezTo>
                      <a:pt x="1199" y="489"/>
                      <a:pt x="1172" y="506"/>
                      <a:pt x="1158" y="532"/>
                    </a:cubicBezTo>
                    <a:cubicBezTo>
                      <a:pt x="1018" y="795"/>
                      <a:pt x="1018" y="795"/>
                      <a:pt x="1018" y="795"/>
                    </a:cubicBezTo>
                    <a:cubicBezTo>
                      <a:pt x="970" y="758"/>
                      <a:pt x="912" y="733"/>
                      <a:pt x="849" y="727"/>
                    </a:cubicBezTo>
                    <a:cubicBezTo>
                      <a:pt x="849" y="236"/>
                      <a:pt x="849" y="236"/>
                      <a:pt x="849" y="236"/>
                    </a:cubicBezTo>
                    <a:cubicBezTo>
                      <a:pt x="896" y="220"/>
                      <a:pt x="930" y="174"/>
                      <a:pt x="930" y="121"/>
                    </a:cubicBezTo>
                    <a:cubicBezTo>
                      <a:pt x="930" y="54"/>
                      <a:pt x="876" y="0"/>
                      <a:pt x="809" y="0"/>
                    </a:cubicBezTo>
                    <a:cubicBezTo>
                      <a:pt x="742" y="0"/>
                      <a:pt x="687" y="54"/>
                      <a:pt x="687" y="121"/>
                    </a:cubicBezTo>
                    <a:cubicBezTo>
                      <a:pt x="687" y="174"/>
                      <a:pt x="721" y="220"/>
                      <a:pt x="769" y="236"/>
                    </a:cubicBezTo>
                    <a:cubicBezTo>
                      <a:pt x="769" y="727"/>
                      <a:pt x="769" y="727"/>
                      <a:pt x="769" y="727"/>
                    </a:cubicBezTo>
                    <a:cubicBezTo>
                      <a:pt x="705" y="733"/>
                      <a:pt x="647" y="758"/>
                      <a:pt x="599" y="795"/>
                    </a:cubicBezTo>
                    <a:cubicBezTo>
                      <a:pt x="459" y="532"/>
                      <a:pt x="459" y="532"/>
                      <a:pt x="459" y="532"/>
                    </a:cubicBezTo>
                    <a:cubicBezTo>
                      <a:pt x="445" y="506"/>
                      <a:pt x="418" y="489"/>
                      <a:pt x="388" y="489"/>
                    </a:cubicBezTo>
                    <a:cubicBezTo>
                      <a:pt x="162" y="489"/>
                      <a:pt x="162" y="489"/>
                      <a:pt x="162" y="489"/>
                    </a:cubicBezTo>
                    <a:cubicBezTo>
                      <a:pt x="162" y="489"/>
                      <a:pt x="161" y="489"/>
                      <a:pt x="161" y="489"/>
                    </a:cubicBezTo>
                    <a:cubicBezTo>
                      <a:pt x="161" y="374"/>
                      <a:pt x="161" y="374"/>
                      <a:pt x="161" y="374"/>
                    </a:cubicBezTo>
                    <a:cubicBezTo>
                      <a:pt x="209" y="358"/>
                      <a:pt x="243" y="313"/>
                      <a:pt x="243" y="260"/>
                    </a:cubicBezTo>
                    <a:cubicBezTo>
                      <a:pt x="243" y="193"/>
                      <a:pt x="188" y="138"/>
                      <a:pt x="121" y="138"/>
                    </a:cubicBezTo>
                    <a:cubicBezTo>
                      <a:pt x="54" y="138"/>
                      <a:pt x="0" y="193"/>
                      <a:pt x="0" y="260"/>
                    </a:cubicBezTo>
                    <a:cubicBezTo>
                      <a:pt x="0" y="313"/>
                      <a:pt x="34" y="358"/>
                      <a:pt x="81" y="374"/>
                    </a:cubicBezTo>
                    <a:cubicBezTo>
                      <a:pt x="81" y="489"/>
                      <a:pt x="81" y="489"/>
                      <a:pt x="81" y="489"/>
                    </a:cubicBezTo>
                    <a:cubicBezTo>
                      <a:pt x="81" y="533"/>
                      <a:pt x="118" y="569"/>
                      <a:pt x="162" y="569"/>
                    </a:cubicBezTo>
                    <a:cubicBezTo>
                      <a:pt x="388" y="569"/>
                      <a:pt x="388" y="569"/>
                      <a:pt x="388" y="569"/>
                    </a:cubicBezTo>
                    <a:cubicBezTo>
                      <a:pt x="388" y="569"/>
                      <a:pt x="389" y="570"/>
                      <a:pt x="389" y="570"/>
                    </a:cubicBezTo>
                    <a:cubicBezTo>
                      <a:pt x="540" y="853"/>
                      <a:pt x="540" y="853"/>
                      <a:pt x="540" y="853"/>
                    </a:cubicBezTo>
                    <a:cubicBezTo>
                      <a:pt x="495" y="910"/>
                      <a:pt x="469" y="981"/>
                      <a:pt x="469" y="1059"/>
                    </a:cubicBezTo>
                    <a:cubicBezTo>
                      <a:pt x="469" y="1102"/>
                      <a:pt x="469" y="1102"/>
                      <a:pt x="469" y="1102"/>
                    </a:cubicBezTo>
                    <a:cubicBezTo>
                      <a:pt x="162" y="1102"/>
                      <a:pt x="162" y="1102"/>
                      <a:pt x="162" y="1102"/>
                    </a:cubicBezTo>
                    <a:cubicBezTo>
                      <a:pt x="162" y="1102"/>
                      <a:pt x="161" y="1102"/>
                      <a:pt x="161" y="1101"/>
                    </a:cubicBezTo>
                    <a:cubicBezTo>
                      <a:pt x="161" y="962"/>
                      <a:pt x="161" y="962"/>
                      <a:pt x="161" y="962"/>
                    </a:cubicBezTo>
                    <a:cubicBezTo>
                      <a:pt x="209" y="945"/>
                      <a:pt x="243" y="900"/>
                      <a:pt x="243" y="847"/>
                    </a:cubicBezTo>
                    <a:cubicBezTo>
                      <a:pt x="243" y="780"/>
                      <a:pt x="188" y="725"/>
                      <a:pt x="121" y="725"/>
                    </a:cubicBezTo>
                    <a:cubicBezTo>
                      <a:pt x="54" y="725"/>
                      <a:pt x="0" y="780"/>
                      <a:pt x="0" y="847"/>
                    </a:cubicBezTo>
                    <a:cubicBezTo>
                      <a:pt x="0" y="900"/>
                      <a:pt x="34" y="945"/>
                      <a:pt x="81" y="962"/>
                    </a:cubicBezTo>
                    <a:cubicBezTo>
                      <a:pt x="81" y="1101"/>
                      <a:pt x="81" y="1101"/>
                      <a:pt x="81" y="1101"/>
                    </a:cubicBezTo>
                    <a:cubicBezTo>
                      <a:pt x="81" y="1146"/>
                      <a:pt x="118" y="1182"/>
                      <a:pt x="162" y="1182"/>
                    </a:cubicBezTo>
                    <a:cubicBezTo>
                      <a:pt x="469" y="1182"/>
                      <a:pt x="469" y="1182"/>
                      <a:pt x="469" y="1182"/>
                    </a:cubicBezTo>
                    <a:cubicBezTo>
                      <a:pt x="469" y="1968"/>
                      <a:pt x="469" y="1968"/>
                      <a:pt x="469" y="1968"/>
                    </a:cubicBezTo>
                    <a:cubicBezTo>
                      <a:pt x="469" y="2012"/>
                      <a:pt x="505" y="2048"/>
                      <a:pt x="549" y="2048"/>
                    </a:cubicBezTo>
                    <a:cubicBezTo>
                      <a:pt x="1068" y="2048"/>
                      <a:pt x="1068" y="2048"/>
                      <a:pt x="1068" y="2048"/>
                    </a:cubicBezTo>
                    <a:cubicBezTo>
                      <a:pt x="1112" y="2048"/>
                      <a:pt x="1148" y="2012"/>
                      <a:pt x="1148" y="1968"/>
                    </a:cubicBezTo>
                    <a:cubicBezTo>
                      <a:pt x="1148" y="1774"/>
                      <a:pt x="1148" y="1774"/>
                      <a:pt x="1148" y="1774"/>
                    </a:cubicBezTo>
                    <a:cubicBezTo>
                      <a:pt x="1148" y="1751"/>
                      <a:pt x="1130" y="1734"/>
                      <a:pt x="1108" y="1734"/>
                    </a:cubicBezTo>
                    <a:cubicBezTo>
                      <a:pt x="1086" y="1734"/>
                      <a:pt x="1068" y="1751"/>
                      <a:pt x="1068" y="1774"/>
                    </a:cubicBezTo>
                    <a:cubicBezTo>
                      <a:pt x="1068" y="1968"/>
                      <a:pt x="1068" y="1968"/>
                      <a:pt x="1068" y="1968"/>
                    </a:cubicBezTo>
                    <a:cubicBezTo>
                      <a:pt x="549" y="1968"/>
                      <a:pt x="549" y="1968"/>
                      <a:pt x="549" y="1968"/>
                    </a:cubicBezTo>
                    <a:cubicBezTo>
                      <a:pt x="549" y="1059"/>
                      <a:pt x="549" y="1059"/>
                      <a:pt x="549" y="1059"/>
                    </a:cubicBezTo>
                    <a:cubicBezTo>
                      <a:pt x="549" y="991"/>
                      <a:pt x="575" y="930"/>
                      <a:pt x="619" y="884"/>
                    </a:cubicBezTo>
                    <a:cubicBezTo>
                      <a:pt x="619" y="1031"/>
                      <a:pt x="619" y="1031"/>
                      <a:pt x="619" y="1031"/>
                    </a:cubicBezTo>
                    <a:cubicBezTo>
                      <a:pt x="619" y="1135"/>
                      <a:pt x="704" y="1221"/>
                      <a:pt x="809" y="1221"/>
                    </a:cubicBezTo>
                    <a:cubicBezTo>
                      <a:pt x="913" y="1221"/>
                      <a:pt x="998" y="1135"/>
                      <a:pt x="998" y="1031"/>
                    </a:cubicBezTo>
                    <a:cubicBezTo>
                      <a:pt x="998" y="884"/>
                      <a:pt x="998" y="884"/>
                      <a:pt x="998" y="884"/>
                    </a:cubicBezTo>
                    <a:cubicBezTo>
                      <a:pt x="1042" y="930"/>
                      <a:pt x="1068" y="991"/>
                      <a:pt x="1068" y="1059"/>
                    </a:cubicBezTo>
                    <a:cubicBezTo>
                      <a:pt x="1068" y="1409"/>
                      <a:pt x="1068" y="1409"/>
                      <a:pt x="1068" y="1409"/>
                    </a:cubicBezTo>
                    <a:cubicBezTo>
                      <a:pt x="1068" y="1431"/>
                      <a:pt x="1086" y="1449"/>
                      <a:pt x="1108" y="1449"/>
                    </a:cubicBezTo>
                    <a:cubicBezTo>
                      <a:pt x="1130" y="1449"/>
                      <a:pt x="1148" y="1431"/>
                      <a:pt x="1148" y="1409"/>
                    </a:cubicBezTo>
                    <a:cubicBezTo>
                      <a:pt x="1148" y="1182"/>
                      <a:pt x="1148" y="1182"/>
                      <a:pt x="1148" y="1182"/>
                    </a:cubicBezTo>
                    <a:cubicBezTo>
                      <a:pt x="1455" y="1182"/>
                      <a:pt x="1455" y="1182"/>
                      <a:pt x="1455" y="1182"/>
                    </a:cubicBezTo>
                    <a:cubicBezTo>
                      <a:pt x="1500" y="1182"/>
                      <a:pt x="1536" y="1146"/>
                      <a:pt x="1536" y="1101"/>
                    </a:cubicBezTo>
                    <a:cubicBezTo>
                      <a:pt x="1536" y="962"/>
                      <a:pt x="1536" y="962"/>
                      <a:pt x="1536" y="962"/>
                    </a:cubicBezTo>
                    <a:cubicBezTo>
                      <a:pt x="1583" y="945"/>
                      <a:pt x="1617" y="900"/>
                      <a:pt x="1617" y="847"/>
                    </a:cubicBezTo>
                    <a:cubicBezTo>
                      <a:pt x="1617" y="780"/>
                      <a:pt x="1563" y="725"/>
                      <a:pt x="1496" y="725"/>
                    </a:cubicBezTo>
                    <a:close/>
                    <a:moveTo>
                      <a:pt x="1496" y="218"/>
                    </a:moveTo>
                    <a:cubicBezTo>
                      <a:pt x="1519" y="218"/>
                      <a:pt x="1537" y="237"/>
                      <a:pt x="1537" y="260"/>
                    </a:cubicBezTo>
                    <a:cubicBezTo>
                      <a:pt x="1537" y="283"/>
                      <a:pt x="1519" y="301"/>
                      <a:pt x="1496" y="301"/>
                    </a:cubicBezTo>
                    <a:cubicBezTo>
                      <a:pt x="1473" y="301"/>
                      <a:pt x="1454" y="283"/>
                      <a:pt x="1454" y="260"/>
                    </a:cubicBezTo>
                    <a:cubicBezTo>
                      <a:pt x="1454" y="237"/>
                      <a:pt x="1473" y="218"/>
                      <a:pt x="1496" y="218"/>
                    </a:cubicBezTo>
                    <a:close/>
                    <a:moveTo>
                      <a:pt x="121" y="218"/>
                    </a:moveTo>
                    <a:cubicBezTo>
                      <a:pt x="144" y="218"/>
                      <a:pt x="163" y="237"/>
                      <a:pt x="163" y="260"/>
                    </a:cubicBezTo>
                    <a:cubicBezTo>
                      <a:pt x="163" y="283"/>
                      <a:pt x="144" y="301"/>
                      <a:pt x="121" y="301"/>
                    </a:cubicBezTo>
                    <a:cubicBezTo>
                      <a:pt x="98" y="301"/>
                      <a:pt x="80" y="283"/>
                      <a:pt x="80" y="260"/>
                    </a:cubicBezTo>
                    <a:cubicBezTo>
                      <a:pt x="80" y="237"/>
                      <a:pt x="98" y="218"/>
                      <a:pt x="121" y="218"/>
                    </a:cubicBezTo>
                    <a:close/>
                    <a:moveTo>
                      <a:pt x="121" y="805"/>
                    </a:moveTo>
                    <a:cubicBezTo>
                      <a:pt x="144" y="805"/>
                      <a:pt x="163" y="824"/>
                      <a:pt x="163" y="847"/>
                    </a:cubicBezTo>
                    <a:cubicBezTo>
                      <a:pt x="163" y="870"/>
                      <a:pt x="144" y="889"/>
                      <a:pt x="121" y="889"/>
                    </a:cubicBezTo>
                    <a:cubicBezTo>
                      <a:pt x="98" y="889"/>
                      <a:pt x="80" y="870"/>
                      <a:pt x="80" y="847"/>
                    </a:cubicBezTo>
                    <a:cubicBezTo>
                      <a:pt x="80" y="824"/>
                      <a:pt x="98" y="805"/>
                      <a:pt x="121" y="805"/>
                    </a:cubicBezTo>
                    <a:close/>
                    <a:moveTo>
                      <a:pt x="809" y="80"/>
                    </a:moveTo>
                    <a:cubicBezTo>
                      <a:pt x="832" y="80"/>
                      <a:pt x="850" y="98"/>
                      <a:pt x="850" y="121"/>
                    </a:cubicBezTo>
                    <a:cubicBezTo>
                      <a:pt x="850" y="144"/>
                      <a:pt x="832" y="163"/>
                      <a:pt x="809" y="163"/>
                    </a:cubicBezTo>
                    <a:cubicBezTo>
                      <a:pt x="786" y="163"/>
                      <a:pt x="767" y="144"/>
                      <a:pt x="767" y="121"/>
                    </a:cubicBezTo>
                    <a:cubicBezTo>
                      <a:pt x="767" y="98"/>
                      <a:pt x="786" y="80"/>
                      <a:pt x="809" y="80"/>
                    </a:cubicBezTo>
                    <a:close/>
                    <a:moveTo>
                      <a:pt x="809" y="1141"/>
                    </a:moveTo>
                    <a:cubicBezTo>
                      <a:pt x="748" y="1141"/>
                      <a:pt x="699" y="1091"/>
                      <a:pt x="699" y="1031"/>
                    </a:cubicBezTo>
                    <a:cubicBezTo>
                      <a:pt x="699" y="828"/>
                      <a:pt x="699" y="828"/>
                      <a:pt x="699" y="828"/>
                    </a:cubicBezTo>
                    <a:cubicBezTo>
                      <a:pt x="730" y="813"/>
                      <a:pt x="766" y="805"/>
                      <a:pt x="803" y="805"/>
                    </a:cubicBezTo>
                    <a:cubicBezTo>
                      <a:pt x="815" y="805"/>
                      <a:pt x="815" y="805"/>
                      <a:pt x="815" y="805"/>
                    </a:cubicBezTo>
                    <a:cubicBezTo>
                      <a:pt x="852" y="805"/>
                      <a:pt x="887" y="813"/>
                      <a:pt x="918" y="828"/>
                    </a:cubicBezTo>
                    <a:cubicBezTo>
                      <a:pt x="918" y="1031"/>
                      <a:pt x="918" y="1031"/>
                      <a:pt x="918" y="1031"/>
                    </a:cubicBezTo>
                    <a:cubicBezTo>
                      <a:pt x="918" y="1091"/>
                      <a:pt x="869" y="1141"/>
                      <a:pt x="809" y="1141"/>
                    </a:cubicBezTo>
                    <a:close/>
                    <a:moveTo>
                      <a:pt x="1496" y="889"/>
                    </a:moveTo>
                    <a:cubicBezTo>
                      <a:pt x="1473" y="889"/>
                      <a:pt x="1454" y="870"/>
                      <a:pt x="1454" y="847"/>
                    </a:cubicBezTo>
                    <a:cubicBezTo>
                      <a:pt x="1454" y="824"/>
                      <a:pt x="1473" y="805"/>
                      <a:pt x="1496" y="805"/>
                    </a:cubicBezTo>
                    <a:cubicBezTo>
                      <a:pt x="1519" y="805"/>
                      <a:pt x="1537" y="824"/>
                      <a:pt x="1537" y="847"/>
                    </a:cubicBezTo>
                    <a:cubicBezTo>
                      <a:pt x="1537" y="870"/>
                      <a:pt x="1519" y="889"/>
                      <a:pt x="1496" y="8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38"/>
              <p:cNvSpPr/>
              <p:nvPr/>
            </p:nvSpPr>
            <p:spPr>
              <a:xfrm>
                <a:off x="7124700" y="2731294"/>
                <a:ext cx="17700" cy="17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5" name="Google Shape;405;p38"/>
          <p:cNvGrpSpPr/>
          <p:nvPr/>
        </p:nvGrpSpPr>
        <p:grpSpPr>
          <a:xfrm>
            <a:off x="8232900" y="292438"/>
            <a:ext cx="494100" cy="494100"/>
            <a:chOff x="248750" y="3088250"/>
            <a:chExt cx="494100" cy="494100"/>
          </a:xfrm>
        </p:grpSpPr>
        <p:sp>
          <p:nvSpPr>
            <p:cNvPr id="406" name="Google Shape;406;p38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07" name="Google Shape;407;p38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08" name="Google Shape;408;p38"/>
          <p:cNvGrpSpPr/>
          <p:nvPr/>
        </p:nvGrpSpPr>
        <p:grpSpPr>
          <a:xfrm>
            <a:off x="1224950" y="2881813"/>
            <a:ext cx="494100" cy="494100"/>
            <a:chOff x="248750" y="3088250"/>
            <a:chExt cx="494100" cy="494100"/>
          </a:xfrm>
        </p:grpSpPr>
        <p:sp>
          <p:nvSpPr>
            <p:cNvPr id="409" name="Google Shape;409;p38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10" name="Google Shape;410;p38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11" name="Google Shape;411;p38"/>
          <p:cNvGrpSpPr/>
          <p:nvPr/>
        </p:nvGrpSpPr>
        <p:grpSpPr>
          <a:xfrm rot="1594979">
            <a:off x="6237082" y="2617359"/>
            <a:ext cx="1023015" cy="1023015"/>
            <a:chOff x="5139650" y="3047675"/>
            <a:chExt cx="1023000" cy="1023000"/>
          </a:xfrm>
        </p:grpSpPr>
        <p:sp>
          <p:nvSpPr>
            <p:cNvPr id="412" name="Google Shape;412;p38"/>
            <p:cNvSpPr/>
            <p:nvPr/>
          </p:nvSpPr>
          <p:spPr>
            <a:xfrm>
              <a:off x="5139650" y="3047675"/>
              <a:ext cx="1023000" cy="102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413" name="Google Shape;413;p38"/>
            <p:cNvGrpSpPr/>
            <p:nvPr/>
          </p:nvGrpSpPr>
          <p:grpSpPr>
            <a:xfrm>
              <a:off x="5377924" y="3272161"/>
              <a:ext cx="546236" cy="574358"/>
              <a:chOff x="2955131" y="3450431"/>
              <a:chExt cx="439344" cy="461963"/>
            </a:xfrm>
          </p:grpSpPr>
          <p:sp>
            <p:nvSpPr>
              <p:cNvPr id="414" name="Google Shape;414;p38"/>
              <p:cNvSpPr/>
              <p:nvPr/>
            </p:nvSpPr>
            <p:spPr>
              <a:xfrm>
                <a:off x="2964656" y="3454004"/>
                <a:ext cx="426246" cy="448865"/>
              </a:xfrm>
              <a:custGeom>
                <a:avLst/>
                <a:gdLst/>
                <a:ahLst/>
                <a:cxnLst/>
                <a:rect l="l" t="t" r="r" b="b"/>
                <a:pathLst>
                  <a:path w="1897" h="1999" extrusionOk="0">
                    <a:moveTo>
                      <a:pt x="1641" y="1467"/>
                    </a:moveTo>
                    <a:cubicBezTo>
                      <a:pt x="1648" y="1276"/>
                      <a:pt x="1648" y="1276"/>
                      <a:pt x="1648" y="1276"/>
                    </a:cubicBezTo>
                    <a:cubicBezTo>
                      <a:pt x="1750" y="1276"/>
                      <a:pt x="1750" y="1276"/>
                      <a:pt x="1750" y="1276"/>
                    </a:cubicBezTo>
                    <a:cubicBezTo>
                      <a:pt x="1840" y="1276"/>
                      <a:pt x="1897" y="1180"/>
                      <a:pt x="1854" y="1101"/>
                    </a:cubicBezTo>
                    <a:cubicBezTo>
                      <a:pt x="1854" y="1101"/>
                      <a:pt x="1665" y="810"/>
                      <a:pt x="1665" y="810"/>
                    </a:cubicBezTo>
                    <a:cubicBezTo>
                      <a:pt x="1663" y="689"/>
                      <a:pt x="1663" y="689"/>
                      <a:pt x="1663" y="689"/>
                    </a:cubicBezTo>
                    <a:cubicBezTo>
                      <a:pt x="1661" y="664"/>
                      <a:pt x="1658" y="639"/>
                      <a:pt x="1654" y="614"/>
                    </a:cubicBezTo>
                    <a:cubicBezTo>
                      <a:pt x="1647" y="569"/>
                      <a:pt x="1637" y="525"/>
                      <a:pt x="1622" y="482"/>
                    </a:cubicBezTo>
                    <a:cubicBezTo>
                      <a:pt x="1594" y="405"/>
                      <a:pt x="1553" y="332"/>
                      <a:pt x="1499" y="271"/>
                    </a:cubicBezTo>
                    <a:cubicBezTo>
                      <a:pt x="1394" y="152"/>
                      <a:pt x="1244" y="77"/>
                      <a:pt x="1090" y="48"/>
                    </a:cubicBezTo>
                    <a:cubicBezTo>
                      <a:pt x="829" y="0"/>
                      <a:pt x="561" y="50"/>
                      <a:pt x="358" y="230"/>
                    </a:cubicBezTo>
                    <a:cubicBezTo>
                      <a:pt x="43" y="509"/>
                      <a:pt x="0" y="1003"/>
                      <a:pt x="264" y="1332"/>
                    </a:cubicBezTo>
                    <a:cubicBezTo>
                      <a:pt x="309" y="1388"/>
                      <a:pt x="362" y="1438"/>
                      <a:pt x="421" y="1480"/>
                    </a:cubicBezTo>
                    <a:cubicBezTo>
                      <a:pt x="466" y="1512"/>
                      <a:pt x="494" y="1565"/>
                      <a:pt x="494" y="1621"/>
                    </a:cubicBezTo>
                    <a:cubicBezTo>
                      <a:pt x="494" y="1930"/>
                      <a:pt x="494" y="1930"/>
                      <a:pt x="494" y="1930"/>
                    </a:cubicBezTo>
                    <a:cubicBezTo>
                      <a:pt x="494" y="1968"/>
                      <a:pt x="525" y="1999"/>
                      <a:pt x="562" y="1999"/>
                    </a:cubicBezTo>
                    <a:cubicBezTo>
                      <a:pt x="1171" y="1999"/>
                      <a:pt x="1171" y="1999"/>
                      <a:pt x="1171" y="1999"/>
                    </a:cubicBezTo>
                    <a:cubicBezTo>
                      <a:pt x="1209" y="1999"/>
                      <a:pt x="1239" y="1968"/>
                      <a:pt x="1239" y="1930"/>
                    </a:cubicBezTo>
                    <a:cubicBezTo>
                      <a:pt x="1239" y="1864"/>
                      <a:pt x="1239" y="1864"/>
                      <a:pt x="1239" y="1864"/>
                    </a:cubicBezTo>
                    <a:cubicBezTo>
                      <a:pt x="1239" y="1789"/>
                      <a:pt x="1300" y="1729"/>
                      <a:pt x="1374" y="1728"/>
                    </a:cubicBezTo>
                    <a:cubicBezTo>
                      <a:pt x="1375" y="1728"/>
                      <a:pt x="1375" y="1728"/>
                      <a:pt x="1375" y="1728"/>
                    </a:cubicBezTo>
                    <a:cubicBezTo>
                      <a:pt x="1520" y="1728"/>
                      <a:pt x="1638" y="1612"/>
                      <a:pt x="1641" y="146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3031331" y="3506391"/>
                <a:ext cx="257177" cy="196454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876" extrusionOk="0">
                    <a:moveTo>
                      <a:pt x="1134" y="321"/>
                    </a:moveTo>
                    <a:cubicBezTo>
                      <a:pt x="1133" y="318"/>
                      <a:pt x="1132" y="315"/>
                      <a:pt x="1132" y="312"/>
                    </a:cubicBezTo>
                    <a:cubicBezTo>
                      <a:pt x="1112" y="246"/>
                      <a:pt x="1045" y="205"/>
                      <a:pt x="977" y="218"/>
                    </a:cubicBezTo>
                    <a:cubicBezTo>
                      <a:pt x="971" y="220"/>
                      <a:pt x="965" y="221"/>
                      <a:pt x="959" y="223"/>
                    </a:cubicBezTo>
                    <a:cubicBezTo>
                      <a:pt x="959" y="223"/>
                      <a:pt x="959" y="223"/>
                      <a:pt x="959" y="223"/>
                    </a:cubicBezTo>
                    <a:cubicBezTo>
                      <a:pt x="958" y="214"/>
                      <a:pt x="957" y="205"/>
                      <a:pt x="955" y="196"/>
                    </a:cubicBezTo>
                    <a:cubicBezTo>
                      <a:pt x="933" y="104"/>
                      <a:pt x="842" y="45"/>
                      <a:pt x="749" y="63"/>
                    </a:cubicBezTo>
                    <a:cubicBezTo>
                      <a:pt x="726" y="67"/>
                      <a:pt x="706" y="76"/>
                      <a:pt x="688" y="87"/>
                    </a:cubicBezTo>
                    <a:cubicBezTo>
                      <a:pt x="661" y="31"/>
                      <a:pt x="598" y="0"/>
                      <a:pt x="535" y="16"/>
                    </a:cubicBezTo>
                    <a:cubicBezTo>
                      <a:pt x="494" y="26"/>
                      <a:pt x="463" y="54"/>
                      <a:pt x="446" y="89"/>
                    </a:cubicBezTo>
                    <a:cubicBezTo>
                      <a:pt x="415" y="66"/>
                      <a:pt x="374" y="56"/>
                      <a:pt x="333" y="66"/>
                    </a:cubicBezTo>
                    <a:cubicBezTo>
                      <a:pt x="272" y="82"/>
                      <a:pt x="231" y="137"/>
                      <a:pt x="232" y="198"/>
                    </a:cubicBezTo>
                    <a:cubicBezTo>
                      <a:pt x="216" y="198"/>
                      <a:pt x="201" y="200"/>
                      <a:pt x="185" y="204"/>
                    </a:cubicBezTo>
                    <a:cubicBezTo>
                      <a:pt x="90" y="228"/>
                      <a:pt x="32" y="324"/>
                      <a:pt x="56" y="419"/>
                    </a:cubicBezTo>
                    <a:cubicBezTo>
                      <a:pt x="59" y="431"/>
                      <a:pt x="63" y="443"/>
                      <a:pt x="69" y="454"/>
                    </a:cubicBezTo>
                    <a:cubicBezTo>
                      <a:pt x="69" y="454"/>
                      <a:pt x="69" y="454"/>
                      <a:pt x="69" y="454"/>
                    </a:cubicBezTo>
                    <a:cubicBezTo>
                      <a:pt x="24" y="485"/>
                      <a:pt x="0" y="542"/>
                      <a:pt x="14" y="598"/>
                    </a:cubicBezTo>
                    <a:cubicBezTo>
                      <a:pt x="15" y="599"/>
                      <a:pt x="15" y="601"/>
                      <a:pt x="16" y="602"/>
                    </a:cubicBezTo>
                    <a:cubicBezTo>
                      <a:pt x="24" y="632"/>
                      <a:pt x="45" y="655"/>
                      <a:pt x="72" y="667"/>
                    </a:cubicBezTo>
                    <a:cubicBezTo>
                      <a:pt x="72" y="669"/>
                      <a:pt x="72" y="671"/>
                      <a:pt x="72" y="673"/>
                    </a:cubicBezTo>
                    <a:cubicBezTo>
                      <a:pt x="72" y="785"/>
                      <a:pt x="171" y="876"/>
                      <a:pt x="292" y="876"/>
                    </a:cubicBezTo>
                    <a:cubicBezTo>
                      <a:pt x="414" y="876"/>
                      <a:pt x="512" y="785"/>
                      <a:pt x="512" y="673"/>
                    </a:cubicBezTo>
                    <a:cubicBezTo>
                      <a:pt x="512" y="672"/>
                      <a:pt x="512" y="672"/>
                      <a:pt x="512" y="671"/>
                    </a:cubicBezTo>
                    <a:cubicBezTo>
                      <a:pt x="542" y="666"/>
                      <a:pt x="573" y="660"/>
                      <a:pt x="604" y="652"/>
                    </a:cubicBezTo>
                    <a:cubicBezTo>
                      <a:pt x="773" y="611"/>
                      <a:pt x="911" y="538"/>
                      <a:pt x="975" y="466"/>
                    </a:cubicBezTo>
                    <a:cubicBezTo>
                      <a:pt x="1056" y="446"/>
                      <a:pt x="1056" y="446"/>
                      <a:pt x="1056" y="446"/>
                    </a:cubicBezTo>
                    <a:cubicBezTo>
                      <a:pt x="1111" y="432"/>
                      <a:pt x="1146" y="377"/>
                      <a:pt x="1134" y="3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2955131" y="3450431"/>
                <a:ext cx="439344" cy="461963"/>
              </a:xfrm>
              <a:custGeom>
                <a:avLst/>
                <a:gdLst/>
                <a:ahLst/>
                <a:cxnLst/>
                <a:rect l="l" t="t" r="r" b="b"/>
                <a:pathLst>
                  <a:path w="1960" h="2056" extrusionOk="0">
                    <a:moveTo>
                      <a:pt x="1933" y="1098"/>
                    </a:moveTo>
                    <a:cubicBezTo>
                      <a:pt x="1932" y="1098"/>
                      <a:pt x="1932" y="1097"/>
                      <a:pt x="1931" y="1096"/>
                    </a:cubicBezTo>
                    <a:cubicBezTo>
                      <a:pt x="1931" y="1096"/>
                      <a:pt x="1782" y="865"/>
                      <a:pt x="1749" y="815"/>
                    </a:cubicBezTo>
                    <a:cubicBezTo>
                      <a:pt x="1747" y="706"/>
                      <a:pt x="1747" y="706"/>
                      <a:pt x="1747" y="706"/>
                    </a:cubicBezTo>
                    <a:cubicBezTo>
                      <a:pt x="1747" y="705"/>
                      <a:pt x="1747" y="704"/>
                      <a:pt x="1747" y="704"/>
                    </a:cubicBezTo>
                    <a:cubicBezTo>
                      <a:pt x="1745" y="676"/>
                      <a:pt x="1742" y="650"/>
                      <a:pt x="1738" y="624"/>
                    </a:cubicBezTo>
                    <a:cubicBezTo>
                      <a:pt x="1730" y="576"/>
                      <a:pt x="1719" y="529"/>
                      <a:pt x="1703" y="486"/>
                    </a:cubicBezTo>
                    <a:cubicBezTo>
                      <a:pt x="1674" y="401"/>
                      <a:pt x="1630" y="326"/>
                      <a:pt x="1573" y="261"/>
                    </a:cubicBezTo>
                    <a:cubicBezTo>
                      <a:pt x="1467" y="142"/>
                      <a:pt x="1314" y="58"/>
                      <a:pt x="1141" y="26"/>
                    </a:cubicBezTo>
                    <a:cubicBezTo>
                      <a:pt x="1001" y="0"/>
                      <a:pt x="865" y="2"/>
                      <a:pt x="737" y="31"/>
                    </a:cubicBezTo>
                    <a:cubicBezTo>
                      <a:pt x="600" y="63"/>
                      <a:pt x="479" y="125"/>
                      <a:pt x="376" y="217"/>
                    </a:cubicBezTo>
                    <a:cubicBezTo>
                      <a:pt x="44" y="511"/>
                      <a:pt x="0" y="1030"/>
                      <a:pt x="277" y="1374"/>
                    </a:cubicBezTo>
                    <a:cubicBezTo>
                      <a:pt x="325" y="1433"/>
                      <a:pt x="380" y="1485"/>
                      <a:pt x="441" y="1529"/>
                    </a:cubicBezTo>
                    <a:cubicBezTo>
                      <a:pt x="477" y="1555"/>
                      <a:pt x="498" y="1595"/>
                      <a:pt x="498" y="1638"/>
                    </a:cubicBezTo>
                    <a:cubicBezTo>
                      <a:pt x="498" y="1947"/>
                      <a:pt x="498" y="1947"/>
                      <a:pt x="498" y="1947"/>
                    </a:cubicBezTo>
                    <a:cubicBezTo>
                      <a:pt x="498" y="2007"/>
                      <a:pt x="547" y="2056"/>
                      <a:pt x="606" y="2056"/>
                    </a:cubicBezTo>
                    <a:cubicBezTo>
                      <a:pt x="730" y="2056"/>
                      <a:pt x="730" y="2056"/>
                      <a:pt x="730" y="2056"/>
                    </a:cubicBezTo>
                    <a:cubicBezTo>
                      <a:pt x="752" y="2056"/>
                      <a:pt x="770" y="2038"/>
                      <a:pt x="770" y="2016"/>
                    </a:cubicBezTo>
                    <a:cubicBezTo>
                      <a:pt x="770" y="1994"/>
                      <a:pt x="752" y="1976"/>
                      <a:pt x="730" y="1976"/>
                    </a:cubicBezTo>
                    <a:cubicBezTo>
                      <a:pt x="606" y="1976"/>
                      <a:pt x="606" y="1976"/>
                      <a:pt x="606" y="1976"/>
                    </a:cubicBezTo>
                    <a:cubicBezTo>
                      <a:pt x="591" y="1976"/>
                      <a:pt x="578" y="1963"/>
                      <a:pt x="578" y="1947"/>
                    </a:cubicBezTo>
                    <a:cubicBezTo>
                      <a:pt x="578" y="1638"/>
                      <a:pt x="578" y="1638"/>
                      <a:pt x="578" y="1638"/>
                    </a:cubicBezTo>
                    <a:cubicBezTo>
                      <a:pt x="578" y="1570"/>
                      <a:pt x="544" y="1505"/>
                      <a:pt x="488" y="1464"/>
                    </a:cubicBezTo>
                    <a:cubicBezTo>
                      <a:pt x="432" y="1424"/>
                      <a:pt x="382" y="1377"/>
                      <a:pt x="339" y="1323"/>
                    </a:cubicBezTo>
                    <a:cubicBezTo>
                      <a:pt x="88" y="1012"/>
                      <a:pt x="129" y="543"/>
                      <a:pt x="429" y="276"/>
                    </a:cubicBezTo>
                    <a:cubicBezTo>
                      <a:pt x="610" y="116"/>
                      <a:pt x="858" y="55"/>
                      <a:pt x="1126" y="105"/>
                    </a:cubicBezTo>
                    <a:cubicBezTo>
                      <a:pt x="1282" y="134"/>
                      <a:pt x="1419" y="208"/>
                      <a:pt x="1513" y="314"/>
                    </a:cubicBezTo>
                    <a:cubicBezTo>
                      <a:pt x="1563" y="371"/>
                      <a:pt x="1602" y="438"/>
                      <a:pt x="1628" y="512"/>
                    </a:cubicBezTo>
                    <a:cubicBezTo>
                      <a:pt x="1642" y="551"/>
                      <a:pt x="1652" y="593"/>
                      <a:pt x="1659" y="637"/>
                    </a:cubicBezTo>
                    <a:cubicBezTo>
                      <a:pt x="1663" y="660"/>
                      <a:pt x="1665" y="684"/>
                      <a:pt x="1667" y="708"/>
                    </a:cubicBezTo>
                    <a:cubicBezTo>
                      <a:pt x="1669" y="828"/>
                      <a:pt x="1669" y="828"/>
                      <a:pt x="1669" y="828"/>
                    </a:cubicBezTo>
                    <a:cubicBezTo>
                      <a:pt x="1669" y="835"/>
                      <a:pt x="1672" y="842"/>
                      <a:pt x="1675" y="848"/>
                    </a:cubicBezTo>
                    <a:cubicBezTo>
                      <a:pt x="1676" y="848"/>
                      <a:pt x="1676" y="848"/>
                      <a:pt x="1863" y="1138"/>
                    </a:cubicBezTo>
                    <a:cubicBezTo>
                      <a:pt x="1876" y="1163"/>
                      <a:pt x="1876" y="1191"/>
                      <a:pt x="1862" y="1215"/>
                    </a:cubicBezTo>
                    <a:cubicBezTo>
                      <a:pt x="1847" y="1239"/>
                      <a:pt x="1822" y="1253"/>
                      <a:pt x="1794" y="1253"/>
                    </a:cubicBezTo>
                    <a:cubicBezTo>
                      <a:pt x="1692" y="1253"/>
                      <a:pt x="1692" y="1253"/>
                      <a:pt x="1692" y="1253"/>
                    </a:cubicBezTo>
                    <a:cubicBezTo>
                      <a:pt x="1671" y="1253"/>
                      <a:pt x="1653" y="1270"/>
                      <a:pt x="1652" y="1292"/>
                    </a:cubicBezTo>
                    <a:cubicBezTo>
                      <a:pt x="1645" y="1482"/>
                      <a:pt x="1645" y="1482"/>
                      <a:pt x="1645" y="1482"/>
                    </a:cubicBezTo>
                    <a:cubicBezTo>
                      <a:pt x="1645" y="1482"/>
                      <a:pt x="1645" y="1482"/>
                      <a:pt x="1645" y="1483"/>
                    </a:cubicBezTo>
                    <a:cubicBezTo>
                      <a:pt x="1644" y="1542"/>
                      <a:pt x="1620" y="1598"/>
                      <a:pt x="1577" y="1640"/>
                    </a:cubicBezTo>
                    <a:cubicBezTo>
                      <a:pt x="1535" y="1682"/>
                      <a:pt x="1478" y="1705"/>
                      <a:pt x="1419" y="1705"/>
                    </a:cubicBezTo>
                    <a:cubicBezTo>
                      <a:pt x="1418" y="1705"/>
                      <a:pt x="1418" y="1705"/>
                      <a:pt x="1418" y="1705"/>
                    </a:cubicBezTo>
                    <a:cubicBezTo>
                      <a:pt x="1322" y="1706"/>
                      <a:pt x="1243" y="1784"/>
                      <a:pt x="1243" y="1881"/>
                    </a:cubicBezTo>
                    <a:cubicBezTo>
                      <a:pt x="1243" y="1947"/>
                      <a:pt x="1243" y="1947"/>
                      <a:pt x="1243" y="1947"/>
                    </a:cubicBezTo>
                    <a:cubicBezTo>
                      <a:pt x="1243" y="1963"/>
                      <a:pt x="1230" y="1976"/>
                      <a:pt x="1215" y="1976"/>
                    </a:cubicBezTo>
                    <a:cubicBezTo>
                      <a:pt x="1094" y="1976"/>
                      <a:pt x="1094" y="1976"/>
                      <a:pt x="1094" y="1976"/>
                    </a:cubicBezTo>
                    <a:cubicBezTo>
                      <a:pt x="1072" y="1976"/>
                      <a:pt x="1054" y="1994"/>
                      <a:pt x="1054" y="2016"/>
                    </a:cubicBezTo>
                    <a:cubicBezTo>
                      <a:pt x="1054" y="2038"/>
                      <a:pt x="1072" y="2056"/>
                      <a:pt x="1094" y="2056"/>
                    </a:cubicBezTo>
                    <a:cubicBezTo>
                      <a:pt x="1215" y="2056"/>
                      <a:pt x="1215" y="2056"/>
                      <a:pt x="1215" y="2056"/>
                    </a:cubicBezTo>
                    <a:cubicBezTo>
                      <a:pt x="1275" y="2056"/>
                      <a:pt x="1323" y="2007"/>
                      <a:pt x="1323" y="1947"/>
                    </a:cubicBezTo>
                    <a:cubicBezTo>
                      <a:pt x="1323" y="1881"/>
                      <a:pt x="1323" y="1881"/>
                      <a:pt x="1323" y="1881"/>
                    </a:cubicBezTo>
                    <a:cubicBezTo>
                      <a:pt x="1323" y="1828"/>
                      <a:pt x="1366" y="1785"/>
                      <a:pt x="1419" y="1785"/>
                    </a:cubicBezTo>
                    <a:cubicBezTo>
                      <a:pt x="1419" y="1785"/>
                      <a:pt x="1419" y="1785"/>
                      <a:pt x="1419" y="1785"/>
                    </a:cubicBezTo>
                    <a:cubicBezTo>
                      <a:pt x="1500" y="1785"/>
                      <a:pt x="1576" y="1754"/>
                      <a:pt x="1633" y="1697"/>
                    </a:cubicBezTo>
                    <a:cubicBezTo>
                      <a:pt x="1691" y="1641"/>
                      <a:pt x="1723" y="1565"/>
                      <a:pt x="1725" y="1485"/>
                    </a:cubicBezTo>
                    <a:cubicBezTo>
                      <a:pt x="1731" y="1333"/>
                      <a:pt x="1731" y="1333"/>
                      <a:pt x="1731" y="1333"/>
                    </a:cubicBezTo>
                    <a:cubicBezTo>
                      <a:pt x="1794" y="1333"/>
                      <a:pt x="1794" y="1333"/>
                      <a:pt x="1794" y="1333"/>
                    </a:cubicBezTo>
                    <a:cubicBezTo>
                      <a:pt x="1851" y="1333"/>
                      <a:pt x="1902" y="1304"/>
                      <a:pt x="1931" y="1256"/>
                    </a:cubicBezTo>
                    <a:cubicBezTo>
                      <a:pt x="1959" y="1207"/>
                      <a:pt x="1960" y="1148"/>
                      <a:pt x="1933" y="10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38"/>
              <p:cNvSpPr/>
              <p:nvPr/>
            </p:nvSpPr>
            <p:spPr>
              <a:xfrm>
                <a:off x="3149203" y="3584972"/>
                <a:ext cx="5596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" extrusionOk="0">
                    <a:moveTo>
                      <a:pt x="118" y="126"/>
                    </a:moveTo>
                    <a:cubicBezTo>
                      <a:pt x="123" y="127"/>
                      <a:pt x="129" y="127"/>
                      <a:pt x="134" y="127"/>
                    </a:cubicBezTo>
                    <a:cubicBezTo>
                      <a:pt x="169" y="127"/>
                      <a:pt x="203" y="115"/>
                      <a:pt x="231" y="93"/>
                    </a:cubicBezTo>
                    <a:cubicBezTo>
                      <a:pt x="248" y="79"/>
                      <a:pt x="250" y="53"/>
                      <a:pt x="237" y="36"/>
                    </a:cubicBezTo>
                    <a:cubicBezTo>
                      <a:pt x="223" y="19"/>
                      <a:pt x="197" y="17"/>
                      <a:pt x="180" y="31"/>
                    </a:cubicBezTo>
                    <a:cubicBezTo>
                      <a:pt x="165" y="43"/>
                      <a:pt x="146" y="49"/>
                      <a:pt x="126" y="47"/>
                    </a:cubicBezTo>
                    <a:cubicBezTo>
                      <a:pt x="107" y="45"/>
                      <a:pt x="89" y="35"/>
                      <a:pt x="76" y="20"/>
                    </a:cubicBezTo>
                    <a:cubicBezTo>
                      <a:pt x="63" y="3"/>
                      <a:pt x="37" y="0"/>
                      <a:pt x="20" y="14"/>
                    </a:cubicBezTo>
                    <a:cubicBezTo>
                      <a:pt x="3" y="28"/>
                      <a:pt x="0" y="53"/>
                      <a:pt x="14" y="70"/>
                    </a:cubicBezTo>
                    <a:cubicBezTo>
                      <a:pt x="40" y="102"/>
                      <a:pt x="77" y="122"/>
                      <a:pt x="118" y="1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38"/>
              <p:cNvSpPr/>
              <p:nvPr/>
            </p:nvSpPr>
            <p:spPr>
              <a:xfrm>
                <a:off x="3021806" y="3498056"/>
                <a:ext cx="276227" cy="286940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1282" extrusionOk="0">
                    <a:moveTo>
                      <a:pt x="381" y="1282"/>
                    </a:moveTo>
                    <a:cubicBezTo>
                      <a:pt x="404" y="1282"/>
                      <a:pt x="421" y="1264"/>
                      <a:pt x="421" y="1242"/>
                    </a:cubicBezTo>
                    <a:cubicBezTo>
                      <a:pt x="421" y="941"/>
                      <a:pt x="421" y="941"/>
                      <a:pt x="421" y="941"/>
                    </a:cubicBezTo>
                    <a:cubicBezTo>
                      <a:pt x="510" y="910"/>
                      <a:pt x="576" y="835"/>
                      <a:pt x="589" y="745"/>
                    </a:cubicBezTo>
                    <a:cubicBezTo>
                      <a:pt x="610" y="741"/>
                      <a:pt x="631" y="736"/>
                      <a:pt x="652" y="731"/>
                    </a:cubicBezTo>
                    <a:cubicBezTo>
                      <a:pt x="818" y="690"/>
                      <a:pt x="960" y="620"/>
                      <a:pt x="1036" y="542"/>
                    </a:cubicBezTo>
                    <a:cubicBezTo>
                      <a:pt x="1105" y="524"/>
                      <a:pt x="1105" y="524"/>
                      <a:pt x="1105" y="524"/>
                    </a:cubicBezTo>
                    <a:cubicBezTo>
                      <a:pt x="1181" y="505"/>
                      <a:pt x="1229" y="428"/>
                      <a:pt x="1212" y="352"/>
                    </a:cubicBezTo>
                    <a:cubicBezTo>
                      <a:pt x="1212" y="352"/>
                      <a:pt x="1212" y="352"/>
                      <a:pt x="1212" y="352"/>
                    </a:cubicBezTo>
                    <a:cubicBezTo>
                      <a:pt x="1211" y="348"/>
                      <a:pt x="1210" y="344"/>
                      <a:pt x="1209" y="340"/>
                    </a:cubicBezTo>
                    <a:cubicBezTo>
                      <a:pt x="1186" y="262"/>
                      <a:pt x="1110" y="211"/>
                      <a:pt x="1030" y="216"/>
                    </a:cubicBezTo>
                    <a:cubicBezTo>
                      <a:pt x="1015" y="166"/>
                      <a:pt x="984" y="123"/>
                      <a:pt x="939" y="95"/>
                    </a:cubicBezTo>
                    <a:cubicBezTo>
                      <a:pt x="892" y="64"/>
                      <a:pt x="835" y="53"/>
                      <a:pt x="780" y="64"/>
                    </a:cubicBezTo>
                    <a:cubicBezTo>
                      <a:pt x="767" y="66"/>
                      <a:pt x="754" y="70"/>
                      <a:pt x="741" y="75"/>
                    </a:cubicBezTo>
                    <a:cubicBezTo>
                      <a:pt x="699" y="24"/>
                      <a:pt x="630" y="0"/>
                      <a:pt x="564" y="17"/>
                    </a:cubicBezTo>
                    <a:cubicBezTo>
                      <a:pt x="527" y="26"/>
                      <a:pt x="495" y="47"/>
                      <a:pt x="472" y="75"/>
                    </a:cubicBezTo>
                    <a:cubicBezTo>
                      <a:pt x="438" y="61"/>
                      <a:pt x="399" y="58"/>
                      <a:pt x="363" y="67"/>
                    </a:cubicBezTo>
                    <a:cubicBezTo>
                      <a:pt x="296" y="84"/>
                      <a:pt x="247" y="136"/>
                      <a:pt x="234" y="201"/>
                    </a:cubicBezTo>
                    <a:cubicBezTo>
                      <a:pt x="227" y="202"/>
                      <a:pt x="221" y="203"/>
                      <a:pt x="214" y="205"/>
                    </a:cubicBezTo>
                    <a:cubicBezTo>
                      <a:pt x="158" y="219"/>
                      <a:pt x="110" y="254"/>
                      <a:pt x="81" y="304"/>
                    </a:cubicBezTo>
                    <a:cubicBezTo>
                      <a:pt x="51" y="354"/>
                      <a:pt x="42" y="412"/>
                      <a:pt x="56" y="468"/>
                    </a:cubicBezTo>
                    <a:cubicBezTo>
                      <a:pt x="57" y="473"/>
                      <a:pt x="59" y="478"/>
                      <a:pt x="60" y="482"/>
                    </a:cubicBezTo>
                    <a:cubicBezTo>
                      <a:pt x="18" y="525"/>
                      <a:pt x="0" y="588"/>
                      <a:pt x="15" y="647"/>
                    </a:cubicBezTo>
                    <a:cubicBezTo>
                      <a:pt x="15" y="649"/>
                      <a:pt x="16" y="651"/>
                      <a:pt x="16" y="653"/>
                    </a:cubicBezTo>
                    <a:cubicBezTo>
                      <a:pt x="26" y="686"/>
                      <a:pt x="46" y="713"/>
                      <a:pt x="72" y="731"/>
                    </a:cubicBezTo>
                    <a:cubicBezTo>
                      <a:pt x="82" y="857"/>
                      <a:pt x="194" y="956"/>
                      <a:pt x="331" y="956"/>
                    </a:cubicBezTo>
                    <a:cubicBezTo>
                      <a:pt x="335" y="956"/>
                      <a:pt x="338" y="955"/>
                      <a:pt x="341" y="955"/>
                    </a:cubicBezTo>
                    <a:cubicBezTo>
                      <a:pt x="341" y="1242"/>
                      <a:pt x="341" y="1242"/>
                      <a:pt x="341" y="1242"/>
                    </a:cubicBezTo>
                    <a:cubicBezTo>
                      <a:pt x="341" y="1264"/>
                      <a:pt x="359" y="1282"/>
                      <a:pt x="381" y="1282"/>
                    </a:cubicBezTo>
                    <a:close/>
                    <a:moveTo>
                      <a:pt x="130" y="527"/>
                    </a:moveTo>
                    <a:cubicBezTo>
                      <a:pt x="133" y="526"/>
                      <a:pt x="134" y="524"/>
                      <a:pt x="136" y="522"/>
                    </a:cubicBezTo>
                    <a:cubicBezTo>
                      <a:pt x="148" y="510"/>
                      <a:pt x="151" y="492"/>
                      <a:pt x="144" y="476"/>
                    </a:cubicBezTo>
                    <a:cubicBezTo>
                      <a:pt x="140" y="468"/>
                      <a:pt x="136" y="459"/>
                      <a:pt x="134" y="449"/>
                    </a:cubicBezTo>
                    <a:cubicBezTo>
                      <a:pt x="125" y="413"/>
                      <a:pt x="130" y="377"/>
                      <a:pt x="149" y="345"/>
                    </a:cubicBezTo>
                    <a:cubicBezTo>
                      <a:pt x="168" y="314"/>
                      <a:pt x="198" y="291"/>
                      <a:pt x="234" y="283"/>
                    </a:cubicBezTo>
                    <a:cubicBezTo>
                      <a:pt x="246" y="280"/>
                      <a:pt x="258" y="277"/>
                      <a:pt x="270" y="280"/>
                    </a:cubicBezTo>
                    <a:cubicBezTo>
                      <a:pt x="303" y="282"/>
                      <a:pt x="327" y="310"/>
                      <a:pt x="326" y="342"/>
                    </a:cubicBezTo>
                    <a:cubicBezTo>
                      <a:pt x="324" y="364"/>
                      <a:pt x="341" y="383"/>
                      <a:pt x="363" y="384"/>
                    </a:cubicBezTo>
                    <a:cubicBezTo>
                      <a:pt x="364" y="384"/>
                      <a:pt x="365" y="384"/>
                      <a:pt x="366" y="384"/>
                    </a:cubicBezTo>
                    <a:cubicBezTo>
                      <a:pt x="387" y="384"/>
                      <a:pt x="404" y="368"/>
                      <a:pt x="405" y="346"/>
                    </a:cubicBezTo>
                    <a:cubicBezTo>
                      <a:pt x="409" y="284"/>
                      <a:pt x="371" y="229"/>
                      <a:pt x="315" y="209"/>
                    </a:cubicBezTo>
                    <a:cubicBezTo>
                      <a:pt x="324" y="178"/>
                      <a:pt x="349" y="153"/>
                      <a:pt x="382" y="145"/>
                    </a:cubicBezTo>
                    <a:cubicBezTo>
                      <a:pt x="409" y="138"/>
                      <a:pt x="438" y="144"/>
                      <a:pt x="461" y="161"/>
                    </a:cubicBezTo>
                    <a:cubicBezTo>
                      <a:pt x="471" y="168"/>
                      <a:pt x="483" y="170"/>
                      <a:pt x="495" y="168"/>
                    </a:cubicBezTo>
                    <a:cubicBezTo>
                      <a:pt x="506" y="165"/>
                      <a:pt x="516" y="157"/>
                      <a:pt x="521" y="146"/>
                    </a:cubicBezTo>
                    <a:cubicBezTo>
                      <a:pt x="533" y="120"/>
                      <a:pt x="556" y="101"/>
                      <a:pt x="584" y="94"/>
                    </a:cubicBezTo>
                    <a:cubicBezTo>
                      <a:pt x="616" y="86"/>
                      <a:pt x="650" y="96"/>
                      <a:pt x="672" y="119"/>
                    </a:cubicBezTo>
                    <a:cubicBezTo>
                      <a:pt x="640" y="152"/>
                      <a:pt x="625" y="200"/>
                      <a:pt x="634" y="248"/>
                    </a:cubicBezTo>
                    <a:cubicBezTo>
                      <a:pt x="638" y="267"/>
                      <a:pt x="655" y="280"/>
                      <a:pt x="674" y="280"/>
                    </a:cubicBezTo>
                    <a:cubicBezTo>
                      <a:pt x="676" y="280"/>
                      <a:pt x="679" y="280"/>
                      <a:pt x="681" y="279"/>
                    </a:cubicBezTo>
                    <a:cubicBezTo>
                      <a:pt x="703" y="275"/>
                      <a:pt x="717" y="254"/>
                      <a:pt x="713" y="232"/>
                    </a:cubicBezTo>
                    <a:cubicBezTo>
                      <a:pt x="707" y="203"/>
                      <a:pt x="721" y="174"/>
                      <a:pt x="747" y="161"/>
                    </a:cubicBezTo>
                    <a:cubicBezTo>
                      <a:pt x="762" y="152"/>
                      <a:pt x="778" y="146"/>
                      <a:pt x="795" y="142"/>
                    </a:cubicBezTo>
                    <a:cubicBezTo>
                      <a:pt x="867" y="128"/>
                      <a:pt x="938" y="175"/>
                      <a:pt x="955" y="246"/>
                    </a:cubicBezTo>
                    <a:cubicBezTo>
                      <a:pt x="957" y="252"/>
                      <a:pt x="958" y="259"/>
                      <a:pt x="958" y="266"/>
                    </a:cubicBezTo>
                    <a:cubicBezTo>
                      <a:pt x="959" y="278"/>
                      <a:pt x="965" y="289"/>
                      <a:pt x="975" y="296"/>
                    </a:cubicBezTo>
                    <a:cubicBezTo>
                      <a:pt x="985" y="303"/>
                      <a:pt x="999" y="305"/>
                      <a:pt x="1011" y="301"/>
                    </a:cubicBezTo>
                    <a:cubicBezTo>
                      <a:pt x="1015" y="300"/>
                      <a:pt x="1020" y="299"/>
                      <a:pt x="1024" y="298"/>
                    </a:cubicBezTo>
                    <a:cubicBezTo>
                      <a:pt x="1071" y="288"/>
                      <a:pt x="1119" y="317"/>
                      <a:pt x="1132" y="363"/>
                    </a:cubicBezTo>
                    <a:cubicBezTo>
                      <a:pt x="1133" y="365"/>
                      <a:pt x="1133" y="367"/>
                      <a:pt x="1134" y="370"/>
                    </a:cubicBezTo>
                    <a:cubicBezTo>
                      <a:pt x="1142" y="404"/>
                      <a:pt x="1120" y="438"/>
                      <a:pt x="1085" y="447"/>
                    </a:cubicBezTo>
                    <a:cubicBezTo>
                      <a:pt x="1005" y="467"/>
                      <a:pt x="1005" y="467"/>
                      <a:pt x="1005" y="467"/>
                    </a:cubicBezTo>
                    <a:cubicBezTo>
                      <a:pt x="997" y="469"/>
                      <a:pt x="990" y="473"/>
                      <a:pt x="985" y="479"/>
                    </a:cubicBezTo>
                    <a:cubicBezTo>
                      <a:pt x="923" y="549"/>
                      <a:pt x="788" y="615"/>
                      <a:pt x="633" y="654"/>
                    </a:cubicBezTo>
                    <a:cubicBezTo>
                      <a:pt x="603" y="661"/>
                      <a:pt x="574" y="667"/>
                      <a:pt x="545" y="672"/>
                    </a:cubicBezTo>
                    <a:cubicBezTo>
                      <a:pt x="545" y="672"/>
                      <a:pt x="545" y="672"/>
                      <a:pt x="545" y="672"/>
                    </a:cubicBezTo>
                    <a:cubicBezTo>
                      <a:pt x="536" y="673"/>
                      <a:pt x="527" y="674"/>
                      <a:pt x="519" y="676"/>
                    </a:cubicBezTo>
                    <a:cubicBezTo>
                      <a:pt x="497" y="676"/>
                      <a:pt x="475" y="671"/>
                      <a:pt x="456" y="659"/>
                    </a:cubicBezTo>
                    <a:cubicBezTo>
                      <a:pt x="430" y="643"/>
                      <a:pt x="412" y="619"/>
                      <a:pt x="405" y="589"/>
                    </a:cubicBezTo>
                    <a:cubicBezTo>
                      <a:pt x="400" y="568"/>
                      <a:pt x="378" y="554"/>
                      <a:pt x="357" y="560"/>
                    </a:cubicBezTo>
                    <a:cubicBezTo>
                      <a:pt x="335" y="565"/>
                      <a:pt x="322" y="587"/>
                      <a:pt x="327" y="608"/>
                    </a:cubicBezTo>
                    <a:cubicBezTo>
                      <a:pt x="334" y="636"/>
                      <a:pt x="347" y="662"/>
                      <a:pt x="365" y="684"/>
                    </a:cubicBezTo>
                    <a:cubicBezTo>
                      <a:pt x="319" y="682"/>
                      <a:pt x="278" y="675"/>
                      <a:pt x="246" y="664"/>
                    </a:cubicBezTo>
                    <a:cubicBezTo>
                      <a:pt x="241" y="662"/>
                      <a:pt x="237" y="661"/>
                      <a:pt x="232" y="661"/>
                    </a:cubicBezTo>
                    <a:cubicBezTo>
                      <a:pt x="229" y="661"/>
                      <a:pt x="226" y="662"/>
                      <a:pt x="222" y="663"/>
                    </a:cubicBezTo>
                    <a:cubicBezTo>
                      <a:pt x="172" y="675"/>
                      <a:pt x="172" y="675"/>
                      <a:pt x="172" y="675"/>
                    </a:cubicBezTo>
                    <a:cubicBezTo>
                      <a:pt x="138" y="684"/>
                      <a:pt x="102" y="664"/>
                      <a:pt x="93" y="631"/>
                    </a:cubicBezTo>
                    <a:cubicBezTo>
                      <a:pt x="93" y="630"/>
                      <a:pt x="92" y="629"/>
                      <a:pt x="92" y="628"/>
                    </a:cubicBezTo>
                    <a:cubicBezTo>
                      <a:pt x="83" y="590"/>
                      <a:pt x="98" y="549"/>
                      <a:pt x="130" y="527"/>
                    </a:cubicBezTo>
                    <a:close/>
                    <a:moveTo>
                      <a:pt x="158" y="757"/>
                    </a:moveTo>
                    <a:cubicBezTo>
                      <a:pt x="169" y="757"/>
                      <a:pt x="180" y="756"/>
                      <a:pt x="191" y="753"/>
                    </a:cubicBezTo>
                    <a:cubicBezTo>
                      <a:pt x="231" y="743"/>
                      <a:pt x="231" y="743"/>
                      <a:pt x="231" y="743"/>
                    </a:cubicBezTo>
                    <a:cubicBezTo>
                      <a:pt x="277" y="757"/>
                      <a:pt x="333" y="765"/>
                      <a:pt x="396" y="765"/>
                    </a:cubicBezTo>
                    <a:cubicBezTo>
                      <a:pt x="430" y="765"/>
                      <a:pt x="467" y="762"/>
                      <a:pt x="504" y="758"/>
                    </a:cubicBezTo>
                    <a:cubicBezTo>
                      <a:pt x="483" y="826"/>
                      <a:pt x="413" y="876"/>
                      <a:pt x="331" y="876"/>
                    </a:cubicBezTo>
                    <a:cubicBezTo>
                      <a:pt x="249" y="876"/>
                      <a:pt x="179" y="825"/>
                      <a:pt x="158" y="7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3150394" y="3894535"/>
                <a:ext cx="17700" cy="17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0" name="Google Shape;420;p38"/>
          <p:cNvSpPr/>
          <p:nvPr/>
        </p:nvSpPr>
        <p:spPr>
          <a:xfrm>
            <a:off x="652025" y="3284275"/>
            <a:ext cx="122400" cy="122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1" name="Google Shape;421;p38"/>
          <p:cNvSpPr/>
          <p:nvPr/>
        </p:nvSpPr>
        <p:spPr>
          <a:xfrm>
            <a:off x="423175" y="3037063"/>
            <a:ext cx="183600" cy="1836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" name="Google Shape;1710;p73">
            <a:extLst>
              <a:ext uri="{FF2B5EF4-FFF2-40B4-BE49-F238E27FC236}">
                <a16:creationId xmlns:a16="http://schemas.microsoft.com/office/drawing/2014/main" id="{9CE0F094-7BA9-B663-6990-BDAD5BD62EA1}"/>
              </a:ext>
            </a:extLst>
          </p:cNvPr>
          <p:cNvGrpSpPr/>
          <p:nvPr/>
        </p:nvGrpSpPr>
        <p:grpSpPr>
          <a:xfrm rot="20748631">
            <a:off x="1681041" y="3990567"/>
            <a:ext cx="462016" cy="608656"/>
            <a:chOff x="3013472" y="2382441"/>
            <a:chExt cx="342900" cy="459581"/>
          </a:xfrm>
        </p:grpSpPr>
        <p:sp>
          <p:nvSpPr>
            <p:cNvPr id="5" name="Google Shape;1711;p73">
              <a:extLst>
                <a:ext uri="{FF2B5EF4-FFF2-40B4-BE49-F238E27FC236}">
                  <a16:creationId xmlns:a16="http://schemas.microsoft.com/office/drawing/2014/main" id="{F17AEA3F-5F87-06B5-18D0-CF60F775C17D}"/>
                </a:ext>
              </a:extLst>
            </p:cNvPr>
            <p:cNvSpPr/>
            <p:nvPr/>
          </p:nvSpPr>
          <p:spPr>
            <a:xfrm>
              <a:off x="3109913" y="2477691"/>
              <a:ext cx="53579" cy="46434"/>
            </a:xfrm>
            <a:custGeom>
              <a:avLst/>
              <a:gdLst/>
              <a:ahLst/>
              <a:cxnLst/>
              <a:rect l="l" t="t" r="r" b="b"/>
              <a:pathLst>
                <a:path w="237" h="206" extrusionOk="0">
                  <a:moveTo>
                    <a:pt x="118" y="174"/>
                  </a:moveTo>
                  <a:cubicBezTo>
                    <a:pt x="149" y="174"/>
                    <a:pt x="177" y="186"/>
                    <a:pt x="198" y="206"/>
                  </a:cubicBezTo>
                  <a:cubicBezTo>
                    <a:pt x="222" y="184"/>
                    <a:pt x="237" y="153"/>
                    <a:pt x="237" y="118"/>
                  </a:cubicBezTo>
                  <a:cubicBezTo>
                    <a:pt x="237" y="53"/>
                    <a:pt x="184" y="0"/>
                    <a:pt x="118" y="0"/>
                  </a:cubicBezTo>
                  <a:cubicBezTo>
                    <a:pt x="53" y="0"/>
                    <a:pt x="0" y="53"/>
                    <a:pt x="0" y="118"/>
                  </a:cubicBezTo>
                  <a:cubicBezTo>
                    <a:pt x="0" y="153"/>
                    <a:pt x="15" y="184"/>
                    <a:pt x="39" y="206"/>
                  </a:cubicBezTo>
                  <a:cubicBezTo>
                    <a:pt x="60" y="186"/>
                    <a:pt x="88" y="174"/>
                    <a:pt x="118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712;p73">
              <a:extLst>
                <a:ext uri="{FF2B5EF4-FFF2-40B4-BE49-F238E27FC236}">
                  <a16:creationId xmlns:a16="http://schemas.microsoft.com/office/drawing/2014/main" id="{971E0C6E-B181-06A0-2F6A-6C93181F85AB}"/>
                </a:ext>
              </a:extLst>
            </p:cNvPr>
            <p:cNvSpPr/>
            <p:nvPr/>
          </p:nvSpPr>
          <p:spPr>
            <a:xfrm>
              <a:off x="3030141" y="2516981"/>
              <a:ext cx="290511" cy="316704"/>
            </a:xfrm>
            <a:custGeom>
              <a:avLst/>
              <a:gdLst/>
              <a:ahLst/>
              <a:cxnLst/>
              <a:rect l="l" t="t" r="r" b="b"/>
              <a:pathLst>
                <a:path w="1291" h="1409" extrusionOk="0">
                  <a:moveTo>
                    <a:pt x="1291" y="666"/>
                  </a:moveTo>
                  <a:cubicBezTo>
                    <a:pt x="1291" y="634"/>
                    <a:pt x="1278" y="605"/>
                    <a:pt x="1257" y="585"/>
                  </a:cubicBezTo>
                  <a:cubicBezTo>
                    <a:pt x="1236" y="564"/>
                    <a:pt x="1207" y="551"/>
                    <a:pt x="1175" y="551"/>
                  </a:cubicBezTo>
                  <a:cubicBezTo>
                    <a:pt x="1112" y="551"/>
                    <a:pt x="1060" y="602"/>
                    <a:pt x="1060" y="666"/>
                  </a:cubicBezTo>
                  <a:cubicBezTo>
                    <a:pt x="1060" y="590"/>
                    <a:pt x="1060" y="590"/>
                    <a:pt x="1060" y="590"/>
                  </a:cubicBezTo>
                  <a:cubicBezTo>
                    <a:pt x="1060" y="558"/>
                    <a:pt x="1047" y="529"/>
                    <a:pt x="1026" y="509"/>
                  </a:cubicBezTo>
                  <a:cubicBezTo>
                    <a:pt x="1005" y="488"/>
                    <a:pt x="975" y="475"/>
                    <a:pt x="943" y="475"/>
                  </a:cubicBezTo>
                  <a:cubicBezTo>
                    <a:pt x="879" y="475"/>
                    <a:pt x="826" y="526"/>
                    <a:pt x="826" y="590"/>
                  </a:cubicBezTo>
                  <a:cubicBezTo>
                    <a:pt x="826" y="525"/>
                    <a:pt x="826" y="525"/>
                    <a:pt x="826" y="525"/>
                  </a:cubicBezTo>
                  <a:cubicBezTo>
                    <a:pt x="826" y="493"/>
                    <a:pt x="813" y="464"/>
                    <a:pt x="791" y="443"/>
                  </a:cubicBezTo>
                  <a:cubicBezTo>
                    <a:pt x="770" y="422"/>
                    <a:pt x="740" y="410"/>
                    <a:pt x="708" y="409"/>
                  </a:cubicBezTo>
                  <a:cubicBezTo>
                    <a:pt x="646" y="409"/>
                    <a:pt x="595" y="456"/>
                    <a:pt x="590" y="515"/>
                  </a:cubicBezTo>
                  <a:cubicBezTo>
                    <a:pt x="590" y="116"/>
                    <a:pt x="590" y="116"/>
                    <a:pt x="590" y="116"/>
                  </a:cubicBezTo>
                  <a:cubicBezTo>
                    <a:pt x="590" y="83"/>
                    <a:pt x="576" y="53"/>
                    <a:pt x="554" y="32"/>
                  </a:cubicBezTo>
                  <a:cubicBezTo>
                    <a:pt x="533" y="12"/>
                    <a:pt x="505" y="0"/>
                    <a:pt x="474" y="0"/>
                  </a:cubicBezTo>
                  <a:cubicBezTo>
                    <a:pt x="474" y="0"/>
                    <a:pt x="474" y="0"/>
                    <a:pt x="474" y="0"/>
                  </a:cubicBezTo>
                  <a:cubicBezTo>
                    <a:pt x="444" y="0"/>
                    <a:pt x="416" y="12"/>
                    <a:pt x="395" y="32"/>
                  </a:cubicBezTo>
                  <a:cubicBezTo>
                    <a:pt x="373" y="53"/>
                    <a:pt x="359" y="83"/>
                    <a:pt x="359" y="116"/>
                  </a:cubicBezTo>
                  <a:cubicBezTo>
                    <a:pt x="359" y="837"/>
                    <a:pt x="359" y="837"/>
                    <a:pt x="359" y="837"/>
                  </a:cubicBezTo>
                  <a:cubicBezTo>
                    <a:pt x="219" y="682"/>
                    <a:pt x="219" y="682"/>
                    <a:pt x="219" y="682"/>
                  </a:cubicBezTo>
                  <a:cubicBezTo>
                    <a:pt x="196" y="657"/>
                    <a:pt x="164" y="644"/>
                    <a:pt x="132" y="644"/>
                  </a:cubicBezTo>
                  <a:cubicBezTo>
                    <a:pt x="105" y="644"/>
                    <a:pt x="78" y="653"/>
                    <a:pt x="56" y="672"/>
                  </a:cubicBezTo>
                  <a:cubicBezTo>
                    <a:pt x="10" y="710"/>
                    <a:pt x="0" y="776"/>
                    <a:pt x="33" y="826"/>
                  </a:cubicBezTo>
                  <a:cubicBezTo>
                    <a:pt x="402" y="1392"/>
                    <a:pt x="402" y="1392"/>
                    <a:pt x="402" y="1392"/>
                  </a:cubicBezTo>
                  <a:cubicBezTo>
                    <a:pt x="409" y="1403"/>
                    <a:pt x="420" y="1409"/>
                    <a:pt x="432" y="1409"/>
                  </a:cubicBezTo>
                  <a:cubicBezTo>
                    <a:pt x="1100" y="1409"/>
                    <a:pt x="1100" y="1409"/>
                    <a:pt x="1100" y="1409"/>
                  </a:cubicBezTo>
                  <a:cubicBezTo>
                    <a:pt x="1120" y="1409"/>
                    <a:pt x="1136" y="1393"/>
                    <a:pt x="1136" y="1373"/>
                  </a:cubicBezTo>
                  <a:cubicBezTo>
                    <a:pt x="1136" y="1315"/>
                    <a:pt x="1136" y="1315"/>
                    <a:pt x="1136" y="1315"/>
                  </a:cubicBezTo>
                  <a:cubicBezTo>
                    <a:pt x="1232" y="1211"/>
                    <a:pt x="1291" y="1072"/>
                    <a:pt x="1291" y="920"/>
                  </a:cubicBezTo>
                  <a:lnTo>
                    <a:pt x="1291" y="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713;p73">
              <a:extLst>
                <a:ext uri="{FF2B5EF4-FFF2-40B4-BE49-F238E27FC236}">
                  <a16:creationId xmlns:a16="http://schemas.microsoft.com/office/drawing/2014/main" id="{FC1B52B3-0B87-51A0-CD7A-88DAC80BAA9D}"/>
                </a:ext>
              </a:extLst>
            </p:cNvPr>
            <p:cNvSpPr/>
            <p:nvPr/>
          </p:nvSpPr>
          <p:spPr>
            <a:xfrm>
              <a:off x="3022997" y="2484835"/>
              <a:ext cx="39300" cy="3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714;p73">
              <a:extLst>
                <a:ext uri="{FF2B5EF4-FFF2-40B4-BE49-F238E27FC236}">
                  <a16:creationId xmlns:a16="http://schemas.microsoft.com/office/drawing/2014/main" id="{E10FF756-1B9B-5D1A-FADA-5CE3B3EBCAB7}"/>
                </a:ext>
              </a:extLst>
            </p:cNvPr>
            <p:cNvSpPr/>
            <p:nvPr/>
          </p:nvSpPr>
          <p:spPr>
            <a:xfrm>
              <a:off x="3205163" y="2397919"/>
              <a:ext cx="39300" cy="40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715;p73">
              <a:extLst>
                <a:ext uri="{FF2B5EF4-FFF2-40B4-BE49-F238E27FC236}">
                  <a16:creationId xmlns:a16="http://schemas.microsoft.com/office/drawing/2014/main" id="{5DAED869-E45A-71CC-51A7-AE8237F8A3FB}"/>
                </a:ext>
              </a:extLst>
            </p:cNvPr>
            <p:cNvSpPr/>
            <p:nvPr/>
          </p:nvSpPr>
          <p:spPr>
            <a:xfrm>
              <a:off x="3205163" y="2484835"/>
              <a:ext cx="39300" cy="3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716;p73">
              <a:extLst>
                <a:ext uri="{FF2B5EF4-FFF2-40B4-BE49-F238E27FC236}">
                  <a16:creationId xmlns:a16="http://schemas.microsoft.com/office/drawing/2014/main" id="{10C4FFB9-5370-7977-2563-C22511659E86}"/>
                </a:ext>
              </a:extLst>
            </p:cNvPr>
            <p:cNvSpPr/>
            <p:nvPr/>
          </p:nvSpPr>
          <p:spPr>
            <a:xfrm>
              <a:off x="3117056" y="2397919"/>
              <a:ext cx="39300" cy="40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717;p73">
              <a:extLst>
                <a:ext uri="{FF2B5EF4-FFF2-40B4-BE49-F238E27FC236}">
                  <a16:creationId xmlns:a16="http://schemas.microsoft.com/office/drawing/2014/main" id="{4834D694-3899-385E-815B-FA6C77567841}"/>
                </a:ext>
              </a:extLst>
            </p:cNvPr>
            <p:cNvSpPr/>
            <p:nvPr/>
          </p:nvSpPr>
          <p:spPr>
            <a:xfrm>
              <a:off x="3293269" y="2391966"/>
              <a:ext cx="53700" cy="52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718;p73">
              <a:extLst>
                <a:ext uri="{FF2B5EF4-FFF2-40B4-BE49-F238E27FC236}">
                  <a16:creationId xmlns:a16="http://schemas.microsoft.com/office/drawing/2014/main" id="{5525BBB2-4226-93FC-72CB-4AB95DF19638}"/>
                </a:ext>
              </a:extLst>
            </p:cNvPr>
            <p:cNvSpPr/>
            <p:nvPr/>
          </p:nvSpPr>
          <p:spPr>
            <a:xfrm>
              <a:off x="3020615" y="2469356"/>
              <a:ext cx="308371" cy="372666"/>
            </a:xfrm>
            <a:custGeom>
              <a:avLst/>
              <a:gdLst/>
              <a:ahLst/>
              <a:cxnLst/>
              <a:rect l="l" t="t" r="r" b="b"/>
              <a:pathLst>
                <a:path w="1375" h="1663" extrusionOk="0">
                  <a:moveTo>
                    <a:pt x="1329" y="770"/>
                  </a:moveTo>
                  <a:cubicBezTo>
                    <a:pt x="1300" y="741"/>
                    <a:pt x="1261" y="725"/>
                    <a:pt x="1219" y="725"/>
                  </a:cubicBezTo>
                  <a:cubicBezTo>
                    <a:pt x="1188" y="725"/>
                    <a:pt x="1159" y="734"/>
                    <a:pt x="1134" y="750"/>
                  </a:cubicBezTo>
                  <a:cubicBezTo>
                    <a:pt x="1127" y="729"/>
                    <a:pt x="1114" y="710"/>
                    <a:pt x="1098" y="694"/>
                  </a:cubicBezTo>
                  <a:cubicBezTo>
                    <a:pt x="1068" y="665"/>
                    <a:pt x="1029" y="649"/>
                    <a:pt x="987" y="649"/>
                  </a:cubicBezTo>
                  <a:cubicBezTo>
                    <a:pt x="954" y="649"/>
                    <a:pt x="923" y="659"/>
                    <a:pt x="897" y="677"/>
                  </a:cubicBezTo>
                  <a:cubicBezTo>
                    <a:pt x="889" y="659"/>
                    <a:pt x="878" y="643"/>
                    <a:pt x="863" y="629"/>
                  </a:cubicBezTo>
                  <a:cubicBezTo>
                    <a:pt x="834" y="600"/>
                    <a:pt x="794" y="584"/>
                    <a:pt x="752" y="583"/>
                  </a:cubicBezTo>
                  <a:cubicBezTo>
                    <a:pt x="724" y="583"/>
                    <a:pt x="697" y="591"/>
                    <a:pt x="674" y="604"/>
                  </a:cubicBezTo>
                  <a:cubicBezTo>
                    <a:pt x="674" y="330"/>
                    <a:pt x="674" y="330"/>
                    <a:pt x="674" y="330"/>
                  </a:cubicBezTo>
                  <a:cubicBezTo>
                    <a:pt x="674" y="299"/>
                    <a:pt x="665" y="271"/>
                    <a:pt x="650" y="247"/>
                  </a:cubicBezTo>
                  <a:cubicBezTo>
                    <a:pt x="667" y="221"/>
                    <a:pt x="676" y="190"/>
                    <a:pt x="676" y="158"/>
                  </a:cubicBezTo>
                  <a:cubicBezTo>
                    <a:pt x="676" y="71"/>
                    <a:pt x="605" y="0"/>
                    <a:pt x="518" y="0"/>
                  </a:cubicBezTo>
                  <a:cubicBezTo>
                    <a:pt x="431" y="0"/>
                    <a:pt x="360" y="71"/>
                    <a:pt x="360" y="158"/>
                  </a:cubicBezTo>
                  <a:cubicBezTo>
                    <a:pt x="360" y="190"/>
                    <a:pt x="370" y="221"/>
                    <a:pt x="387" y="247"/>
                  </a:cubicBezTo>
                  <a:cubicBezTo>
                    <a:pt x="371" y="271"/>
                    <a:pt x="363" y="300"/>
                    <a:pt x="363" y="330"/>
                  </a:cubicBezTo>
                  <a:cubicBezTo>
                    <a:pt x="363" y="947"/>
                    <a:pt x="363" y="947"/>
                    <a:pt x="363" y="947"/>
                  </a:cubicBezTo>
                  <a:cubicBezTo>
                    <a:pt x="292" y="870"/>
                    <a:pt x="292" y="870"/>
                    <a:pt x="292" y="870"/>
                  </a:cubicBezTo>
                  <a:cubicBezTo>
                    <a:pt x="262" y="837"/>
                    <a:pt x="220" y="818"/>
                    <a:pt x="176" y="818"/>
                  </a:cubicBezTo>
                  <a:cubicBezTo>
                    <a:pt x="138" y="818"/>
                    <a:pt x="102" y="831"/>
                    <a:pt x="74" y="855"/>
                  </a:cubicBezTo>
                  <a:cubicBezTo>
                    <a:pt x="13" y="906"/>
                    <a:pt x="0" y="995"/>
                    <a:pt x="43" y="1062"/>
                  </a:cubicBezTo>
                  <a:cubicBezTo>
                    <a:pt x="413" y="1628"/>
                    <a:pt x="413" y="1628"/>
                    <a:pt x="413" y="1628"/>
                  </a:cubicBezTo>
                  <a:cubicBezTo>
                    <a:pt x="427" y="1650"/>
                    <a:pt x="451" y="1663"/>
                    <a:pt x="476" y="1663"/>
                  </a:cubicBezTo>
                  <a:cubicBezTo>
                    <a:pt x="592" y="1663"/>
                    <a:pt x="592" y="1663"/>
                    <a:pt x="592" y="1663"/>
                  </a:cubicBezTo>
                  <a:cubicBezTo>
                    <a:pt x="614" y="1663"/>
                    <a:pt x="632" y="1645"/>
                    <a:pt x="632" y="1623"/>
                  </a:cubicBezTo>
                  <a:cubicBezTo>
                    <a:pt x="632" y="1601"/>
                    <a:pt x="614" y="1583"/>
                    <a:pt x="592" y="1583"/>
                  </a:cubicBezTo>
                  <a:cubicBezTo>
                    <a:pt x="479" y="1583"/>
                    <a:pt x="479" y="1583"/>
                    <a:pt x="479" y="1583"/>
                  </a:cubicBezTo>
                  <a:cubicBezTo>
                    <a:pt x="110" y="1018"/>
                    <a:pt x="110" y="1018"/>
                    <a:pt x="110" y="1018"/>
                  </a:cubicBezTo>
                  <a:cubicBezTo>
                    <a:pt x="89" y="985"/>
                    <a:pt x="95" y="941"/>
                    <a:pt x="125" y="916"/>
                  </a:cubicBezTo>
                  <a:cubicBezTo>
                    <a:pt x="139" y="904"/>
                    <a:pt x="157" y="898"/>
                    <a:pt x="176" y="898"/>
                  </a:cubicBezTo>
                  <a:cubicBezTo>
                    <a:pt x="197" y="898"/>
                    <a:pt x="218" y="907"/>
                    <a:pt x="233" y="923"/>
                  </a:cubicBezTo>
                  <a:cubicBezTo>
                    <a:pt x="372" y="1077"/>
                    <a:pt x="372" y="1077"/>
                    <a:pt x="372" y="1077"/>
                  </a:cubicBezTo>
                  <a:cubicBezTo>
                    <a:pt x="380" y="1086"/>
                    <a:pt x="392" y="1091"/>
                    <a:pt x="403" y="1091"/>
                  </a:cubicBezTo>
                  <a:cubicBezTo>
                    <a:pt x="425" y="1090"/>
                    <a:pt x="442" y="1073"/>
                    <a:pt x="443" y="1052"/>
                  </a:cubicBezTo>
                  <a:cubicBezTo>
                    <a:pt x="443" y="1052"/>
                    <a:pt x="443" y="330"/>
                    <a:pt x="443" y="330"/>
                  </a:cubicBezTo>
                  <a:cubicBezTo>
                    <a:pt x="443" y="310"/>
                    <a:pt x="451" y="291"/>
                    <a:pt x="465" y="276"/>
                  </a:cubicBezTo>
                  <a:cubicBezTo>
                    <a:pt x="479" y="262"/>
                    <a:pt x="498" y="254"/>
                    <a:pt x="518" y="254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60" y="254"/>
                    <a:pt x="594" y="288"/>
                    <a:pt x="594" y="330"/>
                  </a:cubicBezTo>
                  <a:cubicBezTo>
                    <a:pt x="594" y="960"/>
                    <a:pt x="594" y="960"/>
                    <a:pt x="594" y="960"/>
                  </a:cubicBezTo>
                  <a:cubicBezTo>
                    <a:pt x="594" y="982"/>
                    <a:pt x="611" y="1000"/>
                    <a:pt x="634" y="1000"/>
                  </a:cubicBezTo>
                  <a:cubicBezTo>
                    <a:pt x="634" y="1000"/>
                    <a:pt x="634" y="1000"/>
                    <a:pt x="634" y="1000"/>
                  </a:cubicBezTo>
                  <a:cubicBezTo>
                    <a:pt x="656" y="1000"/>
                    <a:pt x="674" y="982"/>
                    <a:pt x="674" y="960"/>
                  </a:cubicBezTo>
                  <a:cubicBezTo>
                    <a:pt x="674" y="731"/>
                    <a:pt x="674" y="731"/>
                    <a:pt x="674" y="731"/>
                  </a:cubicBezTo>
                  <a:cubicBezTo>
                    <a:pt x="678" y="693"/>
                    <a:pt x="712" y="663"/>
                    <a:pt x="752" y="663"/>
                  </a:cubicBezTo>
                  <a:cubicBezTo>
                    <a:pt x="773" y="663"/>
                    <a:pt x="793" y="671"/>
                    <a:pt x="807" y="686"/>
                  </a:cubicBezTo>
                  <a:cubicBezTo>
                    <a:pt x="822" y="700"/>
                    <a:pt x="830" y="719"/>
                    <a:pt x="830" y="739"/>
                  </a:cubicBezTo>
                  <a:cubicBezTo>
                    <a:pt x="830" y="960"/>
                    <a:pt x="830" y="960"/>
                    <a:pt x="830" y="960"/>
                  </a:cubicBezTo>
                  <a:cubicBezTo>
                    <a:pt x="830" y="982"/>
                    <a:pt x="848" y="1000"/>
                    <a:pt x="870" y="1000"/>
                  </a:cubicBezTo>
                  <a:cubicBezTo>
                    <a:pt x="881" y="1000"/>
                    <a:pt x="891" y="996"/>
                    <a:pt x="899" y="989"/>
                  </a:cubicBezTo>
                  <a:cubicBezTo>
                    <a:pt x="906" y="981"/>
                    <a:pt x="911" y="971"/>
                    <a:pt x="910" y="960"/>
                  </a:cubicBezTo>
                  <a:cubicBezTo>
                    <a:pt x="910" y="804"/>
                    <a:pt x="910" y="804"/>
                    <a:pt x="910" y="804"/>
                  </a:cubicBezTo>
                  <a:cubicBezTo>
                    <a:pt x="910" y="804"/>
                    <a:pt x="910" y="804"/>
                    <a:pt x="910" y="804"/>
                  </a:cubicBezTo>
                  <a:cubicBezTo>
                    <a:pt x="910" y="762"/>
                    <a:pt x="945" y="729"/>
                    <a:pt x="987" y="729"/>
                  </a:cubicBezTo>
                  <a:cubicBezTo>
                    <a:pt x="1008" y="729"/>
                    <a:pt x="1027" y="737"/>
                    <a:pt x="1042" y="751"/>
                  </a:cubicBezTo>
                  <a:cubicBezTo>
                    <a:pt x="1056" y="765"/>
                    <a:pt x="1064" y="784"/>
                    <a:pt x="1064" y="804"/>
                  </a:cubicBezTo>
                  <a:cubicBezTo>
                    <a:pt x="1064" y="961"/>
                    <a:pt x="1064" y="961"/>
                    <a:pt x="1064" y="961"/>
                  </a:cubicBezTo>
                  <a:cubicBezTo>
                    <a:pt x="1064" y="983"/>
                    <a:pt x="1082" y="1001"/>
                    <a:pt x="1104" y="1001"/>
                  </a:cubicBezTo>
                  <a:cubicBezTo>
                    <a:pt x="1104" y="1001"/>
                    <a:pt x="1104" y="1001"/>
                    <a:pt x="1104" y="1001"/>
                  </a:cubicBezTo>
                  <a:cubicBezTo>
                    <a:pt x="1126" y="1001"/>
                    <a:pt x="1144" y="984"/>
                    <a:pt x="1144" y="961"/>
                  </a:cubicBezTo>
                  <a:cubicBezTo>
                    <a:pt x="1144" y="880"/>
                    <a:pt x="1144" y="880"/>
                    <a:pt x="1144" y="880"/>
                  </a:cubicBezTo>
                  <a:cubicBezTo>
                    <a:pt x="1144" y="839"/>
                    <a:pt x="1178" y="805"/>
                    <a:pt x="1219" y="805"/>
                  </a:cubicBezTo>
                  <a:cubicBezTo>
                    <a:pt x="1240" y="805"/>
                    <a:pt x="1259" y="813"/>
                    <a:pt x="1273" y="827"/>
                  </a:cubicBezTo>
                  <a:cubicBezTo>
                    <a:pt x="1287" y="841"/>
                    <a:pt x="1295" y="860"/>
                    <a:pt x="1295" y="880"/>
                  </a:cubicBezTo>
                  <a:cubicBezTo>
                    <a:pt x="1295" y="1134"/>
                    <a:pt x="1295" y="1134"/>
                    <a:pt x="1295" y="1134"/>
                  </a:cubicBezTo>
                  <a:cubicBezTo>
                    <a:pt x="1295" y="1271"/>
                    <a:pt x="1244" y="1401"/>
                    <a:pt x="1151" y="1501"/>
                  </a:cubicBezTo>
                  <a:cubicBezTo>
                    <a:pt x="1144" y="1509"/>
                    <a:pt x="1140" y="1519"/>
                    <a:pt x="1140" y="1529"/>
                  </a:cubicBezTo>
                  <a:cubicBezTo>
                    <a:pt x="1140" y="1583"/>
                    <a:pt x="1140" y="1583"/>
                    <a:pt x="1140" y="1583"/>
                  </a:cubicBezTo>
                  <a:cubicBezTo>
                    <a:pt x="956" y="1583"/>
                    <a:pt x="956" y="1583"/>
                    <a:pt x="956" y="1583"/>
                  </a:cubicBezTo>
                  <a:cubicBezTo>
                    <a:pt x="934" y="1583"/>
                    <a:pt x="916" y="1601"/>
                    <a:pt x="916" y="1623"/>
                  </a:cubicBezTo>
                  <a:cubicBezTo>
                    <a:pt x="916" y="1645"/>
                    <a:pt x="934" y="1663"/>
                    <a:pt x="956" y="1663"/>
                  </a:cubicBezTo>
                  <a:cubicBezTo>
                    <a:pt x="1144" y="1663"/>
                    <a:pt x="1144" y="1663"/>
                    <a:pt x="1144" y="1663"/>
                  </a:cubicBezTo>
                  <a:cubicBezTo>
                    <a:pt x="1186" y="1663"/>
                    <a:pt x="1220" y="1629"/>
                    <a:pt x="1220" y="1587"/>
                  </a:cubicBezTo>
                  <a:cubicBezTo>
                    <a:pt x="1220" y="1544"/>
                    <a:pt x="1220" y="1544"/>
                    <a:pt x="1220" y="1544"/>
                  </a:cubicBezTo>
                  <a:cubicBezTo>
                    <a:pt x="1320" y="1431"/>
                    <a:pt x="1375" y="1286"/>
                    <a:pt x="1375" y="1134"/>
                  </a:cubicBezTo>
                  <a:cubicBezTo>
                    <a:pt x="1375" y="880"/>
                    <a:pt x="1375" y="880"/>
                    <a:pt x="1375" y="880"/>
                  </a:cubicBezTo>
                  <a:cubicBezTo>
                    <a:pt x="1375" y="838"/>
                    <a:pt x="1359" y="800"/>
                    <a:pt x="1329" y="770"/>
                  </a:cubicBezTo>
                  <a:close/>
                  <a:moveTo>
                    <a:pt x="518" y="174"/>
                  </a:moveTo>
                  <a:cubicBezTo>
                    <a:pt x="518" y="174"/>
                    <a:pt x="518" y="174"/>
                    <a:pt x="518" y="174"/>
                  </a:cubicBezTo>
                  <a:cubicBezTo>
                    <a:pt x="493" y="174"/>
                    <a:pt x="469" y="180"/>
                    <a:pt x="447" y="191"/>
                  </a:cubicBezTo>
                  <a:cubicBezTo>
                    <a:pt x="442" y="181"/>
                    <a:pt x="440" y="170"/>
                    <a:pt x="440" y="158"/>
                  </a:cubicBezTo>
                  <a:cubicBezTo>
                    <a:pt x="440" y="115"/>
                    <a:pt x="475" y="80"/>
                    <a:pt x="518" y="80"/>
                  </a:cubicBezTo>
                  <a:cubicBezTo>
                    <a:pt x="561" y="80"/>
                    <a:pt x="597" y="115"/>
                    <a:pt x="597" y="158"/>
                  </a:cubicBezTo>
                  <a:cubicBezTo>
                    <a:pt x="597" y="170"/>
                    <a:pt x="594" y="181"/>
                    <a:pt x="589" y="191"/>
                  </a:cubicBezTo>
                  <a:cubicBezTo>
                    <a:pt x="568" y="181"/>
                    <a:pt x="544" y="174"/>
                    <a:pt x="518" y="1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719;p73">
              <a:extLst>
                <a:ext uri="{FF2B5EF4-FFF2-40B4-BE49-F238E27FC236}">
                  <a16:creationId xmlns:a16="http://schemas.microsoft.com/office/drawing/2014/main" id="{671BC68D-A4FD-BFF7-8C73-7DA8FF16D7DD}"/>
                </a:ext>
              </a:extLst>
            </p:cNvPr>
            <p:cNvSpPr/>
            <p:nvPr/>
          </p:nvSpPr>
          <p:spPr>
            <a:xfrm>
              <a:off x="3013471" y="2475310"/>
              <a:ext cx="58342" cy="58342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258" y="129"/>
                  </a:moveTo>
                  <a:cubicBezTo>
                    <a:pt x="258" y="58"/>
                    <a:pt x="200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ubicBezTo>
                    <a:pt x="200" y="258"/>
                    <a:pt x="258" y="200"/>
                    <a:pt x="258" y="129"/>
                  </a:cubicBezTo>
                  <a:close/>
                  <a:moveTo>
                    <a:pt x="80" y="129"/>
                  </a:moveTo>
                  <a:cubicBezTo>
                    <a:pt x="80" y="102"/>
                    <a:pt x="102" y="80"/>
                    <a:pt x="129" y="80"/>
                  </a:cubicBezTo>
                  <a:cubicBezTo>
                    <a:pt x="156" y="80"/>
                    <a:pt x="178" y="102"/>
                    <a:pt x="178" y="129"/>
                  </a:cubicBezTo>
                  <a:cubicBezTo>
                    <a:pt x="178" y="156"/>
                    <a:pt x="156" y="178"/>
                    <a:pt x="129" y="178"/>
                  </a:cubicBezTo>
                  <a:cubicBezTo>
                    <a:pt x="102" y="178"/>
                    <a:pt x="80" y="156"/>
                    <a:pt x="80" y="1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720;p73">
              <a:extLst>
                <a:ext uri="{FF2B5EF4-FFF2-40B4-BE49-F238E27FC236}">
                  <a16:creationId xmlns:a16="http://schemas.microsoft.com/office/drawing/2014/main" id="{97271FAE-C508-F676-74A3-B05911896B98}"/>
                </a:ext>
              </a:extLst>
            </p:cNvPr>
            <p:cNvSpPr/>
            <p:nvPr/>
          </p:nvSpPr>
          <p:spPr>
            <a:xfrm>
              <a:off x="3195638" y="2389585"/>
              <a:ext cx="58342" cy="57150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29" y="258"/>
                  </a:moveTo>
                  <a:cubicBezTo>
                    <a:pt x="200" y="258"/>
                    <a:pt x="258" y="200"/>
                    <a:pt x="258" y="129"/>
                  </a:cubicBezTo>
                  <a:cubicBezTo>
                    <a:pt x="258" y="58"/>
                    <a:pt x="200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lose/>
                  <a:moveTo>
                    <a:pt x="129" y="80"/>
                  </a:moveTo>
                  <a:cubicBezTo>
                    <a:pt x="156" y="80"/>
                    <a:pt x="178" y="102"/>
                    <a:pt x="178" y="129"/>
                  </a:cubicBezTo>
                  <a:cubicBezTo>
                    <a:pt x="178" y="156"/>
                    <a:pt x="156" y="178"/>
                    <a:pt x="129" y="178"/>
                  </a:cubicBezTo>
                  <a:cubicBezTo>
                    <a:pt x="102" y="178"/>
                    <a:pt x="80" y="156"/>
                    <a:pt x="80" y="129"/>
                  </a:cubicBezTo>
                  <a:cubicBezTo>
                    <a:pt x="80" y="102"/>
                    <a:pt x="102" y="80"/>
                    <a:pt x="129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721;p73">
              <a:extLst>
                <a:ext uri="{FF2B5EF4-FFF2-40B4-BE49-F238E27FC236}">
                  <a16:creationId xmlns:a16="http://schemas.microsoft.com/office/drawing/2014/main" id="{338B5CAF-B582-CE32-4329-9AFA4654D0A3}"/>
                </a:ext>
              </a:extLst>
            </p:cNvPr>
            <p:cNvSpPr/>
            <p:nvPr/>
          </p:nvSpPr>
          <p:spPr>
            <a:xfrm>
              <a:off x="3195638" y="2475310"/>
              <a:ext cx="58342" cy="58342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29" y="258"/>
                  </a:moveTo>
                  <a:cubicBezTo>
                    <a:pt x="200" y="258"/>
                    <a:pt x="258" y="200"/>
                    <a:pt x="258" y="129"/>
                  </a:cubicBezTo>
                  <a:cubicBezTo>
                    <a:pt x="258" y="58"/>
                    <a:pt x="200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lose/>
                  <a:moveTo>
                    <a:pt x="129" y="80"/>
                  </a:moveTo>
                  <a:cubicBezTo>
                    <a:pt x="156" y="80"/>
                    <a:pt x="178" y="102"/>
                    <a:pt x="178" y="129"/>
                  </a:cubicBezTo>
                  <a:cubicBezTo>
                    <a:pt x="178" y="156"/>
                    <a:pt x="156" y="178"/>
                    <a:pt x="129" y="178"/>
                  </a:cubicBezTo>
                  <a:cubicBezTo>
                    <a:pt x="102" y="178"/>
                    <a:pt x="80" y="156"/>
                    <a:pt x="80" y="129"/>
                  </a:cubicBezTo>
                  <a:cubicBezTo>
                    <a:pt x="80" y="102"/>
                    <a:pt x="102" y="80"/>
                    <a:pt x="129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722;p73">
              <a:extLst>
                <a:ext uri="{FF2B5EF4-FFF2-40B4-BE49-F238E27FC236}">
                  <a16:creationId xmlns:a16="http://schemas.microsoft.com/office/drawing/2014/main" id="{E2EB611E-D467-9D99-4958-9D89954643DA}"/>
                </a:ext>
              </a:extLst>
            </p:cNvPr>
            <p:cNvSpPr/>
            <p:nvPr/>
          </p:nvSpPr>
          <p:spPr>
            <a:xfrm>
              <a:off x="3107531" y="2389585"/>
              <a:ext cx="58342" cy="57150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29" y="258"/>
                  </a:moveTo>
                  <a:cubicBezTo>
                    <a:pt x="200" y="258"/>
                    <a:pt x="258" y="200"/>
                    <a:pt x="258" y="129"/>
                  </a:cubicBezTo>
                  <a:cubicBezTo>
                    <a:pt x="258" y="58"/>
                    <a:pt x="200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lose/>
                  <a:moveTo>
                    <a:pt x="129" y="80"/>
                  </a:moveTo>
                  <a:cubicBezTo>
                    <a:pt x="156" y="80"/>
                    <a:pt x="178" y="102"/>
                    <a:pt x="178" y="129"/>
                  </a:cubicBezTo>
                  <a:cubicBezTo>
                    <a:pt x="178" y="156"/>
                    <a:pt x="156" y="178"/>
                    <a:pt x="129" y="178"/>
                  </a:cubicBezTo>
                  <a:cubicBezTo>
                    <a:pt x="102" y="178"/>
                    <a:pt x="80" y="156"/>
                    <a:pt x="80" y="129"/>
                  </a:cubicBezTo>
                  <a:cubicBezTo>
                    <a:pt x="80" y="102"/>
                    <a:pt x="102" y="80"/>
                    <a:pt x="129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23;p73">
              <a:extLst>
                <a:ext uri="{FF2B5EF4-FFF2-40B4-BE49-F238E27FC236}">
                  <a16:creationId xmlns:a16="http://schemas.microsoft.com/office/drawing/2014/main" id="{4A4731DC-07FF-86B2-E3CF-0E3103DE8492}"/>
                </a:ext>
              </a:extLst>
            </p:cNvPr>
            <p:cNvSpPr/>
            <p:nvPr/>
          </p:nvSpPr>
          <p:spPr>
            <a:xfrm>
              <a:off x="3284934" y="2382441"/>
              <a:ext cx="71438" cy="71438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158" y="0"/>
                  </a:moveTo>
                  <a:cubicBezTo>
                    <a:pt x="71" y="0"/>
                    <a:pt x="0" y="71"/>
                    <a:pt x="0" y="158"/>
                  </a:cubicBezTo>
                  <a:cubicBezTo>
                    <a:pt x="0" y="245"/>
                    <a:pt x="71" y="316"/>
                    <a:pt x="158" y="316"/>
                  </a:cubicBezTo>
                  <a:cubicBezTo>
                    <a:pt x="246" y="316"/>
                    <a:pt x="317" y="245"/>
                    <a:pt x="317" y="158"/>
                  </a:cubicBezTo>
                  <a:cubicBezTo>
                    <a:pt x="317" y="71"/>
                    <a:pt x="246" y="0"/>
                    <a:pt x="158" y="0"/>
                  </a:cubicBezTo>
                  <a:close/>
                  <a:moveTo>
                    <a:pt x="158" y="236"/>
                  </a:moveTo>
                  <a:cubicBezTo>
                    <a:pt x="115" y="236"/>
                    <a:pt x="80" y="201"/>
                    <a:pt x="80" y="158"/>
                  </a:cubicBezTo>
                  <a:cubicBezTo>
                    <a:pt x="80" y="115"/>
                    <a:pt x="115" y="80"/>
                    <a:pt x="158" y="80"/>
                  </a:cubicBezTo>
                  <a:cubicBezTo>
                    <a:pt x="202" y="80"/>
                    <a:pt x="237" y="115"/>
                    <a:pt x="237" y="158"/>
                  </a:cubicBezTo>
                  <a:cubicBezTo>
                    <a:pt x="237" y="201"/>
                    <a:pt x="202" y="236"/>
                    <a:pt x="158" y="2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724;p73">
              <a:extLst>
                <a:ext uri="{FF2B5EF4-FFF2-40B4-BE49-F238E27FC236}">
                  <a16:creationId xmlns:a16="http://schemas.microsoft.com/office/drawing/2014/main" id="{D617FB1D-70D6-9F78-3381-F1C9E0994129}"/>
                </a:ext>
              </a:extLst>
            </p:cNvPr>
            <p:cNvSpPr/>
            <p:nvPr/>
          </p:nvSpPr>
          <p:spPr>
            <a:xfrm>
              <a:off x="3184922" y="2824163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9B3AE188-0008-9DBA-6E98-A42714933A04}"/>
              </a:ext>
            </a:extLst>
          </p:cNvPr>
          <p:cNvSpPr/>
          <p:nvPr/>
        </p:nvSpPr>
        <p:spPr>
          <a:xfrm>
            <a:off x="484309" y="1013000"/>
            <a:ext cx="1076781" cy="815950"/>
          </a:xfrm>
          <a:prstGeom prst="cloud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5345D0A9-E54F-3CCA-E78D-5D8229649208}"/>
              </a:ext>
            </a:extLst>
          </p:cNvPr>
          <p:cNvSpPr/>
          <p:nvPr/>
        </p:nvSpPr>
        <p:spPr>
          <a:xfrm>
            <a:off x="3186450" y="1013001"/>
            <a:ext cx="1198848" cy="821499"/>
          </a:xfrm>
          <a:prstGeom prst="cloud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D71F8AFE-E230-1784-A96E-57B13D3E6975}"/>
              </a:ext>
            </a:extLst>
          </p:cNvPr>
          <p:cNvSpPr/>
          <p:nvPr/>
        </p:nvSpPr>
        <p:spPr>
          <a:xfrm>
            <a:off x="3175352" y="2838471"/>
            <a:ext cx="1209945" cy="821498"/>
          </a:xfrm>
          <a:prstGeom prst="cloud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8B9D9717-09C8-77B3-0265-A79021E8AF96}"/>
              </a:ext>
            </a:extLst>
          </p:cNvPr>
          <p:cNvSpPr/>
          <p:nvPr/>
        </p:nvSpPr>
        <p:spPr>
          <a:xfrm>
            <a:off x="484309" y="2838470"/>
            <a:ext cx="1204396" cy="827048"/>
          </a:xfrm>
          <a:prstGeom prst="cloud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8B809459-A7C1-C691-FCD2-F158A2E6CDD7}"/>
              </a:ext>
            </a:extLst>
          </p:cNvPr>
          <p:cNvSpPr/>
          <p:nvPr/>
        </p:nvSpPr>
        <p:spPr>
          <a:xfrm>
            <a:off x="5883042" y="1013000"/>
            <a:ext cx="1132266" cy="815950"/>
          </a:xfrm>
          <a:prstGeom prst="cloud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Google Shape;435;p40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469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42" name="Google Shape;442;p40"/>
          <p:cNvSpPr txBox="1">
            <a:spLocks noGrp="1"/>
          </p:cNvSpPr>
          <p:nvPr>
            <p:ph type="title" idx="7"/>
          </p:nvPr>
        </p:nvSpPr>
        <p:spPr>
          <a:xfrm>
            <a:off x="719968" y="1234645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43" name="Google Shape;443;p40"/>
          <p:cNvSpPr txBox="1">
            <a:spLocks noGrp="1"/>
          </p:cNvSpPr>
          <p:nvPr>
            <p:ph type="title" idx="8"/>
          </p:nvPr>
        </p:nvSpPr>
        <p:spPr>
          <a:xfrm>
            <a:off x="719975" y="3003179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44" name="Google Shape;444;p40"/>
          <p:cNvSpPr txBox="1">
            <a:spLocks noGrp="1"/>
          </p:cNvSpPr>
          <p:nvPr>
            <p:ph type="title" idx="9"/>
          </p:nvPr>
        </p:nvSpPr>
        <p:spPr>
          <a:xfrm>
            <a:off x="3419246" y="12350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45" name="Google Shape;445;p40"/>
          <p:cNvSpPr txBox="1">
            <a:spLocks noGrp="1"/>
          </p:cNvSpPr>
          <p:nvPr>
            <p:ph type="title" idx="13"/>
          </p:nvPr>
        </p:nvSpPr>
        <p:spPr>
          <a:xfrm>
            <a:off x="3419246" y="3003179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46" name="Google Shape;446;p40"/>
          <p:cNvSpPr txBox="1">
            <a:spLocks noGrp="1"/>
          </p:cNvSpPr>
          <p:nvPr>
            <p:ph type="title" idx="14"/>
          </p:nvPr>
        </p:nvSpPr>
        <p:spPr>
          <a:xfrm>
            <a:off x="6118524" y="12350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48" name="Google Shape;448;p40"/>
          <p:cNvSpPr txBox="1">
            <a:spLocks noGrp="1"/>
          </p:cNvSpPr>
          <p:nvPr>
            <p:ph type="subTitle" idx="16"/>
          </p:nvPr>
        </p:nvSpPr>
        <p:spPr>
          <a:xfrm>
            <a:off x="719975" y="1690479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de-AT" err="1"/>
              <a:t>Mechano</a:t>
            </a:r>
            <a:r>
              <a:rPr lang="de-AT"/>
              <a:t>-</a:t>
            </a:r>
          </a:p>
          <a:p>
            <a:pPr marL="0" lvl="0" indent="0"/>
            <a:r>
              <a:rPr lang="de-AT" err="1"/>
              <a:t>receptors</a:t>
            </a:r>
            <a:endParaRPr/>
          </a:p>
        </p:txBody>
      </p:sp>
      <p:sp>
        <p:nvSpPr>
          <p:cNvPr id="449" name="Google Shape;449;p40"/>
          <p:cNvSpPr txBox="1">
            <a:spLocks noGrp="1"/>
          </p:cNvSpPr>
          <p:nvPr>
            <p:ph type="subTitle" idx="17"/>
          </p:nvPr>
        </p:nvSpPr>
        <p:spPr>
          <a:xfrm>
            <a:off x="3419246" y="1690479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err="1"/>
              <a:t>Resolving</a:t>
            </a:r>
            <a:r>
              <a:rPr lang="de-DE"/>
              <a:t>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Power</a:t>
            </a:r>
            <a:endParaRPr/>
          </a:p>
        </p:txBody>
      </p:sp>
      <p:sp>
        <p:nvSpPr>
          <p:cNvPr id="450" name="Google Shape;450;p40"/>
          <p:cNvSpPr txBox="1">
            <a:spLocks noGrp="1"/>
          </p:cNvSpPr>
          <p:nvPr>
            <p:ph type="subTitle" idx="18"/>
          </p:nvPr>
        </p:nvSpPr>
        <p:spPr>
          <a:xfrm>
            <a:off x="6118525" y="1682859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</a:t>
            </a:r>
            <a:endParaRPr/>
          </a:p>
        </p:txBody>
      </p:sp>
      <p:sp>
        <p:nvSpPr>
          <p:cNvPr id="451" name="Google Shape;451;p40"/>
          <p:cNvSpPr txBox="1">
            <a:spLocks noGrp="1"/>
          </p:cNvSpPr>
          <p:nvPr>
            <p:ph type="subTitle" idx="19"/>
          </p:nvPr>
        </p:nvSpPr>
        <p:spPr>
          <a:xfrm>
            <a:off x="719975" y="346125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</a:t>
            </a:r>
            <a:r>
              <a:rPr lang="de-DE" err="1"/>
              <a:t>ysis</a:t>
            </a:r>
            <a:endParaRPr/>
          </a:p>
        </p:txBody>
      </p:sp>
      <p:sp>
        <p:nvSpPr>
          <p:cNvPr id="452" name="Google Shape;452;p40"/>
          <p:cNvSpPr txBox="1">
            <a:spLocks noGrp="1"/>
          </p:cNvSpPr>
          <p:nvPr>
            <p:ph type="subTitle" idx="20"/>
          </p:nvPr>
        </p:nvSpPr>
        <p:spPr>
          <a:xfrm>
            <a:off x="3419246" y="346125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5C105-BDFD-C88D-76CE-E2F5B6DCBF45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0F07E3-F51D-FA0B-6D64-593EE90E4D38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2A31B12E-67C3-DFB8-60F1-922D2074F20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16F83D28-2BAE-9C5E-CEB4-35BBC2AD56F3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/>
          <p:nvPr/>
        </p:nvSpPr>
        <p:spPr>
          <a:xfrm rot="-2421132" flipH="1">
            <a:off x="872776" y="-551213"/>
            <a:ext cx="11329930" cy="7259612"/>
          </a:xfrm>
          <a:custGeom>
            <a:avLst/>
            <a:gdLst/>
            <a:ahLst/>
            <a:cxnLst/>
            <a:rect l="l" t="t" r="r" b="b"/>
            <a:pathLst>
              <a:path w="8311" h="4497" extrusionOk="0">
                <a:moveTo>
                  <a:pt x="714" y="137"/>
                </a:moveTo>
                <a:cubicBezTo>
                  <a:pt x="1041" y="0"/>
                  <a:pt x="1553" y="212"/>
                  <a:pt x="1690" y="521"/>
                </a:cubicBezTo>
                <a:cubicBezTo>
                  <a:pt x="1834" y="845"/>
                  <a:pt x="1537" y="1165"/>
                  <a:pt x="1678" y="1341"/>
                </a:cubicBezTo>
                <a:cubicBezTo>
                  <a:pt x="1801" y="1495"/>
                  <a:pt x="2081" y="1264"/>
                  <a:pt x="2626" y="1281"/>
                </a:cubicBezTo>
                <a:cubicBezTo>
                  <a:pt x="2735" y="1284"/>
                  <a:pt x="3151" y="1302"/>
                  <a:pt x="3530" y="1529"/>
                </a:cubicBezTo>
                <a:cubicBezTo>
                  <a:pt x="3992" y="1806"/>
                  <a:pt x="3872" y="2080"/>
                  <a:pt x="4282" y="2361"/>
                </a:cubicBezTo>
                <a:cubicBezTo>
                  <a:pt x="4923" y="2801"/>
                  <a:pt x="5783" y="2521"/>
                  <a:pt x="5866" y="2493"/>
                </a:cubicBezTo>
                <a:cubicBezTo>
                  <a:pt x="6167" y="2391"/>
                  <a:pt x="6132" y="2284"/>
                  <a:pt x="6382" y="2225"/>
                </a:cubicBezTo>
                <a:cubicBezTo>
                  <a:pt x="7019" y="2075"/>
                  <a:pt x="7618" y="2585"/>
                  <a:pt x="7734" y="2689"/>
                </a:cubicBezTo>
                <a:cubicBezTo>
                  <a:pt x="7963" y="2894"/>
                  <a:pt x="8311" y="3206"/>
                  <a:pt x="8254" y="3493"/>
                </a:cubicBezTo>
                <a:cubicBezTo>
                  <a:pt x="8227" y="3627"/>
                  <a:pt x="8063" y="3998"/>
                  <a:pt x="4838" y="4273"/>
                </a:cubicBezTo>
                <a:cubicBezTo>
                  <a:pt x="2212" y="4497"/>
                  <a:pt x="1532" y="4318"/>
                  <a:pt x="1042" y="3861"/>
                </a:cubicBezTo>
                <a:cubicBezTo>
                  <a:pt x="704" y="3546"/>
                  <a:pt x="556" y="3191"/>
                  <a:pt x="454" y="2945"/>
                </a:cubicBezTo>
                <a:cubicBezTo>
                  <a:pt x="0" y="1856"/>
                  <a:pt x="117" y="387"/>
                  <a:pt x="714" y="13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2"/>
          <p:cNvSpPr txBox="1">
            <a:spLocks noGrp="1"/>
          </p:cNvSpPr>
          <p:nvPr>
            <p:ph type="title"/>
          </p:nvPr>
        </p:nvSpPr>
        <p:spPr>
          <a:xfrm>
            <a:off x="1092350" y="2079575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de-AT" sz="3600" b="0">
                <a:cs typeface="Segoe UI"/>
              </a:rPr>
              <a:t>Mechanoreceptors</a:t>
            </a:r>
            <a:endParaRPr lang="en-US" sz="3600" b="0">
              <a:cs typeface="Segoe UI"/>
            </a:endParaRPr>
          </a:p>
          <a:p>
            <a:pPr>
              <a:lnSpc>
                <a:spcPct val="114999"/>
              </a:lnSpc>
            </a:pPr>
            <a:endParaRPr lang="de-AT" sz="2400" b="0">
              <a:latin typeface="Segoe UI"/>
              <a:cs typeface="Segoe UI"/>
            </a:endParaRPr>
          </a:p>
        </p:txBody>
      </p:sp>
      <p:sp>
        <p:nvSpPr>
          <p:cNvPr id="497" name="Google Shape;497;p42"/>
          <p:cNvSpPr txBox="1">
            <a:spLocks noGrp="1"/>
          </p:cNvSpPr>
          <p:nvPr>
            <p:ph type="title" idx="2"/>
          </p:nvPr>
        </p:nvSpPr>
        <p:spPr>
          <a:xfrm>
            <a:off x="1092350" y="101292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99" name="Google Shape;499;p42"/>
          <p:cNvGrpSpPr/>
          <p:nvPr/>
        </p:nvGrpSpPr>
        <p:grpSpPr>
          <a:xfrm rot="-786587">
            <a:off x="5866389" y="1338131"/>
            <a:ext cx="1342695" cy="1342596"/>
            <a:chOff x="1514825" y="3047675"/>
            <a:chExt cx="1023000" cy="1023000"/>
          </a:xfrm>
        </p:grpSpPr>
        <p:sp>
          <p:nvSpPr>
            <p:cNvPr id="500" name="Google Shape;500;p42"/>
            <p:cNvSpPr/>
            <p:nvPr/>
          </p:nvSpPr>
          <p:spPr>
            <a:xfrm>
              <a:off x="1514825" y="3047675"/>
              <a:ext cx="1023000" cy="102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501" name="Google Shape;501;p42"/>
            <p:cNvGrpSpPr/>
            <p:nvPr/>
          </p:nvGrpSpPr>
          <p:grpSpPr>
            <a:xfrm>
              <a:off x="1726700" y="3262643"/>
              <a:ext cx="599235" cy="593037"/>
              <a:chOff x="0" y="177404"/>
              <a:chExt cx="460773" cy="456007"/>
            </a:xfrm>
          </p:grpSpPr>
          <p:sp>
            <p:nvSpPr>
              <p:cNvPr id="502" name="Google Shape;502;p42"/>
              <p:cNvSpPr/>
              <p:nvPr/>
            </p:nvSpPr>
            <p:spPr>
              <a:xfrm>
                <a:off x="85725" y="234553"/>
                <a:ext cx="370285" cy="390524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1738" extrusionOk="0">
                    <a:moveTo>
                      <a:pt x="1427" y="1275"/>
                    </a:moveTo>
                    <a:cubicBezTo>
                      <a:pt x="1434" y="1110"/>
                      <a:pt x="1434" y="1110"/>
                      <a:pt x="1434" y="1110"/>
                    </a:cubicBezTo>
                    <a:cubicBezTo>
                      <a:pt x="1522" y="1110"/>
                      <a:pt x="1522" y="1110"/>
                      <a:pt x="1522" y="1110"/>
                    </a:cubicBezTo>
                    <a:cubicBezTo>
                      <a:pt x="1600" y="1110"/>
                      <a:pt x="1650" y="1026"/>
                      <a:pt x="1612" y="957"/>
                    </a:cubicBezTo>
                    <a:cubicBezTo>
                      <a:pt x="1612" y="957"/>
                      <a:pt x="1448" y="704"/>
                      <a:pt x="1448" y="704"/>
                    </a:cubicBezTo>
                    <a:cubicBezTo>
                      <a:pt x="1446" y="600"/>
                      <a:pt x="1446" y="600"/>
                      <a:pt x="1446" y="600"/>
                    </a:cubicBezTo>
                    <a:cubicBezTo>
                      <a:pt x="1445" y="578"/>
                      <a:pt x="1442" y="556"/>
                      <a:pt x="1439" y="534"/>
                    </a:cubicBezTo>
                    <a:cubicBezTo>
                      <a:pt x="1433" y="495"/>
                      <a:pt x="1423" y="456"/>
                      <a:pt x="1410" y="419"/>
                    </a:cubicBezTo>
                    <a:cubicBezTo>
                      <a:pt x="1387" y="352"/>
                      <a:pt x="1351" y="289"/>
                      <a:pt x="1304" y="236"/>
                    </a:cubicBezTo>
                    <a:cubicBezTo>
                      <a:pt x="1212" y="133"/>
                      <a:pt x="1082" y="67"/>
                      <a:pt x="948" y="42"/>
                    </a:cubicBezTo>
                    <a:cubicBezTo>
                      <a:pt x="721" y="0"/>
                      <a:pt x="488" y="43"/>
                      <a:pt x="312" y="200"/>
                    </a:cubicBezTo>
                    <a:cubicBezTo>
                      <a:pt x="37" y="443"/>
                      <a:pt x="0" y="873"/>
                      <a:pt x="230" y="1158"/>
                    </a:cubicBezTo>
                    <a:cubicBezTo>
                      <a:pt x="269" y="1207"/>
                      <a:pt x="315" y="1250"/>
                      <a:pt x="366" y="1287"/>
                    </a:cubicBezTo>
                    <a:cubicBezTo>
                      <a:pt x="406" y="1315"/>
                      <a:pt x="430" y="1361"/>
                      <a:pt x="430" y="1409"/>
                    </a:cubicBezTo>
                    <a:cubicBezTo>
                      <a:pt x="430" y="1679"/>
                      <a:pt x="430" y="1679"/>
                      <a:pt x="430" y="1679"/>
                    </a:cubicBezTo>
                    <a:cubicBezTo>
                      <a:pt x="430" y="1712"/>
                      <a:pt x="456" y="1738"/>
                      <a:pt x="489" y="1738"/>
                    </a:cubicBezTo>
                    <a:cubicBezTo>
                      <a:pt x="1018" y="1738"/>
                      <a:pt x="1018" y="1738"/>
                      <a:pt x="1018" y="1738"/>
                    </a:cubicBezTo>
                    <a:cubicBezTo>
                      <a:pt x="1051" y="1738"/>
                      <a:pt x="1078" y="1712"/>
                      <a:pt x="1078" y="1679"/>
                    </a:cubicBezTo>
                    <a:cubicBezTo>
                      <a:pt x="1078" y="1621"/>
                      <a:pt x="1078" y="1621"/>
                      <a:pt x="1078" y="1621"/>
                    </a:cubicBezTo>
                    <a:cubicBezTo>
                      <a:pt x="1078" y="1556"/>
                      <a:pt x="1130" y="1503"/>
                      <a:pt x="1195" y="1503"/>
                    </a:cubicBezTo>
                    <a:cubicBezTo>
                      <a:pt x="1196" y="1503"/>
                      <a:pt x="1196" y="1503"/>
                      <a:pt x="1196" y="1503"/>
                    </a:cubicBezTo>
                    <a:cubicBezTo>
                      <a:pt x="1322" y="1502"/>
                      <a:pt x="1425" y="1401"/>
                      <a:pt x="1427" y="12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42"/>
              <p:cNvSpPr/>
              <p:nvPr/>
            </p:nvSpPr>
            <p:spPr>
              <a:xfrm>
                <a:off x="229791" y="219075"/>
                <a:ext cx="47625" cy="15002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670" extrusionOk="0">
                    <a:moveTo>
                      <a:pt x="188" y="667"/>
                    </a:moveTo>
                    <a:cubicBezTo>
                      <a:pt x="196" y="667"/>
                      <a:pt x="204" y="668"/>
                      <a:pt x="212" y="670"/>
                    </a:cubicBezTo>
                    <a:cubicBezTo>
                      <a:pt x="212" y="40"/>
                      <a:pt x="212" y="40"/>
                      <a:pt x="212" y="40"/>
                    </a:cubicBezTo>
                    <a:cubicBezTo>
                      <a:pt x="212" y="18"/>
                      <a:pt x="194" y="0"/>
                      <a:pt x="17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670"/>
                      <a:pt x="0" y="670"/>
                      <a:pt x="0" y="670"/>
                    </a:cubicBezTo>
                    <a:cubicBezTo>
                      <a:pt x="7" y="668"/>
                      <a:pt x="15" y="667"/>
                      <a:pt x="23" y="667"/>
                    </a:cubicBezTo>
                    <a:lnTo>
                      <a:pt x="188" y="66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42"/>
              <p:cNvSpPr/>
              <p:nvPr/>
            </p:nvSpPr>
            <p:spPr>
              <a:xfrm>
                <a:off x="205978" y="369094"/>
                <a:ext cx="95250" cy="11311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508" extrusionOk="0">
                    <a:moveTo>
                      <a:pt x="327" y="0"/>
                    </a:moveTo>
                    <a:cubicBezTo>
                      <a:pt x="98" y="0"/>
                      <a:pt x="98" y="0"/>
                      <a:pt x="98" y="0"/>
                    </a:cubicBezTo>
                    <a:cubicBezTo>
                      <a:pt x="44" y="0"/>
                      <a:pt x="0" y="44"/>
                      <a:pt x="0" y="99"/>
                    </a:cubicBezTo>
                    <a:cubicBezTo>
                      <a:pt x="0" y="410"/>
                      <a:pt x="0" y="410"/>
                      <a:pt x="0" y="410"/>
                    </a:cubicBezTo>
                    <a:cubicBezTo>
                      <a:pt x="0" y="464"/>
                      <a:pt x="44" y="508"/>
                      <a:pt x="98" y="508"/>
                    </a:cubicBezTo>
                    <a:cubicBezTo>
                      <a:pt x="327" y="508"/>
                      <a:pt x="327" y="508"/>
                      <a:pt x="327" y="508"/>
                    </a:cubicBezTo>
                    <a:cubicBezTo>
                      <a:pt x="382" y="508"/>
                      <a:pt x="426" y="464"/>
                      <a:pt x="426" y="410"/>
                    </a:cubicBezTo>
                    <a:cubicBezTo>
                      <a:pt x="426" y="99"/>
                      <a:pt x="426" y="99"/>
                      <a:pt x="426" y="99"/>
                    </a:cubicBezTo>
                    <a:cubicBezTo>
                      <a:pt x="426" y="44"/>
                      <a:pt x="382" y="0"/>
                      <a:pt x="3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42"/>
              <p:cNvSpPr/>
              <p:nvPr/>
            </p:nvSpPr>
            <p:spPr>
              <a:xfrm>
                <a:off x="76200" y="209550"/>
                <a:ext cx="384573" cy="423861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1888" extrusionOk="0">
                    <a:moveTo>
                      <a:pt x="1691" y="1048"/>
                    </a:moveTo>
                    <a:cubicBezTo>
                      <a:pt x="1691" y="1047"/>
                      <a:pt x="1690" y="1046"/>
                      <a:pt x="1690" y="1046"/>
                    </a:cubicBezTo>
                    <a:cubicBezTo>
                      <a:pt x="1608" y="919"/>
                      <a:pt x="1608" y="919"/>
                      <a:pt x="1608" y="919"/>
                    </a:cubicBezTo>
                    <a:cubicBezTo>
                      <a:pt x="1564" y="851"/>
                      <a:pt x="1543" y="819"/>
                      <a:pt x="1532" y="802"/>
                    </a:cubicBezTo>
                    <a:cubicBezTo>
                      <a:pt x="1530" y="709"/>
                      <a:pt x="1530" y="709"/>
                      <a:pt x="1530" y="709"/>
                    </a:cubicBezTo>
                    <a:cubicBezTo>
                      <a:pt x="1530" y="708"/>
                      <a:pt x="1530" y="707"/>
                      <a:pt x="1530" y="707"/>
                    </a:cubicBezTo>
                    <a:cubicBezTo>
                      <a:pt x="1529" y="683"/>
                      <a:pt x="1526" y="659"/>
                      <a:pt x="1522" y="638"/>
                    </a:cubicBezTo>
                    <a:cubicBezTo>
                      <a:pt x="1516" y="595"/>
                      <a:pt x="1505" y="554"/>
                      <a:pt x="1492" y="516"/>
                    </a:cubicBezTo>
                    <a:cubicBezTo>
                      <a:pt x="1466" y="442"/>
                      <a:pt x="1428" y="376"/>
                      <a:pt x="1378" y="319"/>
                    </a:cubicBezTo>
                    <a:cubicBezTo>
                      <a:pt x="1285" y="214"/>
                      <a:pt x="1150" y="141"/>
                      <a:pt x="999" y="113"/>
                    </a:cubicBezTo>
                    <a:cubicBezTo>
                      <a:pt x="978" y="109"/>
                      <a:pt x="957" y="106"/>
                      <a:pt x="936" y="103"/>
                    </a:cubicBezTo>
                    <a:cubicBezTo>
                      <a:pt x="936" y="80"/>
                      <a:pt x="936" y="80"/>
                      <a:pt x="936" y="80"/>
                    </a:cubicBezTo>
                    <a:cubicBezTo>
                      <a:pt x="936" y="36"/>
                      <a:pt x="900" y="0"/>
                      <a:pt x="856" y="0"/>
                    </a:cubicBezTo>
                    <a:cubicBezTo>
                      <a:pt x="724" y="0"/>
                      <a:pt x="724" y="0"/>
                      <a:pt x="724" y="0"/>
                    </a:cubicBezTo>
                    <a:cubicBezTo>
                      <a:pt x="680" y="0"/>
                      <a:pt x="644" y="36"/>
                      <a:pt x="644" y="80"/>
                    </a:cubicBezTo>
                    <a:cubicBezTo>
                      <a:pt x="644" y="118"/>
                      <a:pt x="644" y="118"/>
                      <a:pt x="644" y="118"/>
                    </a:cubicBezTo>
                    <a:cubicBezTo>
                      <a:pt x="525" y="146"/>
                      <a:pt x="419" y="200"/>
                      <a:pt x="329" y="280"/>
                    </a:cubicBezTo>
                    <a:cubicBezTo>
                      <a:pt x="39" y="537"/>
                      <a:pt x="0" y="992"/>
                      <a:pt x="243" y="1293"/>
                    </a:cubicBezTo>
                    <a:cubicBezTo>
                      <a:pt x="284" y="1345"/>
                      <a:pt x="333" y="1390"/>
                      <a:pt x="387" y="1429"/>
                    </a:cubicBezTo>
                    <a:cubicBezTo>
                      <a:pt x="416" y="1450"/>
                      <a:pt x="434" y="1484"/>
                      <a:pt x="434" y="1519"/>
                    </a:cubicBezTo>
                    <a:cubicBezTo>
                      <a:pt x="434" y="1789"/>
                      <a:pt x="434" y="1789"/>
                      <a:pt x="434" y="1789"/>
                    </a:cubicBezTo>
                    <a:cubicBezTo>
                      <a:pt x="434" y="1844"/>
                      <a:pt x="478" y="1888"/>
                      <a:pt x="533" y="1888"/>
                    </a:cubicBezTo>
                    <a:cubicBezTo>
                      <a:pt x="616" y="1888"/>
                      <a:pt x="616" y="1888"/>
                      <a:pt x="616" y="1888"/>
                    </a:cubicBezTo>
                    <a:cubicBezTo>
                      <a:pt x="638" y="1888"/>
                      <a:pt x="656" y="1870"/>
                      <a:pt x="656" y="1848"/>
                    </a:cubicBezTo>
                    <a:cubicBezTo>
                      <a:pt x="656" y="1826"/>
                      <a:pt x="638" y="1808"/>
                      <a:pt x="616" y="1808"/>
                    </a:cubicBezTo>
                    <a:cubicBezTo>
                      <a:pt x="533" y="1808"/>
                      <a:pt x="533" y="1808"/>
                      <a:pt x="533" y="1808"/>
                    </a:cubicBezTo>
                    <a:cubicBezTo>
                      <a:pt x="523" y="1808"/>
                      <a:pt x="514" y="1799"/>
                      <a:pt x="514" y="1789"/>
                    </a:cubicBezTo>
                    <a:cubicBezTo>
                      <a:pt x="514" y="1519"/>
                      <a:pt x="514" y="1519"/>
                      <a:pt x="514" y="1519"/>
                    </a:cubicBezTo>
                    <a:cubicBezTo>
                      <a:pt x="514" y="1458"/>
                      <a:pt x="484" y="1401"/>
                      <a:pt x="433" y="1364"/>
                    </a:cubicBezTo>
                    <a:cubicBezTo>
                      <a:pt x="385" y="1330"/>
                      <a:pt x="342" y="1289"/>
                      <a:pt x="305" y="1243"/>
                    </a:cubicBezTo>
                    <a:cubicBezTo>
                      <a:pt x="89" y="974"/>
                      <a:pt x="123" y="569"/>
                      <a:pt x="382" y="340"/>
                    </a:cubicBezTo>
                    <a:cubicBezTo>
                      <a:pt x="457" y="273"/>
                      <a:pt x="545" y="227"/>
                      <a:pt x="644" y="201"/>
                    </a:cubicBezTo>
                    <a:cubicBezTo>
                      <a:pt x="644" y="671"/>
                      <a:pt x="644" y="671"/>
                      <a:pt x="644" y="671"/>
                    </a:cubicBezTo>
                    <a:cubicBezTo>
                      <a:pt x="583" y="685"/>
                      <a:pt x="537" y="740"/>
                      <a:pt x="537" y="806"/>
                    </a:cubicBezTo>
                    <a:cubicBezTo>
                      <a:pt x="537" y="1117"/>
                      <a:pt x="537" y="1117"/>
                      <a:pt x="537" y="1117"/>
                    </a:cubicBezTo>
                    <a:cubicBezTo>
                      <a:pt x="537" y="1193"/>
                      <a:pt x="599" y="1255"/>
                      <a:pt x="675" y="1255"/>
                    </a:cubicBezTo>
                    <a:cubicBezTo>
                      <a:pt x="904" y="1255"/>
                      <a:pt x="904" y="1255"/>
                      <a:pt x="904" y="1255"/>
                    </a:cubicBezTo>
                    <a:cubicBezTo>
                      <a:pt x="981" y="1255"/>
                      <a:pt x="1043" y="1193"/>
                      <a:pt x="1043" y="1117"/>
                    </a:cubicBezTo>
                    <a:cubicBezTo>
                      <a:pt x="1043" y="806"/>
                      <a:pt x="1043" y="806"/>
                      <a:pt x="1043" y="806"/>
                    </a:cubicBezTo>
                    <a:cubicBezTo>
                      <a:pt x="1043" y="740"/>
                      <a:pt x="997" y="685"/>
                      <a:pt x="936" y="671"/>
                    </a:cubicBezTo>
                    <a:cubicBezTo>
                      <a:pt x="936" y="184"/>
                      <a:pt x="936" y="184"/>
                      <a:pt x="936" y="184"/>
                    </a:cubicBezTo>
                    <a:cubicBezTo>
                      <a:pt x="952" y="186"/>
                      <a:pt x="968" y="189"/>
                      <a:pt x="985" y="192"/>
                    </a:cubicBezTo>
                    <a:cubicBezTo>
                      <a:pt x="1118" y="216"/>
                      <a:pt x="1237" y="281"/>
                      <a:pt x="1318" y="372"/>
                    </a:cubicBezTo>
                    <a:cubicBezTo>
                      <a:pt x="1361" y="421"/>
                      <a:pt x="1394" y="478"/>
                      <a:pt x="1417" y="543"/>
                    </a:cubicBezTo>
                    <a:cubicBezTo>
                      <a:pt x="1428" y="576"/>
                      <a:pt x="1437" y="612"/>
                      <a:pt x="1443" y="650"/>
                    </a:cubicBezTo>
                    <a:cubicBezTo>
                      <a:pt x="1446" y="669"/>
                      <a:pt x="1449" y="690"/>
                      <a:pt x="1450" y="711"/>
                    </a:cubicBezTo>
                    <a:cubicBezTo>
                      <a:pt x="1452" y="815"/>
                      <a:pt x="1452" y="815"/>
                      <a:pt x="1452" y="815"/>
                    </a:cubicBezTo>
                    <a:cubicBezTo>
                      <a:pt x="1452" y="823"/>
                      <a:pt x="1455" y="830"/>
                      <a:pt x="1459" y="836"/>
                    </a:cubicBezTo>
                    <a:cubicBezTo>
                      <a:pt x="1463" y="842"/>
                      <a:pt x="1609" y="1068"/>
                      <a:pt x="1622" y="1088"/>
                    </a:cubicBezTo>
                    <a:cubicBezTo>
                      <a:pt x="1632" y="1107"/>
                      <a:pt x="1632" y="1130"/>
                      <a:pt x="1620" y="1149"/>
                    </a:cubicBezTo>
                    <a:cubicBezTo>
                      <a:pt x="1609" y="1168"/>
                      <a:pt x="1589" y="1180"/>
                      <a:pt x="1566" y="1180"/>
                    </a:cubicBezTo>
                    <a:cubicBezTo>
                      <a:pt x="1478" y="1180"/>
                      <a:pt x="1478" y="1180"/>
                      <a:pt x="1478" y="1180"/>
                    </a:cubicBezTo>
                    <a:cubicBezTo>
                      <a:pt x="1456" y="1180"/>
                      <a:pt x="1438" y="1197"/>
                      <a:pt x="1438" y="1219"/>
                    </a:cubicBezTo>
                    <a:cubicBezTo>
                      <a:pt x="1431" y="1384"/>
                      <a:pt x="1431" y="1384"/>
                      <a:pt x="1431" y="1384"/>
                    </a:cubicBezTo>
                    <a:cubicBezTo>
                      <a:pt x="1431" y="1384"/>
                      <a:pt x="1431" y="1384"/>
                      <a:pt x="1431" y="1384"/>
                    </a:cubicBezTo>
                    <a:cubicBezTo>
                      <a:pt x="1430" y="1435"/>
                      <a:pt x="1410" y="1482"/>
                      <a:pt x="1374" y="1518"/>
                    </a:cubicBezTo>
                    <a:cubicBezTo>
                      <a:pt x="1338" y="1553"/>
                      <a:pt x="1290" y="1573"/>
                      <a:pt x="1240" y="1573"/>
                    </a:cubicBezTo>
                    <a:cubicBezTo>
                      <a:pt x="1239" y="1573"/>
                      <a:pt x="1239" y="1573"/>
                      <a:pt x="1239" y="1573"/>
                    </a:cubicBezTo>
                    <a:cubicBezTo>
                      <a:pt x="1152" y="1573"/>
                      <a:pt x="1082" y="1644"/>
                      <a:pt x="1082" y="1731"/>
                    </a:cubicBezTo>
                    <a:cubicBezTo>
                      <a:pt x="1082" y="1789"/>
                      <a:pt x="1082" y="1789"/>
                      <a:pt x="1082" y="1789"/>
                    </a:cubicBezTo>
                    <a:cubicBezTo>
                      <a:pt x="1082" y="1799"/>
                      <a:pt x="1073" y="1808"/>
                      <a:pt x="1062" y="1808"/>
                    </a:cubicBezTo>
                    <a:cubicBezTo>
                      <a:pt x="980" y="1808"/>
                      <a:pt x="980" y="1808"/>
                      <a:pt x="980" y="1808"/>
                    </a:cubicBezTo>
                    <a:cubicBezTo>
                      <a:pt x="958" y="1808"/>
                      <a:pt x="940" y="1826"/>
                      <a:pt x="940" y="1848"/>
                    </a:cubicBezTo>
                    <a:cubicBezTo>
                      <a:pt x="940" y="1870"/>
                      <a:pt x="958" y="1888"/>
                      <a:pt x="980" y="1888"/>
                    </a:cubicBezTo>
                    <a:cubicBezTo>
                      <a:pt x="1062" y="1888"/>
                      <a:pt x="1062" y="1888"/>
                      <a:pt x="1062" y="1888"/>
                    </a:cubicBezTo>
                    <a:cubicBezTo>
                      <a:pt x="1117" y="1888"/>
                      <a:pt x="1162" y="1844"/>
                      <a:pt x="1162" y="1789"/>
                    </a:cubicBezTo>
                    <a:cubicBezTo>
                      <a:pt x="1162" y="1731"/>
                      <a:pt x="1162" y="1731"/>
                      <a:pt x="1162" y="1731"/>
                    </a:cubicBezTo>
                    <a:cubicBezTo>
                      <a:pt x="1162" y="1688"/>
                      <a:pt x="1197" y="1653"/>
                      <a:pt x="1239" y="1653"/>
                    </a:cubicBezTo>
                    <a:cubicBezTo>
                      <a:pt x="1240" y="1653"/>
                      <a:pt x="1240" y="1653"/>
                      <a:pt x="1240" y="1653"/>
                    </a:cubicBezTo>
                    <a:cubicBezTo>
                      <a:pt x="1311" y="1653"/>
                      <a:pt x="1379" y="1625"/>
                      <a:pt x="1430" y="1575"/>
                    </a:cubicBezTo>
                    <a:cubicBezTo>
                      <a:pt x="1481" y="1525"/>
                      <a:pt x="1510" y="1458"/>
                      <a:pt x="1511" y="1386"/>
                    </a:cubicBezTo>
                    <a:cubicBezTo>
                      <a:pt x="1516" y="1260"/>
                      <a:pt x="1516" y="1260"/>
                      <a:pt x="1516" y="1260"/>
                    </a:cubicBezTo>
                    <a:cubicBezTo>
                      <a:pt x="1566" y="1260"/>
                      <a:pt x="1566" y="1260"/>
                      <a:pt x="1566" y="1260"/>
                    </a:cubicBezTo>
                    <a:cubicBezTo>
                      <a:pt x="1617" y="1260"/>
                      <a:pt x="1663" y="1234"/>
                      <a:pt x="1689" y="1190"/>
                    </a:cubicBezTo>
                    <a:cubicBezTo>
                      <a:pt x="1715" y="1146"/>
                      <a:pt x="1716" y="1093"/>
                      <a:pt x="1691" y="1048"/>
                    </a:cubicBezTo>
                    <a:close/>
                    <a:moveTo>
                      <a:pt x="724" y="80"/>
                    </a:moveTo>
                    <a:cubicBezTo>
                      <a:pt x="856" y="80"/>
                      <a:pt x="856" y="80"/>
                      <a:pt x="856" y="80"/>
                    </a:cubicBezTo>
                    <a:cubicBezTo>
                      <a:pt x="856" y="667"/>
                      <a:pt x="856" y="667"/>
                      <a:pt x="856" y="667"/>
                    </a:cubicBezTo>
                    <a:cubicBezTo>
                      <a:pt x="724" y="667"/>
                      <a:pt x="724" y="667"/>
                      <a:pt x="724" y="667"/>
                    </a:cubicBezTo>
                    <a:lnTo>
                      <a:pt x="724" y="80"/>
                    </a:lnTo>
                    <a:close/>
                    <a:moveTo>
                      <a:pt x="963" y="806"/>
                    </a:moveTo>
                    <a:cubicBezTo>
                      <a:pt x="963" y="1117"/>
                      <a:pt x="963" y="1117"/>
                      <a:pt x="963" y="1117"/>
                    </a:cubicBezTo>
                    <a:cubicBezTo>
                      <a:pt x="963" y="1149"/>
                      <a:pt x="936" y="1175"/>
                      <a:pt x="904" y="1175"/>
                    </a:cubicBezTo>
                    <a:cubicBezTo>
                      <a:pt x="675" y="1175"/>
                      <a:pt x="675" y="1175"/>
                      <a:pt x="675" y="1175"/>
                    </a:cubicBezTo>
                    <a:cubicBezTo>
                      <a:pt x="643" y="1175"/>
                      <a:pt x="617" y="1149"/>
                      <a:pt x="617" y="1117"/>
                    </a:cubicBezTo>
                    <a:cubicBezTo>
                      <a:pt x="617" y="806"/>
                      <a:pt x="617" y="806"/>
                      <a:pt x="617" y="806"/>
                    </a:cubicBezTo>
                    <a:cubicBezTo>
                      <a:pt x="617" y="773"/>
                      <a:pt x="643" y="747"/>
                      <a:pt x="675" y="747"/>
                    </a:cubicBezTo>
                    <a:cubicBezTo>
                      <a:pt x="904" y="747"/>
                      <a:pt x="904" y="747"/>
                      <a:pt x="904" y="747"/>
                    </a:cubicBezTo>
                    <a:cubicBezTo>
                      <a:pt x="936" y="747"/>
                      <a:pt x="963" y="773"/>
                      <a:pt x="963" y="8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42"/>
              <p:cNvSpPr/>
              <p:nvPr/>
            </p:nvSpPr>
            <p:spPr>
              <a:xfrm>
                <a:off x="0" y="177404"/>
                <a:ext cx="86915" cy="91679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08" extrusionOk="0">
                    <a:moveTo>
                      <a:pt x="273" y="269"/>
                    </a:moveTo>
                    <a:cubicBezTo>
                      <a:pt x="343" y="192"/>
                      <a:pt x="373" y="109"/>
                      <a:pt x="386" y="53"/>
                    </a:cubicBezTo>
                    <a:cubicBezTo>
                      <a:pt x="391" y="32"/>
                      <a:pt x="378" y="10"/>
                      <a:pt x="356" y="5"/>
                    </a:cubicBezTo>
                    <a:cubicBezTo>
                      <a:pt x="335" y="0"/>
                      <a:pt x="313" y="14"/>
                      <a:pt x="308" y="35"/>
                    </a:cubicBezTo>
                    <a:cubicBezTo>
                      <a:pt x="297" y="82"/>
                      <a:pt x="272" y="151"/>
                      <a:pt x="214" y="215"/>
                    </a:cubicBezTo>
                    <a:cubicBezTo>
                      <a:pt x="152" y="283"/>
                      <a:pt x="81" y="315"/>
                      <a:pt x="33" y="330"/>
                    </a:cubicBezTo>
                    <a:cubicBezTo>
                      <a:pt x="12" y="336"/>
                      <a:pt x="0" y="358"/>
                      <a:pt x="6" y="379"/>
                    </a:cubicBezTo>
                    <a:cubicBezTo>
                      <a:pt x="11" y="397"/>
                      <a:pt x="27" y="408"/>
                      <a:pt x="44" y="408"/>
                    </a:cubicBezTo>
                    <a:cubicBezTo>
                      <a:pt x="48" y="408"/>
                      <a:pt x="52" y="407"/>
                      <a:pt x="56" y="406"/>
                    </a:cubicBezTo>
                    <a:cubicBezTo>
                      <a:pt x="114" y="388"/>
                      <a:pt x="199" y="350"/>
                      <a:pt x="273" y="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42"/>
              <p:cNvSpPr/>
              <p:nvPr/>
            </p:nvSpPr>
            <p:spPr>
              <a:xfrm>
                <a:off x="16669" y="191691"/>
                <a:ext cx="121444" cy="12620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65" extrusionOk="0">
                    <a:moveTo>
                      <a:pt x="369" y="365"/>
                    </a:moveTo>
                    <a:cubicBezTo>
                      <a:pt x="449" y="278"/>
                      <a:pt x="506" y="170"/>
                      <a:pt x="533" y="54"/>
                    </a:cubicBezTo>
                    <a:cubicBezTo>
                      <a:pt x="538" y="32"/>
                      <a:pt x="525" y="11"/>
                      <a:pt x="503" y="6"/>
                    </a:cubicBezTo>
                    <a:cubicBezTo>
                      <a:pt x="482" y="0"/>
                      <a:pt x="460" y="14"/>
                      <a:pt x="455" y="35"/>
                    </a:cubicBezTo>
                    <a:cubicBezTo>
                      <a:pt x="431" y="138"/>
                      <a:pt x="381" y="234"/>
                      <a:pt x="310" y="312"/>
                    </a:cubicBezTo>
                    <a:cubicBezTo>
                      <a:pt x="216" y="415"/>
                      <a:pt x="107" y="464"/>
                      <a:pt x="33" y="487"/>
                    </a:cubicBezTo>
                    <a:cubicBezTo>
                      <a:pt x="12" y="493"/>
                      <a:pt x="0" y="516"/>
                      <a:pt x="6" y="537"/>
                    </a:cubicBezTo>
                    <a:cubicBezTo>
                      <a:pt x="11" y="554"/>
                      <a:pt x="27" y="565"/>
                      <a:pt x="44" y="565"/>
                    </a:cubicBezTo>
                    <a:cubicBezTo>
                      <a:pt x="48" y="565"/>
                      <a:pt x="52" y="565"/>
                      <a:pt x="56" y="563"/>
                    </a:cubicBezTo>
                    <a:cubicBezTo>
                      <a:pt x="140" y="538"/>
                      <a:pt x="262" y="483"/>
                      <a:pt x="369" y="3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42"/>
              <p:cNvSpPr/>
              <p:nvPr/>
            </p:nvSpPr>
            <p:spPr>
              <a:xfrm>
                <a:off x="244079" y="408385"/>
                <a:ext cx="19050" cy="32147"/>
              </a:xfrm>
              <a:custGeom>
                <a:avLst/>
                <a:gdLst/>
                <a:ahLst/>
                <a:cxnLst/>
                <a:rect l="l" t="t" r="r" b="b"/>
                <a:pathLst>
                  <a:path w="80" h="142" extrusionOk="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4"/>
                      <a:pt x="18" y="142"/>
                      <a:pt x="40" y="142"/>
                    </a:cubicBezTo>
                    <a:cubicBezTo>
                      <a:pt x="62" y="142"/>
                      <a:pt x="80" y="124"/>
                      <a:pt x="80" y="102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42"/>
              <p:cNvSpPr/>
              <p:nvPr/>
            </p:nvSpPr>
            <p:spPr>
              <a:xfrm>
                <a:off x="246460" y="615554"/>
                <a:ext cx="17700" cy="177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0" name="Google Shape;510;p42"/>
          <p:cNvGrpSpPr/>
          <p:nvPr/>
        </p:nvGrpSpPr>
        <p:grpSpPr>
          <a:xfrm>
            <a:off x="7343850" y="3292163"/>
            <a:ext cx="494100" cy="494100"/>
            <a:chOff x="248750" y="3088250"/>
            <a:chExt cx="494100" cy="494100"/>
          </a:xfrm>
        </p:grpSpPr>
        <p:sp>
          <p:nvSpPr>
            <p:cNvPr id="511" name="Google Shape;511;p42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2" name="Google Shape;512;p42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13" name="Google Shape;513;p42"/>
          <p:cNvSpPr/>
          <p:nvPr/>
        </p:nvSpPr>
        <p:spPr>
          <a:xfrm>
            <a:off x="3747828" y="1369975"/>
            <a:ext cx="149400" cy="149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4" name="Google Shape;514;p42"/>
          <p:cNvSpPr/>
          <p:nvPr/>
        </p:nvSpPr>
        <p:spPr>
          <a:xfrm>
            <a:off x="4034179" y="1069654"/>
            <a:ext cx="246000" cy="2460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15" name="Google Shape;515;p42"/>
          <p:cNvGrpSpPr/>
          <p:nvPr/>
        </p:nvGrpSpPr>
        <p:grpSpPr>
          <a:xfrm>
            <a:off x="466175" y="4356938"/>
            <a:ext cx="494100" cy="494100"/>
            <a:chOff x="248750" y="3088250"/>
            <a:chExt cx="494100" cy="494100"/>
          </a:xfrm>
        </p:grpSpPr>
        <p:sp>
          <p:nvSpPr>
            <p:cNvPr id="516" name="Google Shape;516;p42"/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7" name="Google Shape;517;p42"/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47A1F2F-3C66-62B8-8624-DCF36818D2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>
          <a:extLst>
            <a:ext uri="{FF2B5EF4-FFF2-40B4-BE49-F238E27FC236}">
              <a16:creationId xmlns:a16="http://schemas.microsoft.com/office/drawing/2014/main" id="{BD10B97C-D870-B96E-7FA3-B87D6F1F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68">
            <a:extLst>
              <a:ext uri="{FF2B5EF4-FFF2-40B4-BE49-F238E27FC236}">
                <a16:creationId xmlns:a16="http://schemas.microsoft.com/office/drawing/2014/main" id="{3B9FDFA6-9248-6D2E-2DE7-062B05F8A2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2850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400"/>
              <a:t>Background:</a:t>
            </a:r>
            <a:br>
              <a:rPr lang="en" sz="2400"/>
            </a:br>
            <a:r>
              <a:rPr lang="en" sz="2400"/>
              <a:t>Mechanoreceptors &amp; Tactile Sensitivity</a:t>
            </a:r>
            <a:endParaRPr lang="en-US" sz="2400"/>
          </a:p>
          <a:p>
            <a:pPr marL="285750" indent="-285750" algn="ctr">
              <a:buFont typeface="Arial"/>
              <a:buChar char="•"/>
            </a:pPr>
            <a:endParaRPr lang="en-US" sz="2400"/>
          </a:p>
          <a:p>
            <a:endParaRPr lang="en"/>
          </a:p>
        </p:txBody>
      </p:sp>
      <p:sp>
        <p:nvSpPr>
          <p:cNvPr id="1321" name="Google Shape;1321;p68">
            <a:extLst>
              <a:ext uri="{FF2B5EF4-FFF2-40B4-BE49-F238E27FC236}">
                <a16:creationId xmlns:a16="http://schemas.microsoft.com/office/drawing/2014/main" id="{428B758C-BC93-FB54-CB30-0D1B995DEF40}"/>
              </a:ext>
            </a:extLst>
          </p:cNvPr>
          <p:cNvSpPr/>
          <p:nvPr/>
        </p:nvSpPr>
        <p:spPr>
          <a:xfrm>
            <a:off x="1108850" y="1414150"/>
            <a:ext cx="3281400" cy="138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2" name="Google Shape;1322;p68">
            <a:extLst>
              <a:ext uri="{FF2B5EF4-FFF2-40B4-BE49-F238E27FC236}">
                <a16:creationId xmlns:a16="http://schemas.microsoft.com/office/drawing/2014/main" id="{871B5D06-D9F8-45F5-5806-35D8A3CD00A8}"/>
              </a:ext>
            </a:extLst>
          </p:cNvPr>
          <p:cNvSpPr/>
          <p:nvPr/>
        </p:nvSpPr>
        <p:spPr>
          <a:xfrm>
            <a:off x="4833825" y="1442550"/>
            <a:ext cx="3201300" cy="138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3" name="Google Shape;1323;p68">
            <a:extLst>
              <a:ext uri="{FF2B5EF4-FFF2-40B4-BE49-F238E27FC236}">
                <a16:creationId xmlns:a16="http://schemas.microsoft.com/office/drawing/2014/main" id="{99409EF0-F8E6-3837-48B6-563C42D4F608}"/>
              </a:ext>
            </a:extLst>
          </p:cNvPr>
          <p:cNvSpPr txBox="1"/>
          <p:nvPr/>
        </p:nvSpPr>
        <p:spPr>
          <a:xfrm flipH="1">
            <a:off x="1211365" y="1844708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400">
                <a:solidFill>
                  <a:schemeClr val="dk1"/>
                </a:solidFill>
              </a:rPr>
              <a:t>Merkel cells</a:t>
            </a:r>
            <a:endParaRPr lang="en-US">
              <a:solidFill>
                <a:schemeClr val="dk1"/>
              </a:solidFill>
            </a:endParaRPr>
          </a:p>
        </p:txBody>
      </p:sp>
      <p:grpSp>
        <p:nvGrpSpPr>
          <p:cNvPr id="1325" name="Google Shape;1325;p68">
            <a:extLst>
              <a:ext uri="{FF2B5EF4-FFF2-40B4-BE49-F238E27FC236}">
                <a16:creationId xmlns:a16="http://schemas.microsoft.com/office/drawing/2014/main" id="{E00F5CDD-9C6A-71A3-E0BD-8F896E8D9FD3}"/>
              </a:ext>
            </a:extLst>
          </p:cNvPr>
          <p:cNvGrpSpPr/>
          <p:nvPr/>
        </p:nvGrpSpPr>
        <p:grpSpPr>
          <a:xfrm>
            <a:off x="3410050" y="1702584"/>
            <a:ext cx="767006" cy="806679"/>
            <a:chOff x="2955131" y="3450431"/>
            <a:chExt cx="439344" cy="461963"/>
          </a:xfrm>
        </p:grpSpPr>
        <p:sp>
          <p:nvSpPr>
            <p:cNvPr id="1326" name="Google Shape;1326;p68">
              <a:extLst>
                <a:ext uri="{FF2B5EF4-FFF2-40B4-BE49-F238E27FC236}">
                  <a16:creationId xmlns:a16="http://schemas.microsoft.com/office/drawing/2014/main" id="{A4CE3B58-099A-2CEC-98B5-0120C4CFB5EC}"/>
                </a:ext>
              </a:extLst>
            </p:cNvPr>
            <p:cNvSpPr/>
            <p:nvPr/>
          </p:nvSpPr>
          <p:spPr>
            <a:xfrm>
              <a:off x="2964656" y="3454004"/>
              <a:ext cx="426246" cy="448865"/>
            </a:xfrm>
            <a:custGeom>
              <a:avLst/>
              <a:gdLst/>
              <a:ahLst/>
              <a:cxnLst/>
              <a:rect l="l" t="t" r="r" b="b"/>
              <a:pathLst>
                <a:path w="1897" h="1999" extrusionOk="0">
                  <a:moveTo>
                    <a:pt x="1641" y="1467"/>
                  </a:moveTo>
                  <a:cubicBezTo>
                    <a:pt x="1648" y="1276"/>
                    <a:pt x="1648" y="1276"/>
                    <a:pt x="1648" y="1276"/>
                  </a:cubicBezTo>
                  <a:cubicBezTo>
                    <a:pt x="1750" y="1276"/>
                    <a:pt x="1750" y="1276"/>
                    <a:pt x="1750" y="1276"/>
                  </a:cubicBezTo>
                  <a:cubicBezTo>
                    <a:pt x="1840" y="1276"/>
                    <a:pt x="1897" y="1180"/>
                    <a:pt x="1854" y="1101"/>
                  </a:cubicBezTo>
                  <a:cubicBezTo>
                    <a:pt x="1854" y="1101"/>
                    <a:pt x="1665" y="810"/>
                    <a:pt x="1665" y="810"/>
                  </a:cubicBezTo>
                  <a:cubicBezTo>
                    <a:pt x="1663" y="689"/>
                    <a:pt x="1663" y="689"/>
                    <a:pt x="1663" y="689"/>
                  </a:cubicBezTo>
                  <a:cubicBezTo>
                    <a:pt x="1661" y="664"/>
                    <a:pt x="1658" y="639"/>
                    <a:pt x="1654" y="614"/>
                  </a:cubicBezTo>
                  <a:cubicBezTo>
                    <a:pt x="1647" y="569"/>
                    <a:pt x="1637" y="525"/>
                    <a:pt x="1622" y="482"/>
                  </a:cubicBezTo>
                  <a:cubicBezTo>
                    <a:pt x="1594" y="405"/>
                    <a:pt x="1553" y="332"/>
                    <a:pt x="1499" y="271"/>
                  </a:cubicBezTo>
                  <a:cubicBezTo>
                    <a:pt x="1394" y="152"/>
                    <a:pt x="1244" y="77"/>
                    <a:pt x="1090" y="48"/>
                  </a:cubicBezTo>
                  <a:cubicBezTo>
                    <a:pt x="829" y="0"/>
                    <a:pt x="561" y="50"/>
                    <a:pt x="358" y="230"/>
                  </a:cubicBezTo>
                  <a:cubicBezTo>
                    <a:pt x="43" y="509"/>
                    <a:pt x="0" y="1003"/>
                    <a:pt x="264" y="1332"/>
                  </a:cubicBezTo>
                  <a:cubicBezTo>
                    <a:pt x="309" y="1388"/>
                    <a:pt x="362" y="1438"/>
                    <a:pt x="421" y="1480"/>
                  </a:cubicBezTo>
                  <a:cubicBezTo>
                    <a:pt x="466" y="1512"/>
                    <a:pt x="494" y="1565"/>
                    <a:pt x="494" y="1621"/>
                  </a:cubicBezTo>
                  <a:cubicBezTo>
                    <a:pt x="494" y="1930"/>
                    <a:pt x="494" y="1930"/>
                    <a:pt x="494" y="1930"/>
                  </a:cubicBezTo>
                  <a:cubicBezTo>
                    <a:pt x="494" y="1968"/>
                    <a:pt x="525" y="1999"/>
                    <a:pt x="562" y="1999"/>
                  </a:cubicBezTo>
                  <a:cubicBezTo>
                    <a:pt x="1171" y="1999"/>
                    <a:pt x="1171" y="1999"/>
                    <a:pt x="1171" y="1999"/>
                  </a:cubicBezTo>
                  <a:cubicBezTo>
                    <a:pt x="1209" y="1999"/>
                    <a:pt x="1239" y="1968"/>
                    <a:pt x="1239" y="1930"/>
                  </a:cubicBezTo>
                  <a:cubicBezTo>
                    <a:pt x="1239" y="1864"/>
                    <a:pt x="1239" y="1864"/>
                    <a:pt x="1239" y="1864"/>
                  </a:cubicBezTo>
                  <a:cubicBezTo>
                    <a:pt x="1239" y="1789"/>
                    <a:pt x="1300" y="1729"/>
                    <a:pt x="1374" y="1728"/>
                  </a:cubicBezTo>
                  <a:cubicBezTo>
                    <a:pt x="1375" y="1728"/>
                    <a:pt x="1375" y="1728"/>
                    <a:pt x="1375" y="1728"/>
                  </a:cubicBezTo>
                  <a:cubicBezTo>
                    <a:pt x="1520" y="1728"/>
                    <a:pt x="1638" y="1612"/>
                    <a:pt x="1641" y="14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68">
              <a:extLst>
                <a:ext uri="{FF2B5EF4-FFF2-40B4-BE49-F238E27FC236}">
                  <a16:creationId xmlns:a16="http://schemas.microsoft.com/office/drawing/2014/main" id="{00B00B36-E037-C941-03FD-A2C7CCEC4F4D}"/>
                </a:ext>
              </a:extLst>
            </p:cNvPr>
            <p:cNvSpPr/>
            <p:nvPr/>
          </p:nvSpPr>
          <p:spPr>
            <a:xfrm>
              <a:off x="3031331" y="3506391"/>
              <a:ext cx="257177" cy="196454"/>
            </a:xfrm>
            <a:custGeom>
              <a:avLst/>
              <a:gdLst/>
              <a:ahLst/>
              <a:cxnLst/>
              <a:rect l="l" t="t" r="r" b="b"/>
              <a:pathLst>
                <a:path w="1146" h="876" extrusionOk="0">
                  <a:moveTo>
                    <a:pt x="1134" y="321"/>
                  </a:moveTo>
                  <a:cubicBezTo>
                    <a:pt x="1133" y="318"/>
                    <a:pt x="1132" y="315"/>
                    <a:pt x="1132" y="312"/>
                  </a:cubicBezTo>
                  <a:cubicBezTo>
                    <a:pt x="1112" y="246"/>
                    <a:pt x="1045" y="205"/>
                    <a:pt x="977" y="218"/>
                  </a:cubicBezTo>
                  <a:cubicBezTo>
                    <a:pt x="971" y="220"/>
                    <a:pt x="965" y="221"/>
                    <a:pt x="959" y="223"/>
                  </a:cubicBezTo>
                  <a:cubicBezTo>
                    <a:pt x="959" y="223"/>
                    <a:pt x="959" y="223"/>
                    <a:pt x="959" y="223"/>
                  </a:cubicBezTo>
                  <a:cubicBezTo>
                    <a:pt x="958" y="214"/>
                    <a:pt x="957" y="205"/>
                    <a:pt x="955" y="196"/>
                  </a:cubicBezTo>
                  <a:cubicBezTo>
                    <a:pt x="933" y="104"/>
                    <a:pt x="842" y="45"/>
                    <a:pt x="749" y="63"/>
                  </a:cubicBezTo>
                  <a:cubicBezTo>
                    <a:pt x="726" y="67"/>
                    <a:pt x="706" y="76"/>
                    <a:pt x="688" y="87"/>
                  </a:cubicBezTo>
                  <a:cubicBezTo>
                    <a:pt x="661" y="31"/>
                    <a:pt x="598" y="0"/>
                    <a:pt x="535" y="16"/>
                  </a:cubicBezTo>
                  <a:cubicBezTo>
                    <a:pt x="494" y="26"/>
                    <a:pt x="463" y="54"/>
                    <a:pt x="446" y="89"/>
                  </a:cubicBezTo>
                  <a:cubicBezTo>
                    <a:pt x="415" y="66"/>
                    <a:pt x="374" y="56"/>
                    <a:pt x="333" y="66"/>
                  </a:cubicBezTo>
                  <a:cubicBezTo>
                    <a:pt x="272" y="82"/>
                    <a:pt x="231" y="137"/>
                    <a:pt x="232" y="198"/>
                  </a:cubicBezTo>
                  <a:cubicBezTo>
                    <a:pt x="216" y="198"/>
                    <a:pt x="201" y="200"/>
                    <a:pt x="185" y="204"/>
                  </a:cubicBezTo>
                  <a:cubicBezTo>
                    <a:pt x="90" y="228"/>
                    <a:pt x="32" y="324"/>
                    <a:pt x="56" y="419"/>
                  </a:cubicBezTo>
                  <a:cubicBezTo>
                    <a:pt x="59" y="431"/>
                    <a:pt x="63" y="443"/>
                    <a:pt x="69" y="454"/>
                  </a:cubicBezTo>
                  <a:cubicBezTo>
                    <a:pt x="69" y="454"/>
                    <a:pt x="69" y="454"/>
                    <a:pt x="69" y="454"/>
                  </a:cubicBezTo>
                  <a:cubicBezTo>
                    <a:pt x="24" y="485"/>
                    <a:pt x="0" y="542"/>
                    <a:pt x="14" y="598"/>
                  </a:cubicBezTo>
                  <a:cubicBezTo>
                    <a:pt x="15" y="599"/>
                    <a:pt x="15" y="601"/>
                    <a:pt x="16" y="602"/>
                  </a:cubicBezTo>
                  <a:cubicBezTo>
                    <a:pt x="24" y="632"/>
                    <a:pt x="45" y="655"/>
                    <a:pt x="72" y="667"/>
                  </a:cubicBezTo>
                  <a:cubicBezTo>
                    <a:pt x="72" y="669"/>
                    <a:pt x="72" y="671"/>
                    <a:pt x="72" y="673"/>
                  </a:cubicBezTo>
                  <a:cubicBezTo>
                    <a:pt x="72" y="785"/>
                    <a:pt x="171" y="876"/>
                    <a:pt x="292" y="876"/>
                  </a:cubicBezTo>
                  <a:cubicBezTo>
                    <a:pt x="414" y="876"/>
                    <a:pt x="512" y="785"/>
                    <a:pt x="512" y="673"/>
                  </a:cubicBezTo>
                  <a:cubicBezTo>
                    <a:pt x="512" y="672"/>
                    <a:pt x="512" y="672"/>
                    <a:pt x="512" y="671"/>
                  </a:cubicBezTo>
                  <a:cubicBezTo>
                    <a:pt x="542" y="666"/>
                    <a:pt x="573" y="660"/>
                    <a:pt x="604" y="652"/>
                  </a:cubicBezTo>
                  <a:cubicBezTo>
                    <a:pt x="773" y="611"/>
                    <a:pt x="911" y="538"/>
                    <a:pt x="975" y="466"/>
                  </a:cubicBezTo>
                  <a:cubicBezTo>
                    <a:pt x="1056" y="446"/>
                    <a:pt x="1056" y="446"/>
                    <a:pt x="1056" y="446"/>
                  </a:cubicBezTo>
                  <a:cubicBezTo>
                    <a:pt x="1111" y="432"/>
                    <a:pt x="1146" y="377"/>
                    <a:pt x="1134" y="3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68">
              <a:extLst>
                <a:ext uri="{FF2B5EF4-FFF2-40B4-BE49-F238E27FC236}">
                  <a16:creationId xmlns:a16="http://schemas.microsoft.com/office/drawing/2014/main" id="{43B5F3E1-9E5E-AEA0-0800-35AC51ED2428}"/>
                </a:ext>
              </a:extLst>
            </p:cNvPr>
            <p:cNvSpPr/>
            <p:nvPr/>
          </p:nvSpPr>
          <p:spPr>
            <a:xfrm>
              <a:off x="2955131" y="3450431"/>
              <a:ext cx="439344" cy="461963"/>
            </a:xfrm>
            <a:custGeom>
              <a:avLst/>
              <a:gdLst/>
              <a:ahLst/>
              <a:cxnLst/>
              <a:rect l="l" t="t" r="r" b="b"/>
              <a:pathLst>
                <a:path w="1960" h="2056" extrusionOk="0">
                  <a:moveTo>
                    <a:pt x="1933" y="1098"/>
                  </a:moveTo>
                  <a:cubicBezTo>
                    <a:pt x="1932" y="1098"/>
                    <a:pt x="1932" y="1097"/>
                    <a:pt x="1931" y="1096"/>
                  </a:cubicBezTo>
                  <a:cubicBezTo>
                    <a:pt x="1931" y="1096"/>
                    <a:pt x="1782" y="865"/>
                    <a:pt x="1749" y="815"/>
                  </a:cubicBezTo>
                  <a:cubicBezTo>
                    <a:pt x="1747" y="706"/>
                    <a:pt x="1747" y="706"/>
                    <a:pt x="1747" y="706"/>
                  </a:cubicBezTo>
                  <a:cubicBezTo>
                    <a:pt x="1747" y="705"/>
                    <a:pt x="1747" y="704"/>
                    <a:pt x="1747" y="704"/>
                  </a:cubicBezTo>
                  <a:cubicBezTo>
                    <a:pt x="1745" y="676"/>
                    <a:pt x="1742" y="650"/>
                    <a:pt x="1738" y="624"/>
                  </a:cubicBezTo>
                  <a:cubicBezTo>
                    <a:pt x="1730" y="576"/>
                    <a:pt x="1719" y="529"/>
                    <a:pt x="1703" y="486"/>
                  </a:cubicBezTo>
                  <a:cubicBezTo>
                    <a:pt x="1674" y="401"/>
                    <a:pt x="1630" y="326"/>
                    <a:pt x="1573" y="261"/>
                  </a:cubicBezTo>
                  <a:cubicBezTo>
                    <a:pt x="1467" y="142"/>
                    <a:pt x="1314" y="58"/>
                    <a:pt x="1141" y="26"/>
                  </a:cubicBezTo>
                  <a:cubicBezTo>
                    <a:pt x="1001" y="0"/>
                    <a:pt x="865" y="2"/>
                    <a:pt x="737" y="31"/>
                  </a:cubicBezTo>
                  <a:cubicBezTo>
                    <a:pt x="600" y="63"/>
                    <a:pt x="479" y="125"/>
                    <a:pt x="376" y="217"/>
                  </a:cubicBezTo>
                  <a:cubicBezTo>
                    <a:pt x="44" y="511"/>
                    <a:pt x="0" y="1030"/>
                    <a:pt x="277" y="1374"/>
                  </a:cubicBezTo>
                  <a:cubicBezTo>
                    <a:pt x="325" y="1433"/>
                    <a:pt x="380" y="1485"/>
                    <a:pt x="441" y="1529"/>
                  </a:cubicBezTo>
                  <a:cubicBezTo>
                    <a:pt x="477" y="1555"/>
                    <a:pt x="498" y="1595"/>
                    <a:pt x="498" y="1638"/>
                  </a:cubicBezTo>
                  <a:cubicBezTo>
                    <a:pt x="498" y="1947"/>
                    <a:pt x="498" y="1947"/>
                    <a:pt x="498" y="1947"/>
                  </a:cubicBezTo>
                  <a:cubicBezTo>
                    <a:pt x="498" y="2007"/>
                    <a:pt x="547" y="2056"/>
                    <a:pt x="606" y="2056"/>
                  </a:cubicBezTo>
                  <a:cubicBezTo>
                    <a:pt x="730" y="2056"/>
                    <a:pt x="730" y="2056"/>
                    <a:pt x="730" y="2056"/>
                  </a:cubicBezTo>
                  <a:cubicBezTo>
                    <a:pt x="752" y="2056"/>
                    <a:pt x="770" y="2038"/>
                    <a:pt x="770" y="2016"/>
                  </a:cubicBezTo>
                  <a:cubicBezTo>
                    <a:pt x="770" y="1994"/>
                    <a:pt x="752" y="1976"/>
                    <a:pt x="730" y="1976"/>
                  </a:cubicBezTo>
                  <a:cubicBezTo>
                    <a:pt x="606" y="1976"/>
                    <a:pt x="606" y="1976"/>
                    <a:pt x="606" y="1976"/>
                  </a:cubicBezTo>
                  <a:cubicBezTo>
                    <a:pt x="591" y="1976"/>
                    <a:pt x="578" y="1963"/>
                    <a:pt x="578" y="1947"/>
                  </a:cubicBezTo>
                  <a:cubicBezTo>
                    <a:pt x="578" y="1638"/>
                    <a:pt x="578" y="1638"/>
                    <a:pt x="578" y="1638"/>
                  </a:cubicBezTo>
                  <a:cubicBezTo>
                    <a:pt x="578" y="1570"/>
                    <a:pt x="544" y="1505"/>
                    <a:pt x="488" y="1464"/>
                  </a:cubicBezTo>
                  <a:cubicBezTo>
                    <a:pt x="432" y="1424"/>
                    <a:pt x="382" y="1377"/>
                    <a:pt x="339" y="1323"/>
                  </a:cubicBezTo>
                  <a:cubicBezTo>
                    <a:pt x="88" y="1012"/>
                    <a:pt x="129" y="543"/>
                    <a:pt x="429" y="276"/>
                  </a:cubicBezTo>
                  <a:cubicBezTo>
                    <a:pt x="610" y="116"/>
                    <a:pt x="858" y="55"/>
                    <a:pt x="1126" y="105"/>
                  </a:cubicBezTo>
                  <a:cubicBezTo>
                    <a:pt x="1282" y="134"/>
                    <a:pt x="1419" y="208"/>
                    <a:pt x="1513" y="314"/>
                  </a:cubicBezTo>
                  <a:cubicBezTo>
                    <a:pt x="1563" y="371"/>
                    <a:pt x="1602" y="438"/>
                    <a:pt x="1628" y="512"/>
                  </a:cubicBezTo>
                  <a:cubicBezTo>
                    <a:pt x="1642" y="551"/>
                    <a:pt x="1652" y="593"/>
                    <a:pt x="1659" y="637"/>
                  </a:cubicBezTo>
                  <a:cubicBezTo>
                    <a:pt x="1663" y="660"/>
                    <a:pt x="1665" y="684"/>
                    <a:pt x="1667" y="708"/>
                  </a:cubicBezTo>
                  <a:cubicBezTo>
                    <a:pt x="1669" y="828"/>
                    <a:pt x="1669" y="828"/>
                    <a:pt x="1669" y="828"/>
                  </a:cubicBezTo>
                  <a:cubicBezTo>
                    <a:pt x="1669" y="835"/>
                    <a:pt x="1672" y="842"/>
                    <a:pt x="1675" y="848"/>
                  </a:cubicBezTo>
                  <a:cubicBezTo>
                    <a:pt x="1676" y="848"/>
                    <a:pt x="1676" y="848"/>
                    <a:pt x="1863" y="1138"/>
                  </a:cubicBezTo>
                  <a:cubicBezTo>
                    <a:pt x="1876" y="1163"/>
                    <a:pt x="1876" y="1191"/>
                    <a:pt x="1862" y="1215"/>
                  </a:cubicBezTo>
                  <a:cubicBezTo>
                    <a:pt x="1847" y="1239"/>
                    <a:pt x="1822" y="1253"/>
                    <a:pt x="1794" y="1253"/>
                  </a:cubicBezTo>
                  <a:cubicBezTo>
                    <a:pt x="1692" y="1253"/>
                    <a:pt x="1692" y="1253"/>
                    <a:pt x="1692" y="1253"/>
                  </a:cubicBezTo>
                  <a:cubicBezTo>
                    <a:pt x="1671" y="1253"/>
                    <a:pt x="1653" y="1270"/>
                    <a:pt x="1652" y="1292"/>
                  </a:cubicBezTo>
                  <a:cubicBezTo>
                    <a:pt x="1645" y="1482"/>
                    <a:pt x="1645" y="1482"/>
                    <a:pt x="1645" y="1482"/>
                  </a:cubicBezTo>
                  <a:cubicBezTo>
                    <a:pt x="1645" y="1482"/>
                    <a:pt x="1645" y="1482"/>
                    <a:pt x="1645" y="1483"/>
                  </a:cubicBezTo>
                  <a:cubicBezTo>
                    <a:pt x="1644" y="1542"/>
                    <a:pt x="1620" y="1598"/>
                    <a:pt x="1577" y="1640"/>
                  </a:cubicBezTo>
                  <a:cubicBezTo>
                    <a:pt x="1535" y="1682"/>
                    <a:pt x="1478" y="1705"/>
                    <a:pt x="1419" y="1705"/>
                  </a:cubicBezTo>
                  <a:cubicBezTo>
                    <a:pt x="1418" y="1705"/>
                    <a:pt x="1418" y="1705"/>
                    <a:pt x="1418" y="1705"/>
                  </a:cubicBezTo>
                  <a:cubicBezTo>
                    <a:pt x="1322" y="1706"/>
                    <a:pt x="1243" y="1784"/>
                    <a:pt x="1243" y="1881"/>
                  </a:cubicBezTo>
                  <a:cubicBezTo>
                    <a:pt x="1243" y="1947"/>
                    <a:pt x="1243" y="1947"/>
                    <a:pt x="1243" y="1947"/>
                  </a:cubicBezTo>
                  <a:cubicBezTo>
                    <a:pt x="1243" y="1963"/>
                    <a:pt x="1230" y="1976"/>
                    <a:pt x="1215" y="1976"/>
                  </a:cubicBezTo>
                  <a:cubicBezTo>
                    <a:pt x="1094" y="1976"/>
                    <a:pt x="1094" y="1976"/>
                    <a:pt x="1094" y="1976"/>
                  </a:cubicBezTo>
                  <a:cubicBezTo>
                    <a:pt x="1072" y="1976"/>
                    <a:pt x="1054" y="1994"/>
                    <a:pt x="1054" y="2016"/>
                  </a:cubicBezTo>
                  <a:cubicBezTo>
                    <a:pt x="1054" y="2038"/>
                    <a:pt x="1072" y="2056"/>
                    <a:pt x="1094" y="2056"/>
                  </a:cubicBezTo>
                  <a:cubicBezTo>
                    <a:pt x="1215" y="2056"/>
                    <a:pt x="1215" y="2056"/>
                    <a:pt x="1215" y="2056"/>
                  </a:cubicBezTo>
                  <a:cubicBezTo>
                    <a:pt x="1275" y="2056"/>
                    <a:pt x="1323" y="2007"/>
                    <a:pt x="1323" y="1947"/>
                  </a:cubicBezTo>
                  <a:cubicBezTo>
                    <a:pt x="1323" y="1881"/>
                    <a:pt x="1323" y="1881"/>
                    <a:pt x="1323" y="1881"/>
                  </a:cubicBezTo>
                  <a:cubicBezTo>
                    <a:pt x="1323" y="1828"/>
                    <a:pt x="1366" y="1785"/>
                    <a:pt x="1419" y="1785"/>
                  </a:cubicBezTo>
                  <a:cubicBezTo>
                    <a:pt x="1419" y="1785"/>
                    <a:pt x="1419" y="1785"/>
                    <a:pt x="1419" y="1785"/>
                  </a:cubicBezTo>
                  <a:cubicBezTo>
                    <a:pt x="1500" y="1785"/>
                    <a:pt x="1576" y="1754"/>
                    <a:pt x="1633" y="1697"/>
                  </a:cubicBezTo>
                  <a:cubicBezTo>
                    <a:pt x="1691" y="1641"/>
                    <a:pt x="1723" y="1565"/>
                    <a:pt x="1725" y="1485"/>
                  </a:cubicBezTo>
                  <a:cubicBezTo>
                    <a:pt x="1731" y="1333"/>
                    <a:pt x="1731" y="1333"/>
                    <a:pt x="1731" y="1333"/>
                  </a:cubicBezTo>
                  <a:cubicBezTo>
                    <a:pt x="1794" y="1333"/>
                    <a:pt x="1794" y="1333"/>
                    <a:pt x="1794" y="1333"/>
                  </a:cubicBezTo>
                  <a:cubicBezTo>
                    <a:pt x="1851" y="1333"/>
                    <a:pt x="1902" y="1304"/>
                    <a:pt x="1931" y="1256"/>
                  </a:cubicBezTo>
                  <a:cubicBezTo>
                    <a:pt x="1959" y="1207"/>
                    <a:pt x="1960" y="1148"/>
                    <a:pt x="1933" y="10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68">
              <a:extLst>
                <a:ext uri="{FF2B5EF4-FFF2-40B4-BE49-F238E27FC236}">
                  <a16:creationId xmlns:a16="http://schemas.microsoft.com/office/drawing/2014/main" id="{DCE70678-6C30-265D-351B-4776353B9AA8}"/>
                </a:ext>
              </a:extLst>
            </p:cNvPr>
            <p:cNvSpPr/>
            <p:nvPr/>
          </p:nvSpPr>
          <p:spPr>
            <a:xfrm>
              <a:off x="3149203" y="3584972"/>
              <a:ext cx="55960" cy="28575"/>
            </a:xfrm>
            <a:custGeom>
              <a:avLst/>
              <a:gdLst/>
              <a:ahLst/>
              <a:cxnLst/>
              <a:rect l="l" t="t" r="r" b="b"/>
              <a:pathLst>
                <a:path w="250" h="127" extrusionOk="0">
                  <a:moveTo>
                    <a:pt x="118" y="126"/>
                  </a:moveTo>
                  <a:cubicBezTo>
                    <a:pt x="123" y="127"/>
                    <a:pt x="129" y="127"/>
                    <a:pt x="134" y="127"/>
                  </a:cubicBezTo>
                  <a:cubicBezTo>
                    <a:pt x="169" y="127"/>
                    <a:pt x="203" y="115"/>
                    <a:pt x="231" y="93"/>
                  </a:cubicBezTo>
                  <a:cubicBezTo>
                    <a:pt x="248" y="79"/>
                    <a:pt x="250" y="53"/>
                    <a:pt x="237" y="36"/>
                  </a:cubicBezTo>
                  <a:cubicBezTo>
                    <a:pt x="223" y="19"/>
                    <a:pt x="197" y="17"/>
                    <a:pt x="180" y="31"/>
                  </a:cubicBezTo>
                  <a:cubicBezTo>
                    <a:pt x="165" y="43"/>
                    <a:pt x="146" y="49"/>
                    <a:pt x="126" y="47"/>
                  </a:cubicBezTo>
                  <a:cubicBezTo>
                    <a:pt x="107" y="45"/>
                    <a:pt x="89" y="35"/>
                    <a:pt x="76" y="20"/>
                  </a:cubicBezTo>
                  <a:cubicBezTo>
                    <a:pt x="63" y="3"/>
                    <a:pt x="37" y="0"/>
                    <a:pt x="20" y="14"/>
                  </a:cubicBezTo>
                  <a:cubicBezTo>
                    <a:pt x="3" y="28"/>
                    <a:pt x="0" y="53"/>
                    <a:pt x="14" y="70"/>
                  </a:cubicBezTo>
                  <a:cubicBezTo>
                    <a:pt x="40" y="102"/>
                    <a:pt x="77" y="122"/>
                    <a:pt x="118" y="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68">
              <a:extLst>
                <a:ext uri="{FF2B5EF4-FFF2-40B4-BE49-F238E27FC236}">
                  <a16:creationId xmlns:a16="http://schemas.microsoft.com/office/drawing/2014/main" id="{29A3FBA2-514F-A24F-BC20-44BBE70DE529}"/>
                </a:ext>
              </a:extLst>
            </p:cNvPr>
            <p:cNvSpPr/>
            <p:nvPr/>
          </p:nvSpPr>
          <p:spPr>
            <a:xfrm>
              <a:off x="3021806" y="3498056"/>
              <a:ext cx="276227" cy="286940"/>
            </a:xfrm>
            <a:custGeom>
              <a:avLst/>
              <a:gdLst/>
              <a:ahLst/>
              <a:cxnLst/>
              <a:rect l="l" t="t" r="r" b="b"/>
              <a:pathLst>
                <a:path w="1229" h="1282" extrusionOk="0">
                  <a:moveTo>
                    <a:pt x="381" y="1282"/>
                  </a:moveTo>
                  <a:cubicBezTo>
                    <a:pt x="404" y="1282"/>
                    <a:pt x="421" y="1264"/>
                    <a:pt x="421" y="1242"/>
                  </a:cubicBezTo>
                  <a:cubicBezTo>
                    <a:pt x="421" y="941"/>
                    <a:pt x="421" y="941"/>
                    <a:pt x="421" y="941"/>
                  </a:cubicBezTo>
                  <a:cubicBezTo>
                    <a:pt x="510" y="910"/>
                    <a:pt x="576" y="835"/>
                    <a:pt x="589" y="745"/>
                  </a:cubicBezTo>
                  <a:cubicBezTo>
                    <a:pt x="610" y="741"/>
                    <a:pt x="631" y="736"/>
                    <a:pt x="652" y="731"/>
                  </a:cubicBezTo>
                  <a:cubicBezTo>
                    <a:pt x="818" y="690"/>
                    <a:pt x="960" y="620"/>
                    <a:pt x="1036" y="542"/>
                  </a:cubicBezTo>
                  <a:cubicBezTo>
                    <a:pt x="1105" y="524"/>
                    <a:pt x="1105" y="524"/>
                    <a:pt x="1105" y="524"/>
                  </a:cubicBezTo>
                  <a:cubicBezTo>
                    <a:pt x="1181" y="505"/>
                    <a:pt x="1229" y="428"/>
                    <a:pt x="1212" y="352"/>
                  </a:cubicBezTo>
                  <a:cubicBezTo>
                    <a:pt x="1212" y="352"/>
                    <a:pt x="1212" y="352"/>
                    <a:pt x="1212" y="352"/>
                  </a:cubicBezTo>
                  <a:cubicBezTo>
                    <a:pt x="1211" y="348"/>
                    <a:pt x="1210" y="344"/>
                    <a:pt x="1209" y="340"/>
                  </a:cubicBezTo>
                  <a:cubicBezTo>
                    <a:pt x="1186" y="262"/>
                    <a:pt x="1110" y="211"/>
                    <a:pt x="1030" y="216"/>
                  </a:cubicBezTo>
                  <a:cubicBezTo>
                    <a:pt x="1015" y="166"/>
                    <a:pt x="984" y="123"/>
                    <a:pt x="939" y="95"/>
                  </a:cubicBezTo>
                  <a:cubicBezTo>
                    <a:pt x="892" y="64"/>
                    <a:pt x="835" y="53"/>
                    <a:pt x="780" y="64"/>
                  </a:cubicBezTo>
                  <a:cubicBezTo>
                    <a:pt x="767" y="66"/>
                    <a:pt x="754" y="70"/>
                    <a:pt x="741" y="75"/>
                  </a:cubicBezTo>
                  <a:cubicBezTo>
                    <a:pt x="699" y="24"/>
                    <a:pt x="630" y="0"/>
                    <a:pt x="564" y="17"/>
                  </a:cubicBezTo>
                  <a:cubicBezTo>
                    <a:pt x="527" y="26"/>
                    <a:pt x="495" y="47"/>
                    <a:pt x="472" y="75"/>
                  </a:cubicBezTo>
                  <a:cubicBezTo>
                    <a:pt x="438" y="61"/>
                    <a:pt x="399" y="58"/>
                    <a:pt x="363" y="67"/>
                  </a:cubicBezTo>
                  <a:cubicBezTo>
                    <a:pt x="296" y="84"/>
                    <a:pt x="247" y="136"/>
                    <a:pt x="234" y="201"/>
                  </a:cubicBezTo>
                  <a:cubicBezTo>
                    <a:pt x="227" y="202"/>
                    <a:pt x="221" y="203"/>
                    <a:pt x="214" y="205"/>
                  </a:cubicBezTo>
                  <a:cubicBezTo>
                    <a:pt x="158" y="219"/>
                    <a:pt x="110" y="254"/>
                    <a:pt x="81" y="304"/>
                  </a:cubicBezTo>
                  <a:cubicBezTo>
                    <a:pt x="51" y="354"/>
                    <a:pt x="42" y="412"/>
                    <a:pt x="56" y="468"/>
                  </a:cubicBezTo>
                  <a:cubicBezTo>
                    <a:pt x="57" y="473"/>
                    <a:pt x="59" y="478"/>
                    <a:pt x="60" y="482"/>
                  </a:cubicBezTo>
                  <a:cubicBezTo>
                    <a:pt x="18" y="525"/>
                    <a:pt x="0" y="588"/>
                    <a:pt x="15" y="647"/>
                  </a:cubicBezTo>
                  <a:cubicBezTo>
                    <a:pt x="15" y="649"/>
                    <a:pt x="16" y="651"/>
                    <a:pt x="16" y="653"/>
                  </a:cubicBezTo>
                  <a:cubicBezTo>
                    <a:pt x="26" y="686"/>
                    <a:pt x="46" y="713"/>
                    <a:pt x="72" y="731"/>
                  </a:cubicBezTo>
                  <a:cubicBezTo>
                    <a:pt x="82" y="857"/>
                    <a:pt x="194" y="956"/>
                    <a:pt x="331" y="956"/>
                  </a:cubicBezTo>
                  <a:cubicBezTo>
                    <a:pt x="335" y="956"/>
                    <a:pt x="338" y="955"/>
                    <a:pt x="341" y="955"/>
                  </a:cubicBezTo>
                  <a:cubicBezTo>
                    <a:pt x="341" y="1242"/>
                    <a:pt x="341" y="1242"/>
                    <a:pt x="341" y="1242"/>
                  </a:cubicBezTo>
                  <a:cubicBezTo>
                    <a:pt x="341" y="1264"/>
                    <a:pt x="359" y="1282"/>
                    <a:pt x="381" y="1282"/>
                  </a:cubicBezTo>
                  <a:close/>
                  <a:moveTo>
                    <a:pt x="130" y="527"/>
                  </a:moveTo>
                  <a:cubicBezTo>
                    <a:pt x="133" y="526"/>
                    <a:pt x="134" y="524"/>
                    <a:pt x="136" y="522"/>
                  </a:cubicBezTo>
                  <a:cubicBezTo>
                    <a:pt x="148" y="510"/>
                    <a:pt x="151" y="492"/>
                    <a:pt x="144" y="476"/>
                  </a:cubicBezTo>
                  <a:cubicBezTo>
                    <a:pt x="140" y="468"/>
                    <a:pt x="136" y="459"/>
                    <a:pt x="134" y="449"/>
                  </a:cubicBezTo>
                  <a:cubicBezTo>
                    <a:pt x="125" y="413"/>
                    <a:pt x="130" y="377"/>
                    <a:pt x="149" y="345"/>
                  </a:cubicBezTo>
                  <a:cubicBezTo>
                    <a:pt x="168" y="314"/>
                    <a:pt x="198" y="291"/>
                    <a:pt x="234" y="283"/>
                  </a:cubicBezTo>
                  <a:cubicBezTo>
                    <a:pt x="246" y="280"/>
                    <a:pt x="258" y="277"/>
                    <a:pt x="270" y="280"/>
                  </a:cubicBezTo>
                  <a:cubicBezTo>
                    <a:pt x="303" y="282"/>
                    <a:pt x="327" y="310"/>
                    <a:pt x="326" y="342"/>
                  </a:cubicBezTo>
                  <a:cubicBezTo>
                    <a:pt x="324" y="364"/>
                    <a:pt x="341" y="383"/>
                    <a:pt x="363" y="384"/>
                  </a:cubicBezTo>
                  <a:cubicBezTo>
                    <a:pt x="364" y="384"/>
                    <a:pt x="365" y="384"/>
                    <a:pt x="366" y="384"/>
                  </a:cubicBezTo>
                  <a:cubicBezTo>
                    <a:pt x="387" y="384"/>
                    <a:pt x="404" y="368"/>
                    <a:pt x="405" y="346"/>
                  </a:cubicBezTo>
                  <a:cubicBezTo>
                    <a:pt x="409" y="284"/>
                    <a:pt x="371" y="229"/>
                    <a:pt x="315" y="209"/>
                  </a:cubicBezTo>
                  <a:cubicBezTo>
                    <a:pt x="324" y="178"/>
                    <a:pt x="349" y="153"/>
                    <a:pt x="382" y="145"/>
                  </a:cubicBezTo>
                  <a:cubicBezTo>
                    <a:pt x="409" y="138"/>
                    <a:pt x="438" y="144"/>
                    <a:pt x="461" y="161"/>
                  </a:cubicBezTo>
                  <a:cubicBezTo>
                    <a:pt x="471" y="168"/>
                    <a:pt x="483" y="170"/>
                    <a:pt x="495" y="168"/>
                  </a:cubicBezTo>
                  <a:cubicBezTo>
                    <a:pt x="506" y="165"/>
                    <a:pt x="516" y="157"/>
                    <a:pt x="521" y="146"/>
                  </a:cubicBezTo>
                  <a:cubicBezTo>
                    <a:pt x="533" y="120"/>
                    <a:pt x="556" y="101"/>
                    <a:pt x="584" y="94"/>
                  </a:cubicBezTo>
                  <a:cubicBezTo>
                    <a:pt x="616" y="86"/>
                    <a:pt x="650" y="96"/>
                    <a:pt x="672" y="119"/>
                  </a:cubicBezTo>
                  <a:cubicBezTo>
                    <a:pt x="640" y="152"/>
                    <a:pt x="625" y="200"/>
                    <a:pt x="634" y="248"/>
                  </a:cubicBezTo>
                  <a:cubicBezTo>
                    <a:pt x="638" y="267"/>
                    <a:pt x="655" y="280"/>
                    <a:pt x="674" y="280"/>
                  </a:cubicBezTo>
                  <a:cubicBezTo>
                    <a:pt x="676" y="280"/>
                    <a:pt x="679" y="280"/>
                    <a:pt x="681" y="279"/>
                  </a:cubicBezTo>
                  <a:cubicBezTo>
                    <a:pt x="703" y="275"/>
                    <a:pt x="717" y="254"/>
                    <a:pt x="713" y="232"/>
                  </a:cubicBezTo>
                  <a:cubicBezTo>
                    <a:pt x="707" y="203"/>
                    <a:pt x="721" y="174"/>
                    <a:pt x="747" y="161"/>
                  </a:cubicBezTo>
                  <a:cubicBezTo>
                    <a:pt x="762" y="152"/>
                    <a:pt x="778" y="146"/>
                    <a:pt x="795" y="142"/>
                  </a:cubicBezTo>
                  <a:cubicBezTo>
                    <a:pt x="867" y="128"/>
                    <a:pt x="938" y="175"/>
                    <a:pt x="955" y="246"/>
                  </a:cubicBezTo>
                  <a:cubicBezTo>
                    <a:pt x="957" y="252"/>
                    <a:pt x="958" y="259"/>
                    <a:pt x="958" y="266"/>
                  </a:cubicBezTo>
                  <a:cubicBezTo>
                    <a:pt x="959" y="278"/>
                    <a:pt x="965" y="289"/>
                    <a:pt x="975" y="296"/>
                  </a:cubicBezTo>
                  <a:cubicBezTo>
                    <a:pt x="985" y="303"/>
                    <a:pt x="999" y="305"/>
                    <a:pt x="1011" y="301"/>
                  </a:cubicBezTo>
                  <a:cubicBezTo>
                    <a:pt x="1015" y="300"/>
                    <a:pt x="1020" y="299"/>
                    <a:pt x="1024" y="298"/>
                  </a:cubicBezTo>
                  <a:cubicBezTo>
                    <a:pt x="1071" y="288"/>
                    <a:pt x="1119" y="317"/>
                    <a:pt x="1132" y="363"/>
                  </a:cubicBezTo>
                  <a:cubicBezTo>
                    <a:pt x="1133" y="365"/>
                    <a:pt x="1133" y="367"/>
                    <a:pt x="1134" y="370"/>
                  </a:cubicBezTo>
                  <a:cubicBezTo>
                    <a:pt x="1142" y="404"/>
                    <a:pt x="1120" y="438"/>
                    <a:pt x="1085" y="447"/>
                  </a:cubicBezTo>
                  <a:cubicBezTo>
                    <a:pt x="1005" y="467"/>
                    <a:pt x="1005" y="467"/>
                    <a:pt x="1005" y="467"/>
                  </a:cubicBezTo>
                  <a:cubicBezTo>
                    <a:pt x="997" y="469"/>
                    <a:pt x="990" y="473"/>
                    <a:pt x="985" y="479"/>
                  </a:cubicBezTo>
                  <a:cubicBezTo>
                    <a:pt x="923" y="549"/>
                    <a:pt x="788" y="615"/>
                    <a:pt x="633" y="654"/>
                  </a:cubicBezTo>
                  <a:cubicBezTo>
                    <a:pt x="603" y="661"/>
                    <a:pt x="574" y="667"/>
                    <a:pt x="545" y="672"/>
                  </a:cubicBezTo>
                  <a:cubicBezTo>
                    <a:pt x="545" y="672"/>
                    <a:pt x="545" y="672"/>
                    <a:pt x="545" y="672"/>
                  </a:cubicBezTo>
                  <a:cubicBezTo>
                    <a:pt x="536" y="673"/>
                    <a:pt x="527" y="674"/>
                    <a:pt x="519" y="676"/>
                  </a:cubicBezTo>
                  <a:cubicBezTo>
                    <a:pt x="497" y="676"/>
                    <a:pt x="475" y="671"/>
                    <a:pt x="456" y="659"/>
                  </a:cubicBezTo>
                  <a:cubicBezTo>
                    <a:pt x="430" y="643"/>
                    <a:pt x="412" y="619"/>
                    <a:pt x="405" y="589"/>
                  </a:cubicBezTo>
                  <a:cubicBezTo>
                    <a:pt x="400" y="568"/>
                    <a:pt x="378" y="554"/>
                    <a:pt x="357" y="560"/>
                  </a:cubicBezTo>
                  <a:cubicBezTo>
                    <a:pt x="335" y="565"/>
                    <a:pt x="322" y="587"/>
                    <a:pt x="327" y="608"/>
                  </a:cubicBezTo>
                  <a:cubicBezTo>
                    <a:pt x="334" y="636"/>
                    <a:pt x="347" y="662"/>
                    <a:pt x="365" y="684"/>
                  </a:cubicBezTo>
                  <a:cubicBezTo>
                    <a:pt x="319" y="682"/>
                    <a:pt x="278" y="675"/>
                    <a:pt x="246" y="664"/>
                  </a:cubicBezTo>
                  <a:cubicBezTo>
                    <a:pt x="241" y="662"/>
                    <a:pt x="237" y="661"/>
                    <a:pt x="232" y="661"/>
                  </a:cubicBezTo>
                  <a:cubicBezTo>
                    <a:pt x="229" y="661"/>
                    <a:pt x="226" y="662"/>
                    <a:pt x="222" y="663"/>
                  </a:cubicBezTo>
                  <a:cubicBezTo>
                    <a:pt x="172" y="675"/>
                    <a:pt x="172" y="675"/>
                    <a:pt x="172" y="675"/>
                  </a:cubicBezTo>
                  <a:cubicBezTo>
                    <a:pt x="138" y="684"/>
                    <a:pt x="102" y="664"/>
                    <a:pt x="93" y="631"/>
                  </a:cubicBezTo>
                  <a:cubicBezTo>
                    <a:pt x="93" y="630"/>
                    <a:pt x="92" y="629"/>
                    <a:pt x="92" y="628"/>
                  </a:cubicBezTo>
                  <a:cubicBezTo>
                    <a:pt x="83" y="590"/>
                    <a:pt x="98" y="549"/>
                    <a:pt x="130" y="527"/>
                  </a:cubicBezTo>
                  <a:close/>
                  <a:moveTo>
                    <a:pt x="158" y="757"/>
                  </a:moveTo>
                  <a:cubicBezTo>
                    <a:pt x="169" y="757"/>
                    <a:pt x="180" y="756"/>
                    <a:pt x="191" y="753"/>
                  </a:cubicBezTo>
                  <a:cubicBezTo>
                    <a:pt x="231" y="743"/>
                    <a:pt x="231" y="743"/>
                    <a:pt x="231" y="743"/>
                  </a:cubicBezTo>
                  <a:cubicBezTo>
                    <a:pt x="277" y="757"/>
                    <a:pt x="333" y="765"/>
                    <a:pt x="396" y="765"/>
                  </a:cubicBezTo>
                  <a:cubicBezTo>
                    <a:pt x="430" y="765"/>
                    <a:pt x="467" y="762"/>
                    <a:pt x="504" y="758"/>
                  </a:cubicBezTo>
                  <a:cubicBezTo>
                    <a:pt x="483" y="826"/>
                    <a:pt x="413" y="876"/>
                    <a:pt x="331" y="876"/>
                  </a:cubicBezTo>
                  <a:cubicBezTo>
                    <a:pt x="249" y="876"/>
                    <a:pt x="179" y="825"/>
                    <a:pt x="158" y="7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68">
              <a:extLst>
                <a:ext uri="{FF2B5EF4-FFF2-40B4-BE49-F238E27FC236}">
                  <a16:creationId xmlns:a16="http://schemas.microsoft.com/office/drawing/2014/main" id="{584BD2D3-7FFD-08A0-6D8B-5EF7EEFE6299}"/>
                </a:ext>
              </a:extLst>
            </p:cNvPr>
            <p:cNvSpPr/>
            <p:nvPr/>
          </p:nvSpPr>
          <p:spPr>
            <a:xfrm>
              <a:off x="3150394" y="3894535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2" name="Google Shape;1332;p68">
            <a:extLst>
              <a:ext uri="{FF2B5EF4-FFF2-40B4-BE49-F238E27FC236}">
                <a16:creationId xmlns:a16="http://schemas.microsoft.com/office/drawing/2014/main" id="{12E63E8A-B525-54AA-DE12-041E19E28378}"/>
              </a:ext>
            </a:extLst>
          </p:cNvPr>
          <p:cNvSpPr txBox="1"/>
          <p:nvPr/>
        </p:nvSpPr>
        <p:spPr>
          <a:xfrm flipH="1">
            <a:off x="4981050" y="16179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400">
                <a:solidFill>
                  <a:schemeClr val="dk1"/>
                </a:solidFill>
              </a:rPr>
              <a:t>Meissner’s corpuscles</a:t>
            </a:r>
            <a:endParaRPr lang="en-US">
              <a:solidFill>
                <a:schemeClr val="dk1"/>
              </a:solidFill>
            </a:endParaRPr>
          </a:p>
        </p:txBody>
      </p:sp>
      <p:grpSp>
        <p:nvGrpSpPr>
          <p:cNvPr id="1334" name="Google Shape;1334;p68">
            <a:extLst>
              <a:ext uri="{FF2B5EF4-FFF2-40B4-BE49-F238E27FC236}">
                <a16:creationId xmlns:a16="http://schemas.microsoft.com/office/drawing/2014/main" id="{48DF9070-1E67-32E1-791E-C11A6D99CB20}"/>
              </a:ext>
            </a:extLst>
          </p:cNvPr>
          <p:cNvGrpSpPr/>
          <p:nvPr/>
        </p:nvGrpSpPr>
        <p:grpSpPr>
          <a:xfrm>
            <a:off x="7124252" y="1731012"/>
            <a:ext cx="553002" cy="806682"/>
            <a:chOff x="4995863" y="3450431"/>
            <a:chExt cx="316707" cy="461964"/>
          </a:xfrm>
        </p:grpSpPr>
        <p:sp>
          <p:nvSpPr>
            <p:cNvPr id="1335" name="Google Shape;1335;p68">
              <a:extLst>
                <a:ext uri="{FF2B5EF4-FFF2-40B4-BE49-F238E27FC236}">
                  <a16:creationId xmlns:a16="http://schemas.microsoft.com/office/drawing/2014/main" id="{4F4E2366-109D-EB0C-C57E-47DE8FFEC492}"/>
                </a:ext>
              </a:extLst>
            </p:cNvPr>
            <p:cNvSpPr/>
            <p:nvPr/>
          </p:nvSpPr>
          <p:spPr>
            <a:xfrm>
              <a:off x="5038725" y="3634979"/>
              <a:ext cx="213124" cy="267892"/>
            </a:xfrm>
            <a:custGeom>
              <a:avLst/>
              <a:gdLst/>
              <a:ahLst/>
              <a:cxnLst/>
              <a:rect l="l" t="t" r="r" b="b"/>
              <a:pathLst>
                <a:path w="951" h="1195" extrusionOk="0">
                  <a:moveTo>
                    <a:pt x="950" y="380"/>
                  </a:moveTo>
                  <a:cubicBezTo>
                    <a:pt x="950" y="357"/>
                    <a:pt x="941" y="336"/>
                    <a:pt x="926" y="321"/>
                  </a:cubicBezTo>
                  <a:cubicBezTo>
                    <a:pt x="910" y="305"/>
                    <a:pt x="889" y="296"/>
                    <a:pt x="865" y="296"/>
                  </a:cubicBezTo>
                  <a:cubicBezTo>
                    <a:pt x="819" y="296"/>
                    <a:pt x="780" y="334"/>
                    <a:pt x="780" y="380"/>
                  </a:cubicBezTo>
                  <a:cubicBezTo>
                    <a:pt x="780" y="244"/>
                    <a:pt x="780" y="244"/>
                    <a:pt x="780" y="244"/>
                  </a:cubicBezTo>
                  <a:cubicBezTo>
                    <a:pt x="780" y="221"/>
                    <a:pt x="771" y="199"/>
                    <a:pt x="755" y="184"/>
                  </a:cubicBezTo>
                  <a:cubicBezTo>
                    <a:pt x="740" y="168"/>
                    <a:pt x="718" y="159"/>
                    <a:pt x="694" y="159"/>
                  </a:cubicBezTo>
                  <a:cubicBezTo>
                    <a:pt x="647" y="159"/>
                    <a:pt x="608" y="197"/>
                    <a:pt x="608" y="244"/>
                  </a:cubicBezTo>
                  <a:cubicBezTo>
                    <a:pt x="608" y="85"/>
                    <a:pt x="608" y="85"/>
                    <a:pt x="608" y="85"/>
                  </a:cubicBezTo>
                  <a:cubicBezTo>
                    <a:pt x="608" y="62"/>
                    <a:pt x="598" y="40"/>
                    <a:pt x="583" y="25"/>
                  </a:cubicBezTo>
                  <a:cubicBezTo>
                    <a:pt x="567" y="9"/>
                    <a:pt x="545" y="0"/>
                    <a:pt x="521" y="0"/>
                  </a:cubicBezTo>
                  <a:cubicBezTo>
                    <a:pt x="475" y="0"/>
                    <a:pt x="438" y="34"/>
                    <a:pt x="434" y="78"/>
                  </a:cubicBezTo>
                  <a:cubicBezTo>
                    <a:pt x="434" y="194"/>
                    <a:pt x="434" y="194"/>
                    <a:pt x="434" y="194"/>
                  </a:cubicBezTo>
                  <a:cubicBezTo>
                    <a:pt x="434" y="194"/>
                    <a:pt x="434" y="194"/>
                    <a:pt x="434" y="194"/>
                  </a:cubicBezTo>
                  <a:cubicBezTo>
                    <a:pt x="434" y="78"/>
                    <a:pt x="434" y="78"/>
                    <a:pt x="434" y="78"/>
                  </a:cubicBezTo>
                  <a:cubicBezTo>
                    <a:pt x="434" y="78"/>
                    <a:pt x="434" y="126"/>
                    <a:pt x="434" y="191"/>
                  </a:cubicBezTo>
                  <a:cubicBezTo>
                    <a:pt x="431" y="146"/>
                    <a:pt x="394" y="111"/>
                    <a:pt x="349" y="111"/>
                  </a:cubicBezTo>
                  <a:cubicBezTo>
                    <a:pt x="349" y="111"/>
                    <a:pt x="349" y="111"/>
                    <a:pt x="349" y="111"/>
                  </a:cubicBezTo>
                  <a:cubicBezTo>
                    <a:pt x="302" y="111"/>
                    <a:pt x="264" y="149"/>
                    <a:pt x="264" y="196"/>
                  </a:cubicBezTo>
                  <a:cubicBezTo>
                    <a:pt x="264" y="727"/>
                    <a:pt x="264" y="727"/>
                    <a:pt x="264" y="727"/>
                  </a:cubicBezTo>
                  <a:cubicBezTo>
                    <a:pt x="161" y="614"/>
                    <a:pt x="161" y="614"/>
                    <a:pt x="161" y="614"/>
                  </a:cubicBezTo>
                  <a:cubicBezTo>
                    <a:pt x="143" y="595"/>
                    <a:pt x="120" y="585"/>
                    <a:pt x="96" y="585"/>
                  </a:cubicBezTo>
                  <a:cubicBezTo>
                    <a:pt x="77" y="585"/>
                    <a:pt x="57" y="592"/>
                    <a:pt x="40" y="606"/>
                  </a:cubicBezTo>
                  <a:cubicBezTo>
                    <a:pt x="7" y="634"/>
                    <a:pt x="0" y="683"/>
                    <a:pt x="24" y="719"/>
                  </a:cubicBezTo>
                  <a:cubicBezTo>
                    <a:pt x="259" y="1080"/>
                    <a:pt x="259" y="1080"/>
                    <a:pt x="259" y="1080"/>
                  </a:cubicBezTo>
                  <a:cubicBezTo>
                    <a:pt x="259" y="1159"/>
                    <a:pt x="259" y="1159"/>
                    <a:pt x="259" y="1159"/>
                  </a:cubicBezTo>
                  <a:cubicBezTo>
                    <a:pt x="259" y="1179"/>
                    <a:pt x="275" y="1195"/>
                    <a:pt x="295" y="1195"/>
                  </a:cubicBezTo>
                  <a:cubicBezTo>
                    <a:pt x="800" y="1195"/>
                    <a:pt x="800" y="1195"/>
                    <a:pt x="800" y="1195"/>
                  </a:cubicBezTo>
                  <a:cubicBezTo>
                    <a:pt x="820" y="1195"/>
                    <a:pt x="836" y="1179"/>
                    <a:pt x="836" y="1159"/>
                  </a:cubicBezTo>
                  <a:cubicBezTo>
                    <a:pt x="836" y="1079"/>
                    <a:pt x="836" y="1079"/>
                    <a:pt x="836" y="1079"/>
                  </a:cubicBezTo>
                  <a:cubicBezTo>
                    <a:pt x="907" y="1003"/>
                    <a:pt x="951" y="901"/>
                    <a:pt x="951" y="789"/>
                  </a:cubicBezTo>
                  <a:lnTo>
                    <a:pt x="950" y="380"/>
                  </a:lnTo>
                  <a:close/>
                </a:path>
              </a:pathLst>
            </a:custGeom>
            <a:solidFill>
              <a:srgbClr val="8D522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68">
              <a:extLst>
                <a:ext uri="{FF2B5EF4-FFF2-40B4-BE49-F238E27FC236}">
                  <a16:creationId xmlns:a16="http://schemas.microsoft.com/office/drawing/2014/main" id="{E4B44E8E-FE71-5D93-2349-35EFAE8D0057}"/>
                </a:ext>
              </a:extLst>
            </p:cNvPr>
            <p:cNvSpPr/>
            <p:nvPr/>
          </p:nvSpPr>
          <p:spPr>
            <a:xfrm>
              <a:off x="5103019" y="3457575"/>
              <a:ext cx="102394" cy="144066"/>
            </a:xfrm>
            <a:custGeom>
              <a:avLst/>
              <a:gdLst/>
              <a:ahLst/>
              <a:cxnLst/>
              <a:rect l="l" t="t" r="r" b="b"/>
              <a:pathLst>
                <a:path w="460" h="642" extrusionOk="0">
                  <a:moveTo>
                    <a:pt x="371" y="224"/>
                  </a:moveTo>
                  <a:cubicBezTo>
                    <a:pt x="241" y="224"/>
                    <a:pt x="241" y="224"/>
                    <a:pt x="241" y="224"/>
                  </a:cubicBezTo>
                  <a:cubicBezTo>
                    <a:pt x="241" y="56"/>
                    <a:pt x="241" y="56"/>
                    <a:pt x="241" y="56"/>
                  </a:cubicBezTo>
                  <a:cubicBezTo>
                    <a:pt x="241" y="14"/>
                    <a:pt x="185" y="0"/>
                    <a:pt x="166" y="38"/>
                  </a:cubicBezTo>
                  <a:cubicBezTo>
                    <a:pt x="25" y="313"/>
                    <a:pt x="25" y="313"/>
                    <a:pt x="25" y="313"/>
                  </a:cubicBezTo>
                  <a:cubicBezTo>
                    <a:pt x="0" y="361"/>
                    <a:pt x="35" y="418"/>
                    <a:pt x="89" y="418"/>
                  </a:cubicBezTo>
                  <a:cubicBezTo>
                    <a:pt x="219" y="418"/>
                    <a:pt x="219" y="418"/>
                    <a:pt x="219" y="418"/>
                  </a:cubicBezTo>
                  <a:cubicBezTo>
                    <a:pt x="219" y="586"/>
                    <a:pt x="219" y="586"/>
                    <a:pt x="219" y="586"/>
                  </a:cubicBezTo>
                  <a:cubicBezTo>
                    <a:pt x="219" y="628"/>
                    <a:pt x="275" y="642"/>
                    <a:pt x="295" y="604"/>
                  </a:cubicBezTo>
                  <a:cubicBezTo>
                    <a:pt x="436" y="329"/>
                    <a:pt x="436" y="329"/>
                    <a:pt x="436" y="329"/>
                  </a:cubicBezTo>
                  <a:cubicBezTo>
                    <a:pt x="460" y="281"/>
                    <a:pt x="425" y="224"/>
                    <a:pt x="371" y="2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68">
              <a:extLst>
                <a:ext uri="{FF2B5EF4-FFF2-40B4-BE49-F238E27FC236}">
                  <a16:creationId xmlns:a16="http://schemas.microsoft.com/office/drawing/2014/main" id="{BF953D0F-8195-5963-FCEE-D008AE9603AE}"/>
                </a:ext>
              </a:extLst>
            </p:cNvPr>
            <p:cNvSpPr/>
            <p:nvPr/>
          </p:nvSpPr>
          <p:spPr>
            <a:xfrm>
              <a:off x="5201840" y="3594497"/>
              <a:ext cx="66676" cy="75010"/>
            </a:xfrm>
            <a:custGeom>
              <a:avLst/>
              <a:gdLst/>
              <a:ahLst/>
              <a:cxnLst/>
              <a:rect l="l" t="t" r="r" b="b"/>
              <a:pathLst>
                <a:path w="299" h="334" extrusionOk="0">
                  <a:moveTo>
                    <a:pt x="211" y="112"/>
                  </a:moveTo>
                  <a:cubicBezTo>
                    <a:pt x="160" y="52"/>
                    <a:pt x="100" y="22"/>
                    <a:pt x="59" y="7"/>
                  </a:cubicBezTo>
                  <a:cubicBezTo>
                    <a:pt x="38" y="0"/>
                    <a:pt x="15" y="10"/>
                    <a:pt x="8" y="31"/>
                  </a:cubicBezTo>
                  <a:cubicBezTo>
                    <a:pt x="0" y="52"/>
                    <a:pt x="11" y="75"/>
                    <a:pt x="32" y="82"/>
                  </a:cubicBezTo>
                  <a:cubicBezTo>
                    <a:pt x="64" y="94"/>
                    <a:pt x="110" y="118"/>
                    <a:pt x="151" y="164"/>
                  </a:cubicBezTo>
                  <a:cubicBezTo>
                    <a:pt x="193" y="213"/>
                    <a:pt x="210" y="266"/>
                    <a:pt x="216" y="301"/>
                  </a:cubicBezTo>
                  <a:cubicBezTo>
                    <a:pt x="220" y="321"/>
                    <a:pt x="236" y="334"/>
                    <a:pt x="255" y="334"/>
                  </a:cubicBezTo>
                  <a:cubicBezTo>
                    <a:pt x="258" y="334"/>
                    <a:pt x="260" y="334"/>
                    <a:pt x="263" y="333"/>
                  </a:cubicBezTo>
                  <a:cubicBezTo>
                    <a:pt x="284" y="330"/>
                    <a:pt x="299" y="309"/>
                    <a:pt x="295" y="287"/>
                  </a:cubicBezTo>
                  <a:cubicBezTo>
                    <a:pt x="287" y="242"/>
                    <a:pt x="266" y="175"/>
                    <a:pt x="211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68">
              <a:extLst>
                <a:ext uri="{FF2B5EF4-FFF2-40B4-BE49-F238E27FC236}">
                  <a16:creationId xmlns:a16="http://schemas.microsoft.com/office/drawing/2014/main" id="{55824BE2-8ED6-9AB5-FBDC-A72C03481A8E}"/>
                </a:ext>
              </a:extLst>
            </p:cNvPr>
            <p:cNvSpPr/>
            <p:nvPr/>
          </p:nvSpPr>
          <p:spPr>
            <a:xfrm>
              <a:off x="5222081" y="3554016"/>
              <a:ext cx="90488" cy="102394"/>
            </a:xfrm>
            <a:custGeom>
              <a:avLst/>
              <a:gdLst/>
              <a:ahLst/>
              <a:cxnLst/>
              <a:rect l="l" t="t" r="r" b="b"/>
              <a:pathLst>
                <a:path w="400" h="456" extrusionOk="0">
                  <a:moveTo>
                    <a:pt x="396" y="409"/>
                  </a:moveTo>
                  <a:cubicBezTo>
                    <a:pt x="385" y="344"/>
                    <a:pt x="354" y="247"/>
                    <a:pt x="276" y="157"/>
                  </a:cubicBezTo>
                  <a:cubicBezTo>
                    <a:pt x="218" y="90"/>
                    <a:pt x="143" y="38"/>
                    <a:pt x="58" y="8"/>
                  </a:cubicBezTo>
                  <a:cubicBezTo>
                    <a:pt x="38" y="0"/>
                    <a:pt x="15" y="11"/>
                    <a:pt x="7" y="31"/>
                  </a:cubicBezTo>
                  <a:cubicBezTo>
                    <a:pt x="0" y="52"/>
                    <a:pt x="10" y="75"/>
                    <a:pt x="31" y="83"/>
                  </a:cubicBezTo>
                  <a:cubicBezTo>
                    <a:pt x="102" y="109"/>
                    <a:pt x="166" y="153"/>
                    <a:pt x="216" y="210"/>
                  </a:cubicBezTo>
                  <a:cubicBezTo>
                    <a:pt x="282" y="286"/>
                    <a:pt x="308" y="368"/>
                    <a:pt x="317" y="423"/>
                  </a:cubicBezTo>
                  <a:cubicBezTo>
                    <a:pt x="321" y="442"/>
                    <a:pt x="338" y="456"/>
                    <a:pt x="357" y="456"/>
                  </a:cubicBezTo>
                  <a:cubicBezTo>
                    <a:pt x="359" y="456"/>
                    <a:pt x="362" y="455"/>
                    <a:pt x="364" y="455"/>
                  </a:cubicBezTo>
                  <a:cubicBezTo>
                    <a:pt x="386" y="451"/>
                    <a:pt x="400" y="430"/>
                    <a:pt x="396" y="4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68">
              <a:extLst>
                <a:ext uri="{FF2B5EF4-FFF2-40B4-BE49-F238E27FC236}">
                  <a16:creationId xmlns:a16="http://schemas.microsoft.com/office/drawing/2014/main" id="{8855BECA-D5A8-3C13-9F7B-20DE26C85780}"/>
                </a:ext>
              </a:extLst>
            </p:cNvPr>
            <p:cNvSpPr/>
            <p:nvPr/>
          </p:nvSpPr>
          <p:spPr>
            <a:xfrm>
              <a:off x="5039915" y="3594497"/>
              <a:ext cx="66675" cy="75010"/>
            </a:xfrm>
            <a:custGeom>
              <a:avLst/>
              <a:gdLst/>
              <a:ahLst/>
              <a:cxnLst/>
              <a:rect l="l" t="t" r="r" b="b"/>
              <a:pathLst>
                <a:path w="298" h="334" extrusionOk="0">
                  <a:moveTo>
                    <a:pt x="87" y="112"/>
                  </a:moveTo>
                  <a:cubicBezTo>
                    <a:pt x="33" y="175"/>
                    <a:pt x="12" y="242"/>
                    <a:pt x="3" y="287"/>
                  </a:cubicBezTo>
                  <a:cubicBezTo>
                    <a:pt x="0" y="309"/>
                    <a:pt x="14" y="330"/>
                    <a:pt x="36" y="333"/>
                  </a:cubicBezTo>
                  <a:cubicBezTo>
                    <a:pt x="38" y="334"/>
                    <a:pt x="40" y="334"/>
                    <a:pt x="43" y="334"/>
                  </a:cubicBezTo>
                  <a:cubicBezTo>
                    <a:pt x="62" y="334"/>
                    <a:pt x="79" y="321"/>
                    <a:pt x="82" y="301"/>
                  </a:cubicBezTo>
                  <a:cubicBezTo>
                    <a:pt x="88" y="266"/>
                    <a:pt x="105" y="213"/>
                    <a:pt x="148" y="164"/>
                  </a:cubicBezTo>
                  <a:cubicBezTo>
                    <a:pt x="188" y="118"/>
                    <a:pt x="234" y="94"/>
                    <a:pt x="267" y="82"/>
                  </a:cubicBezTo>
                  <a:cubicBezTo>
                    <a:pt x="287" y="75"/>
                    <a:pt x="298" y="52"/>
                    <a:pt x="291" y="31"/>
                  </a:cubicBezTo>
                  <a:cubicBezTo>
                    <a:pt x="283" y="10"/>
                    <a:pt x="260" y="0"/>
                    <a:pt x="239" y="7"/>
                  </a:cubicBezTo>
                  <a:cubicBezTo>
                    <a:pt x="198" y="22"/>
                    <a:pt x="139" y="52"/>
                    <a:pt x="8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68">
              <a:extLst>
                <a:ext uri="{FF2B5EF4-FFF2-40B4-BE49-F238E27FC236}">
                  <a16:creationId xmlns:a16="http://schemas.microsoft.com/office/drawing/2014/main" id="{4ED89F48-03EB-DDD0-F1AD-45154C9B0424}"/>
                </a:ext>
              </a:extLst>
            </p:cNvPr>
            <p:cNvSpPr/>
            <p:nvPr/>
          </p:nvSpPr>
          <p:spPr>
            <a:xfrm>
              <a:off x="4995863" y="3554016"/>
              <a:ext cx="90488" cy="102394"/>
            </a:xfrm>
            <a:custGeom>
              <a:avLst/>
              <a:gdLst/>
              <a:ahLst/>
              <a:cxnLst/>
              <a:rect l="l" t="t" r="r" b="b"/>
              <a:pathLst>
                <a:path w="401" h="456" extrusionOk="0">
                  <a:moveTo>
                    <a:pt x="369" y="83"/>
                  </a:moveTo>
                  <a:cubicBezTo>
                    <a:pt x="390" y="75"/>
                    <a:pt x="401" y="52"/>
                    <a:pt x="393" y="31"/>
                  </a:cubicBezTo>
                  <a:cubicBezTo>
                    <a:pt x="386" y="11"/>
                    <a:pt x="363" y="0"/>
                    <a:pt x="342" y="8"/>
                  </a:cubicBezTo>
                  <a:cubicBezTo>
                    <a:pt x="258" y="38"/>
                    <a:pt x="182" y="90"/>
                    <a:pt x="124" y="157"/>
                  </a:cubicBezTo>
                  <a:cubicBezTo>
                    <a:pt x="46" y="247"/>
                    <a:pt x="16" y="344"/>
                    <a:pt x="4" y="409"/>
                  </a:cubicBezTo>
                  <a:cubicBezTo>
                    <a:pt x="0" y="430"/>
                    <a:pt x="15" y="451"/>
                    <a:pt x="36" y="455"/>
                  </a:cubicBezTo>
                  <a:cubicBezTo>
                    <a:pt x="39" y="455"/>
                    <a:pt x="41" y="456"/>
                    <a:pt x="43" y="456"/>
                  </a:cubicBezTo>
                  <a:cubicBezTo>
                    <a:pt x="62" y="456"/>
                    <a:pt x="79" y="442"/>
                    <a:pt x="83" y="423"/>
                  </a:cubicBezTo>
                  <a:cubicBezTo>
                    <a:pt x="93" y="368"/>
                    <a:pt x="118" y="286"/>
                    <a:pt x="184" y="210"/>
                  </a:cubicBezTo>
                  <a:cubicBezTo>
                    <a:pt x="234" y="153"/>
                    <a:pt x="298" y="109"/>
                    <a:pt x="369" y="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68">
              <a:extLst>
                <a:ext uri="{FF2B5EF4-FFF2-40B4-BE49-F238E27FC236}">
                  <a16:creationId xmlns:a16="http://schemas.microsoft.com/office/drawing/2014/main" id="{6A0CC8D8-1FAB-B2AE-F4B6-842F9FBC9C2D}"/>
                </a:ext>
              </a:extLst>
            </p:cNvPr>
            <p:cNvSpPr/>
            <p:nvPr/>
          </p:nvSpPr>
          <p:spPr>
            <a:xfrm>
              <a:off x="5028009" y="3625454"/>
              <a:ext cx="232173" cy="286942"/>
            </a:xfrm>
            <a:custGeom>
              <a:avLst/>
              <a:gdLst/>
              <a:ahLst/>
              <a:cxnLst/>
              <a:rect l="l" t="t" r="r" b="b"/>
              <a:pathLst>
                <a:path w="1036" h="1275" extrusionOk="0">
                  <a:moveTo>
                    <a:pt x="996" y="779"/>
                  </a:moveTo>
                  <a:cubicBezTo>
                    <a:pt x="996" y="779"/>
                    <a:pt x="996" y="779"/>
                    <a:pt x="996" y="779"/>
                  </a:cubicBezTo>
                  <a:cubicBezTo>
                    <a:pt x="974" y="779"/>
                    <a:pt x="956" y="797"/>
                    <a:pt x="956" y="819"/>
                  </a:cubicBezTo>
                  <a:cubicBezTo>
                    <a:pt x="956" y="829"/>
                    <a:pt x="956" y="829"/>
                    <a:pt x="956" y="829"/>
                  </a:cubicBezTo>
                  <a:cubicBezTo>
                    <a:pt x="956" y="927"/>
                    <a:pt x="919" y="1020"/>
                    <a:pt x="852" y="1092"/>
                  </a:cubicBezTo>
                  <a:cubicBezTo>
                    <a:pt x="845" y="1100"/>
                    <a:pt x="841" y="1109"/>
                    <a:pt x="841" y="1119"/>
                  </a:cubicBezTo>
                  <a:cubicBezTo>
                    <a:pt x="841" y="1195"/>
                    <a:pt x="841" y="1195"/>
                    <a:pt x="841" y="1195"/>
                  </a:cubicBezTo>
                  <a:cubicBezTo>
                    <a:pt x="344" y="1195"/>
                    <a:pt x="344" y="1195"/>
                    <a:pt x="344" y="1195"/>
                  </a:cubicBezTo>
                  <a:cubicBezTo>
                    <a:pt x="344" y="1120"/>
                    <a:pt x="344" y="1120"/>
                    <a:pt x="344" y="1120"/>
                  </a:cubicBezTo>
                  <a:cubicBezTo>
                    <a:pt x="344" y="1112"/>
                    <a:pt x="341" y="1104"/>
                    <a:pt x="337" y="1098"/>
                  </a:cubicBezTo>
                  <a:cubicBezTo>
                    <a:pt x="102" y="737"/>
                    <a:pt x="102" y="737"/>
                    <a:pt x="102" y="737"/>
                  </a:cubicBezTo>
                  <a:cubicBezTo>
                    <a:pt x="89" y="718"/>
                    <a:pt x="93" y="691"/>
                    <a:pt x="111" y="676"/>
                  </a:cubicBezTo>
                  <a:cubicBezTo>
                    <a:pt x="122" y="667"/>
                    <a:pt x="134" y="665"/>
                    <a:pt x="141" y="665"/>
                  </a:cubicBezTo>
                  <a:cubicBezTo>
                    <a:pt x="154" y="665"/>
                    <a:pt x="167" y="671"/>
                    <a:pt x="176" y="680"/>
                  </a:cubicBezTo>
                  <a:cubicBezTo>
                    <a:pt x="279" y="794"/>
                    <a:pt x="279" y="794"/>
                    <a:pt x="279" y="794"/>
                  </a:cubicBezTo>
                  <a:cubicBezTo>
                    <a:pt x="290" y="806"/>
                    <a:pt x="308" y="810"/>
                    <a:pt x="323" y="804"/>
                  </a:cubicBezTo>
                  <a:cubicBezTo>
                    <a:pt x="339" y="798"/>
                    <a:pt x="349" y="784"/>
                    <a:pt x="349" y="767"/>
                  </a:cubicBezTo>
                  <a:cubicBezTo>
                    <a:pt x="349" y="236"/>
                    <a:pt x="349" y="236"/>
                    <a:pt x="349" y="236"/>
                  </a:cubicBezTo>
                  <a:cubicBezTo>
                    <a:pt x="349" y="224"/>
                    <a:pt x="354" y="213"/>
                    <a:pt x="362" y="204"/>
                  </a:cubicBezTo>
                  <a:cubicBezTo>
                    <a:pt x="371" y="196"/>
                    <a:pt x="382" y="191"/>
                    <a:pt x="394" y="191"/>
                  </a:cubicBezTo>
                  <a:cubicBezTo>
                    <a:pt x="394" y="191"/>
                    <a:pt x="394" y="191"/>
                    <a:pt x="394" y="191"/>
                  </a:cubicBezTo>
                  <a:cubicBezTo>
                    <a:pt x="417" y="191"/>
                    <a:pt x="436" y="209"/>
                    <a:pt x="439" y="231"/>
                  </a:cubicBezTo>
                  <a:cubicBezTo>
                    <a:pt x="439" y="301"/>
                    <a:pt x="439" y="414"/>
                    <a:pt x="439" y="596"/>
                  </a:cubicBezTo>
                  <a:cubicBezTo>
                    <a:pt x="439" y="618"/>
                    <a:pt x="457" y="636"/>
                    <a:pt x="479" y="636"/>
                  </a:cubicBezTo>
                  <a:cubicBezTo>
                    <a:pt x="479" y="636"/>
                    <a:pt x="479" y="636"/>
                    <a:pt x="479" y="636"/>
                  </a:cubicBezTo>
                  <a:cubicBezTo>
                    <a:pt x="479" y="636"/>
                    <a:pt x="479" y="636"/>
                    <a:pt x="479" y="636"/>
                  </a:cubicBezTo>
                  <a:cubicBezTo>
                    <a:pt x="479" y="636"/>
                    <a:pt x="479" y="636"/>
                    <a:pt x="479" y="636"/>
                  </a:cubicBezTo>
                  <a:cubicBezTo>
                    <a:pt x="501" y="636"/>
                    <a:pt x="519" y="618"/>
                    <a:pt x="519" y="596"/>
                  </a:cubicBezTo>
                  <a:cubicBezTo>
                    <a:pt x="519" y="120"/>
                    <a:pt x="519" y="120"/>
                    <a:pt x="519" y="120"/>
                  </a:cubicBezTo>
                  <a:cubicBezTo>
                    <a:pt x="522" y="97"/>
                    <a:pt x="542" y="80"/>
                    <a:pt x="566" y="80"/>
                  </a:cubicBezTo>
                  <a:cubicBezTo>
                    <a:pt x="579" y="80"/>
                    <a:pt x="591" y="85"/>
                    <a:pt x="600" y="93"/>
                  </a:cubicBezTo>
                  <a:cubicBezTo>
                    <a:pt x="608" y="102"/>
                    <a:pt x="613" y="113"/>
                    <a:pt x="613" y="125"/>
                  </a:cubicBezTo>
                  <a:cubicBezTo>
                    <a:pt x="613" y="596"/>
                    <a:pt x="613" y="596"/>
                    <a:pt x="613" y="596"/>
                  </a:cubicBezTo>
                  <a:cubicBezTo>
                    <a:pt x="613" y="618"/>
                    <a:pt x="631" y="636"/>
                    <a:pt x="653" y="636"/>
                  </a:cubicBezTo>
                  <a:cubicBezTo>
                    <a:pt x="664" y="636"/>
                    <a:pt x="674" y="631"/>
                    <a:pt x="682" y="624"/>
                  </a:cubicBezTo>
                  <a:cubicBezTo>
                    <a:pt x="689" y="616"/>
                    <a:pt x="693" y="606"/>
                    <a:pt x="693" y="596"/>
                  </a:cubicBezTo>
                  <a:cubicBezTo>
                    <a:pt x="693" y="284"/>
                    <a:pt x="693" y="284"/>
                    <a:pt x="693" y="284"/>
                  </a:cubicBezTo>
                  <a:cubicBezTo>
                    <a:pt x="693" y="259"/>
                    <a:pt x="714" y="239"/>
                    <a:pt x="739" y="239"/>
                  </a:cubicBezTo>
                  <a:cubicBezTo>
                    <a:pt x="752" y="239"/>
                    <a:pt x="763" y="244"/>
                    <a:pt x="772" y="252"/>
                  </a:cubicBezTo>
                  <a:cubicBezTo>
                    <a:pt x="781" y="261"/>
                    <a:pt x="785" y="272"/>
                    <a:pt x="785" y="284"/>
                  </a:cubicBezTo>
                  <a:cubicBezTo>
                    <a:pt x="785" y="596"/>
                    <a:pt x="785" y="596"/>
                    <a:pt x="785" y="596"/>
                  </a:cubicBezTo>
                  <a:cubicBezTo>
                    <a:pt x="785" y="618"/>
                    <a:pt x="803" y="636"/>
                    <a:pt x="825" y="636"/>
                  </a:cubicBezTo>
                  <a:cubicBezTo>
                    <a:pt x="825" y="636"/>
                    <a:pt x="825" y="636"/>
                    <a:pt x="825" y="636"/>
                  </a:cubicBezTo>
                  <a:cubicBezTo>
                    <a:pt x="847" y="636"/>
                    <a:pt x="865" y="618"/>
                    <a:pt x="865" y="596"/>
                  </a:cubicBezTo>
                  <a:cubicBezTo>
                    <a:pt x="865" y="420"/>
                    <a:pt x="865" y="420"/>
                    <a:pt x="865" y="420"/>
                  </a:cubicBezTo>
                  <a:cubicBezTo>
                    <a:pt x="865" y="396"/>
                    <a:pt x="886" y="376"/>
                    <a:pt x="910" y="376"/>
                  </a:cubicBezTo>
                  <a:cubicBezTo>
                    <a:pt x="923" y="376"/>
                    <a:pt x="934" y="381"/>
                    <a:pt x="942" y="389"/>
                  </a:cubicBezTo>
                  <a:cubicBezTo>
                    <a:pt x="951" y="398"/>
                    <a:pt x="955" y="409"/>
                    <a:pt x="955" y="420"/>
                  </a:cubicBezTo>
                  <a:cubicBezTo>
                    <a:pt x="956" y="455"/>
                    <a:pt x="956" y="455"/>
                    <a:pt x="956" y="455"/>
                  </a:cubicBezTo>
                  <a:cubicBezTo>
                    <a:pt x="956" y="477"/>
                    <a:pt x="973" y="495"/>
                    <a:pt x="996" y="495"/>
                  </a:cubicBezTo>
                  <a:cubicBezTo>
                    <a:pt x="996" y="495"/>
                    <a:pt x="996" y="495"/>
                    <a:pt x="996" y="495"/>
                  </a:cubicBezTo>
                  <a:cubicBezTo>
                    <a:pt x="1018" y="495"/>
                    <a:pt x="1036" y="477"/>
                    <a:pt x="1036" y="455"/>
                  </a:cubicBezTo>
                  <a:cubicBezTo>
                    <a:pt x="1035" y="420"/>
                    <a:pt x="1035" y="420"/>
                    <a:pt x="1035" y="420"/>
                  </a:cubicBezTo>
                  <a:cubicBezTo>
                    <a:pt x="1035" y="387"/>
                    <a:pt x="1022" y="356"/>
                    <a:pt x="999" y="332"/>
                  </a:cubicBezTo>
                  <a:cubicBezTo>
                    <a:pt x="975" y="309"/>
                    <a:pt x="944" y="296"/>
                    <a:pt x="910" y="296"/>
                  </a:cubicBezTo>
                  <a:cubicBezTo>
                    <a:pt x="895" y="296"/>
                    <a:pt x="879" y="299"/>
                    <a:pt x="865" y="304"/>
                  </a:cubicBezTo>
                  <a:cubicBezTo>
                    <a:pt x="865" y="284"/>
                    <a:pt x="865" y="284"/>
                    <a:pt x="865" y="284"/>
                  </a:cubicBezTo>
                  <a:cubicBezTo>
                    <a:pt x="865" y="251"/>
                    <a:pt x="852" y="219"/>
                    <a:pt x="828" y="195"/>
                  </a:cubicBezTo>
                  <a:cubicBezTo>
                    <a:pt x="805" y="172"/>
                    <a:pt x="773" y="159"/>
                    <a:pt x="739" y="159"/>
                  </a:cubicBezTo>
                  <a:cubicBezTo>
                    <a:pt x="723" y="159"/>
                    <a:pt x="707" y="162"/>
                    <a:pt x="693" y="168"/>
                  </a:cubicBezTo>
                  <a:cubicBezTo>
                    <a:pt x="693" y="125"/>
                    <a:pt x="693" y="125"/>
                    <a:pt x="693" y="125"/>
                  </a:cubicBezTo>
                  <a:cubicBezTo>
                    <a:pt x="693" y="91"/>
                    <a:pt x="680" y="60"/>
                    <a:pt x="655" y="36"/>
                  </a:cubicBezTo>
                  <a:cubicBezTo>
                    <a:pt x="631" y="13"/>
                    <a:pt x="600" y="0"/>
                    <a:pt x="566" y="0"/>
                  </a:cubicBezTo>
                  <a:cubicBezTo>
                    <a:pt x="500" y="0"/>
                    <a:pt x="445" y="49"/>
                    <a:pt x="439" y="113"/>
                  </a:cubicBezTo>
                  <a:cubicBezTo>
                    <a:pt x="439" y="115"/>
                    <a:pt x="439" y="116"/>
                    <a:pt x="439" y="118"/>
                  </a:cubicBezTo>
                  <a:cubicBezTo>
                    <a:pt x="439" y="119"/>
                    <a:pt x="439" y="119"/>
                    <a:pt x="439" y="119"/>
                  </a:cubicBezTo>
                  <a:cubicBezTo>
                    <a:pt x="425" y="114"/>
                    <a:pt x="410" y="111"/>
                    <a:pt x="394" y="111"/>
                  </a:cubicBezTo>
                  <a:cubicBezTo>
                    <a:pt x="394" y="111"/>
                    <a:pt x="394" y="111"/>
                    <a:pt x="394" y="111"/>
                  </a:cubicBezTo>
                  <a:cubicBezTo>
                    <a:pt x="360" y="111"/>
                    <a:pt x="329" y="124"/>
                    <a:pt x="306" y="147"/>
                  </a:cubicBezTo>
                  <a:cubicBezTo>
                    <a:pt x="282" y="171"/>
                    <a:pt x="269" y="202"/>
                    <a:pt x="269" y="236"/>
                  </a:cubicBezTo>
                  <a:cubicBezTo>
                    <a:pt x="269" y="664"/>
                    <a:pt x="269" y="664"/>
                    <a:pt x="269" y="664"/>
                  </a:cubicBezTo>
                  <a:cubicBezTo>
                    <a:pt x="235" y="627"/>
                    <a:pt x="235" y="627"/>
                    <a:pt x="235" y="627"/>
                  </a:cubicBezTo>
                  <a:cubicBezTo>
                    <a:pt x="211" y="600"/>
                    <a:pt x="177" y="585"/>
                    <a:pt x="141" y="585"/>
                  </a:cubicBezTo>
                  <a:cubicBezTo>
                    <a:pt x="112" y="585"/>
                    <a:pt x="83" y="596"/>
                    <a:pt x="60" y="615"/>
                  </a:cubicBezTo>
                  <a:cubicBezTo>
                    <a:pt x="11" y="656"/>
                    <a:pt x="0" y="728"/>
                    <a:pt x="35" y="781"/>
                  </a:cubicBezTo>
                  <a:cubicBezTo>
                    <a:pt x="264" y="1131"/>
                    <a:pt x="264" y="1131"/>
                    <a:pt x="264" y="1131"/>
                  </a:cubicBezTo>
                  <a:cubicBezTo>
                    <a:pt x="264" y="1199"/>
                    <a:pt x="264" y="1199"/>
                    <a:pt x="264" y="1199"/>
                  </a:cubicBezTo>
                  <a:cubicBezTo>
                    <a:pt x="264" y="1241"/>
                    <a:pt x="298" y="1275"/>
                    <a:pt x="340" y="1275"/>
                  </a:cubicBezTo>
                  <a:cubicBezTo>
                    <a:pt x="845" y="1275"/>
                    <a:pt x="845" y="1275"/>
                    <a:pt x="845" y="1275"/>
                  </a:cubicBezTo>
                  <a:cubicBezTo>
                    <a:pt x="887" y="1275"/>
                    <a:pt x="921" y="1241"/>
                    <a:pt x="921" y="1199"/>
                  </a:cubicBezTo>
                  <a:cubicBezTo>
                    <a:pt x="921" y="1135"/>
                    <a:pt x="921" y="1135"/>
                    <a:pt x="921" y="1135"/>
                  </a:cubicBezTo>
                  <a:cubicBezTo>
                    <a:pt x="995" y="1050"/>
                    <a:pt x="1036" y="942"/>
                    <a:pt x="1036" y="829"/>
                  </a:cubicBezTo>
                  <a:cubicBezTo>
                    <a:pt x="1036" y="819"/>
                    <a:pt x="1036" y="819"/>
                    <a:pt x="1036" y="819"/>
                  </a:cubicBezTo>
                  <a:cubicBezTo>
                    <a:pt x="1036" y="797"/>
                    <a:pt x="1018" y="779"/>
                    <a:pt x="996" y="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68">
              <a:extLst>
                <a:ext uri="{FF2B5EF4-FFF2-40B4-BE49-F238E27FC236}">
                  <a16:creationId xmlns:a16="http://schemas.microsoft.com/office/drawing/2014/main" id="{B704AB76-9FBE-ECF4-0DB6-A00529E9F236}"/>
                </a:ext>
              </a:extLst>
            </p:cNvPr>
            <p:cNvSpPr/>
            <p:nvPr/>
          </p:nvSpPr>
          <p:spPr>
            <a:xfrm>
              <a:off x="5095875" y="3450431"/>
              <a:ext cx="116681" cy="157163"/>
            </a:xfrm>
            <a:custGeom>
              <a:avLst/>
              <a:gdLst/>
              <a:ahLst/>
              <a:cxnLst/>
              <a:rect l="l" t="t" r="r" b="b"/>
              <a:pathLst>
                <a:path w="518" h="697" extrusionOk="0">
                  <a:moveTo>
                    <a:pt x="118" y="489"/>
                  </a:moveTo>
                  <a:cubicBezTo>
                    <a:pt x="208" y="489"/>
                    <a:pt x="208" y="489"/>
                    <a:pt x="208" y="489"/>
                  </a:cubicBezTo>
                  <a:cubicBezTo>
                    <a:pt x="208" y="617"/>
                    <a:pt x="208" y="617"/>
                    <a:pt x="208" y="617"/>
                  </a:cubicBezTo>
                  <a:cubicBezTo>
                    <a:pt x="208" y="655"/>
                    <a:pt x="233" y="686"/>
                    <a:pt x="269" y="695"/>
                  </a:cubicBezTo>
                  <a:cubicBezTo>
                    <a:pt x="276" y="696"/>
                    <a:pt x="282" y="697"/>
                    <a:pt x="289" y="697"/>
                  </a:cubicBezTo>
                  <a:cubicBezTo>
                    <a:pt x="318" y="697"/>
                    <a:pt x="345" y="681"/>
                    <a:pt x="359" y="653"/>
                  </a:cubicBezTo>
                  <a:cubicBezTo>
                    <a:pt x="500" y="379"/>
                    <a:pt x="500" y="379"/>
                    <a:pt x="500" y="379"/>
                  </a:cubicBezTo>
                  <a:cubicBezTo>
                    <a:pt x="518" y="343"/>
                    <a:pt x="517" y="302"/>
                    <a:pt x="496" y="268"/>
                  </a:cubicBezTo>
                  <a:cubicBezTo>
                    <a:pt x="476" y="235"/>
                    <a:pt x="440" y="215"/>
                    <a:pt x="400" y="215"/>
                  </a:cubicBezTo>
                  <a:cubicBezTo>
                    <a:pt x="310" y="215"/>
                    <a:pt x="310" y="215"/>
                    <a:pt x="310" y="215"/>
                  </a:cubicBezTo>
                  <a:cubicBezTo>
                    <a:pt x="310" y="87"/>
                    <a:pt x="310" y="87"/>
                    <a:pt x="310" y="87"/>
                  </a:cubicBezTo>
                  <a:cubicBezTo>
                    <a:pt x="310" y="49"/>
                    <a:pt x="286" y="18"/>
                    <a:pt x="249" y="9"/>
                  </a:cubicBezTo>
                  <a:cubicBezTo>
                    <a:pt x="212" y="0"/>
                    <a:pt x="176" y="17"/>
                    <a:pt x="159" y="50"/>
                  </a:cubicBezTo>
                  <a:cubicBezTo>
                    <a:pt x="18" y="325"/>
                    <a:pt x="18" y="325"/>
                    <a:pt x="18" y="325"/>
                  </a:cubicBezTo>
                  <a:cubicBezTo>
                    <a:pt x="0" y="361"/>
                    <a:pt x="2" y="402"/>
                    <a:pt x="22" y="435"/>
                  </a:cubicBezTo>
                  <a:cubicBezTo>
                    <a:pt x="43" y="469"/>
                    <a:pt x="79" y="489"/>
                    <a:pt x="118" y="489"/>
                  </a:cubicBezTo>
                  <a:close/>
                  <a:moveTo>
                    <a:pt x="89" y="362"/>
                  </a:moveTo>
                  <a:cubicBezTo>
                    <a:pt x="230" y="87"/>
                    <a:pt x="230" y="87"/>
                    <a:pt x="230" y="87"/>
                  </a:cubicBezTo>
                  <a:cubicBezTo>
                    <a:pt x="230" y="255"/>
                    <a:pt x="230" y="255"/>
                    <a:pt x="230" y="255"/>
                  </a:cubicBezTo>
                  <a:cubicBezTo>
                    <a:pt x="230" y="277"/>
                    <a:pt x="248" y="295"/>
                    <a:pt x="270" y="295"/>
                  </a:cubicBezTo>
                  <a:cubicBezTo>
                    <a:pt x="400" y="295"/>
                    <a:pt x="400" y="295"/>
                    <a:pt x="400" y="295"/>
                  </a:cubicBezTo>
                  <a:cubicBezTo>
                    <a:pt x="417" y="295"/>
                    <a:pt x="425" y="305"/>
                    <a:pt x="428" y="310"/>
                  </a:cubicBezTo>
                  <a:cubicBezTo>
                    <a:pt x="431" y="315"/>
                    <a:pt x="437" y="327"/>
                    <a:pt x="429" y="342"/>
                  </a:cubicBezTo>
                  <a:cubicBezTo>
                    <a:pt x="288" y="617"/>
                    <a:pt x="288" y="617"/>
                    <a:pt x="288" y="617"/>
                  </a:cubicBezTo>
                  <a:cubicBezTo>
                    <a:pt x="288" y="449"/>
                    <a:pt x="288" y="449"/>
                    <a:pt x="288" y="449"/>
                  </a:cubicBezTo>
                  <a:cubicBezTo>
                    <a:pt x="288" y="427"/>
                    <a:pt x="270" y="409"/>
                    <a:pt x="248" y="409"/>
                  </a:cubicBezTo>
                  <a:cubicBezTo>
                    <a:pt x="118" y="409"/>
                    <a:pt x="118" y="409"/>
                    <a:pt x="118" y="409"/>
                  </a:cubicBezTo>
                  <a:cubicBezTo>
                    <a:pt x="102" y="409"/>
                    <a:pt x="93" y="398"/>
                    <a:pt x="90" y="394"/>
                  </a:cubicBezTo>
                  <a:cubicBezTo>
                    <a:pt x="88" y="389"/>
                    <a:pt x="82" y="377"/>
                    <a:pt x="89" y="3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68">
              <a:extLst>
                <a:ext uri="{FF2B5EF4-FFF2-40B4-BE49-F238E27FC236}">
                  <a16:creationId xmlns:a16="http://schemas.microsoft.com/office/drawing/2014/main" id="{ADFB2071-4A35-3343-143C-4BF3D01AFB6E}"/>
                </a:ext>
              </a:extLst>
            </p:cNvPr>
            <p:cNvSpPr/>
            <p:nvPr/>
          </p:nvSpPr>
          <p:spPr>
            <a:xfrm>
              <a:off x="5242322" y="3759994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4" name="Google Shape;1344;p68">
            <a:extLst>
              <a:ext uri="{FF2B5EF4-FFF2-40B4-BE49-F238E27FC236}">
                <a16:creationId xmlns:a16="http://schemas.microsoft.com/office/drawing/2014/main" id="{88E2BC7F-CFCB-A37C-2822-5C814D5EAD40}"/>
              </a:ext>
            </a:extLst>
          </p:cNvPr>
          <p:cNvSpPr/>
          <p:nvPr/>
        </p:nvSpPr>
        <p:spPr>
          <a:xfrm>
            <a:off x="1108850" y="3080775"/>
            <a:ext cx="3281400" cy="138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5" name="Google Shape;1345;p68">
            <a:extLst>
              <a:ext uri="{FF2B5EF4-FFF2-40B4-BE49-F238E27FC236}">
                <a16:creationId xmlns:a16="http://schemas.microsoft.com/office/drawing/2014/main" id="{82FAB777-DAA0-14F5-3D85-441328DD9B8E}"/>
              </a:ext>
            </a:extLst>
          </p:cNvPr>
          <p:cNvSpPr/>
          <p:nvPr/>
        </p:nvSpPr>
        <p:spPr>
          <a:xfrm>
            <a:off x="4833825" y="3109175"/>
            <a:ext cx="3201300" cy="138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6" name="Google Shape;1346;p68">
            <a:extLst>
              <a:ext uri="{FF2B5EF4-FFF2-40B4-BE49-F238E27FC236}">
                <a16:creationId xmlns:a16="http://schemas.microsoft.com/office/drawing/2014/main" id="{AD1A773D-DCAE-8598-6D28-D7D54169EB5F}"/>
              </a:ext>
            </a:extLst>
          </p:cNvPr>
          <p:cNvSpPr txBox="1"/>
          <p:nvPr/>
        </p:nvSpPr>
        <p:spPr>
          <a:xfrm flipH="1">
            <a:off x="1266850" y="32561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400">
                <a:solidFill>
                  <a:schemeClr val="dk1"/>
                </a:solidFill>
              </a:rPr>
              <a:t>Ruffini endings</a:t>
            </a:r>
            <a:endParaRPr lang="en-US">
              <a:solidFill>
                <a:schemeClr val="dk1"/>
              </a:solidFill>
            </a:endParaRPr>
          </a:p>
        </p:txBody>
      </p:sp>
      <p:sp>
        <p:nvSpPr>
          <p:cNvPr id="1348" name="Google Shape;1348;p68">
            <a:extLst>
              <a:ext uri="{FF2B5EF4-FFF2-40B4-BE49-F238E27FC236}">
                <a16:creationId xmlns:a16="http://schemas.microsoft.com/office/drawing/2014/main" id="{BD28D9AE-EF36-2238-C3B1-29CA1C029261}"/>
              </a:ext>
            </a:extLst>
          </p:cNvPr>
          <p:cNvSpPr txBox="1"/>
          <p:nvPr/>
        </p:nvSpPr>
        <p:spPr>
          <a:xfrm flipH="1">
            <a:off x="4981050" y="3284525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2400">
                <a:solidFill>
                  <a:schemeClr val="dk1"/>
                </a:solidFill>
              </a:rPr>
              <a:t>Pacinian corpuscles</a:t>
            </a:r>
            <a:endParaRPr lang="en-US">
              <a:solidFill>
                <a:schemeClr val="dk1"/>
              </a:solidFill>
            </a:endParaRPr>
          </a:p>
        </p:txBody>
      </p:sp>
      <p:grpSp>
        <p:nvGrpSpPr>
          <p:cNvPr id="1350" name="Google Shape;1350;p68">
            <a:extLst>
              <a:ext uri="{FF2B5EF4-FFF2-40B4-BE49-F238E27FC236}">
                <a16:creationId xmlns:a16="http://schemas.microsoft.com/office/drawing/2014/main" id="{56272CBC-A2FE-E042-DF42-F6CBA6A84148}"/>
              </a:ext>
            </a:extLst>
          </p:cNvPr>
          <p:cNvGrpSpPr/>
          <p:nvPr/>
        </p:nvGrpSpPr>
        <p:grpSpPr>
          <a:xfrm>
            <a:off x="3410054" y="3386083"/>
            <a:ext cx="766997" cy="772994"/>
            <a:chOff x="3940969" y="3451622"/>
            <a:chExt cx="457199" cy="460774"/>
          </a:xfrm>
        </p:grpSpPr>
        <p:sp>
          <p:nvSpPr>
            <p:cNvPr id="1351" name="Google Shape;1351;p68">
              <a:extLst>
                <a:ext uri="{FF2B5EF4-FFF2-40B4-BE49-F238E27FC236}">
                  <a16:creationId xmlns:a16="http://schemas.microsoft.com/office/drawing/2014/main" id="{74B616A8-B48F-266D-2E1E-0DFD84D1E5E9}"/>
                </a:ext>
              </a:extLst>
            </p:cNvPr>
            <p:cNvSpPr/>
            <p:nvPr/>
          </p:nvSpPr>
          <p:spPr>
            <a:xfrm>
              <a:off x="4046934" y="3561160"/>
              <a:ext cx="245269" cy="238126"/>
            </a:xfrm>
            <a:custGeom>
              <a:avLst/>
              <a:gdLst/>
              <a:ahLst/>
              <a:cxnLst/>
              <a:rect l="l" t="t" r="r" b="b"/>
              <a:pathLst>
                <a:path w="1092" h="1064" extrusionOk="0">
                  <a:moveTo>
                    <a:pt x="303" y="0"/>
                  </a:moveTo>
                  <a:cubicBezTo>
                    <a:pt x="265" y="166"/>
                    <a:pt x="154" y="306"/>
                    <a:pt x="0" y="380"/>
                  </a:cubicBezTo>
                  <a:cubicBezTo>
                    <a:pt x="106" y="513"/>
                    <a:pt x="146" y="688"/>
                    <a:pt x="108" y="854"/>
                  </a:cubicBezTo>
                  <a:cubicBezTo>
                    <a:pt x="279" y="854"/>
                    <a:pt x="440" y="931"/>
                    <a:pt x="546" y="1064"/>
                  </a:cubicBezTo>
                  <a:cubicBezTo>
                    <a:pt x="652" y="931"/>
                    <a:pt x="813" y="854"/>
                    <a:pt x="984" y="854"/>
                  </a:cubicBezTo>
                  <a:cubicBezTo>
                    <a:pt x="946" y="688"/>
                    <a:pt x="986" y="513"/>
                    <a:pt x="1092" y="380"/>
                  </a:cubicBezTo>
                  <a:cubicBezTo>
                    <a:pt x="938" y="306"/>
                    <a:pt x="827" y="166"/>
                    <a:pt x="789" y="0"/>
                  </a:cubicBezTo>
                  <a:cubicBezTo>
                    <a:pt x="635" y="74"/>
                    <a:pt x="457" y="74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68">
              <a:extLst>
                <a:ext uri="{FF2B5EF4-FFF2-40B4-BE49-F238E27FC236}">
                  <a16:creationId xmlns:a16="http://schemas.microsoft.com/office/drawing/2014/main" id="{712C8DD7-B689-984B-C63F-26079C607D20}"/>
                </a:ext>
              </a:extLst>
            </p:cNvPr>
            <p:cNvSpPr/>
            <p:nvPr/>
          </p:nvSpPr>
          <p:spPr>
            <a:xfrm>
              <a:off x="4106465" y="3611166"/>
              <a:ext cx="126300" cy="126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68">
              <a:extLst>
                <a:ext uri="{FF2B5EF4-FFF2-40B4-BE49-F238E27FC236}">
                  <a16:creationId xmlns:a16="http://schemas.microsoft.com/office/drawing/2014/main" id="{E21CF1AB-8FAB-E868-B80C-2E2FE4381A16}"/>
                </a:ext>
              </a:extLst>
            </p:cNvPr>
            <p:cNvSpPr/>
            <p:nvPr/>
          </p:nvSpPr>
          <p:spPr>
            <a:xfrm>
              <a:off x="4148138" y="3651647"/>
              <a:ext cx="42900" cy="4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68">
              <a:extLst>
                <a:ext uri="{FF2B5EF4-FFF2-40B4-BE49-F238E27FC236}">
                  <a16:creationId xmlns:a16="http://schemas.microsoft.com/office/drawing/2014/main" id="{4483F621-1696-A4BF-FB17-BDC786E530A5}"/>
                </a:ext>
              </a:extLst>
            </p:cNvPr>
            <p:cNvSpPr/>
            <p:nvPr/>
          </p:nvSpPr>
          <p:spPr>
            <a:xfrm>
              <a:off x="3940969" y="3451622"/>
              <a:ext cx="457199" cy="460774"/>
            </a:xfrm>
            <a:custGeom>
              <a:avLst/>
              <a:gdLst/>
              <a:ahLst/>
              <a:cxnLst/>
              <a:rect l="l" t="t" r="r" b="b"/>
              <a:pathLst>
                <a:path w="2042" h="2054" extrusionOk="0">
                  <a:moveTo>
                    <a:pt x="2031" y="713"/>
                  </a:moveTo>
                  <a:cubicBezTo>
                    <a:pt x="2019" y="694"/>
                    <a:pt x="1995" y="688"/>
                    <a:pt x="1976" y="699"/>
                  </a:cubicBezTo>
                  <a:cubicBezTo>
                    <a:pt x="1971" y="703"/>
                    <a:pt x="1971" y="703"/>
                    <a:pt x="1971" y="703"/>
                  </a:cubicBezTo>
                  <a:cubicBezTo>
                    <a:pt x="1912" y="738"/>
                    <a:pt x="1843" y="751"/>
                    <a:pt x="1777" y="739"/>
                  </a:cubicBezTo>
                  <a:cubicBezTo>
                    <a:pt x="1797" y="675"/>
                    <a:pt x="1840" y="620"/>
                    <a:pt x="1899" y="584"/>
                  </a:cubicBezTo>
                  <a:cubicBezTo>
                    <a:pt x="1904" y="581"/>
                    <a:pt x="1904" y="581"/>
                    <a:pt x="1904" y="581"/>
                  </a:cubicBezTo>
                  <a:cubicBezTo>
                    <a:pt x="1923" y="570"/>
                    <a:pt x="1929" y="545"/>
                    <a:pt x="1918" y="526"/>
                  </a:cubicBezTo>
                  <a:cubicBezTo>
                    <a:pt x="1906" y="507"/>
                    <a:pt x="1882" y="501"/>
                    <a:pt x="1863" y="513"/>
                  </a:cubicBezTo>
                  <a:cubicBezTo>
                    <a:pt x="1857" y="516"/>
                    <a:pt x="1857" y="516"/>
                    <a:pt x="1857" y="516"/>
                  </a:cubicBezTo>
                  <a:cubicBezTo>
                    <a:pt x="1774" y="566"/>
                    <a:pt x="1715" y="649"/>
                    <a:pt x="1693" y="743"/>
                  </a:cubicBezTo>
                  <a:cubicBezTo>
                    <a:pt x="1692" y="744"/>
                    <a:pt x="1691" y="744"/>
                    <a:pt x="1689" y="745"/>
                  </a:cubicBezTo>
                  <a:cubicBezTo>
                    <a:pt x="1562" y="822"/>
                    <a:pt x="1562" y="822"/>
                    <a:pt x="1562" y="822"/>
                  </a:cubicBezTo>
                  <a:cubicBezTo>
                    <a:pt x="1434" y="753"/>
                    <a:pt x="1342" y="635"/>
                    <a:pt x="1306" y="493"/>
                  </a:cubicBezTo>
                  <a:cubicBezTo>
                    <a:pt x="1367" y="352"/>
                    <a:pt x="1367" y="352"/>
                    <a:pt x="1367" y="352"/>
                  </a:cubicBezTo>
                  <a:cubicBezTo>
                    <a:pt x="1368" y="351"/>
                    <a:pt x="1368" y="349"/>
                    <a:pt x="1369" y="348"/>
                  </a:cubicBezTo>
                  <a:cubicBezTo>
                    <a:pt x="1460" y="314"/>
                    <a:pt x="1533" y="244"/>
                    <a:pt x="1572" y="155"/>
                  </a:cubicBezTo>
                  <a:cubicBezTo>
                    <a:pt x="1575" y="149"/>
                    <a:pt x="1575" y="149"/>
                    <a:pt x="1575" y="149"/>
                  </a:cubicBezTo>
                  <a:cubicBezTo>
                    <a:pt x="1583" y="129"/>
                    <a:pt x="1574" y="105"/>
                    <a:pt x="1554" y="96"/>
                  </a:cubicBezTo>
                  <a:cubicBezTo>
                    <a:pt x="1534" y="87"/>
                    <a:pt x="1510" y="97"/>
                    <a:pt x="1501" y="117"/>
                  </a:cubicBezTo>
                  <a:cubicBezTo>
                    <a:pt x="1499" y="123"/>
                    <a:pt x="1499" y="123"/>
                    <a:pt x="1499" y="123"/>
                  </a:cubicBezTo>
                  <a:cubicBezTo>
                    <a:pt x="1472" y="185"/>
                    <a:pt x="1423" y="235"/>
                    <a:pt x="1362" y="264"/>
                  </a:cubicBezTo>
                  <a:cubicBezTo>
                    <a:pt x="1341" y="200"/>
                    <a:pt x="1345" y="130"/>
                    <a:pt x="1372" y="68"/>
                  </a:cubicBezTo>
                  <a:cubicBezTo>
                    <a:pt x="1374" y="62"/>
                    <a:pt x="1374" y="62"/>
                    <a:pt x="1374" y="62"/>
                  </a:cubicBezTo>
                  <a:cubicBezTo>
                    <a:pt x="1383" y="42"/>
                    <a:pt x="1374" y="18"/>
                    <a:pt x="1354" y="9"/>
                  </a:cubicBezTo>
                  <a:cubicBezTo>
                    <a:pt x="1333" y="0"/>
                    <a:pt x="1310" y="10"/>
                    <a:pt x="1301" y="30"/>
                  </a:cubicBezTo>
                  <a:cubicBezTo>
                    <a:pt x="1298" y="36"/>
                    <a:pt x="1298" y="36"/>
                    <a:pt x="1298" y="36"/>
                  </a:cubicBezTo>
                  <a:cubicBezTo>
                    <a:pt x="1260" y="125"/>
                    <a:pt x="1259" y="227"/>
                    <a:pt x="1296" y="317"/>
                  </a:cubicBezTo>
                  <a:cubicBezTo>
                    <a:pt x="1295" y="318"/>
                    <a:pt x="1295" y="319"/>
                    <a:pt x="1294" y="320"/>
                  </a:cubicBezTo>
                  <a:cubicBezTo>
                    <a:pt x="1233" y="460"/>
                    <a:pt x="1233" y="460"/>
                    <a:pt x="1233" y="460"/>
                  </a:cubicBezTo>
                  <a:cubicBezTo>
                    <a:pt x="1097" y="521"/>
                    <a:pt x="945" y="521"/>
                    <a:pt x="809" y="460"/>
                  </a:cubicBezTo>
                  <a:cubicBezTo>
                    <a:pt x="748" y="320"/>
                    <a:pt x="748" y="320"/>
                    <a:pt x="748" y="320"/>
                  </a:cubicBezTo>
                  <a:cubicBezTo>
                    <a:pt x="747" y="319"/>
                    <a:pt x="747" y="318"/>
                    <a:pt x="746" y="317"/>
                  </a:cubicBezTo>
                  <a:cubicBezTo>
                    <a:pt x="783" y="227"/>
                    <a:pt x="782" y="125"/>
                    <a:pt x="743" y="36"/>
                  </a:cubicBezTo>
                  <a:cubicBezTo>
                    <a:pt x="741" y="30"/>
                    <a:pt x="741" y="30"/>
                    <a:pt x="741" y="30"/>
                  </a:cubicBezTo>
                  <a:cubicBezTo>
                    <a:pt x="732" y="10"/>
                    <a:pt x="709" y="0"/>
                    <a:pt x="688" y="9"/>
                  </a:cubicBezTo>
                  <a:cubicBezTo>
                    <a:pt x="668" y="18"/>
                    <a:pt x="659" y="42"/>
                    <a:pt x="668" y="62"/>
                  </a:cubicBezTo>
                  <a:cubicBezTo>
                    <a:pt x="670" y="68"/>
                    <a:pt x="670" y="68"/>
                    <a:pt x="670" y="68"/>
                  </a:cubicBezTo>
                  <a:cubicBezTo>
                    <a:pt x="697" y="130"/>
                    <a:pt x="701" y="200"/>
                    <a:pt x="680" y="264"/>
                  </a:cubicBezTo>
                  <a:cubicBezTo>
                    <a:pt x="619" y="235"/>
                    <a:pt x="570" y="185"/>
                    <a:pt x="543" y="123"/>
                  </a:cubicBezTo>
                  <a:cubicBezTo>
                    <a:pt x="541" y="117"/>
                    <a:pt x="541" y="117"/>
                    <a:pt x="541" y="117"/>
                  </a:cubicBezTo>
                  <a:cubicBezTo>
                    <a:pt x="532" y="97"/>
                    <a:pt x="508" y="87"/>
                    <a:pt x="488" y="96"/>
                  </a:cubicBezTo>
                  <a:cubicBezTo>
                    <a:pt x="468" y="105"/>
                    <a:pt x="459" y="129"/>
                    <a:pt x="467" y="149"/>
                  </a:cubicBezTo>
                  <a:cubicBezTo>
                    <a:pt x="470" y="155"/>
                    <a:pt x="470" y="155"/>
                    <a:pt x="470" y="155"/>
                  </a:cubicBezTo>
                  <a:cubicBezTo>
                    <a:pt x="509" y="244"/>
                    <a:pt x="582" y="314"/>
                    <a:pt x="673" y="348"/>
                  </a:cubicBezTo>
                  <a:cubicBezTo>
                    <a:pt x="674" y="349"/>
                    <a:pt x="674" y="351"/>
                    <a:pt x="675" y="352"/>
                  </a:cubicBezTo>
                  <a:cubicBezTo>
                    <a:pt x="736" y="493"/>
                    <a:pt x="736" y="493"/>
                    <a:pt x="736" y="493"/>
                  </a:cubicBezTo>
                  <a:cubicBezTo>
                    <a:pt x="700" y="635"/>
                    <a:pt x="608" y="753"/>
                    <a:pt x="480" y="822"/>
                  </a:cubicBezTo>
                  <a:cubicBezTo>
                    <a:pt x="353" y="745"/>
                    <a:pt x="353" y="745"/>
                    <a:pt x="353" y="745"/>
                  </a:cubicBezTo>
                  <a:cubicBezTo>
                    <a:pt x="351" y="744"/>
                    <a:pt x="350" y="744"/>
                    <a:pt x="349" y="743"/>
                  </a:cubicBezTo>
                  <a:cubicBezTo>
                    <a:pt x="327" y="649"/>
                    <a:pt x="268" y="566"/>
                    <a:pt x="185" y="516"/>
                  </a:cubicBezTo>
                  <a:cubicBezTo>
                    <a:pt x="179" y="513"/>
                    <a:pt x="179" y="513"/>
                    <a:pt x="179" y="513"/>
                  </a:cubicBezTo>
                  <a:cubicBezTo>
                    <a:pt x="160" y="501"/>
                    <a:pt x="136" y="507"/>
                    <a:pt x="124" y="526"/>
                  </a:cubicBezTo>
                  <a:cubicBezTo>
                    <a:pt x="113" y="545"/>
                    <a:pt x="119" y="570"/>
                    <a:pt x="138" y="581"/>
                  </a:cubicBezTo>
                  <a:cubicBezTo>
                    <a:pt x="143" y="584"/>
                    <a:pt x="143" y="584"/>
                    <a:pt x="143" y="584"/>
                  </a:cubicBezTo>
                  <a:cubicBezTo>
                    <a:pt x="201" y="620"/>
                    <a:pt x="245" y="675"/>
                    <a:pt x="265" y="739"/>
                  </a:cubicBezTo>
                  <a:cubicBezTo>
                    <a:pt x="199" y="751"/>
                    <a:pt x="130" y="738"/>
                    <a:pt x="71" y="703"/>
                  </a:cubicBezTo>
                  <a:cubicBezTo>
                    <a:pt x="66" y="699"/>
                    <a:pt x="66" y="699"/>
                    <a:pt x="66" y="699"/>
                  </a:cubicBezTo>
                  <a:cubicBezTo>
                    <a:pt x="47" y="688"/>
                    <a:pt x="23" y="694"/>
                    <a:pt x="11" y="713"/>
                  </a:cubicBezTo>
                  <a:cubicBezTo>
                    <a:pt x="0" y="732"/>
                    <a:pt x="6" y="756"/>
                    <a:pt x="25" y="768"/>
                  </a:cubicBezTo>
                  <a:cubicBezTo>
                    <a:pt x="30" y="771"/>
                    <a:pt x="30" y="771"/>
                    <a:pt x="30" y="771"/>
                  </a:cubicBezTo>
                  <a:cubicBezTo>
                    <a:pt x="87" y="806"/>
                    <a:pt x="152" y="823"/>
                    <a:pt x="217" y="823"/>
                  </a:cubicBezTo>
                  <a:cubicBezTo>
                    <a:pt x="247" y="823"/>
                    <a:pt x="278" y="819"/>
                    <a:pt x="308" y="811"/>
                  </a:cubicBezTo>
                  <a:cubicBezTo>
                    <a:pt x="309" y="812"/>
                    <a:pt x="310" y="813"/>
                    <a:pt x="311" y="814"/>
                  </a:cubicBezTo>
                  <a:cubicBezTo>
                    <a:pt x="443" y="893"/>
                    <a:pt x="443" y="893"/>
                    <a:pt x="443" y="893"/>
                  </a:cubicBezTo>
                  <a:cubicBezTo>
                    <a:pt x="443" y="894"/>
                    <a:pt x="443" y="894"/>
                    <a:pt x="444" y="895"/>
                  </a:cubicBezTo>
                  <a:cubicBezTo>
                    <a:pt x="541" y="1017"/>
                    <a:pt x="578" y="1174"/>
                    <a:pt x="546" y="1326"/>
                  </a:cubicBezTo>
                  <a:cubicBezTo>
                    <a:pt x="443" y="1444"/>
                    <a:pt x="443" y="1444"/>
                    <a:pt x="443" y="1444"/>
                  </a:cubicBezTo>
                  <a:cubicBezTo>
                    <a:pt x="442" y="1445"/>
                    <a:pt x="442" y="1446"/>
                    <a:pt x="441" y="1447"/>
                  </a:cubicBezTo>
                  <a:cubicBezTo>
                    <a:pt x="344" y="1453"/>
                    <a:pt x="253" y="1497"/>
                    <a:pt x="189" y="1571"/>
                  </a:cubicBezTo>
                  <a:cubicBezTo>
                    <a:pt x="184" y="1576"/>
                    <a:pt x="184" y="1576"/>
                    <a:pt x="184" y="1576"/>
                  </a:cubicBezTo>
                  <a:cubicBezTo>
                    <a:pt x="170" y="1592"/>
                    <a:pt x="172" y="1617"/>
                    <a:pt x="188" y="1632"/>
                  </a:cubicBezTo>
                  <a:cubicBezTo>
                    <a:pt x="205" y="1646"/>
                    <a:pt x="230" y="1645"/>
                    <a:pt x="245" y="1628"/>
                  </a:cubicBezTo>
                  <a:cubicBezTo>
                    <a:pt x="249" y="1623"/>
                    <a:pt x="249" y="1623"/>
                    <a:pt x="249" y="1623"/>
                  </a:cubicBezTo>
                  <a:cubicBezTo>
                    <a:pt x="294" y="1572"/>
                    <a:pt x="355" y="1539"/>
                    <a:pt x="422" y="1530"/>
                  </a:cubicBezTo>
                  <a:cubicBezTo>
                    <a:pt x="422" y="1597"/>
                    <a:pt x="398" y="1663"/>
                    <a:pt x="353" y="1714"/>
                  </a:cubicBezTo>
                  <a:cubicBezTo>
                    <a:pt x="349" y="1719"/>
                    <a:pt x="349" y="1719"/>
                    <a:pt x="349" y="1719"/>
                  </a:cubicBezTo>
                  <a:cubicBezTo>
                    <a:pt x="335" y="1736"/>
                    <a:pt x="336" y="1761"/>
                    <a:pt x="353" y="1775"/>
                  </a:cubicBezTo>
                  <a:cubicBezTo>
                    <a:pt x="361" y="1782"/>
                    <a:pt x="370" y="1785"/>
                    <a:pt x="379" y="1785"/>
                  </a:cubicBezTo>
                  <a:cubicBezTo>
                    <a:pt x="390" y="1785"/>
                    <a:pt x="402" y="1780"/>
                    <a:pt x="409" y="1771"/>
                  </a:cubicBezTo>
                  <a:cubicBezTo>
                    <a:pt x="414" y="1767"/>
                    <a:pt x="414" y="1767"/>
                    <a:pt x="414" y="1767"/>
                  </a:cubicBezTo>
                  <a:cubicBezTo>
                    <a:pt x="478" y="1693"/>
                    <a:pt x="509" y="1597"/>
                    <a:pt x="501" y="1500"/>
                  </a:cubicBezTo>
                  <a:cubicBezTo>
                    <a:pt x="502" y="1499"/>
                    <a:pt x="503" y="1498"/>
                    <a:pt x="504" y="1497"/>
                  </a:cubicBezTo>
                  <a:cubicBezTo>
                    <a:pt x="602" y="1384"/>
                    <a:pt x="602" y="1384"/>
                    <a:pt x="602" y="1384"/>
                  </a:cubicBezTo>
                  <a:cubicBezTo>
                    <a:pt x="749" y="1389"/>
                    <a:pt x="886" y="1456"/>
                    <a:pt x="981" y="1569"/>
                  </a:cubicBezTo>
                  <a:cubicBezTo>
                    <a:pt x="981" y="1569"/>
                    <a:pt x="981" y="1569"/>
                    <a:pt x="981" y="1569"/>
                  </a:cubicBezTo>
                  <a:cubicBezTo>
                    <a:pt x="981" y="1745"/>
                    <a:pt x="981" y="1745"/>
                    <a:pt x="981" y="1745"/>
                  </a:cubicBezTo>
                  <a:cubicBezTo>
                    <a:pt x="981" y="1746"/>
                    <a:pt x="981" y="1748"/>
                    <a:pt x="981" y="1749"/>
                  </a:cubicBezTo>
                  <a:cubicBezTo>
                    <a:pt x="911" y="1817"/>
                    <a:pt x="872" y="1910"/>
                    <a:pt x="872" y="2008"/>
                  </a:cubicBezTo>
                  <a:cubicBezTo>
                    <a:pt x="872" y="2014"/>
                    <a:pt x="872" y="2014"/>
                    <a:pt x="872" y="2014"/>
                  </a:cubicBezTo>
                  <a:cubicBezTo>
                    <a:pt x="872" y="2036"/>
                    <a:pt x="890" y="2054"/>
                    <a:pt x="912" y="2054"/>
                  </a:cubicBezTo>
                  <a:cubicBezTo>
                    <a:pt x="934" y="2054"/>
                    <a:pt x="952" y="2036"/>
                    <a:pt x="952" y="2014"/>
                  </a:cubicBezTo>
                  <a:cubicBezTo>
                    <a:pt x="952" y="2008"/>
                    <a:pt x="952" y="2008"/>
                    <a:pt x="952" y="2008"/>
                  </a:cubicBezTo>
                  <a:cubicBezTo>
                    <a:pt x="952" y="1939"/>
                    <a:pt x="977" y="1874"/>
                    <a:pt x="1021" y="1823"/>
                  </a:cubicBezTo>
                  <a:cubicBezTo>
                    <a:pt x="1065" y="1874"/>
                    <a:pt x="1090" y="1939"/>
                    <a:pt x="1090" y="2008"/>
                  </a:cubicBezTo>
                  <a:cubicBezTo>
                    <a:pt x="1090" y="2014"/>
                    <a:pt x="1090" y="2014"/>
                    <a:pt x="1090" y="2014"/>
                  </a:cubicBezTo>
                  <a:cubicBezTo>
                    <a:pt x="1090" y="2036"/>
                    <a:pt x="1108" y="2054"/>
                    <a:pt x="1130" y="2054"/>
                  </a:cubicBezTo>
                  <a:cubicBezTo>
                    <a:pt x="1152" y="2054"/>
                    <a:pt x="1170" y="2036"/>
                    <a:pt x="1170" y="2014"/>
                  </a:cubicBezTo>
                  <a:cubicBezTo>
                    <a:pt x="1170" y="2008"/>
                    <a:pt x="1170" y="2008"/>
                    <a:pt x="1170" y="2008"/>
                  </a:cubicBezTo>
                  <a:cubicBezTo>
                    <a:pt x="1170" y="1910"/>
                    <a:pt x="1131" y="1817"/>
                    <a:pt x="1061" y="1749"/>
                  </a:cubicBezTo>
                  <a:cubicBezTo>
                    <a:pt x="1061" y="1748"/>
                    <a:pt x="1061" y="1746"/>
                    <a:pt x="1061" y="1745"/>
                  </a:cubicBezTo>
                  <a:cubicBezTo>
                    <a:pt x="1061" y="1569"/>
                    <a:pt x="1061" y="1569"/>
                    <a:pt x="1061" y="1569"/>
                  </a:cubicBezTo>
                  <a:cubicBezTo>
                    <a:pt x="1061" y="1569"/>
                    <a:pt x="1061" y="1569"/>
                    <a:pt x="1061" y="1569"/>
                  </a:cubicBezTo>
                  <a:cubicBezTo>
                    <a:pt x="1156" y="1456"/>
                    <a:pt x="1293" y="1389"/>
                    <a:pt x="1440" y="1384"/>
                  </a:cubicBezTo>
                  <a:cubicBezTo>
                    <a:pt x="1538" y="1497"/>
                    <a:pt x="1538" y="1497"/>
                    <a:pt x="1538" y="1497"/>
                  </a:cubicBezTo>
                  <a:cubicBezTo>
                    <a:pt x="1539" y="1498"/>
                    <a:pt x="1540" y="1499"/>
                    <a:pt x="1541" y="1500"/>
                  </a:cubicBezTo>
                  <a:cubicBezTo>
                    <a:pt x="1533" y="1597"/>
                    <a:pt x="1564" y="1693"/>
                    <a:pt x="1628" y="1767"/>
                  </a:cubicBezTo>
                  <a:cubicBezTo>
                    <a:pt x="1632" y="1771"/>
                    <a:pt x="1632" y="1771"/>
                    <a:pt x="1632" y="1771"/>
                  </a:cubicBezTo>
                  <a:cubicBezTo>
                    <a:pt x="1640" y="1780"/>
                    <a:pt x="1652" y="1785"/>
                    <a:pt x="1663" y="1785"/>
                  </a:cubicBezTo>
                  <a:cubicBezTo>
                    <a:pt x="1672" y="1785"/>
                    <a:pt x="1681" y="1782"/>
                    <a:pt x="1689" y="1775"/>
                  </a:cubicBezTo>
                  <a:cubicBezTo>
                    <a:pt x="1706" y="1761"/>
                    <a:pt x="1707" y="1736"/>
                    <a:pt x="1693" y="1719"/>
                  </a:cubicBezTo>
                  <a:cubicBezTo>
                    <a:pt x="1689" y="1714"/>
                    <a:pt x="1689" y="1714"/>
                    <a:pt x="1689" y="1714"/>
                  </a:cubicBezTo>
                  <a:cubicBezTo>
                    <a:pt x="1644" y="1663"/>
                    <a:pt x="1620" y="1597"/>
                    <a:pt x="1620" y="1530"/>
                  </a:cubicBezTo>
                  <a:cubicBezTo>
                    <a:pt x="1687" y="1539"/>
                    <a:pt x="1748" y="1572"/>
                    <a:pt x="1793" y="1623"/>
                  </a:cubicBezTo>
                  <a:cubicBezTo>
                    <a:pt x="1797" y="1628"/>
                    <a:pt x="1797" y="1628"/>
                    <a:pt x="1797" y="1628"/>
                  </a:cubicBezTo>
                  <a:cubicBezTo>
                    <a:pt x="1812" y="1645"/>
                    <a:pt x="1837" y="1646"/>
                    <a:pt x="1854" y="1632"/>
                  </a:cubicBezTo>
                  <a:cubicBezTo>
                    <a:pt x="1870" y="1617"/>
                    <a:pt x="1872" y="1592"/>
                    <a:pt x="1858" y="1576"/>
                  </a:cubicBezTo>
                  <a:cubicBezTo>
                    <a:pt x="1853" y="1571"/>
                    <a:pt x="1853" y="1571"/>
                    <a:pt x="1853" y="1571"/>
                  </a:cubicBezTo>
                  <a:cubicBezTo>
                    <a:pt x="1789" y="1497"/>
                    <a:pt x="1698" y="1453"/>
                    <a:pt x="1601" y="1447"/>
                  </a:cubicBezTo>
                  <a:cubicBezTo>
                    <a:pt x="1600" y="1446"/>
                    <a:pt x="1600" y="1445"/>
                    <a:pt x="1599" y="1444"/>
                  </a:cubicBezTo>
                  <a:cubicBezTo>
                    <a:pt x="1496" y="1326"/>
                    <a:pt x="1496" y="1326"/>
                    <a:pt x="1496" y="1326"/>
                  </a:cubicBezTo>
                  <a:cubicBezTo>
                    <a:pt x="1464" y="1174"/>
                    <a:pt x="1501" y="1017"/>
                    <a:pt x="1598" y="895"/>
                  </a:cubicBezTo>
                  <a:cubicBezTo>
                    <a:pt x="1598" y="894"/>
                    <a:pt x="1599" y="894"/>
                    <a:pt x="1599" y="893"/>
                  </a:cubicBezTo>
                  <a:cubicBezTo>
                    <a:pt x="1731" y="814"/>
                    <a:pt x="1731" y="814"/>
                    <a:pt x="1731" y="814"/>
                  </a:cubicBezTo>
                  <a:cubicBezTo>
                    <a:pt x="1732" y="813"/>
                    <a:pt x="1733" y="812"/>
                    <a:pt x="1734" y="811"/>
                  </a:cubicBezTo>
                  <a:cubicBezTo>
                    <a:pt x="1764" y="819"/>
                    <a:pt x="1795" y="823"/>
                    <a:pt x="1825" y="823"/>
                  </a:cubicBezTo>
                  <a:cubicBezTo>
                    <a:pt x="1890" y="823"/>
                    <a:pt x="1955" y="806"/>
                    <a:pt x="2012" y="771"/>
                  </a:cubicBezTo>
                  <a:cubicBezTo>
                    <a:pt x="2017" y="768"/>
                    <a:pt x="2017" y="768"/>
                    <a:pt x="2017" y="768"/>
                  </a:cubicBezTo>
                  <a:cubicBezTo>
                    <a:pt x="2036" y="756"/>
                    <a:pt x="2042" y="732"/>
                    <a:pt x="2031" y="713"/>
                  </a:cubicBezTo>
                  <a:close/>
                  <a:moveTo>
                    <a:pt x="1411" y="1305"/>
                  </a:moveTo>
                  <a:cubicBezTo>
                    <a:pt x="1261" y="1317"/>
                    <a:pt x="1123" y="1384"/>
                    <a:pt x="1021" y="1493"/>
                  </a:cubicBezTo>
                  <a:cubicBezTo>
                    <a:pt x="919" y="1384"/>
                    <a:pt x="780" y="1317"/>
                    <a:pt x="631" y="1305"/>
                  </a:cubicBezTo>
                  <a:cubicBezTo>
                    <a:pt x="653" y="1157"/>
                    <a:pt x="619" y="1008"/>
                    <a:pt x="535" y="884"/>
                  </a:cubicBezTo>
                  <a:cubicBezTo>
                    <a:pt x="664" y="808"/>
                    <a:pt x="760" y="688"/>
                    <a:pt x="805" y="545"/>
                  </a:cubicBezTo>
                  <a:cubicBezTo>
                    <a:pt x="944" y="600"/>
                    <a:pt x="1098" y="600"/>
                    <a:pt x="1237" y="545"/>
                  </a:cubicBezTo>
                  <a:cubicBezTo>
                    <a:pt x="1282" y="688"/>
                    <a:pt x="1378" y="808"/>
                    <a:pt x="1507" y="884"/>
                  </a:cubicBezTo>
                  <a:cubicBezTo>
                    <a:pt x="1423" y="1008"/>
                    <a:pt x="1389" y="1157"/>
                    <a:pt x="1411" y="13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68">
              <a:extLst>
                <a:ext uri="{FF2B5EF4-FFF2-40B4-BE49-F238E27FC236}">
                  <a16:creationId xmlns:a16="http://schemas.microsoft.com/office/drawing/2014/main" id="{D266BF95-DA04-2BC5-8B30-C93E5B90294B}"/>
                </a:ext>
              </a:extLst>
            </p:cNvPr>
            <p:cNvSpPr/>
            <p:nvPr/>
          </p:nvSpPr>
          <p:spPr>
            <a:xfrm>
              <a:off x="4096940" y="3601641"/>
              <a:ext cx="133351" cy="144066"/>
            </a:xfrm>
            <a:custGeom>
              <a:avLst/>
              <a:gdLst/>
              <a:ahLst/>
              <a:cxnLst/>
              <a:rect l="l" t="t" r="r" b="b"/>
              <a:pathLst>
                <a:path w="593" h="643" extrusionOk="0">
                  <a:moveTo>
                    <a:pt x="572" y="457"/>
                  </a:moveTo>
                  <a:cubicBezTo>
                    <a:pt x="554" y="444"/>
                    <a:pt x="529" y="447"/>
                    <a:pt x="516" y="465"/>
                  </a:cubicBezTo>
                  <a:cubicBezTo>
                    <a:pt x="470" y="527"/>
                    <a:pt x="399" y="563"/>
                    <a:pt x="322" y="563"/>
                  </a:cubicBezTo>
                  <a:cubicBezTo>
                    <a:pt x="189" y="563"/>
                    <a:pt x="80" y="454"/>
                    <a:pt x="80" y="321"/>
                  </a:cubicBezTo>
                  <a:cubicBezTo>
                    <a:pt x="80" y="188"/>
                    <a:pt x="189" y="80"/>
                    <a:pt x="322" y="80"/>
                  </a:cubicBezTo>
                  <a:cubicBezTo>
                    <a:pt x="399" y="80"/>
                    <a:pt x="470" y="115"/>
                    <a:pt x="516" y="177"/>
                  </a:cubicBezTo>
                  <a:cubicBezTo>
                    <a:pt x="529" y="195"/>
                    <a:pt x="554" y="199"/>
                    <a:pt x="572" y="186"/>
                  </a:cubicBezTo>
                  <a:cubicBezTo>
                    <a:pt x="590" y="173"/>
                    <a:pt x="593" y="147"/>
                    <a:pt x="580" y="130"/>
                  </a:cubicBezTo>
                  <a:cubicBezTo>
                    <a:pt x="520" y="48"/>
                    <a:pt x="423" y="0"/>
                    <a:pt x="322" y="0"/>
                  </a:cubicBezTo>
                  <a:cubicBezTo>
                    <a:pt x="145" y="0"/>
                    <a:pt x="0" y="144"/>
                    <a:pt x="0" y="321"/>
                  </a:cubicBezTo>
                  <a:cubicBezTo>
                    <a:pt x="0" y="498"/>
                    <a:pt x="145" y="643"/>
                    <a:pt x="322" y="643"/>
                  </a:cubicBezTo>
                  <a:cubicBezTo>
                    <a:pt x="423" y="643"/>
                    <a:pt x="520" y="594"/>
                    <a:pt x="580" y="513"/>
                  </a:cubicBezTo>
                  <a:cubicBezTo>
                    <a:pt x="593" y="495"/>
                    <a:pt x="590" y="470"/>
                    <a:pt x="572" y="4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68">
              <a:extLst>
                <a:ext uri="{FF2B5EF4-FFF2-40B4-BE49-F238E27FC236}">
                  <a16:creationId xmlns:a16="http://schemas.microsoft.com/office/drawing/2014/main" id="{EC34B1A6-38B0-B0DE-FE6A-8529A44D33EA}"/>
                </a:ext>
              </a:extLst>
            </p:cNvPr>
            <p:cNvSpPr/>
            <p:nvPr/>
          </p:nvSpPr>
          <p:spPr>
            <a:xfrm>
              <a:off x="4138613" y="3643313"/>
              <a:ext cx="61913" cy="60722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0" y="136"/>
                  </a:moveTo>
                  <a:cubicBezTo>
                    <a:pt x="0" y="211"/>
                    <a:pt x="61" y="272"/>
                    <a:pt x="136" y="272"/>
                  </a:cubicBezTo>
                  <a:cubicBezTo>
                    <a:pt x="211" y="272"/>
                    <a:pt x="272" y="211"/>
                    <a:pt x="272" y="136"/>
                  </a:cubicBezTo>
                  <a:cubicBezTo>
                    <a:pt x="272" y="61"/>
                    <a:pt x="211" y="0"/>
                    <a:pt x="136" y="0"/>
                  </a:cubicBezTo>
                  <a:cubicBezTo>
                    <a:pt x="61" y="0"/>
                    <a:pt x="0" y="61"/>
                    <a:pt x="0" y="136"/>
                  </a:cubicBezTo>
                  <a:close/>
                  <a:moveTo>
                    <a:pt x="192" y="136"/>
                  </a:moveTo>
                  <a:cubicBezTo>
                    <a:pt x="192" y="167"/>
                    <a:pt x="167" y="192"/>
                    <a:pt x="136" y="192"/>
                  </a:cubicBezTo>
                  <a:cubicBezTo>
                    <a:pt x="105" y="192"/>
                    <a:pt x="80" y="167"/>
                    <a:pt x="80" y="136"/>
                  </a:cubicBezTo>
                  <a:cubicBezTo>
                    <a:pt x="80" y="105"/>
                    <a:pt x="105" y="80"/>
                    <a:pt x="136" y="80"/>
                  </a:cubicBezTo>
                  <a:cubicBezTo>
                    <a:pt x="167" y="80"/>
                    <a:pt x="192" y="105"/>
                    <a:pt x="192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68">
              <a:extLst>
                <a:ext uri="{FF2B5EF4-FFF2-40B4-BE49-F238E27FC236}">
                  <a16:creationId xmlns:a16="http://schemas.microsoft.com/office/drawing/2014/main" id="{5672B29C-0D94-2AD8-C406-BDCABF09B977}"/>
                </a:ext>
              </a:extLst>
            </p:cNvPr>
            <p:cNvSpPr/>
            <p:nvPr/>
          </p:nvSpPr>
          <p:spPr>
            <a:xfrm>
              <a:off x="4223147" y="3664744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8" name="Google Shape;1358;p68">
            <a:extLst>
              <a:ext uri="{FF2B5EF4-FFF2-40B4-BE49-F238E27FC236}">
                <a16:creationId xmlns:a16="http://schemas.microsoft.com/office/drawing/2014/main" id="{00FFCCB8-FED8-9E91-7806-B7F9336D07FC}"/>
              </a:ext>
            </a:extLst>
          </p:cNvPr>
          <p:cNvGrpSpPr/>
          <p:nvPr/>
        </p:nvGrpSpPr>
        <p:grpSpPr>
          <a:xfrm>
            <a:off x="7017252" y="3399842"/>
            <a:ext cx="767005" cy="802256"/>
            <a:chOff x="6836569" y="4506516"/>
            <a:chExt cx="440529" cy="460775"/>
          </a:xfrm>
        </p:grpSpPr>
        <p:sp>
          <p:nvSpPr>
            <p:cNvPr id="1359" name="Google Shape;1359;p68">
              <a:extLst>
                <a:ext uri="{FF2B5EF4-FFF2-40B4-BE49-F238E27FC236}">
                  <a16:creationId xmlns:a16="http://schemas.microsoft.com/office/drawing/2014/main" id="{1E6F1E45-9B6B-9A68-E233-D55B13320079}"/>
                </a:ext>
              </a:extLst>
            </p:cNvPr>
            <p:cNvSpPr/>
            <p:nvPr/>
          </p:nvSpPr>
          <p:spPr>
            <a:xfrm>
              <a:off x="6847285" y="4510088"/>
              <a:ext cx="425052" cy="448865"/>
            </a:xfrm>
            <a:custGeom>
              <a:avLst/>
              <a:gdLst/>
              <a:ahLst/>
              <a:cxnLst/>
              <a:rect l="l" t="t" r="r" b="b"/>
              <a:pathLst>
                <a:path w="1898" h="1999" extrusionOk="0">
                  <a:moveTo>
                    <a:pt x="1172" y="1999"/>
                  </a:moveTo>
                  <a:cubicBezTo>
                    <a:pt x="1209" y="1999"/>
                    <a:pt x="1240" y="1968"/>
                    <a:pt x="1240" y="1930"/>
                  </a:cubicBezTo>
                  <a:cubicBezTo>
                    <a:pt x="1240" y="1864"/>
                    <a:pt x="1240" y="1864"/>
                    <a:pt x="1240" y="1864"/>
                  </a:cubicBezTo>
                  <a:cubicBezTo>
                    <a:pt x="1240" y="1789"/>
                    <a:pt x="1300" y="1728"/>
                    <a:pt x="1375" y="1728"/>
                  </a:cubicBezTo>
                  <a:cubicBezTo>
                    <a:pt x="1376" y="1728"/>
                    <a:pt x="1376" y="1728"/>
                    <a:pt x="1376" y="1728"/>
                  </a:cubicBezTo>
                  <a:cubicBezTo>
                    <a:pt x="1521" y="1727"/>
                    <a:pt x="1639" y="1611"/>
                    <a:pt x="1642" y="1466"/>
                  </a:cubicBezTo>
                  <a:cubicBezTo>
                    <a:pt x="1649" y="1276"/>
                    <a:pt x="1649" y="1276"/>
                    <a:pt x="1649" y="1276"/>
                  </a:cubicBezTo>
                  <a:cubicBezTo>
                    <a:pt x="1751" y="1276"/>
                    <a:pt x="1751" y="1276"/>
                    <a:pt x="1751" y="1276"/>
                  </a:cubicBezTo>
                  <a:cubicBezTo>
                    <a:pt x="1841" y="1276"/>
                    <a:pt x="1898" y="1179"/>
                    <a:pt x="1855" y="1100"/>
                  </a:cubicBezTo>
                  <a:cubicBezTo>
                    <a:pt x="1855" y="1100"/>
                    <a:pt x="1666" y="809"/>
                    <a:pt x="1666" y="809"/>
                  </a:cubicBezTo>
                  <a:cubicBezTo>
                    <a:pt x="1664" y="689"/>
                    <a:pt x="1664" y="689"/>
                    <a:pt x="1664" y="689"/>
                  </a:cubicBezTo>
                  <a:cubicBezTo>
                    <a:pt x="1662" y="664"/>
                    <a:pt x="1659" y="638"/>
                    <a:pt x="1655" y="613"/>
                  </a:cubicBezTo>
                  <a:cubicBezTo>
                    <a:pt x="1648" y="569"/>
                    <a:pt x="1637" y="524"/>
                    <a:pt x="1622" y="482"/>
                  </a:cubicBezTo>
                  <a:cubicBezTo>
                    <a:pt x="1595" y="404"/>
                    <a:pt x="1554" y="332"/>
                    <a:pt x="1500" y="271"/>
                  </a:cubicBezTo>
                  <a:cubicBezTo>
                    <a:pt x="1395" y="152"/>
                    <a:pt x="1245" y="77"/>
                    <a:pt x="1091" y="48"/>
                  </a:cubicBezTo>
                  <a:cubicBezTo>
                    <a:pt x="830" y="0"/>
                    <a:pt x="562" y="50"/>
                    <a:pt x="359" y="229"/>
                  </a:cubicBezTo>
                  <a:cubicBezTo>
                    <a:pt x="43" y="509"/>
                    <a:pt x="0" y="1003"/>
                    <a:pt x="265" y="1331"/>
                  </a:cubicBezTo>
                  <a:cubicBezTo>
                    <a:pt x="310" y="1387"/>
                    <a:pt x="363" y="1437"/>
                    <a:pt x="421" y="1479"/>
                  </a:cubicBezTo>
                  <a:cubicBezTo>
                    <a:pt x="467" y="1512"/>
                    <a:pt x="495" y="1564"/>
                    <a:pt x="495" y="1620"/>
                  </a:cubicBezTo>
                  <a:cubicBezTo>
                    <a:pt x="495" y="1930"/>
                    <a:pt x="495" y="1930"/>
                    <a:pt x="495" y="1930"/>
                  </a:cubicBezTo>
                  <a:cubicBezTo>
                    <a:pt x="495" y="1968"/>
                    <a:pt x="525" y="1999"/>
                    <a:pt x="563" y="1999"/>
                  </a:cubicBezTo>
                  <a:cubicBezTo>
                    <a:pt x="1172" y="1999"/>
                    <a:pt x="1172" y="1999"/>
                    <a:pt x="1172" y="19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68">
              <a:extLst>
                <a:ext uri="{FF2B5EF4-FFF2-40B4-BE49-F238E27FC236}">
                  <a16:creationId xmlns:a16="http://schemas.microsoft.com/office/drawing/2014/main" id="{3A137103-5377-F4AF-AC78-CDDB99FAFD18}"/>
                </a:ext>
              </a:extLst>
            </p:cNvPr>
            <p:cNvSpPr/>
            <p:nvPr/>
          </p:nvSpPr>
          <p:spPr>
            <a:xfrm>
              <a:off x="6928247" y="4574381"/>
              <a:ext cx="240600" cy="240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68">
              <a:extLst>
                <a:ext uri="{FF2B5EF4-FFF2-40B4-BE49-F238E27FC236}">
                  <a16:creationId xmlns:a16="http://schemas.microsoft.com/office/drawing/2014/main" id="{4B43DD40-B122-398D-3A80-C14D6C30DFCB}"/>
                </a:ext>
              </a:extLst>
            </p:cNvPr>
            <p:cNvSpPr/>
            <p:nvPr/>
          </p:nvSpPr>
          <p:spPr>
            <a:xfrm>
              <a:off x="6981825" y="4644629"/>
              <a:ext cx="133351" cy="115492"/>
            </a:xfrm>
            <a:custGeom>
              <a:avLst/>
              <a:gdLst/>
              <a:ahLst/>
              <a:cxnLst/>
              <a:rect l="l" t="t" r="r" b="b"/>
              <a:pathLst>
                <a:path w="593" h="513" extrusionOk="0">
                  <a:moveTo>
                    <a:pt x="297" y="59"/>
                  </a:moveTo>
                  <a:cubicBezTo>
                    <a:pt x="297" y="60"/>
                    <a:pt x="297" y="60"/>
                    <a:pt x="297" y="60"/>
                  </a:cubicBezTo>
                  <a:cubicBezTo>
                    <a:pt x="296" y="59"/>
                    <a:pt x="296" y="59"/>
                    <a:pt x="296" y="59"/>
                  </a:cubicBezTo>
                  <a:cubicBezTo>
                    <a:pt x="232" y="0"/>
                    <a:pt x="134" y="0"/>
                    <a:pt x="70" y="59"/>
                  </a:cubicBezTo>
                  <a:cubicBezTo>
                    <a:pt x="0" y="125"/>
                    <a:pt x="0" y="235"/>
                    <a:pt x="70" y="300"/>
                  </a:cubicBezTo>
                  <a:cubicBezTo>
                    <a:pt x="297" y="513"/>
                    <a:pt x="297" y="513"/>
                    <a:pt x="297" y="513"/>
                  </a:cubicBezTo>
                  <a:cubicBezTo>
                    <a:pt x="523" y="300"/>
                    <a:pt x="523" y="300"/>
                    <a:pt x="523" y="300"/>
                  </a:cubicBezTo>
                  <a:cubicBezTo>
                    <a:pt x="593" y="235"/>
                    <a:pt x="593" y="125"/>
                    <a:pt x="523" y="59"/>
                  </a:cubicBezTo>
                  <a:cubicBezTo>
                    <a:pt x="460" y="0"/>
                    <a:pt x="361" y="0"/>
                    <a:pt x="297" y="5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68">
              <a:extLst>
                <a:ext uri="{FF2B5EF4-FFF2-40B4-BE49-F238E27FC236}">
                  <a16:creationId xmlns:a16="http://schemas.microsoft.com/office/drawing/2014/main" id="{A4D74BC4-E382-55C4-A940-065AAC160B1E}"/>
                </a:ext>
              </a:extLst>
            </p:cNvPr>
            <p:cNvSpPr/>
            <p:nvPr/>
          </p:nvSpPr>
          <p:spPr>
            <a:xfrm>
              <a:off x="6836569" y="4506516"/>
              <a:ext cx="440529" cy="460775"/>
            </a:xfrm>
            <a:custGeom>
              <a:avLst/>
              <a:gdLst/>
              <a:ahLst/>
              <a:cxnLst/>
              <a:rect l="l" t="t" r="r" b="b"/>
              <a:pathLst>
                <a:path w="1961" h="2056" extrusionOk="0">
                  <a:moveTo>
                    <a:pt x="1934" y="1098"/>
                  </a:moveTo>
                  <a:cubicBezTo>
                    <a:pt x="1933" y="1097"/>
                    <a:pt x="1933" y="1097"/>
                    <a:pt x="1932" y="1096"/>
                  </a:cubicBezTo>
                  <a:cubicBezTo>
                    <a:pt x="1932" y="1096"/>
                    <a:pt x="1782" y="865"/>
                    <a:pt x="1750" y="814"/>
                  </a:cubicBezTo>
                  <a:cubicBezTo>
                    <a:pt x="1748" y="705"/>
                    <a:pt x="1748" y="705"/>
                    <a:pt x="1748" y="705"/>
                  </a:cubicBezTo>
                  <a:cubicBezTo>
                    <a:pt x="1748" y="705"/>
                    <a:pt x="1748" y="704"/>
                    <a:pt x="1748" y="703"/>
                  </a:cubicBezTo>
                  <a:cubicBezTo>
                    <a:pt x="1746" y="676"/>
                    <a:pt x="1743" y="650"/>
                    <a:pt x="1739" y="624"/>
                  </a:cubicBezTo>
                  <a:cubicBezTo>
                    <a:pt x="1731" y="576"/>
                    <a:pt x="1719" y="529"/>
                    <a:pt x="1704" y="485"/>
                  </a:cubicBezTo>
                  <a:cubicBezTo>
                    <a:pt x="1674" y="401"/>
                    <a:pt x="1631" y="326"/>
                    <a:pt x="1574" y="261"/>
                  </a:cubicBezTo>
                  <a:cubicBezTo>
                    <a:pt x="1468" y="141"/>
                    <a:pt x="1315" y="58"/>
                    <a:pt x="1142" y="26"/>
                  </a:cubicBezTo>
                  <a:cubicBezTo>
                    <a:pt x="1002" y="0"/>
                    <a:pt x="866" y="2"/>
                    <a:pt x="738" y="31"/>
                  </a:cubicBezTo>
                  <a:cubicBezTo>
                    <a:pt x="601" y="63"/>
                    <a:pt x="479" y="125"/>
                    <a:pt x="377" y="216"/>
                  </a:cubicBezTo>
                  <a:cubicBezTo>
                    <a:pt x="45" y="510"/>
                    <a:pt x="0" y="1029"/>
                    <a:pt x="278" y="1373"/>
                  </a:cubicBezTo>
                  <a:cubicBezTo>
                    <a:pt x="325" y="1432"/>
                    <a:pt x="381" y="1485"/>
                    <a:pt x="442" y="1529"/>
                  </a:cubicBezTo>
                  <a:cubicBezTo>
                    <a:pt x="478" y="1554"/>
                    <a:pt x="499" y="1595"/>
                    <a:pt x="499" y="1637"/>
                  </a:cubicBezTo>
                  <a:cubicBezTo>
                    <a:pt x="499" y="1947"/>
                    <a:pt x="499" y="1947"/>
                    <a:pt x="499" y="1947"/>
                  </a:cubicBezTo>
                  <a:cubicBezTo>
                    <a:pt x="499" y="2007"/>
                    <a:pt x="547" y="2056"/>
                    <a:pt x="607" y="2056"/>
                  </a:cubicBezTo>
                  <a:cubicBezTo>
                    <a:pt x="733" y="2056"/>
                    <a:pt x="733" y="2056"/>
                    <a:pt x="733" y="2056"/>
                  </a:cubicBezTo>
                  <a:cubicBezTo>
                    <a:pt x="755" y="2056"/>
                    <a:pt x="773" y="2038"/>
                    <a:pt x="773" y="2016"/>
                  </a:cubicBezTo>
                  <a:cubicBezTo>
                    <a:pt x="773" y="1993"/>
                    <a:pt x="755" y="1976"/>
                    <a:pt x="733" y="1976"/>
                  </a:cubicBezTo>
                  <a:cubicBezTo>
                    <a:pt x="607" y="1976"/>
                    <a:pt x="607" y="1976"/>
                    <a:pt x="607" y="1976"/>
                  </a:cubicBezTo>
                  <a:cubicBezTo>
                    <a:pt x="591" y="1976"/>
                    <a:pt x="579" y="1963"/>
                    <a:pt x="579" y="1947"/>
                  </a:cubicBezTo>
                  <a:cubicBezTo>
                    <a:pt x="579" y="1637"/>
                    <a:pt x="579" y="1637"/>
                    <a:pt x="579" y="1637"/>
                  </a:cubicBezTo>
                  <a:cubicBezTo>
                    <a:pt x="579" y="1569"/>
                    <a:pt x="545" y="1504"/>
                    <a:pt x="489" y="1464"/>
                  </a:cubicBezTo>
                  <a:cubicBezTo>
                    <a:pt x="433" y="1424"/>
                    <a:pt x="383" y="1376"/>
                    <a:pt x="340" y="1323"/>
                  </a:cubicBezTo>
                  <a:cubicBezTo>
                    <a:pt x="89" y="1012"/>
                    <a:pt x="129" y="542"/>
                    <a:pt x="430" y="276"/>
                  </a:cubicBezTo>
                  <a:cubicBezTo>
                    <a:pt x="611" y="116"/>
                    <a:pt x="859" y="55"/>
                    <a:pt x="1127" y="104"/>
                  </a:cubicBezTo>
                  <a:cubicBezTo>
                    <a:pt x="1282" y="133"/>
                    <a:pt x="1420" y="208"/>
                    <a:pt x="1514" y="314"/>
                  </a:cubicBezTo>
                  <a:cubicBezTo>
                    <a:pt x="1564" y="371"/>
                    <a:pt x="1602" y="437"/>
                    <a:pt x="1629" y="512"/>
                  </a:cubicBezTo>
                  <a:cubicBezTo>
                    <a:pt x="1642" y="551"/>
                    <a:pt x="1653" y="593"/>
                    <a:pt x="1660" y="637"/>
                  </a:cubicBezTo>
                  <a:cubicBezTo>
                    <a:pt x="1663" y="659"/>
                    <a:pt x="1666" y="683"/>
                    <a:pt x="1668" y="708"/>
                  </a:cubicBezTo>
                  <a:cubicBezTo>
                    <a:pt x="1670" y="827"/>
                    <a:pt x="1670" y="827"/>
                    <a:pt x="1670" y="827"/>
                  </a:cubicBezTo>
                  <a:cubicBezTo>
                    <a:pt x="1670" y="834"/>
                    <a:pt x="1672" y="841"/>
                    <a:pt x="1676" y="848"/>
                  </a:cubicBezTo>
                  <a:cubicBezTo>
                    <a:pt x="1676" y="848"/>
                    <a:pt x="1676" y="848"/>
                    <a:pt x="1864" y="1138"/>
                  </a:cubicBezTo>
                  <a:cubicBezTo>
                    <a:pt x="1877" y="1162"/>
                    <a:pt x="1877" y="1191"/>
                    <a:pt x="1862" y="1215"/>
                  </a:cubicBezTo>
                  <a:cubicBezTo>
                    <a:pt x="1848" y="1239"/>
                    <a:pt x="1823" y="1253"/>
                    <a:pt x="1795" y="1253"/>
                  </a:cubicBezTo>
                  <a:cubicBezTo>
                    <a:pt x="1693" y="1253"/>
                    <a:pt x="1693" y="1253"/>
                    <a:pt x="1693" y="1253"/>
                  </a:cubicBezTo>
                  <a:cubicBezTo>
                    <a:pt x="1672" y="1253"/>
                    <a:pt x="1654" y="1270"/>
                    <a:pt x="1653" y="1292"/>
                  </a:cubicBezTo>
                  <a:cubicBezTo>
                    <a:pt x="1646" y="1482"/>
                    <a:pt x="1646" y="1482"/>
                    <a:pt x="1646" y="1482"/>
                  </a:cubicBezTo>
                  <a:cubicBezTo>
                    <a:pt x="1646" y="1482"/>
                    <a:pt x="1646" y="1482"/>
                    <a:pt x="1646" y="1482"/>
                  </a:cubicBezTo>
                  <a:cubicBezTo>
                    <a:pt x="1645" y="1542"/>
                    <a:pt x="1621" y="1598"/>
                    <a:pt x="1578" y="1640"/>
                  </a:cubicBezTo>
                  <a:cubicBezTo>
                    <a:pt x="1535" y="1682"/>
                    <a:pt x="1479" y="1705"/>
                    <a:pt x="1419" y="1705"/>
                  </a:cubicBezTo>
                  <a:cubicBezTo>
                    <a:pt x="1419" y="1705"/>
                    <a:pt x="1419" y="1705"/>
                    <a:pt x="1419" y="1705"/>
                  </a:cubicBezTo>
                  <a:cubicBezTo>
                    <a:pt x="1322" y="1705"/>
                    <a:pt x="1244" y="1784"/>
                    <a:pt x="1244" y="1881"/>
                  </a:cubicBezTo>
                  <a:cubicBezTo>
                    <a:pt x="1244" y="1947"/>
                    <a:pt x="1244" y="1947"/>
                    <a:pt x="1244" y="1947"/>
                  </a:cubicBezTo>
                  <a:cubicBezTo>
                    <a:pt x="1244" y="1963"/>
                    <a:pt x="1231" y="1976"/>
                    <a:pt x="1216" y="1976"/>
                  </a:cubicBezTo>
                  <a:cubicBezTo>
                    <a:pt x="1097" y="1976"/>
                    <a:pt x="1097" y="1976"/>
                    <a:pt x="1097" y="1976"/>
                  </a:cubicBezTo>
                  <a:cubicBezTo>
                    <a:pt x="1075" y="1976"/>
                    <a:pt x="1057" y="1993"/>
                    <a:pt x="1057" y="2016"/>
                  </a:cubicBezTo>
                  <a:cubicBezTo>
                    <a:pt x="1057" y="2038"/>
                    <a:pt x="1075" y="2056"/>
                    <a:pt x="1097" y="2056"/>
                  </a:cubicBezTo>
                  <a:cubicBezTo>
                    <a:pt x="1216" y="2056"/>
                    <a:pt x="1216" y="2056"/>
                    <a:pt x="1216" y="2056"/>
                  </a:cubicBezTo>
                  <a:cubicBezTo>
                    <a:pt x="1275" y="2056"/>
                    <a:pt x="1324" y="2007"/>
                    <a:pt x="1324" y="1947"/>
                  </a:cubicBezTo>
                  <a:cubicBezTo>
                    <a:pt x="1324" y="1881"/>
                    <a:pt x="1324" y="1881"/>
                    <a:pt x="1324" y="1881"/>
                  </a:cubicBezTo>
                  <a:cubicBezTo>
                    <a:pt x="1324" y="1828"/>
                    <a:pt x="1367" y="1785"/>
                    <a:pt x="1419" y="1785"/>
                  </a:cubicBezTo>
                  <a:cubicBezTo>
                    <a:pt x="1420" y="1785"/>
                    <a:pt x="1420" y="1785"/>
                    <a:pt x="1420" y="1785"/>
                  </a:cubicBezTo>
                  <a:cubicBezTo>
                    <a:pt x="1500" y="1785"/>
                    <a:pt x="1577" y="1753"/>
                    <a:pt x="1634" y="1697"/>
                  </a:cubicBezTo>
                  <a:cubicBezTo>
                    <a:pt x="1692" y="1640"/>
                    <a:pt x="1724" y="1565"/>
                    <a:pt x="1726" y="1484"/>
                  </a:cubicBezTo>
                  <a:cubicBezTo>
                    <a:pt x="1732" y="1333"/>
                    <a:pt x="1732" y="1333"/>
                    <a:pt x="1732" y="1333"/>
                  </a:cubicBezTo>
                  <a:cubicBezTo>
                    <a:pt x="1795" y="1333"/>
                    <a:pt x="1795" y="1333"/>
                    <a:pt x="1795" y="1333"/>
                  </a:cubicBezTo>
                  <a:cubicBezTo>
                    <a:pt x="1852" y="1333"/>
                    <a:pt x="1903" y="1304"/>
                    <a:pt x="1931" y="1255"/>
                  </a:cubicBezTo>
                  <a:cubicBezTo>
                    <a:pt x="1960" y="1206"/>
                    <a:pt x="1961" y="1148"/>
                    <a:pt x="1934" y="10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68">
              <a:extLst>
                <a:ext uri="{FF2B5EF4-FFF2-40B4-BE49-F238E27FC236}">
                  <a16:creationId xmlns:a16="http://schemas.microsoft.com/office/drawing/2014/main" id="{8D1A0477-6E3F-61F3-63B7-EE91EABECD05}"/>
                </a:ext>
              </a:extLst>
            </p:cNvPr>
            <p:cNvSpPr/>
            <p:nvPr/>
          </p:nvSpPr>
          <p:spPr>
            <a:xfrm>
              <a:off x="6977063" y="4635104"/>
              <a:ext cx="142874" cy="133351"/>
            </a:xfrm>
            <a:custGeom>
              <a:avLst/>
              <a:gdLst/>
              <a:ahLst/>
              <a:cxnLst/>
              <a:rect l="l" t="t" r="r" b="b"/>
              <a:pathLst>
                <a:path w="637" h="596" extrusionOk="0">
                  <a:moveTo>
                    <a:pt x="637" y="223"/>
                  </a:moveTo>
                  <a:cubicBezTo>
                    <a:pt x="637" y="166"/>
                    <a:pt x="614" y="112"/>
                    <a:pt x="573" y="73"/>
                  </a:cubicBezTo>
                  <a:cubicBezTo>
                    <a:pt x="502" y="7"/>
                    <a:pt x="396" y="0"/>
                    <a:pt x="319" y="52"/>
                  </a:cubicBezTo>
                  <a:cubicBezTo>
                    <a:pt x="241" y="0"/>
                    <a:pt x="135" y="7"/>
                    <a:pt x="65" y="73"/>
                  </a:cubicBezTo>
                  <a:cubicBezTo>
                    <a:pt x="23" y="112"/>
                    <a:pt x="0" y="166"/>
                    <a:pt x="0" y="223"/>
                  </a:cubicBezTo>
                  <a:cubicBezTo>
                    <a:pt x="0" y="279"/>
                    <a:pt x="23" y="334"/>
                    <a:pt x="65" y="373"/>
                  </a:cubicBezTo>
                  <a:cubicBezTo>
                    <a:pt x="291" y="585"/>
                    <a:pt x="291" y="585"/>
                    <a:pt x="291" y="585"/>
                  </a:cubicBezTo>
                  <a:cubicBezTo>
                    <a:pt x="299" y="592"/>
                    <a:pt x="309" y="596"/>
                    <a:pt x="319" y="596"/>
                  </a:cubicBezTo>
                  <a:cubicBezTo>
                    <a:pt x="328" y="596"/>
                    <a:pt x="338" y="592"/>
                    <a:pt x="346" y="585"/>
                  </a:cubicBezTo>
                  <a:cubicBezTo>
                    <a:pt x="573" y="373"/>
                    <a:pt x="573" y="373"/>
                    <a:pt x="573" y="373"/>
                  </a:cubicBezTo>
                  <a:cubicBezTo>
                    <a:pt x="614" y="334"/>
                    <a:pt x="637" y="279"/>
                    <a:pt x="637" y="223"/>
                  </a:cubicBezTo>
                  <a:close/>
                  <a:moveTo>
                    <a:pt x="518" y="314"/>
                  </a:moveTo>
                  <a:cubicBezTo>
                    <a:pt x="319" y="501"/>
                    <a:pt x="319" y="501"/>
                    <a:pt x="319" y="501"/>
                  </a:cubicBezTo>
                  <a:cubicBezTo>
                    <a:pt x="119" y="314"/>
                    <a:pt x="119" y="314"/>
                    <a:pt x="119" y="314"/>
                  </a:cubicBezTo>
                  <a:cubicBezTo>
                    <a:pt x="94" y="290"/>
                    <a:pt x="80" y="258"/>
                    <a:pt x="80" y="223"/>
                  </a:cubicBezTo>
                  <a:cubicBezTo>
                    <a:pt x="80" y="188"/>
                    <a:pt x="94" y="156"/>
                    <a:pt x="119" y="132"/>
                  </a:cubicBezTo>
                  <a:cubicBezTo>
                    <a:pt x="143" y="109"/>
                    <a:pt x="174" y="98"/>
                    <a:pt x="205" y="98"/>
                  </a:cubicBezTo>
                  <a:cubicBezTo>
                    <a:pt x="236" y="98"/>
                    <a:pt x="267" y="109"/>
                    <a:pt x="291" y="132"/>
                  </a:cubicBezTo>
                  <a:cubicBezTo>
                    <a:pt x="291" y="132"/>
                    <a:pt x="291" y="132"/>
                    <a:pt x="291" y="132"/>
                  </a:cubicBezTo>
                  <a:cubicBezTo>
                    <a:pt x="307" y="147"/>
                    <a:pt x="331" y="147"/>
                    <a:pt x="346" y="132"/>
                  </a:cubicBezTo>
                  <a:cubicBezTo>
                    <a:pt x="347" y="132"/>
                    <a:pt x="347" y="132"/>
                    <a:pt x="347" y="132"/>
                  </a:cubicBezTo>
                  <a:cubicBezTo>
                    <a:pt x="395" y="87"/>
                    <a:pt x="470" y="87"/>
                    <a:pt x="518" y="132"/>
                  </a:cubicBezTo>
                  <a:cubicBezTo>
                    <a:pt x="543" y="156"/>
                    <a:pt x="557" y="188"/>
                    <a:pt x="557" y="223"/>
                  </a:cubicBezTo>
                  <a:cubicBezTo>
                    <a:pt x="557" y="258"/>
                    <a:pt x="543" y="290"/>
                    <a:pt x="518" y="3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68">
              <a:extLst>
                <a:ext uri="{FF2B5EF4-FFF2-40B4-BE49-F238E27FC236}">
                  <a16:creationId xmlns:a16="http://schemas.microsoft.com/office/drawing/2014/main" id="{62959F07-CDF3-2DE4-70CB-1B0FAF0555EE}"/>
                </a:ext>
              </a:extLst>
            </p:cNvPr>
            <p:cNvSpPr/>
            <p:nvPr/>
          </p:nvSpPr>
          <p:spPr>
            <a:xfrm>
              <a:off x="6919913" y="4566047"/>
              <a:ext cx="258366" cy="258366"/>
            </a:xfrm>
            <a:custGeom>
              <a:avLst/>
              <a:gdLst/>
              <a:ahLst/>
              <a:cxnLst/>
              <a:rect l="l" t="t" r="r" b="b"/>
              <a:pathLst>
                <a:path w="1154" h="1154" extrusionOk="0">
                  <a:moveTo>
                    <a:pt x="577" y="1074"/>
                  </a:moveTo>
                  <a:cubicBezTo>
                    <a:pt x="303" y="1074"/>
                    <a:pt x="80" y="851"/>
                    <a:pt x="80" y="577"/>
                  </a:cubicBezTo>
                  <a:cubicBezTo>
                    <a:pt x="80" y="303"/>
                    <a:pt x="303" y="80"/>
                    <a:pt x="577" y="80"/>
                  </a:cubicBezTo>
                  <a:cubicBezTo>
                    <a:pt x="851" y="80"/>
                    <a:pt x="1074" y="303"/>
                    <a:pt x="1074" y="577"/>
                  </a:cubicBezTo>
                  <a:cubicBezTo>
                    <a:pt x="1074" y="599"/>
                    <a:pt x="1092" y="617"/>
                    <a:pt x="1114" y="617"/>
                  </a:cubicBezTo>
                  <a:cubicBezTo>
                    <a:pt x="1136" y="617"/>
                    <a:pt x="1154" y="599"/>
                    <a:pt x="1154" y="577"/>
                  </a:cubicBezTo>
                  <a:cubicBezTo>
                    <a:pt x="1154" y="259"/>
                    <a:pt x="895" y="0"/>
                    <a:pt x="577" y="0"/>
                  </a:cubicBezTo>
                  <a:cubicBezTo>
                    <a:pt x="258" y="0"/>
                    <a:pt x="0" y="259"/>
                    <a:pt x="0" y="577"/>
                  </a:cubicBezTo>
                  <a:cubicBezTo>
                    <a:pt x="0" y="895"/>
                    <a:pt x="258" y="1154"/>
                    <a:pt x="577" y="1154"/>
                  </a:cubicBezTo>
                  <a:cubicBezTo>
                    <a:pt x="599" y="1154"/>
                    <a:pt x="617" y="1136"/>
                    <a:pt x="617" y="1114"/>
                  </a:cubicBezTo>
                  <a:cubicBezTo>
                    <a:pt x="617" y="1092"/>
                    <a:pt x="599" y="1074"/>
                    <a:pt x="577" y="1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68">
              <a:extLst>
                <a:ext uri="{FF2B5EF4-FFF2-40B4-BE49-F238E27FC236}">
                  <a16:creationId xmlns:a16="http://schemas.microsoft.com/office/drawing/2014/main" id="{4CD5AFB9-3829-7878-C738-B298DA27D335}"/>
                </a:ext>
              </a:extLst>
            </p:cNvPr>
            <p:cNvSpPr/>
            <p:nvPr/>
          </p:nvSpPr>
          <p:spPr>
            <a:xfrm>
              <a:off x="7122319" y="4770835"/>
              <a:ext cx="29766" cy="27385"/>
            </a:xfrm>
            <a:custGeom>
              <a:avLst/>
              <a:gdLst/>
              <a:ahLst/>
              <a:cxnLst/>
              <a:rect l="l" t="t" r="r" b="b"/>
              <a:pathLst>
                <a:path w="129" h="120" extrusionOk="0">
                  <a:moveTo>
                    <a:pt x="111" y="50"/>
                  </a:moveTo>
                  <a:cubicBezTo>
                    <a:pt x="71" y="15"/>
                    <a:pt x="71" y="15"/>
                    <a:pt x="71" y="15"/>
                  </a:cubicBezTo>
                  <a:cubicBezTo>
                    <a:pt x="55" y="0"/>
                    <a:pt x="30" y="2"/>
                    <a:pt x="15" y="18"/>
                  </a:cubicBezTo>
                  <a:cubicBezTo>
                    <a:pt x="0" y="35"/>
                    <a:pt x="2" y="60"/>
                    <a:pt x="18" y="75"/>
                  </a:cubicBezTo>
                  <a:cubicBezTo>
                    <a:pt x="58" y="110"/>
                    <a:pt x="58" y="110"/>
                    <a:pt x="58" y="110"/>
                  </a:cubicBezTo>
                  <a:cubicBezTo>
                    <a:pt x="66" y="117"/>
                    <a:pt x="75" y="120"/>
                    <a:pt x="85" y="120"/>
                  </a:cubicBezTo>
                  <a:cubicBezTo>
                    <a:pt x="96" y="120"/>
                    <a:pt x="107" y="116"/>
                    <a:pt x="115" y="107"/>
                  </a:cubicBezTo>
                  <a:cubicBezTo>
                    <a:pt x="129" y="90"/>
                    <a:pt x="128" y="65"/>
                    <a:pt x="111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68">
              <a:extLst>
                <a:ext uri="{FF2B5EF4-FFF2-40B4-BE49-F238E27FC236}">
                  <a16:creationId xmlns:a16="http://schemas.microsoft.com/office/drawing/2014/main" id="{8AC9B375-1B02-1C4C-97D4-6092EAC25029}"/>
                </a:ext>
              </a:extLst>
            </p:cNvPr>
            <p:cNvSpPr/>
            <p:nvPr/>
          </p:nvSpPr>
          <p:spPr>
            <a:xfrm>
              <a:off x="7083029" y="4794647"/>
              <a:ext cx="23813" cy="30956"/>
            </a:xfrm>
            <a:custGeom>
              <a:avLst/>
              <a:gdLst/>
              <a:ahLst/>
              <a:cxnLst/>
              <a:rect l="l" t="t" r="r" b="b"/>
              <a:pathLst>
                <a:path w="107" h="136" extrusionOk="0">
                  <a:moveTo>
                    <a:pt x="33" y="7"/>
                  </a:moveTo>
                  <a:cubicBezTo>
                    <a:pt x="12" y="14"/>
                    <a:pt x="0" y="37"/>
                    <a:pt x="7" y="58"/>
                  </a:cubicBezTo>
                  <a:cubicBezTo>
                    <a:pt x="24" y="108"/>
                    <a:pt x="24" y="108"/>
                    <a:pt x="24" y="108"/>
                  </a:cubicBezTo>
                  <a:cubicBezTo>
                    <a:pt x="30" y="125"/>
                    <a:pt x="45" y="136"/>
                    <a:pt x="62" y="136"/>
                  </a:cubicBezTo>
                  <a:cubicBezTo>
                    <a:pt x="66" y="136"/>
                    <a:pt x="71" y="135"/>
                    <a:pt x="75" y="134"/>
                  </a:cubicBezTo>
                  <a:cubicBezTo>
                    <a:pt x="96" y="127"/>
                    <a:pt x="107" y="104"/>
                    <a:pt x="100" y="83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76" y="11"/>
                    <a:pt x="54" y="0"/>
                    <a:pt x="33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68">
              <a:extLst>
                <a:ext uri="{FF2B5EF4-FFF2-40B4-BE49-F238E27FC236}">
                  <a16:creationId xmlns:a16="http://schemas.microsoft.com/office/drawing/2014/main" id="{CF098802-6CDF-C59F-28E3-D76414A7C37F}"/>
                </a:ext>
              </a:extLst>
            </p:cNvPr>
            <p:cNvSpPr/>
            <p:nvPr/>
          </p:nvSpPr>
          <p:spPr>
            <a:xfrm>
              <a:off x="7142560" y="4729163"/>
              <a:ext cx="30956" cy="21431"/>
            </a:xfrm>
            <a:custGeom>
              <a:avLst/>
              <a:gdLst/>
              <a:ahLst/>
              <a:cxnLst/>
              <a:rect l="l" t="t" r="r" b="b"/>
              <a:pathLst>
                <a:path w="139" h="95" extrusionOk="0">
                  <a:moveTo>
                    <a:pt x="96" y="95"/>
                  </a:moveTo>
                  <a:cubicBezTo>
                    <a:pt x="114" y="95"/>
                    <a:pt x="131" y="82"/>
                    <a:pt x="135" y="63"/>
                  </a:cubicBezTo>
                  <a:cubicBezTo>
                    <a:pt x="139" y="41"/>
                    <a:pt x="126" y="20"/>
                    <a:pt x="104" y="16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30" y="0"/>
                    <a:pt x="9" y="14"/>
                    <a:pt x="4" y="36"/>
                  </a:cubicBezTo>
                  <a:cubicBezTo>
                    <a:pt x="0" y="58"/>
                    <a:pt x="14" y="79"/>
                    <a:pt x="36" y="83"/>
                  </a:cubicBezTo>
                  <a:cubicBezTo>
                    <a:pt x="88" y="94"/>
                    <a:pt x="88" y="94"/>
                    <a:pt x="88" y="94"/>
                  </a:cubicBezTo>
                  <a:cubicBezTo>
                    <a:pt x="91" y="94"/>
                    <a:pt x="93" y="95"/>
                    <a:pt x="96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68">
              <a:extLst>
                <a:ext uri="{FF2B5EF4-FFF2-40B4-BE49-F238E27FC236}">
                  <a16:creationId xmlns:a16="http://schemas.microsoft.com/office/drawing/2014/main" id="{01954D47-0359-49F8-E38B-DBCC565BA0AA}"/>
                </a:ext>
              </a:extLst>
            </p:cNvPr>
            <p:cNvSpPr/>
            <p:nvPr/>
          </p:nvSpPr>
          <p:spPr>
            <a:xfrm>
              <a:off x="7033022" y="4949429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Picture 1" descr="A diagram of a structure&#10;&#10;AI-generated content may be incorrect.">
            <a:extLst>
              <a:ext uri="{FF2B5EF4-FFF2-40B4-BE49-F238E27FC236}">
                <a16:creationId xmlns:a16="http://schemas.microsoft.com/office/drawing/2014/main" id="{AFE7B0D6-4E82-1AA5-7632-5592CECDE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000" y="1663315"/>
            <a:ext cx="1330079" cy="884717"/>
          </a:xfrm>
          <a:prstGeom prst="rect">
            <a:avLst/>
          </a:prstGeom>
        </p:spPr>
      </p:pic>
      <p:pic>
        <p:nvPicPr>
          <p:cNvPr id="3" name="Picture 2" descr="A diagram of a skin structure&#10;&#10;AI-generated content may be incorrect.">
            <a:extLst>
              <a:ext uri="{FF2B5EF4-FFF2-40B4-BE49-F238E27FC236}">
                <a16:creationId xmlns:a16="http://schemas.microsoft.com/office/drawing/2014/main" id="{87608905-C9D1-5AB9-7050-D12CF5E1E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4880" y="3173767"/>
            <a:ext cx="1289930" cy="1198486"/>
          </a:xfrm>
          <a:prstGeom prst="rect">
            <a:avLst/>
          </a:prstGeom>
        </p:spPr>
      </p:pic>
      <p:pic>
        <p:nvPicPr>
          <p:cNvPr id="4" name="Picture 3" descr="A diagram of a human body&#10;&#10;AI-generated content may be incorrect.">
            <a:extLst>
              <a:ext uri="{FF2B5EF4-FFF2-40B4-BE49-F238E27FC236}">
                <a16:creationId xmlns:a16="http://schemas.microsoft.com/office/drawing/2014/main" id="{5241B075-A483-5A4E-4CB6-FA5CACBF9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755" y="1575786"/>
            <a:ext cx="1335934" cy="1054225"/>
          </a:xfrm>
          <a:prstGeom prst="rect">
            <a:avLst/>
          </a:prstGeom>
        </p:spPr>
      </p:pic>
      <p:pic>
        <p:nvPicPr>
          <p:cNvPr id="5" name="Picture 4" descr="A diagram of skin structure&#10;&#10;AI-generated content may be incorrect.">
            <a:extLst>
              <a:ext uri="{FF2B5EF4-FFF2-40B4-BE49-F238E27FC236}">
                <a16:creationId xmlns:a16="http://schemas.microsoft.com/office/drawing/2014/main" id="{6694701C-9809-6CB0-06BC-01FF9FD8E7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1298" y="3207057"/>
            <a:ext cx="1200012" cy="113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798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>
          <a:extLst>
            <a:ext uri="{FF2B5EF4-FFF2-40B4-BE49-F238E27FC236}">
              <a16:creationId xmlns:a16="http://schemas.microsoft.com/office/drawing/2014/main" id="{405D59EF-746B-13EB-B4EC-28C86B17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>
            <a:extLst>
              <a:ext uri="{FF2B5EF4-FFF2-40B4-BE49-F238E27FC236}">
                <a16:creationId xmlns:a16="http://schemas.microsoft.com/office/drawing/2014/main" id="{3AE0061C-74F4-00D7-5DF6-E0103A10E803}"/>
              </a:ext>
            </a:extLst>
          </p:cNvPr>
          <p:cNvSpPr/>
          <p:nvPr/>
        </p:nvSpPr>
        <p:spPr>
          <a:xfrm rot="-2421132" flipH="1">
            <a:off x="872776" y="-551213"/>
            <a:ext cx="11329930" cy="7259612"/>
          </a:xfrm>
          <a:custGeom>
            <a:avLst/>
            <a:gdLst/>
            <a:ahLst/>
            <a:cxnLst/>
            <a:rect l="l" t="t" r="r" b="b"/>
            <a:pathLst>
              <a:path w="8311" h="4497" extrusionOk="0">
                <a:moveTo>
                  <a:pt x="714" y="137"/>
                </a:moveTo>
                <a:cubicBezTo>
                  <a:pt x="1041" y="0"/>
                  <a:pt x="1553" y="212"/>
                  <a:pt x="1690" y="521"/>
                </a:cubicBezTo>
                <a:cubicBezTo>
                  <a:pt x="1834" y="845"/>
                  <a:pt x="1537" y="1165"/>
                  <a:pt x="1678" y="1341"/>
                </a:cubicBezTo>
                <a:cubicBezTo>
                  <a:pt x="1801" y="1495"/>
                  <a:pt x="2081" y="1264"/>
                  <a:pt x="2626" y="1281"/>
                </a:cubicBezTo>
                <a:cubicBezTo>
                  <a:pt x="2735" y="1284"/>
                  <a:pt x="3151" y="1302"/>
                  <a:pt x="3530" y="1529"/>
                </a:cubicBezTo>
                <a:cubicBezTo>
                  <a:pt x="3992" y="1806"/>
                  <a:pt x="3872" y="2080"/>
                  <a:pt x="4282" y="2361"/>
                </a:cubicBezTo>
                <a:cubicBezTo>
                  <a:pt x="4923" y="2801"/>
                  <a:pt x="5783" y="2521"/>
                  <a:pt x="5866" y="2493"/>
                </a:cubicBezTo>
                <a:cubicBezTo>
                  <a:pt x="6167" y="2391"/>
                  <a:pt x="6132" y="2284"/>
                  <a:pt x="6382" y="2225"/>
                </a:cubicBezTo>
                <a:cubicBezTo>
                  <a:pt x="7019" y="2075"/>
                  <a:pt x="7618" y="2585"/>
                  <a:pt x="7734" y="2689"/>
                </a:cubicBezTo>
                <a:cubicBezTo>
                  <a:pt x="7963" y="2894"/>
                  <a:pt x="8311" y="3206"/>
                  <a:pt x="8254" y="3493"/>
                </a:cubicBezTo>
                <a:cubicBezTo>
                  <a:pt x="8227" y="3627"/>
                  <a:pt x="8063" y="3998"/>
                  <a:pt x="4838" y="4273"/>
                </a:cubicBezTo>
                <a:cubicBezTo>
                  <a:pt x="2212" y="4497"/>
                  <a:pt x="1532" y="4318"/>
                  <a:pt x="1042" y="3861"/>
                </a:cubicBezTo>
                <a:cubicBezTo>
                  <a:pt x="704" y="3546"/>
                  <a:pt x="556" y="3191"/>
                  <a:pt x="454" y="2945"/>
                </a:cubicBezTo>
                <a:cubicBezTo>
                  <a:pt x="0" y="1856"/>
                  <a:pt x="117" y="387"/>
                  <a:pt x="714" y="13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2">
            <a:extLst>
              <a:ext uri="{FF2B5EF4-FFF2-40B4-BE49-F238E27FC236}">
                <a16:creationId xmlns:a16="http://schemas.microsoft.com/office/drawing/2014/main" id="{2892993F-119A-424F-C567-AEEC981D3F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2350" y="2079575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de-DE" sz="3600" b="0" err="1">
                <a:latin typeface="Segoe UI"/>
                <a:cs typeface="Segoe UI"/>
              </a:rPr>
              <a:t>Resolving</a:t>
            </a:r>
            <a:r>
              <a:rPr lang="de-DE" sz="3600" b="0">
                <a:latin typeface="Segoe UI"/>
                <a:cs typeface="Segoe UI"/>
              </a:rPr>
              <a:t>-Power</a:t>
            </a:r>
            <a:br>
              <a:rPr lang="de-DE" sz="3600" b="0">
                <a:latin typeface="Segoe UI"/>
                <a:cs typeface="Segoe UI"/>
              </a:rPr>
            </a:br>
            <a:endParaRPr lang="de-AT" sz="3600"/>
          </a:p>
        </p:txBody>
      </p:sp>
      <p:sp>
        <p:nvSpPr>
          <p:cNvPr id="497" name="Google Shape;497;p42">
            <a:extLst>
              <a:ext uri="{FF2B5EF4-FFF2-40B4-BE49-F238E27FC236}">
                <a16:creationId xmlns:a16="http://schemas.microsoft.com/office/drawing/2014/main" id="{3B830267-DB5E-F371-539D-AA55B8F3790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92350" y="101292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499" name="Google Shape;499;p42">
            <a:extLst>
              <a:ext uri="{FF2B5EF4-FFF2-40B4-BE49-F238E27FC236}">
                <a16:creationId xmlns:a16="http://schemas.microsoft.com/office/drawing/2014/main" id="{90F0A7A9-5844-9B7B-1775-487F041A1BDF}"/>
              </a:ext>
            </a:extLst>
          </p:cNvPr>
          <p:cNvGrpSpPr/>
          <p:nvPr/>
        </p:nvGrpSpPr>
        <p:grpSpPr>
          <a:xfrm rot="-786587">
            <a:off x="5866389" y="1338131"/>
            <a:ext cx="1342695" cy="1342596"/>
            <a:chOff x="1514825" y="3047675"/>
            <a:chExt cx="1023000" cy="1023000"/>
          </a:xfrm>
        </p:grpSpPr>
        <p:sp>
          <p:nvSpPr>
            <p:cNvPr id="500" name="Google Shape;500;p42">
              <a:extLst>
                <a:ext uri="{FF2B5EF4-FFF2-40B4-BE49-F238E27FC236}">
                  <a16:creationId xmlns:a16="http://schemas.microsoft.com/office/drawing/2014/main" id="{3EBBA3AD-1C68-2F28-8D20-A096C14C967F}"/>
                </a:ext>
              </a:extLst>
            </p:cNvPr>
            <p:cNvSpPr/>
            <p:nvPr/>
          </p:nvSpPr>
          <p:spPr>
            <a:xfrm>
              <a:off x="1514825" y="3047675"/>
              <a:ext cx="1023000" cy="102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501" name="Google Shape;501;p42">
              <a:extLst>
                <a:ext uri="{FF2B5EF4-FFF2-40B4-BE49-F238E27FC236}">
                  <a16:creationId xmlns:a16="http://schemas.microsoft.com/office/drawing/2014/main" id="{986F51E7-E662-6FFF-28A5-871972B15C23}"/>
                </a:ext>
              </a:extLst>
            </p:cNvPr>
            <p:cNvGrpSpPr/>
            <p:nvPr/>
          </p:nvGrpSpPr>
          <p:grpSpPr>
            <a:xfrm>
              <a:off x="1726700" y="3262643"/>
              <a:ext cx="599235" cy="593037"/>
              <a:chOff x="0" y="177404"/>
              <a:chExt cx="460773" cy="456007"/>
            </a:xfrm>
          </p:grpSpPr>
          <p:sp>
            <p:nvSpPr>
              <p:cNvPr id="502" name="Google Shape;502;p42">
                <a:extLst>
                  <a:ext uri="{FF2B5EF4-FFF2-40B4-BE49-F238E27FC236}">
                    <a16:creationId xmlns:a16="http://schemas.microsoft.com/office/drawing/2014/main" id="{C8F53653-0CA7-A09A-5CA8-43AD8CB70874}"/>
                  </a:ext>
                </a:extLst>
              </p:cNvPr>
              <p:cNvSpPr/>
              <p:nvPr/>
            </p:nvSpPr>
            <p:spPr>
              <a:xfrm>
                <a:off x="85725" y="234553"/>
                <a:ext cx="370285" cy="390524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1738" extrusionOk="0">
                    <a:moveTo>
                      <a:pt x="1427" y="1275"/>
                    </a:moveTo>
                    <a:cubicBezTo>
                      <a:pt x="1434" y="1110"/>
                      <a:pt x="1434" y="1110"/>
                      <a:pt x="1434" y="1110"/>
                    </a:cubicBezTo>
                    <a:cubicBezTo>
                      <a:pt x="1522" y="1110"/>
                      <a:pt x="1522" y="1110"/>
                      <a:pt x="1522" y="1110"/>
                    </a:cubicBezTo>
                    <a:cubicBezTo>
                      <a:pt x="1600" y="1110"/>
                      <a:pt x="1650" y="1026"/>
                      <a:pt x="1612" y="957"/>
                    </a:cubicBezTo>
                    <a:cubicBezTo>
                      <a:pt x="1612" y="957"/>
                      <a:pt x="1448" y="704"/>
                      <a:pt x="1448" y="704"/>
                    </a:cubicBezTo>
                    <a:cubicBezTo>
                      <a:pt x="1446" y="600"/>
                      <a:pt x="1446" y="600"/>
                      <a:pt x="1446" y="600"/>
                    </a:cubicBezTo>
                    <a:cubicBezTo>
                      <a:pt x="1445" y="578"/>
                      <a:pt x="1442" y="556"/>
                      <a:pt x="1439" y="534"/>
                    </a:cubicBezTo>
                    <a:cubicBezTo>
                      <a:pt x="1433" y="495"/>
                      <a:pt x="1423" y="456"/>
                      <a:pt x="1410" y="419"/>
                    </a:cubicBezTo>
                    <a:cubicBezTo>
                      <a:pt x="1387" y="352"/>
                      <a:pt x="1351" y="289"/>
                      <a:pt x="1304" y="236"/>
                    </a:cubicBezTo>
                    <a:cubicBezTo>
                      <a:pt x="1212" y="133"/>
                      <a:pt x="1082" y="67"/>
                      <a:pt x="948" y="42"/>
                    </a:cubicBezTo>
                    <a:cubicBezTo>
                      <a:pt x="721" y="0"/>
                      <a:pt x="488" y="43"/>
                      <a:pt x="312" y="200"/>
                    </a:cubicBezTo>
                    <a:cubicBezTo>
                      <a:pt x="37" y="443"/>
                      <a:pt x="0" y="873"/>
                      <a:pt x="230" y="1158"/>
                    </a:cubicBezTo>
                    <a:cubicBezTo>
                      <a:pt x="269" y="1207"/>
                      <a:pt x="315" y="1250"/>
                      <a:pt x="366" y="1287"/>
                    </a:cubicBezTo>
                    <a:cubicBezTo>
                      <a:pt x="406" y="1315"/>
                      <a:pt x="430" y="1361"/>
                      <a:pt x="430" y="1409"/>
                    </a:cubicBezTo>
                    <a:cubicBezTo>
                      <a:pt x="430" y="1679"/>
                      <a:pt x="430" y="1679"/>
                      <a:pt x="430" y="1679"/>
                    </a:cubicBezTo>
                    <a:cubicBezTo>
                      <a:pt x="430" y="1712"/>
                      <a:pt x="456" y="1738"/>
                      <a:pt x="489" y="1738"/>
                    </a:cubicBezTo>
                    <a:cubicBezTo>
                      <a:pt x="1018" y="1738"/>
                      <a:pt x="1018" y="1738"/>
                      <a:pt x="1018" y="1738"/>
                    </a:cubicBezTo>
                    <a:cubicBezTo>
                      <a:pt x="1051" y="1738"/>
                      <a:pt x="1078" y="1712"/>
                      <a:pt x="1078" y="1679"/>
                    </a:cubicBezTo>
                    <a:cubicBezTo>
                      <a:pt x="1078" y="1621"/>
                      <a:pt x="1078" y="1621"/>
                      <a:pt x="1078" y="1621"/>
                    </a:cubicBezTo>
                    <a:cubicBezTo>
                      <a:pt x="1078" y="1556"/>
                      <a:pt x="1130" y="1503"/>
                      <a:pt x="1195" y="1503"/>
                    </a:cubicBezTo>
                    <a:cubicBezTo>
                      <a:pt x="1196" y="1503"/>
                      <a:pt x="1196" y="1503"/>
                      <a:pt x="1196" y="1503"/>
                    </a:cubicBezTo>
                    <a:cubicBezTo>
                      <a:pt x="1322" y="1502"/>
                      <a:pt x="1425" y="1401"/>
                      <a:pt x="1427" y="12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42">
                <a:extLst>
                  <a:ext uri="{FF2B5EF4-FFF2-40B4-BE49-F238E27FC236}">
                    <a16:creationId xmlns:a16="http://schemas.microsoft.com/office/drawing/2014/main" id="{8D3259FB-C339-A487-7CB6-6668C11250EB}"/>
                  </a:ext>
                </a:extLst>
              </p:cNvPr>
              <p:cNvSpPr/>
              <p:nvPr/>
            </p:nvSpPr>
            <p:spPr>
              <a:xfrm>
                <a:off x="229791" y="219075"/>
                <a:ext cx="47625" cy="15002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670" extrusionOk="0">
                    <a:moveTo>
                      <a:pt x="188" y="667"/>
                    </a:moveTo>
                    <a:cubicBezTo>
                      <a:pt x="196" y="667"/>
                      <a:pt x="204" y="668"/>
                      <a:pt x="212" y="670"/>
                    </a:cubicBezTo>
                    <a:cubicBezTo>
                      <a:pt x="212" y="40"/>
                      <a:pt x="212" y="40"/>
                      <a:pt x="212" y="40"/>
                    </a:cubicBezTo>
                    <a:cubicBezTo>
                      <a:pt x="212" y="18"/>
                      <a:pt x="194" y="0"/>
                      <a:pt x="17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670"/>
                      <a:pt x="0" y="670"/>
                      <a:pt x="0" y="670"/>
                    </a:cubicBezTo>
                    <a:cubicBezTo>
                      <a:pt x="7" y="668"/>
                      <a:pt x="15" y="667"/>
                      <a:pt x="23" y="667"/>
                    </a:cubicBezTo>
                    <a:lnTo>
                      <a:pt x="188" y="66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42">
                <a:extLst>
                  <a:ext uri="{FF2B5EF4-FFF2-40B4-BE49-F238E27FC236}">
                    <a16:creationId xmlns:a16="http://schemas.microsoft.com/office/drawing/2014/main" id="{906A2FF1-3114-EA77-6841-631CF6FFF51B}"/>
                  </a:ext>
                </a:extLst>
              </p:cNvPr>
              <p:cNvSpPr/>
              <p:nvPr/>
            </p:nvSpPr>
            <p:spPr>
              <a:xfrm>
                <a:off x="205978" y="369094"/>
                <a:ext cx="95250" cy="11311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508" extrusionOk="0">
                    <a:moveTo>
                      <a:pt x="327" y="0"/>
                    </a:moveTo>
                    <a:cubicBezTo>
                      <a:pt x="98" y="0"/>
                      <a:pt x="98" y="0"/>
                      <a:pt x="98" y="0"/>
                    </a:cubicBezTo>
                    <a:cubicBezTo>
                      <a:pt x="44" y="0"/>
                      <a:pt x="0" y="44"/>
                      <a:pt x="0" y="99"/>
                    </a:cubicBezTo>
                    <a:cubicBezTo>
                      <a:pt x="0" y="410"/>
                      <a:pt x="0" y="410"/>
                      <a:pt x="0" y="410"/>
                    </a:cubicBezTo>
                    <a:cubicBezTo>
                      <a:pt x="0" y="464"/>
                      <a:pt x="44" y="508"/>
                      <a:pt x="98" y="508"/>
                    </a:cubicBezTo>
                    <a:cubicBezTo>
                      <a:pt x="327" y="508"/>
                      <a:pt x="327" y="508"/>
                      <a:pt x="327" y="508"/>
                    </a:cubicBezTo>
                    <a:cubicBezTo>
                      <a:pt x="382" y="508"/>
                      <a:pt x="426" y="464"/>
                      <a:pt x="426" y="410"/>
                    </a:cubicBezTo>
                    <a:cubicBezTo>
                      <a:pt x="426" y="99"/>
                      <a:pt x="426" y="99"/>
                      <a:pt x="426" y="99"/>
                    </a:cubicBezTo>
                    <a:cubicBezTo>
                      <a:pt x="426" y="44"/>
                      <a:pt x="382" y="0"/>
                      <a:pt x="3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42">
                <a:extLst>
                  <a:ext uri="{FF2B5EF4-FFF2-40B4-BE49-F238E27FC236}">
                    <a16:creationId xmlns:a16="http://schemas.microsoft.com/office/drawing/2014/main" id="{BC0023FF-EF5D-DCDF-E6EB-2E716153CF00}"/>
                  </a:ext>
                </a:extLst>
              </p:cNvPr>
              <p:cNvSpPr/>
              <p:nvPr/>
            </p:nvSpPr>
            <p:spPr>
              <a:xfrm>
                <a:off x="76200" y="209550"/>
                <a:ext cx="384573" cy="423861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1888" extrusionOk="0">
                    <a:moveTo>
                      <a:pt x="1691" y="1048"/>
                    </a:moveTo>
                    <a:cubicBezTo>
                      <a:pt x="1691" y="1047"/>
                      <a:pt x="1690" y="1046"/>
                      <a:pt x="1690" y="1046"/>
                    </a:cubicBezTo>
                    <a:cubicBezTo>
                      <a:pt x="1608" y="919"/>
                      <a:pt x="1608" y="919"/>
                      <a:pt x="1608" y="919"/>
                    </a:cubicBezTo>
                    <a:cubicBezTo>
                      <a:pt x="1564" y="851"/>
                      <a:pt x="1543" y="819"/>
                      <a:pt x="1532" y="802"/>
                    </a:cubicBezTo>
                    <a:cubicBezTo>
                      <a:pt x="1530" y="709"/>
                      <a:pt x="1530" y="709"/>
                      <a:pt x="1530" y="709"/>
                    </a:cubicBezTo>
                    <a:cubicBezTo>
                      <a:pt x="1530" y="708"/>
                      <a:pt x="1530" y="707"/>
                      <a:pt x="1530" y="707"/>
                    </a:cubicBezTo>
                    <a:cubicBezTo>
                      <a:pt x="1529" y="683"/>
                      <a:pt x="1526" y="659"/>
                      <a:pt x="1522" y="638"/>
                    </a:cubicBezTo>
                    <a:cubicBezTo>
                      <a:pt x="1516" y="595"/>
                      <a:pt x="1505" y="554"/>
                      <a:pt x="1492" y="516"/>
                    </a:cubicBezTo>
                    <a:cubicBezTo>
                      <a:pt x="1466" y="442"/>
                      <a:pt x="1428" y="376"/>
                      <a:pt x="1378" y="319"/>
                    </a:cubicBezTo>
                    <a:cubicBezTo>
                      <a:pt x="1285" y="214"/>
                      <a:pt x="1150" y="141"/>
                      <a:pt x="999" y="113"/>
                    </a:cubicBezTo>
                    <a:cubicBezTo>
                      <a:pt x="978" y="109"/>
                      <a:pt x="957" y="106"/>
                      <a:pt x="936" y="103"/>
                    </a:cubicBezTo>
                    <a:cubicBezTo>
                      <a:pt x="936" y="80"/>
                      <a:pt x="936" y="80"/>
                      <a:pt x="936" y="80"/>
                    </a:cubicBezTo>
                    <a:cubicBezTo>
                      <a:pt x="936" y="36"/>
                      <a:pt x="900" y="0"/>
                      <a:pt x="856" y="0"/>
                    </a:cubicBezTo>
                    <a:cubicBezTo>
                      <a:pt x="724" y="0"/>
                      <a:pt x="724" y="0"/>
                      <a:pt x="724" y="0"/>
                    </a:cubicBezTo>
                    <a:cubicBezTo>
                      <a:pt x="680" y="0"/>
                      <a:pt x="644" y="36"/>
                      <a:pt x="644" y="80"/>
                    </a:cubicBezTo>
                    <a:cubicBezTo>
                      <a:pt x="644" y="118"/>
                      <a:pt x="644" y="118"/>
                      <a:pt x="644" y="118"/>
                    </a:cubicBezTo>
                    <a:cubicBezTo>
                      <a:pt x="525" y="146"/>
                      <a:pt x="419" y="200"/>
                      <a:pt x="329" y="280"/>
                    </a:cubicBezTo>
                    <a:cubicBezTo>
                      <a:pt x="39" y="537"/>
                      <a:pt x="0" y="992"/>
                      <a:pt x="243" y="1293"/>
                    </a:cubicBezTo>
                    <a:cubicBezTo>
                      <a:pt x="284" y="1345"/>
                      <a:pt x="333" y="1390"/>
                      <a:pt x="387" y="1429"/>
                    </a:cubicBezTo>
                    <a:cubicBezTo>
                      <a:pt x="416" y="1450"/>
                      <a:pt x="434" y="1484"/>
                      <a:pt x="434" y="1519"/>
                    </a:cubicBezTo>
                    <a:cubicBezTo>
                      <a:pt x="434" y="1789"/>
                      <a:pt x="434" y="1789"/>
                      <a:pt x="434" y="1789"/>
                    </a:cubicBezTo>
                    <a:cubicBezTo>
                      <a:pt x="434" y="1844"/>
                      <a:pt x="478" y="1888"/>
                      <a:pt x="533" y="1888"/>
                    </a:cubicBezTo>
                    <a:cubicBezTo>
                      <a:pt x="616" y="1888"/>
                      <a:pt x="616" y="1888"/>
                      <a:pt x="616" y="1888"/>
                    </a:cubicBezTo>
                    <a:cubicBezTo>
                      <a:pt x="638" y="1888"/>
                      <a:pt x="656" y="1870"/>
                      <a:pt x="656" y="1848"/>
                    </a:cubicBezTo>
                    <a:cubicBezTo>
                      <a:pt x="656" y="1826"/>
                      <a:pt x="638" y="1808"/>
                      <a:pt x="616" y="1808"/>
                    </a:cubicBezTo>
                    <a:cubicBezTo>
                      <a:pt x="533" y="1808"/>
                      <a:pt x="533" y="1808"/>
                      <a:pt x="533" y="1808"/>
                    </a:cubicBezTo>
                    <a:cubicBezTo>
                      <a:pt x="523" y="1808"/>
                      <a:pt x="514" y="1799"/>
                      <a:pt x="514" y="1789"/>
                    </a:cubicBezTo>
                    <a:cubicBezTo>
                      <a:pt x="514" y="1519"/>
                      <a:pt x="514" y="1519"/>
                      <a:pt x="514" y="1519"/>
                    </a:cubicBezTo>
                    <a:cubicBezTo>
                      <a:pt x="514" y="1458"/>
                      <a:pt x="484" y="1401"/>
                      <a:pt x="433" y="1364"/>
                    </a:cubicBezTo>
                    <a:cubicBezTo>
                      <a:pt x="385" y="1330"/>
                      <a:pt x="342" y="1289"/>
                      <a:pt x="305" y="1243"/>
                    </a:cubicBezTo>
                    <a:cubicBezTo>
                      <a:pt x="89" y="974"/>
                      <a:pt x="123" y="569"/>
                      <a:pt x="382" y="340"/>
                    </a:cubicBezTo>
                    <a:cubicBezTo>
                      <a:pt x="457" y="273"/>
                      <a:pt x="545" y="227"/>
                      <a:pt x="644" y="201"/>
                    </a:cubicBezTo>
                    <a:cubicBezTo>
                      <a:pt x="644" y="671"/>
                      <a:pt x="644" y="671"/>
                      <a:pt x="644" y="671"/>
                    </a:cubicBezTo>
                    <a:cubicBezTo>
                      <a:pt x="583" y="685"/>
                      <a:pt x="537" y="740"/>
                      <a:pt x="537" y="806"/>
                    </a:cubicBezTo>
                    <a:cubicBezTo>
                      <a:pt x="537" y="1117"/>
                      <a:pt x="537" y="1117"/>
                      <a:pt x="537" y="1117"/>
                    </a:cubicBezTo>
                    <a:cubicBezTo>
                      <a:pt x="537" y="1193"/>
                      <a:pt x="599" y="1255"/>
                      <a:pt x="675" y="1255"/>
                    </a:cubicBezTo>
                    <a:cubicBezTo>
                      <a:pt x="904" y="1255"/>
                      <a:pt x="904" y="1255"/>
                      <a:pt x="904" y="1255"/>
                    </a:cubicBezTo>
                    <a:cubicBezTo>
                      <a:pt x="981" y="1255"/>
                      <a:pt x="1043" y="1193"/>
                      <a:pt x="1043" y="1117"/>
                    </a:cubicBezTo>
                    <a:cubicBezTo>
                      <a:pt x="1043" y="806"/>
                      <a:pt x="1043" y="806"/>
                      <a:pt x="1043" y="806"/>
                    </a:cubicBezTo>
                    <a:cubicBezTo>
                      <a:pt x="1043" y="740"/>
                      <a:pt x="997" y="685"/>
                      <a:pt x="936" y="671"/>
                    </a:cubicBezTo>
                    <a:cubicBezTo>
                      <a:pt x="936" y="184"/>
                      <a:pt x="936" y="184"/>
                      <a:pt x="936" y="184"/>
                    </a:cubicBezTo>
                    <a:cubicBezTo>
                      <a:pt x="952" y="186"/>
                      <a:pt x="968" y="189"/>
                      <a:pt x="985" y="192"/>
                    </a:cubicBezTo>
                    <a:cubicBezTo>
                      <a:pt x="1118" y="216"/>
                      <a:pt x="1237" y="281"/>
                      <a:pt x="1318" y="372"/>
                    </a:cubicBezTo>
                    <a:cubicBezTo>
                      <a:pt x="1361" y="421"/>
                      <a:pt x="1394" y="478"/>
                      <a:pt x="1417" y="543"/>
                    </a:cubicBezTo>
                    <a:cubicBezTo>
                      <a:pt x="1428" y="576"/>
                      <a:pt x="1437" y="612"/>
                      <a:pt x="1443" y="650"/>
                    </a:cubicBezTo>
                    <a:cubicBezTo>
                      <a:pt x="1446" y="669"/>
                      <a:pt x="1449" y="690"/>
                      <a:pt x="1450" y="711"/>
                    </a:cubicBezTo>
                    <a:cubicBezTo>
                      <a:pt x="1452" y="815"/>
                      <a:pt x="1452" y="815"/>
                      <a:pt x="1452" y="815"/>
                    </a:cubicBezTo>
                    <a:cubicBezTo>
                      <a:pt x="1452" y="823"/>
                      <a:pt x="1455" y="830"/>
                      <a:pt x="1459" y="836"/>
                    </a:cubicBezTo>
                    <a:cubicBezTo>
                      <a:pt x="1463" y="842"/>
                      <a:pt x="1609" y="1068"/>
                      <a:pt x="1622" y="1088"/>
                    </a:cubicBezTo>
                    <a:cubicBezTo>
                      <a:pt x="1632" y="1107"/>
                      <a:pt x="1632" y="1130"/>
                      <a:pt x="1620" y="1149"/>
                    </a:cubicBezTo>
                    <a:cubicBezTo>
                      <a:pt x="1609" y="1168"/>
                      <a:pt x="1589" y="1180"/>
                      <a:pt x="1566" y="1180"/>
                    </a:cubicBezTo>
                    <a:cubicBezTo>
                      <a:pt x="1478" y="1180"/>
                      <a:pt x="1478" y="1180"/>
                      <a:pt x="1478" y="1180"/>
                    </a:cubicBezTo>
                    <a:cubicBezTo>
                      <a:pt x="1456" y="1180"/>
                      <a:pt x="1438" y="1197"/>
                      <a:pt x="1438" y="1219"/>
                    </a:cubicBezTo>
                    <a:cubicBezTo>
                      <a:pt x="1431" y="1384"/>
                      <a:pt x="1431" y="1384"/>
                      <a:pt x="1431" y="1384"/>
                    </a:cubicBezTo>
                    <a:cubicBezTo>
                      <a:pt x="1431" y="1384"/>
                      <a:pt x="1431" y="1384"/>
                      <a:pt x="1431" y="1384"/>
                    </a:cubicBezTo>
                    <a:cubicBezTo>
                      <a:pt x="1430" y="1435"/>
                      <a:pt x="1410" y="1482"/>
                      <a:pt x="1374" y="1518"/>
                    </a:cubicBezTo>
                    <a:cubicBezTo>
                      <a:pt x="1338" y="1553"/>
                      <a:pt x="1290" y="1573"/>
                      <a:pt x="1240" y="1573"/>
                    </a:cubicBezTo>
                    <a:cubicBezTo>
                      <a:pt x="1239" y="1573"/>
                      <a:pt x="1239" y="1573"/>
                      <a:pt x="1239" y="1573"/>
                    </a:cubicBezTo>
                    <a:cubicBezTo>
                      <a:pt x="1152" y="1573"/>
                      <a:pt x="1082" y="1644"/>
                      <a:pt x="1082" y="1731"/>
                    </a:cubicBezTo>
                    <a:cubicBezTo>
                      <a:pt x="1082" y="1789"/>
                      <a:pt x="1082" y="1789"/>
                      <a:pt x="1082" y="1789"/>
                    </a:cubicBezTo>
                    <a:cubicBezTo>
                      <a:pt x="1082" y="1799"/>
                      <a:pt x="1073" y="1808"/>
                      <a:pt x="1062" y="1808"/>
                    </a:cubicBezTo>
                    <a:cubicBezTo>
                      <a:pt x="980" y="1808"/>
                      <a:pt x="980" y="1808"/>
                      <a:pt x="980" y="1808"/>
                    </a:cubicBezTo>
                    <a:cubicBezTo>
                      <a:pt x="958" y="1808"/>
                      <a:pt x="940" y="1826"/>
                      <a:pt x="940" y="1848"/>
                    </a:cubicBezTo>
                    <a:cubicBezTo>
                      <a:pt x="940" y="1870"/>
                      <a:pt x="958" y="1888"/>
                      <a:pt x="980" y="1888"/>
                    </a:cubicBezTo>
                    <a:cubicBezTo>
                      <a:pt x="1062" y="1888"/>
                      <a:pt x="1062" y="1888"/>
                      <a:pt x="1062" y="1888"/>
                    </a:cubicBezTo>
                    <a:cubicBezTo>
                      <a:pt x="1117" y="1888"/>
                      <a:pt x="1162" y="1844"/>
                      <a:pt x="1162" y="1789"/>
                    </a:cubicBezTo>
                    <a:cubicBezTo>
                      <a:pt x="1162" y="1731"/>
                      <a:pt x="1162" y="1731"/>
                      <a:pt x="1162" y="1731"/>
                    </a:cubicBezTo>
                    <a:cubicBezTo>
                      <a:pt x="1162" y="1688"/>
                      <a:pt x="1197" y="1653"/>
                      <a:pt x="1239" y="1653"/>
                    </a:cubicBezTo>
                    <a:cubicBezTo>
                      <a:pt x="1240" y="1653"/>
                      <a:pt x="1240" y="1653"/>
                      <a:pt x="1240" y="1653"/>
                    </a:cubicBezTo>
                    <a:cubicBezTo>
                      <a:pt x="1311" y="1653"/>
                      <a:pt x="1379" y="1625"/>
                      <a:pt x="1430" y="1575"/>
                    </a:cubicBezTo>
                    <a:cubicBezTo>
                      <a:pt x="1481" y="1525"/>
                      <a:pt x="1510" y="1458"/>
                      <a:pt x="1511" y="1386"/>
                    </a:cubicBezTo>
                    <a:cubicBezTo>
                      <a:pt x="1516" y="1260"/>
                      <a:pt x="1516" y="1260"/>
                      <a:pt x="1516" y="1260"/>
                    </a:cubicBezTo>
                    <a:cubicBezTo>
                      <a:pt x="1566" y="1260"/>
                      <a:pt x="1566" y="1260"/>
                      <a:pt x="1566" y="1260"/>
                    </a:cubicBezTo>
                    <a:cubicBezTo>
                      <a:pt x="1617" y="1260"/>
                      <a:pt x="1663" y="1234"/>
                      <a:pt x="1689" y="1190"/>
                    </a:cubicBezTo>
                    <a:cubicBezTo>
                      <a:pt x="1715" y="1146"/>
                      <a:pt x="1716" y="1093"/>
                      <a:pt x="1691" y="1048"/>
                    </a:cubicBezTo>
                    <a:close/>
                    <a:moveTo>
                      <a:pt x="724" y="80"/>
                    </a:moveTo>
                    <a:cubicBezTo>
                      <a:pt x="856" y="80"/>
                      <a:pt x="856" y="80"/>
                      <a:pt x="856" y="80"/>
                    </a:cubicBezTo>
                    <a:cubicBezTo>
                      <a:pt x="856" y="667"/>
                      <a:pt x="856" y="667"/>
                      <a:pt x="856" y="667"/>
                    </a:cubicBezTo>
                    <a:cubicBezTo>
                      <a:pt x="724" y="667"/>
                      <a:pt x="724" y="667"/>
                      <a:pt x="724" y="667"/>
                    </a:cubicBezTo>
                    <a:lnTo>
                      <a:pt x="724" y="80"/>
                    </a:lnTo>
                    <a:close/>
                    <a:moveTo>
                      <a:pt x="963" y="806"/>
                    </a:moveTo>
                    <a:cubicBezTo>
                      <a:pt x="963" y="1117"/>
                      <a:pt x="963" y="1117"/>
                      <a:pt x="963" y="1117"/>
                    </a:cubicBezTo>
                    <a:cubicBezTo>
                      <a:pt x="963" y="1149"/>
                      <a:pt x="936" y="1175"/>
                      <a:pt x="904" y="1175"/>
                    </a:cubicBezTo>
                    <a:cubicBezTo>
                      <a:pt x="675" y="1175"/>
                      <a:pt x="675" y="1175"/>
                      <a:pt x="675" y="1175"/>
                    </a:cubicBezTo>
                    <a:cubicBezTo>
                      <a:pt x="643" y="1175"/>
                      <a:pt x="617" y="1149"/>
                      <a:pt x="617" y="1117"/>
                    </a:cubicBezTo>
                    <a:cubicBezTo>
                      <a:pt x="617" y="806"/>
                      <a:pt x="617" y="806"/>
                      <a:pt x="617" y="806"/>
                    </a:cubicBezTo>
                    <a:cubicBezTo>
                      <a:pt x="617" y="773"/>
                      <a:pt x="643" y="747"/>
                      <a:pt x="675" y="747"/>
                    </a:cubicBezTo>
                    <a:cubicBezTo>
                      <a:pt x="904" y="747"/>
                      <a:pt x="904" y="747"/>
                      <a:pt x="904" y="747"/>
                    </a:cubicBezTo>
                    <a:cubicBezTo>
                      <a:pt x="936" y="747"/>
                      <a:pt x="963" y="773"/>
                      <a:pt x="963" y="8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42">
                <a:extLst>
                  <a:ext uri="{FF2B5EF4-FFF2-40B4-BE49-F238E27FC236}">
                    <a16:creationId xmlns:a16="http://schemas.microsoft.com/office/drawing/2014/main" id="{DA89C967-95B8-3E72-F920-70525FD097BB}"/>
                  </a:ext>
                </a:extLst>
              </p:cNvPr>
              <p:cNvSpPr/>
              <p:nvPr/>
            </p:nvSpPr>
            <p:spPr>
              <a:xfrm>
                <a:off x="0" y="177404"/>
                <a:ext cx="86915" cy="91679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08" extrusionOk="0">
                    <a:moveTo>
                      <a:pt x="273" y="269"/>
                    </a:moveTo>
                    <a:cubicBezTo>
                      <a:pt x="343" y="192"/>
                      <a:pt x="373" y="109"/>
                      <a:pt x="386" y="53"/>
                    </a:cubicBezTo>
                    <a:cubicBezTo>
                      <a:pt x="391" y="32"/>
                      <a:pt x="378" y="10"/>
                      <a:pt x="356" y="5"/>
                    </a:cubicBezTo>
                    <a:cubicBezTo>
                      <a:pt x="335" y="0"/>
                      <a:pt x="313" y="14"/>
                      <a:pt x="308" y="35"/>
                    </a:cubicBezTo>
                    <a:cubicBezTo>
                      <a:pt x="297" y="82"/>
                      <a:pt x="272" y="151"/>
                      <a:pt x="214" y="215"/>
                    </a:cubicBezTo>
                    <a:cubicBezTo>
                      <a:pt x="152" y="283"/>
                      <a:pt x="81" y="315"/>
                      <a:pt x="33" y="330"/>
                    </a:cubicBezTo>
                    <a:cubicBezTo>
                      <a:pt x="12" y="336"/>
                      <a:pt x="0" y="358"/>
                      <a:pt x="6" y="379"/>
                    </a:cubicBezTo>
                    <a:cubicBezTo>
                      <a:pt x="11" y="397"/>
                      <a:pt x="27" y="408"/>
                      <a:pt x="44" y="408"/>
                    </a:cubicBezTo>
                    <a:cubicBezTo>
                      <a:pt x="48" y="408"/>
                      <a:pt x="52" y="407"/>
                      <a:pt x="56" y="406"/>
                    </a:cubicBezTo>
                    <a:cubicBezTo>
                      <a:pt x="114" y="388"/>
                      <a:pt x="199" y="350"/>
                      <a:pt x="273" y="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42">
                <a:extLst>
                  <a:ext uri="{FF2B5EF4-FFF2-40B4-BE49-F238E27FC236}">
                    <a16:creationId xmlns:a16="http://schemas.microsoft.com/office/drawing/2014/main" id="{7AF162FE-25B0-1207-ECEE-16E837E4A81E}"/>
                  </a:ext>
                </a:extLst>
              </p:cNvPr>
              <p:cNvSpPr/>
              <p:nvPr/>
            </p:nvSpPr>
            <p:spPr>
              <a:xfrm>
                <a:off x="16669" y="191691"/>
                <a:ext cx="121444" cy="12620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65" extrusionOk="0">
                    <a:moveTo>
                      <a:pt x="369" y="365"/>
                    </a:moveTo>
                    <a:cubicBezTo>
                      <a:pt x="449" y="278"/>
                      <a:pt x="506" y="170"/>
                      <a:pt x="533" y="54"/>
                    </a:cubicBezTo>
                    <a:cubicBezTo>
                      <a:pt x="538" y="32"/>
                      <a:pt x="525" y="11"/>
                      <a:pt x="503" y="6"/>
                    </a:cubicBezTo>
                    <a:cubicBezTo>
                      <a:pt x="482" y="0"/>
                      <a:pt x="460" y="14"/>
                      <a:pt x="455" y="35"/>
                    </a:cubicBezTo>
                    <a:cubicBezTo>
                      <a:pt x="431" y="138"/>
                      <a:pt x="381" y="234"/>
                      <a:pt x="310" y="312"/>
                    </a:cubicBezTo>
                    <a:cubicBezTo>
                      <a:pt x="216" y="415"/>
                      <a:pt x="107" y="464"/>
                      <a:pt x="33" y="487"/>
                    </a:cubicBezTo>
                    <a:cubicBezTo>
                      <a:pt x="12" y="493"/>
                      <a:pt x="0" y="516"/>
                      <a:pt x="6" y="537"/>
                    </a:cubicBezTo>
                    <a:cubicBezTo>
                      <a:pt x="11" y="554"/>
                      <a:pt x="27" y="565"/>
                      <a:pt x="44" y="565"/>
                    </a:cubicBezTo>
                    <a:cubicBezTo>
                      <a:pt x="48" y="565"/>
                      <a:pt x="52" y="565"/>
                      <a:pt x="56" y="563"/>
                    </a:cubicBezTo>
                    <a:cubicBezTo>
                      <a:pt x="140" y="538"/>
                      <a:pt x="262" y="483"/>
                      <a:pt x="369" y="3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42">
                <a:extLst>
                  <a:ext uri="{FF2B5EF4-FFF2-40B4-BE49-F238E27FC236}">
                    <a16:creationId xmlns:a16="http://schemas.microsoft.com/office/drawing/2014/main" id="{0A6D9E11-C1A0-0A00-F2B3-CEC99D5C9082}"/>
                  </a:ext>
                </a:extLst>
              </p:cNvPr>
              <p:cNvSpPr/>
              <p:nvPr/>
            </p:nvSpPr>
            <p:spPr>
              <a:xfrm>
                <a:off x="244079" y="408385"/>
                <a:ext cx="19050" cy="32147"/>
              </a:xfrm>
              <a:custGeom>
                <a:avLst/>
                <a:gdLst/>
                <a:ahLst/>
                <a:cxnLst/>
                <a:rect l="l" t="t" r="r" b="b"/>
                <a:pathLst>
                  <a:path w="80" h="142" extrusionOk="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4"/>
                      <a:pt x="18" y="142"/>
                      <a:pt x="40" y="142"/>
                    </a:cubicBezTo>
                    <a:cubicBezTo>
                      <a:pt x="62" y="142"/>
                      <a:pt x="80" y="124"/>
                      <a:pt x="80" y="102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42">
                <a:extLst>
                  <a:ext uri="{FF2B5EF4-FFF2-40B4-BE49-F238E27FC236}">
                    <a16:creationId xmlns:a16="http://schemas.microsoft.com/office/drawing/2014/main" id="{6E31C309-12D1-5502-37A1-0533177994DC}"/>
                  </a:ext>
                </a:extLst>
              </p:cNvPr>
              <p:cNvSpPr/>
              <p:nvPr/>
            </p:nvSpPr>
            <p:spPr>
              <a:xfrm>
                <a:off x="246460" y="615554"/>
                <a:ext cx="17700" cy="177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0" name="Google Shape;510;p42">
            <a:extLst>
              <a:ext uri="{FF2B5EF4-FFF2-40B4-BE49-F238E27FC236}">
                <a16:creationId xmlns:a16="http://schemas.microsoft.com/office/drawing/2014/main" id="{856805FC-210F-2894-3A6E-5713C0E8ACAD}"/>
              </a:ext>
            </a:extLst>
          </p:cNvPr>
          <p:cNvGrpSpPr/>
          <p:nvPr/>
        </p:nvGrpSpPr>
        <p:grpSpPr>
          <a:xfrm>
            <a:off x="7343850" y="3292163"/>
            <a:ext cx="494100" cy="494100"/>
            <a:chOff x="248750" y="3088250"/>
            <a:chExt cx="494100" cy="494100"/>
          </a:xfrm>
        </p:grpSpPr>
        <p:sp>
          <p:nvSpPr>
            <p:cNvPr id="511" name="Google Shape;511;p42">
              <a:extLst>
                <a:ext uri="{FF2B5EF4-FFF2-40B4-BE49-F238E27FC236}">
                  <a16:creationId xmlns:a16="http://schemas.microsoft.com/office/drawing/2014/main" id="{824E3E4F-E3B0-49AE-27DB-67B7DE5B75BB}"/>
                </a:ext>
              </a:extLst>
            </p:cNvPr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2" name="Google Shape;512;p42">
              <a:extLst>
                <a:ext uri="{FF2B5EF4-FFF2-40B4-BE49-F238E27FC236}">
                  <a16:creationId xmlns:a16="http://schemas.microsoft.com/office/drawing/2014/main" id="{27579311-550D-1DFA-9DF7-86B590FD70F4}"/>
                </a:ext>
              </a:extLst>
            </p:cNvPr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13" name="Google Shape;513;p42">
            <a:extLst>
              <a:ext uri="{FF2B5EF4-FFF2-40B4-BE49-F238E27FC236}">
                <a16:creationId xmlns:a16="http://schemas.microsoft.com/office/drawing/2014/main" id="{A8518687-FD43-996E-3433-1B5C5D10CD13}"/>
              </a:ext>
            </a:extLst>
          </p:cNvPr>
          <p:cNvSpPr/>
          <p:nvPr/>
        </p:nvSpPr>
        <p:spPr>
          <a:xfrm>
            <a:off x="3747828" y="1369975"/>
            <a:ext cx="149400" cy="149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4" name="Google Shape;514;p42">
            <a:extLst>
              <a:ext uri="{FF2B5EF4-FFF2-40B4-BE49-F238E27FC236}">
                <a16:creationId xmlns:a16="http://schemas.microsoft.com/office/drawing/2014/main" id="{87AC1C65-FC90-43C6-2632-C21BA37C5766}"/>
              </a:ext>
            </a:extLst>
          </p:cNvPr>
          <p:cNvSpPr/>
          <p:nvPr/>
        </p:nvSpPr>
        <p:spPr>
          <a:xfrm>
            <a:off x="4034179" y="1069654"/>
            <a:ext cx="246000" cy="2460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15" name="Google Shape;515;p42">
            <a:extLst>
              <a:ext uri="{FF2B5EF4-FFF2-40B4-BE49-F238E27FC236}">
                <a16:creationId xmlns:a16="http://schemas.microsoft.com/office/drawing/2014/main" id="{9681A178-E3FA-CD2A-307E-2E77B0609F51}"/>
              </a:ext>
            </a:extLst>
          </p:cNvPr>
          <p:cNvGrpSpPr/>
          <p:nvPr/>
        </p:nvGrpSpPr>
        <p:grpSpPr>
          <a:xfrm>
            <a:off x="466175" y="4356938"/>
            <a:ext cx="494100" cy="494100"/>
            <a:chOff x="248750" y="3088250"/>
            <a:chExt cx="494100" cy="494100"/>
          </a:xfrm>
        </p:grpSpPr>
        <p:sp>
          <p:nvSpPr>
            <p:cNvPr id="516" name="Google Shape;516;p42">
              <a:extLst>
                <a:ext uri="{FF2B5EF4-FFF2-40B4-BE49-F238E27FC236}">
                  <a16:creationId xmlns:a16="http://schemas.microsoft.com/office/drawing/2014/main" id="{5AC06088-32BD-1019-9F31-990922F1DED8}"/>
                </a:ext>
              </a:extLst>
            </p:cNvPr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7" name="Google Shape;517;p42">
              <a:extLst>
                <a:ext uri="{FF2B5EF4-FFF2-40B4-BE49-F238E27FC236}">
                  <a16:creationId xmlns:a16="http://schemas.microsoft.com/office/drawing/2014/main" id="{4723C904-6436-19B9-B2D6-3FF150537115}"/>
                </a:ext>
              </a:extLst>
            </p:cNvPr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4B6FDFBC-506C-81F0-7764-380231C89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3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58B02EC0-D401-DFA0-5BB7-184351B3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52">
            <a:extLst>
              <a:ext uri="{FF2B5EF4-FFF2-40B4-BE49-F238E27FC236}">
                <a16:creationId xmlns:a16="http://schemas.microsoft.com/office/drawing/2014/main" id="{796BCF84-80ED-FF27-70F5-D685F83CBA58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2479" r="15753"/>
          <a:stretch>
            <a:fillRect/>
          </a:stretch>
        </p:blipFill>
        <p:spPr>
          <a:xfrm>
            <a:off x="4709160" y="533863"/>
            <a:ext cx="3473964" cy="4075774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42" name="Google Shape;742;p52">
            <a:extLst>
              <a:ext uri="{FF2B5EF4-FFF2-40B4-BE49-F238E27FC236}">
                <a16:creationId xmlns:a16="http://schemas.microsoft.com/office/drawing/2014/main" id="{AA0B6751-CC2A-0742-30BD-A8A6D3B302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928" y="1872955"/>
            <a:ext cx="3927300" cy="11248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b="0"/>
              <a:t>Tactile Resolving Power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015F4-4AA8-C387-98D1-84475BFA1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929" y="2048823"/>
            <a:ext cx="3858230" cy="1883291"/>
          </a:xfrm>
        </p:spPr>
        <p:txBody>
          <a:bodyPr/>
          <a:lstStyle/>
          <a:p>
            <a:pPr>
              <a:lnSpc>
                <a:spcPct val="114999"/>
              </a:lnSpc>
              <a:buFont typeface="Arial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5842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>
          <a:extLst>
            <a:ext uri="{FF2B5EF4-FFF2-40B4-BE49-F238E27FC236}">
              <a16:creationId xmlns:a16="http://schemas.microsoft.com/office/drawing/2014/main" id="{7220DDB6-22A7-3BA6-F682-E3C8D255D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>
            <a:extLst>
              <a:ext uri="{FF2B5EF4-FFF2-40B4-BE49-F238E27FC236}">
                <a16:creationId xmlns:a16="http://schemas.microsoft.com/office/drawing/2014/main" id="{9DDF6D37-8A7A-A1C6-28A3-9876C6428A80}"/>
              </a:ext>
            </a:extLst>
          </p:cNvPr>
          <p:cNvSpPr/>
          <p:nvPr/>
        </p:nvSpPr>
        <p:spPr>
          <a:xfrm rot="-2421132" flipH="1">
            <a:off x="872776" y="-551213"/>
            <a:ext cx="11329930" cy="7259612"/>
          </a:xfrm>
          <a:custGeom>
            <a:avLst/>
            <a:gdLst/>
            <a:ahLst/>
            <a:cxnLst/>
            <a:rect l="l" t="t" r="r" b="b"/>
            <a:pathLst>
              <a:path w="8311" h="4497" extrusionOk="0">
                <a:moveTo>
                  <a:pt x="714" y="137"/>
                </a:moveTo>
                <a:cubicBezTo>
                  <a:pt x="1041" y="0"/>
                  <a:pt x="1553" y="212"/>
                  <a:pt x="1690" y="521"/>
                </a:cubicBezTo>
                <a:cubicBezTo>
                  <a:pt x="1834" y="845"/>
                  <a:pt x="1537" y="1165"/>
                  <a:pt x="1678" y="1341"/>
                </a:cubicBezTo>
                <a:cubicBezTo>
                  <a:pt x="1801" y="1495"/>
                  <a:pt x="2081" y="1264"/>
                  <a:pt x="2626" y="1281"/>
                </a:cubicBezTo>
                <a:cubicBezTo>
                  <a:pt x="2735" y="1284"/>
                  <a:pt x="3151" y="1302"/>
                  <a:pt x="3530" y="1529"/>
                </a:cubicBezTo>
                <a:cubicBezTo>
                  <a:pt x="3992" y="1806"/>
                  <a:pt x="3872" y="2080"/>
                  <a:pt x="4282" y="2361"/>
                </a:cubicBezTo>
                <a:cubicBezTo>
                  <a:pt x="4923" y="2801"/>
                  <a:pt x="5783" y="2521"/>
                  <a:pt x="5866" y="2493"/>
                </a:cubicBezTo>
                <a:cubicBezTo>
                  <a:pt x="6167" y="2391"/>
                  <a:pt x="6132" y="2284"/>
                  <a:pt x="6382" y="2225"/>
                </a:cubicBezTo>
                <a:cubicBezTo>
                  <a:pt x="7019" y="2075"/>
                  <a:pt x="7618" y="2585"/>
                  <a:pt x="7734" y="2689"/>
                </a:cubicBezTo>
                <a:cubicBezTo>
                  <a:pt x="7963" y="2894"/>
                  <a:pt x="8311" y="3206"/>
                  <a:pt x="8254" y="3493"/>
                </a:cubicBezTo>
                <a:cubicBezTo>
                  <a:pt x="8227" y="3627"/>
                  <a:pt x="8063" y="3998"/>
                  <a:pt x="4838" y="4273"/>
                </a:cubicBezTo>
                <a:cubicBezTo>
                  <a:pt x="2212" y="4497"/>
                  <a:pt x="1532" y="4318"/>
                  <a:pt x="1042" y="3861"/>
                </a:cubicBezTo>
                <a:cubicBezTo>
                  <a:pt x="704" y="3546"/>
                  <a:pt x="556" y="3191"/>
                  <a:pt x="454" y="2945"/>
                </a:cubicBezTo>
                <a:cubicBezTo>
                  <a:pt x="0" y="1856"/>
                  <a:pt x="117" y="387"/>
                  <a:pt x="714" y="13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2">
            <a:extLst>
              <a:ext uri="{FF2B5EF4-FFF2-40B4-BE49-F238E27FC236}">
                <a16:creationId xmlns:a16="http://schemas.microsoft.com/office/drawing/2014/main" id="{25ED9C86-B9A2-0E5A-2350-59C982B090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2350" y="2079575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3600" b="0">
                <a:cs typeface="Segoe UI"/>
              </a:rPr>
              <a:t>Experimental Setup</a:t>
            </a:r>
            <a:endParaRPr lang="en-US" sz="3600" b="0">
              <a:cs typeface="Segoe UI"/>
            </a:endParaRPr>
          </a:p>
          <a:p>
            <a:pPr>
              <a:lnSpc>
                <a:spcPct val="114999"/>
              </a:lnSpc>
            </a:pPr>
            <a:endParaRPr lang="de-AT" sz="2400" b="0">
              <a:latin typeface="Segoe UI"/>
              <a:cs typeface="Segoe UI"/>
            </a:endParaRPr>
          </a:p>
        </p:txBody>
      </p:sp>
      <p:sp>
        <p:nvSpPr>
          <p:cNvPr id="497" name="Google Shape;497;p42">
            <a:extLst>
              <a:ext uri="{FF2B5EF4-FFF2-40B4-BE49-F238E27FC236}">
                <a16:creationId xmlns:a16="http://schemas.microsoft.com/office/drawing/2014/main" id="{89DDF484-4004-CECC-0DCD-964D12F382D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92350" y="101292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499" name="Google Shape;499;p42">
            <a:extLst>
              <a:ext uri="{FF2B5EF4-FFF2-40B4-BE49-F238E27FC236}">
                <a16:creationId xmlns:a16="http://schemas.microsoft.com/office/drawing/2014/main" id="{D45F2CEC-2E8F-068B-40D4-FB82AC124DD8}"/>
              </a:ext>
            </a:extLst>
          </p:cNvPr>
          <p:cNvGrpSpPr/>
          <p:nvPr/>
        </p:nvGrpSpPr>
        <p:grpSpPr>
          <a:xfrm rot="-786587">
            <a:off x="5866389" y="1338131"/>
            <a:ext cx="1342695" cy="1342596"/>
            <a:chOff x="1514825" y="3047675"/>
            <a:chExt cx="1023000" cy="1023000"/>
          </a:xfrm>
        </p:grpSpPr>
        <p:sp>
          <p:nvSpPr>
            <p:cNvPr id="500" name="Google Shape;500;p42">
              <a:extLst>
                <a:ext uri="{FF2B5EF4-FFF2-40B4-BE49-F238E27FC236}">
                  <a16:creationId xmlns:a16="http://schemas.microsoft.com/office/drawing/2014/main" id="{0634C87C-532E-1683-9CFB-3FCE5E83835B}"/>
                </a:ext>
              </a:extLst>
            </p:cNvPr>
            <p:cNvSpPr/>
            <p:nvPr/>
          </p:nvSpPr>
          <p:spPr>
            <a:xfrm>
              <a:off x="1514825" y="3047675"/>
              <a:ext cx="1023000" cy="102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501" name="Google Shape;501;p42">
              <a:extLst>
                <a:ext uri="{FF2B5EF4-FFF2-40B4-BE49-F238E27FC236}">
                  <a16:creationId xmlns:a16="http://schemas.microsoft.com/office/drawing/2014/main" id="{76BC7447-B507-8ADE-CC0C-CE543E9DF0AA}"/>
                </a:ext>
              </a:extLst>
            </p:cNvPr>
            <p:cNvGrpSpPr/>
            <p:nvPr/>
          </p:nvGrpSpPr>
          <p:grpSpPr>
            <a:xfrm>
              <a:off x="1726700" y="3262643"/>
              <a:ext cx="599235" cy="593037"/>
              <a:chOff x="0" y="177404"/>
              <a:chExt cx="460773" cy="456007"/>
            </a:xfrm>
          </p:grpSpPr>
          <p:sp>
            <p:nvSpPr>
              <p:cNvPr id="502" name="Google Shape;502;p42">
                <a:extLst>
                  <a:ext uri="{FF2B5EF4-FFF2-40B4-BE49-F238E27FC236}">
                    <a16:creationId xmlns:a16="http://schemas.microsoft.com/office/drawing/2014/main" id="{A4BA707B-1446-F213-3C59-55F672467FD2}"/>
                  </a:ext>
                </a:extLst>
              </p:cNvPr>
              <p:cNvSpPr/>
              <p:nvPr/>
            </p:nvSpPr>
            <p:spPr>
              <a:xfrm>
                <a:off x="85725" y="234553"/>
                <a:ext cx="370285" cy="390524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1738" extrusionOk="0">
                    <a:moveTo>
                      <a:pt x="1427" y="1275"/>
                    </a:moveTo>
                    <a:cubicBezTo>
                      <a:pt x="1434" y="1110"/>
                      <a:pt x="1434" y="1110"/>
                      <a:pt x="1434" y="1110"/>
                    </a:cubicBezTo>
                    <a:cubicBezTo>
                      <a:pt x="1522" y="1110"/>
                      <a:pt x="1522" y="1110"/>
                      <a:pt x="1522" y="1110"/>
                    </a:cubicBezTo>
                    <a:cubicBezTo>
                      <a:pt x="1600" y="1110"/>
                      <a:pt x="1650" y="1026"/>
                      <a:pt x="1612" y="957"/>
                    </a:cubicBezTo>
                    <a:cubicBezTo>
                      <a:pt x="1612" y="957"/>
                      <a:pt x="1448" y="704"/>
                      <a:pt x="1448" y="704"/>
                    </a:cubicBezTo>
                    <a:cubicBezTo>
                      <a:pt x="1446" y="600"/>
                      <a:pt x="1446" y="600"/>
                      <a:pt x="1446" y="600"/>
                    </a:cubicBezTo>
                    <a:cubicBezTo>
                      <a:pt x="1445" y="578"/>
                      <a:pt x="1442" y="556"/>
                      <a:pt x="1439" y="534"/>
                    </a:cubicBezTo>
                    <a:cubicBezTo>
                      <a:pt x="1433" y="495"/>
                      <a:pt x="1423" y="456"/>
                      <a:pt x="1410" y="419"/>
                    </a:cubicBezTo>
                    <a:cubicBezTo>
                      <a:pt x="1387" y="352"/>
                      <a:pt x="1351" y="289"/>
                      <a:pt x="1304" y="236"/>
                    </a:cubicBezTo>
                    <a:cubicBezTo>
                      <a:pt x="1212" y="133"/>
                      <a:pt x="1082" y="67"/>
                      <a:pt x="948" y="42"/>
                    </a:cubicBezTo>
                    <a:cubicBezTo>
                      <a:pt x="721" y="0"/>
                      <a:pt x="488" y="43"/>
                      <a:pt x="312" y="200"/>
                    </a:cubicBezTo>
                    <a:cubicBezTo>
                      <a:pt x="37" y="443"/>
                      <a:pt x="0" y="873"/>
                      <a:pt x="230" y="1158"/>
                    </a:cubicBezTo>
                    <a:cubicBezTo>
                      <a:pt x="269" y="1207"/>
                      <a:pt x="315" y="1250"/>
                      <a:pt x="366" y="1287"/>
                    </a:cubicBezTo>
                    <a:cubicBezTo>
                      <a:pt x="406" y="1315"/>
                      <a:pt x="430" y="1361"/>
                      <a:pt x="430" y="1409"/>
                    </a:cubicBezTo>
                    <a:cubicBezTo>
                      <a:pt x="430" y="1679"/>
                      <a:pt x="430" y="1679"/>
                      <a:pt x="430" y="1679"/>
                    </a:cubicBezTo>
                    <a:cubicBezTo>
                      <a:pt x="430" y="1712"/>
                      <a:pt x="456" y="1738"/>
                      <a:pt x="489" y="1738"/>
                    </a:cubicBezTo>
                    <a:cubicBezTo>
                      <a:pt x="1018" y="1738"/>
                      <a:pt x="1018" y="1738"/>
                      <a:pt x="1018" y="1738"/>
                    </a:cubicBezTo>
                    <a:cubicBezTo>
                      <a:pt x="1051" y="1738"/>
                      <a:pt x="1078" y="1712"/>
                      <a:pt x="1078" y="1679"/>
                    </a:cubicBezTo>
                    <a:cubicBezTo>
                      <a:pt x="1078" y="1621"/>
                      <a:pt x="1078" y="1621"/>
                      <a:pt x="1078" y="1621"/>
                    </a:cubicBezTo>
                    <a:cubicBezTo>
                      <a:pt x="1078" y="1556"/>
                      <a:pt x="1130" y="1503"/>
                      <a:pt x="1195" y="1503"/>
                    </a:cubicBezTo>
                    <a:cubicBezTo>
                      <a:pt x="1196" y="1503"/>
                      <a:pt x="1196" y="1503"/>
                      <a:pt x="1196" y="1503"/>
                    </a:cubicBezTo>
                    <a:cubicBezTo>
                      <a:pt x="1322" y="1502"/>
                      <a:pt x="1425" y="1401"/>
                      <a:pt x="1427" y="12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42">
                <a:extLst>
                  <a:ext uri="{FF2B5EF4-FFF2-40B4-BE49-F238E27FC236}">
                    <a16:creationId xmlns:a16="http://schemas.microsoft.com/office/drawing/2014/main" id="{800A8D55-70BF-604D-38FF-F8BAD0C93CA6}"/>
                  </a:ext>
                </a:extLst>
              </p:cNvPr>
              <p:cNvSpPr/>
              <p:nvPr/>
            </p:nvSpPr>
            <p:spPr>
              <a:xfrm>
                <a:off x="229791" y="219075"/>
                <a:ext cx="47625" cy="15002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670" extrusionOk="0">
                    <a:moveTo>
                      <a:pt x="188" y="667"/>
                    </a:moveTo>
                    <a:cubicBezTo>
                      <a:pt x="196" y="667"/>
                      <a:pt x="204" y="668"/>
                      <a:pt x="212" y="670"/>
                    </a:cubicBezTo>
                    <a:cubicBezTo>
                      <a:pt x="212" y="40"/>
                      <a:pt x="212" y="40"/>
                      <a:pt x="212" y="40"/>
                    </a:cubicBezTo>
                    <a:cubicBezTo>
                      <a:pt x="212" y="18"/>
                      <a:pt x="194" y="0"/>
                      <a:pt x="17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670"/>
                      <a:pt x="0" y="670"/>
                      <a:pt x="0" y="670"/>
                    </a:cubicBezTo>
                    <a:cubicBezTo>
                      <a:pt x="7" y="668"/>
                      <a:pt x="15" y="667"/>
                      <a:pt x="23" y="667"/>
                    </a:cubicBezTo>
                    <a:lnTo>
                      <a:pt x="188" y="66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42">
                <a:extLst>
                  <a:ext uri="{FF2B5EF4-FFF2-40B4-BE49-F238E27FC236}">
                    <a16:creationId xmlns:a16="http://schemas.microsoft.com/office/drawing/2014/main" id="{49B6B68A-A3AB-61BD-22EA-35D58A1C7565}"/>
                  </a:ext>
                </a:extLst>
              </p:cNvPr>
              <p:cNvSpPr/>
              <p:nvPr/>
            </p:nvSpPr>
            <p:spPr>
              <a:xfrm>
                <a:off x="205978" y="369094"/>
                <a:ext cx="95250" cy="11311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508" extrusionOk="0">
                    <a:moveTo>
                      <a:pt x="327" y="0"/>
                    </a:moveTo>
                    <a:cubicBezTo>
                      <a:pt x="98" y="0"/>
                      <a:pt x="98" y="0"/>
                      <a:pt x="98" y="0"/>
                    </a:cubicBezTo>
                    <a:cubicBezTo>
                      <a:pt x="44" y="0"/>
                      <a:pt x="0" y="44"/>
                      <a:pt x="0" y="99"/>
                    </a:cubicBezTo>
                    <a:cubicBezTo>
                      <a:pt x="0" y="410"/>
                      <a:pt x="0" y="410"/>
                      <a:pt x="0" y="410"/>
                    </a:cubicBezTo>
                    <a:cubicBezTo>
                      <a:pt x="0" y="464"/>
                      <a:pt x="44" y="508"/>
                      <a:pt x="98" y="508"/>
                    </a:cubicBezTo>
                    <a:cubicBezTo>
                      <a:pt x="327" y="508"/>
                      <a:pt x="327" y="508"/>
                      <a:pt x="327" y="508"/>
                    </a:cubicBezTo>
                    <a:cubicBezTo>
                      <a:pt x="382" y="508"/>
                      <a:pt x="426" y="464"/>
                      <a:pt x="426" y="410"/>
                    </a:cubicBezTo>
                    <a:cubicBezTo>
                      <a:pt x="426" y="99"/>
                      <a:pt x="426" y="99"/>
                      <a:pt x="426" y="99"/>
                    </a:cubicBezTo>
                    <a:cubicBezTo>
                      <a:pt x="426" y="44"/>
                      <a:pt x="382" y="0"/>
                      <a:pt x="3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42">
                <a:extLst>
                  <a:ext uri="{FF2B5EF4-FFF2-40B4-BE49-F238E27FC236}">
                    <a16:creationId xmlns:a16="http://schemas.microsoft.com/office/drawing/2014/main" id="{07EA266D-85D4-2482-F339-CA990CEBF67D}"/>
                  </a:ext>
                </a:extLst>
              </p:cNvPr>
              <p:cNvSpPr/>
              <p:nvPr/>
            </p:nvSpPr>
            <p:spPr>
              <a:xfrm>
                <a:off x="76200" y="209550"/>
                <a:ext cx="384573" cy="423861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1888" extrusionOk="0">
                    <a:moveTo>
                      <a:pt x="1691" y="1048"/>
                    </a:moveTo>
                    <a:cubicBezTo>
                      <a:pt x="1691" y="1047"/>
                      <a:pt x="1690" y="1046"/>
                      <a:pt x="1690" y="1046"/>
                    </a:cubicBezTo>
                    <a:cubicBezTo>
                      <a:pt x="1608" y="919"/>
                      <a:pt x="1608" y="919"/>
                      <a:pt x="1608" y="919"/>
                    </a:cubicBezTo>
                    <a:cubicBezTo>
                      <a:pt x="1564" y="851"/>
                      <a:pt x="1543" y="819"/>
                      <a:pt x="1532" y="802"/>
                    </a:cubicBezTo>
                    <a:cubicBezTo>
                      <a:pt x="1530" y="709"/>
                      <a:pt x="1530" y="709"/>
                      <a:pt x="1530" y="709"/>
                    </a:cubicBezTo>
                    <a:cubicBezTo>
                      <a:pt x="1530" y="708"/>
                      <a:pt x="1530" y="707"/>
                      <a:pt x="1530" y="707"/>
                    </a:cubicBezTo>
                    <a:cubicBezTo>
                      <a:pt x="1529" y="683"/>
                      <a:pt x="1526" y="659"/>
                      <a:pt x="1522" y="638"/>
                    </a:cubicBezTo>
                    <a:cubicBezTo>
                      <a:pt x="1516" y="595"/>
                      <a:pt x="1505" y="554"/>
                      <a:pt x="1492" y="516"/>
                    </a:cubicBezTo>
                    <a:cubicBezTo>
                      <a:pt x="1466" y="442"/>
                      <a:pt x="1428" y="376"/>
                      <a:pt x="1378" y="319"/>
                    </a:cubicBezTo>
                    <a:cubicBezTo>
                      <a:pt x="1285" y="214"/>
                      <a:pt x="1150" y="141"/>
                      <a:pt x="999" y="113"/>
                    </a:cubicBezTo>
                    <a:cubicBezTo>
                      <a:pt x="978" y="109"/>
                      <a:pt x="957" y="106"/>
                      <a:pt x="936" y="103"/>
                    </a:cubicBezTo>
                    <a:cubicBezTo>
                      <a:pt x="936" y="80"/>
                      <a:pt x="936" y="80"/>
                      <a:pt x="936" y="80"/>
                    </a:cubicBezTo>
                    <a:cubicBezTo>
                      <a:pt x="936" y="36"/>
                      <a:pt x="900" y="0"/>
                      <a:pt x="856" y="0"/>
                    </a:cubicBezTo>
                    <a:cubicBezTo>
                      <a:pt x="724" y="0"/>
                      <a:pt x="724" y="0"/>
                      <a:pt x="724" y="0"/>
                    </a:cubicBezTo>
                    <a:cubicBezTo>
                      <a:pt x="680" y="0"/>
                      <a:pt x="644" y="36"/>
                      <a:pt x="644" y="80"/>
                    </a:cubicBezTo>
                    <a:cubicBezTo>
                      <a:pt x="644" y="118"/>
                      <a:pt x="644" y="118"/>
                      <a:pt x="644" y="118"/>
                    </a:cubicBezTo>
                    <a:cubicBezTo>
                      <a:pt x="525" y="146"/>
                      <a:pt x="419" y="200"/>
                      <a:pt x="329" y="280"/>
                    </a:cubicBezTo>
                    <a:cubicBezTo>
                      <a:pt x="39" y="537"/>
                      <a:pt x="0" y="992"/>
                      <a:pt x="243" y="1293"/>
                    </a:cubicBezTo>
                    <a:cubicBezTo>
                      <a:pt x="284" y="1345"/>
                      <a:pt x="333" y="1390"/>
                      <a:pt x="387" y="1429"/>
                    </a:cubicBezTo>
                    <a:cubicBezTo>
                      <a:pt x="416" y="1450"/>
                      <a:pt x="434" y="1484"/>
                      <a:pt x="434" y="1519"/>
                    </a:cubicBezTo>
                    <a:cubicBezTo>
                      <a:pt x="434" y="1789"/>
                      <a:pt x="434" y="1789"/>
                      <a:pt x="434" y="1789"/>
                    </a:cubicBezTo>
                    <a:cubicBezTo>
                      <a:pt x="434" y="1844"/>
                      <a:pt x="478" y="1888"/>
                      <a:pt x="533" y="1888"/>
                    </a:cubicBezTo>
                    <a:cubicBezTo>
                      <a:pt x="616" y="1888"/>
                      <a:pt x="616" y="1888"/>
                      <a:pt x="616" y="1888"/>
                    </a:cubicBezTo>
                    <a:cubicBezTo>
                      <a:pt x="638" y="1888"/>
                      <a:pt x="656" y="1870"/>
                      <a:pt x="656" y="1848"/>
                    </a:cubicBezTo>
                    <a:cubicBezTo>
                      <a:pt x="656" y="1826"/>
                      <a:pt x="638" y="1808"/>
                      <a:pt x="616" y="1808"/>
                    </a:cubicBezTo>
                    <a:cubicBezTo>
                      <a:pt x="533" y="1808"/>
                      <a:pt x="533" y="1808"/>
                      <a:pt x="533" y="1808"/>
                    </a:cubicBezTo>
                    <a:cubicBezTo>
                      <a:pt x="523" y="1808"/>
                      <a:pt x="514" y="1799"/>
                      <a:pt x="514" y="1789"/>
                    </a:cubicBezTo>
                    <a:cubicBezTo>
                      <a:pt x="514" y="1519"/>
                      <a:pt x="514" y="1519"/>
                      <a:pt x="514" y="1519"/>
                    </a:cubicBezTo>
                    <a:cubicBezTo>
                      <a:pt x="514" y="1458"/>
                      <a:pt x="484" y="1401"/>
                      <a:pt x="433" y="1364"/>
                    </a:cubicBezTo>
                    <a:cubicBezTo>
                      <a:pt x="385" y="1330"/>
                      <a:pt x="342" y="1289"/>
                      <a:pt x="305" y="1243"/>
                    </a:cubicBezTo>
                    <a:cubicBezTo>
                      <a:pt x="89" y="974"/>
                      <a:pt x="123" y="569"/>
                      <a:pt x="382" y="340"/>
                    </a:cubicBezTo>
                    <a:cubicBezTo>
                      <a:pt x="457" y="273"/>
                      <a:pt x="545" y="227"/>
                      <a:pt x="644" y="201"/>
                    </a:cubicBezTo>
                    <a:cubicBezTo>
                      <a:pt x="644" y="671"/>
                      <a:pt x="644" y="671"/>
                      <a:pt x="644" y="671"/>
                    </a:cubicBezTo>
                    <a:cubicBezTo>
                      <a:pt x="583" y="685"/>
                      <a:pt x="537" y="740"/>
                      <a:pt x="537" y="806"/>
                    </a:cubicBezTo>
                    <a:cubicBezTo>
                      <a:pt x="537" y="1117"/>
                      <a:pt x="537" y="1117"/>
                      <a:pt x="537" y="1117"/>
                    </a:cubicBezTo>
                    <a:cubicBezTo>
                      <a:pt x="537" y="1193"/>
                      <a:pt x="599" y="1255"/>
                      <a:pt x="675" y="1255"/>
                    </a:cubicBezTo>
                    <a:cubicBezTo>
                      <a:pt x="904" y="1255"/>
                      <a:pt x="904" y="1255"/>
                      <a:pt x="904" y="1255"/>
                    </a:cubicBezTo>
                    <a:cubicBezTo>
                      <a:pt x="981" y="1255"/>
                      <a:pt x="1043" y="1193"/>
                      <a:pt x="1043" y="1117"/>
                    </a:cubicBezTo>
                    <a:cubicBezTo>
                      <a:pt x="1043" y="806"/>
                      <a:pt x="1043" y="806"/>
                      <a:pt x="1043" y="806"/>
                    </a:cubicBezTo>
                    <a:cubicBezTo>
                      <a:pt x="1043" y="740"/>
                      <a:pt x="997" y="685"/>
                      <a:pt x="936" y="671"/>
                    </a:cubicBezTo>
                    <a:cubicBezTo>
                      <a:pt x="936" y="184"/>
                      <a:pt x="936" y="184"/>
                      <a:pt x="936" y="184"/>
                    </a:cubicBezTo>
                    <a:cubicBezTo>
                      <a:pt x="952" y="186"/>
                      <a:pt x="968" y="189"/>
                      <a:pt x="985" y="192"/>
                    </a:cubicBezTo>
                    <a:cubicBezTo>
                      <a:pt x="1118" y="216"/>
                      <a:pt x="1237" y="281"/>
                      <a:pt x="1318" y="372"/>
                    </a:cubicBezTo>
                    <a:cubicBezTo>
                      <a:pt x="1361" y="421"/>
                      <a:pt x="1394" y="478"/>
                      <a:pt x="1417" y="543"/>
                    </a:cubicBezTo>
                    <a:cubicBezTo>
                      <a:pt x="1428" y="576"/>
                      <a:pt x="1437" y="612"/>
                      <a:pt x="1443" y="650"/>
                    </a:cubicBezTo>
                    <a:cubicBezTo>
                      <a:pt x="1446" y="669"/>
                      <a:pt x="1449" y="690"/>
                      <a:pt x="1450" y="711"/>
                    </a:cubicBezTo>
                    <a:cubicBezTo>
                      <a:pt x="1452" y="815"/>
                      <a:pt x="1452" y="815"/>
                      <a:pt x="1452" y="815"/>
                    </a:cubicBezTo>
                    <a:cubicBezTo>
                      <a:pt x="1452" y="823"/>
                      <a:pt x="1455" y="830"/>
                      <a:pt x="1459" y="836"/>
                    </a:cubicBezTo>
                    <a:cubicBezTo>
                      <a:pt x="1463" y="842"/>
                      <a:pt x="1609" y="1068"/>
                      <a:pt x="1622" y="1088"/>
                    </a:cubicBezTo>
                    <a:cubicBezTo>
                      <a:pt x="1632" y="1107"/>
                      <a:pt x="1632" y="1130"/>
                      <a:pt x="1620" y="1149"/>
                    </a:cubicBezTo>
                    <a:cubicBezTo>
                      <a:pt x="1609" y="1168"/>
                      <a:pt x="1589" y="1180"/>
                      <a:pt x="1566" y="1180"/>
                    </a:cubicBezTo>
                    <a:cubicBezTo>
                      <a:pt x="1478" y="1180"/>
                      <a:pt x="1478" y="1180"/>
                      <a:pt x="1478" y="1180"/>
                    </a:cubicBezTo>
                    <a:cubicBezTo>
                      <a:pt x="1456" y="1180"/>
                      <a:pt x="1438" y="1197"/>
                      <a:pt x="1438" y="1219"/>
                    </a:cubicBezTo>
                    <a:cubicBezTo>
                      <a:pt x="1431" y="1384"/>
                      <a:pt x="1431" y="1384"/>
                      <a:pt x="1431" y="1384"/>
                    </a:cubicBezTo>
                    <a:cubicBezTo>
                      <a:pt x="1431" y="1384"/>
                      <a:pt x="1431" y="1384"/>
                      <a:pt x="1431" y="1384"/>
                    </a:cubicBezTo>
                    <a:cubicBezTo>
                      <a:pt x="1430" y="1435"/>
                      <a:pt x="1410" y="1482"/>
                      <a:pt x="1374" y="1518"/>
                    </a:cubicBezTo>
                    <a:cubicBezTo>
                      <a:pt x="1338" y="1553"/>
                      <a:pt x="1290" y="1573"/>
                      <a:pt x="1240" y="1573"/>
                    </a:cubicBezTo>
                    <a:cubicBezTo>
                      <a:pt x="1239" y="1573"/>
                      <a:pt x="1239" y="1573"/>
                      <a:pt x="1239" y="1573"/>
                    </a:cubicBezTo>
                    <a:cubicBezTo>
                      <a:pt x="1152" y="1573"/>
                      <a:pt x="1082" y="1644"/>
                      <a:pt x="1082" y="1731"/>
                    </a:cubicBezTo>
                    <a:cubicBezTo>
                      <a:pt x="1082" y="1789"/>
                      <a:pt x="1082" y="1789"/>
                      <a:pt x="1082" y="1789"/>
                    </a:cubicBezTo>
                    <a:cubicBezTo>
                      <a:pt x="1082" y="1799"/>
                      <a:pt x="1073" y="1808"/>
                      <a:pt x="1062" y="1808"/>
                    </a:cubicBezTo>
                    <a:cubicBezTo>
                      <a:pt x="980" y="1808"/>
                      <a:pt x="980" y="1808"/>
                      <a:pt x="980" y="1808"/>
                    </a:cubicBezTo>
                    <a:cubicBezTo>
                      <a:pt x="958" y="1808"/>
                      <a:pt x="940" y="1826"/>
                      <a:pt x="940" y="1848"/>
                    </a:cubicBezTo>
                    <a:cubicBezTo>
                      <a:pt x="940" y="1870"/>
                      <a:pt x="958" y="1888"/>
                      <a:pt x="980" y="1888"/>
                    </a:cubicBezTo>
                    <a:cubicBezTo>
                      <a:pt x="1062" y="1888"/>
                      <a:pt x="1062" y="1888"/>
                      <a:pt x="1062" y="1888"/>
                    </a:cubicBezTo>
                    <a:cubicBezTo>
                      <a:pt x="1117" y="1888"/>
                      <a:pt x="1162" y="1844"/>
                      <a:pt x="1162" y="1789"/>
                    </a:cubicBezTo>
                    <a:cubicBezTo>
                      <a:pt x="1162" y="1731"/>
                      <a:pt x="1162" y="1731"/>
                      <a:pt x="1162" y="1731"/>
                    </a:cubicBezTo>
                    <a:cubicBezTo>
                      <a:pt x="1162" y="1688"/>
                      <a:pt x="1197" y="1653"/>
                      <a:pt x="1239" y="1653"/>
                    </a:cubicBezTo>
                    <a:cubicBezTo>
                      <a:pt x="1240" y="1653"/>
                      <a:pt x="1240" y="1653"/>
                      <a:pt x="1240" y="1653"/>
                    </a:cubicBezTo>
                    <a:cubicBezTo>
                      <a:pt x="1311" y="1653"/>
                      <a:pt x="1379" y="1625"/>
                      <a:pt x="1430" y="1575"/>
                    </a:cubicBezTo>
                    <a:cubicBezTo>
                      <a:pt x="1481" y="1525"/>
                      <a:pt x="1510" y="1458"/>
                      <a:pt x="1511" y="1386"/>
                    </a:cubicBezTo>
                    <a:cubicBezTo>
                      <a:pt x="1516" y="1260"/>
                      <a:pt x="1516" y="1260"/>
                      <a:pt x="1516" y="1260"/>
                    </a:cubicBezTo>
                    <a:cubicBezTo>
                      <a:pt x="1566" y="1260"/>
                      <a:pt x="1566" y="1260"/>
                      <a:pt x="1566" y="1260"/>
                    </a:cubicBezTo>
                    <a:cubicBezTo>
                      <a:pt x="1617" y="1260"/>
                      <a:pt x="1663" y="1234"/>
                      <a:pt x="1689" y="1190"/>
                    </a:cubicBezTo>
                    <a:cubicBezTo>
                      <a:pt x="1715" y="1146"/>
                      <a:pt x="1716" y="1093"/>
                      <a:pt x="1691" y="1048"/>
                    </a:cubicBezTo>
                    <a:close/>
                    <a:moveTo>
                      <a:pt x="724" y="80"/>
                    </a:moveTo>
                    <a:cubicBezTo>
                      <a:pt x="856" y="80"/>
                      <a:pt x="856" y="80"/>
                      <a:pt x="856" y="80"/>
                    </a:cubicBezTo>
                    <a:cubicBezTo>
                      <a:pt x="856" y="667"/>
                      <a:pt x="856" y="667"/>
                      <a:pt x="856" y="667"/>
                    </a:cubicBezTo>
                    <a:cubicBezTo>
                      <a:pt x="724" y="667"/>
                      <a:pt x="724" y="667"/>
                      <a:pt x="724" y="667"/>
                    </a:cubicBezTo>
                    <a:lnTo>
                      <a:pt x="724" y="80"/>
                    </a:lnTo>
                    <a:close/>
                    <a:moveTo>
                      <a:pt x="963" y="806"/>
                    </a:moveTo>
                    <a:cubicBezTo>
                      <a:pt x="963" y="1117"/>
                      <a:pt x="963" y="1117"/>
                      <a:pt x="963" y="1117"/>
                    </a:cubicBezTo>
                    <a:cubicBezTo>
                      <a:pt x="963" y="1149"/>
                      <a:pt x="936" y="1175"/>
                      <a:pt x="904" y="1175"/>
                    </a:cubicBezTo>
                    <a:cubicBezTo>
                      <a:pt x="675" y="1175"/>
                      <a:pt x="675" y="1175"/>
                      <a:pt x="675" y="1175"/>
                    </a:cubicBezTo>
                    <a:cubicBezTo>
                      <a:pt x="643" y="1175"/>
                      <a:pt x="617" y="1149"/>
                      <a:pt x="617" y="1117"/>
                    </a:cubicBezTo>
                    <a:cubicBezTo>
                      <a:pt x="617" y="806"/>
                      <a:pt x="617" y="806"/>
                      <a:pt x="617" y="806"/>
                    </a:cubicBezTo>
                    <a:cubicBezTo>
                      <a:pt x="617" y="773"/>
                      <a:pt x="643" y="747"/>
                      <a:pt x="675" y="747"/>
                    </a:cubicBezTo>
                    <a:cubicBezTo>
                      <a:pt x="904" y="747"/>
                      <a:pt x="904" y="747"/>
                      <a:pt x="904" y="747"/>
                    </a:cubicBezTo>
                    <a:cubicBezTo>
                      <a:pt x="936" y="747"/>
                      <a:pt x="963" y="773"/>
                      <a:pt x="963" y="8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42">
                <a:extLst>
                  <a:ext uri="{FF2B5EF4-FFF2-40B4-BE49-F238E27FC236}">
                    <a16:creationId xmlns:a16="http://schemas.microsoft.com/office/drawing/2014/main" id="{36E87A33-0C73-A4A0-5821-52E1E18B9FD8}"/>
                  </a:ext>
                </a:extLst>
              </p:cNvPr>
              <p:cNvSpPr/>
              <p:nvPr/>
            </p:nvSpPr>
            <p:spPr>
              <a:xfrm>
                <a:off x="0" y="177404"/>
                <a:ext cx="86915" cy="91679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08" extrusionOk="0">
                    <a:moveTo>
                      <a:pt x="273" y="269"/>
                    </a:moveTo>
                    <a:cubicBezTo>
                      <a:pt x="343" y="192"/>
                      <a:pt x="373" y="109"/>
                      <a:pt x="386" y="53"/>
                    </a:cubicBezTo>
                    <a:cubicBezTo>
                      <a:pt x="391" y="32"/>
                      <a:pt x="378" y="10"/>
                      <a:pt x="356" y="5"/>
                    </a:cubicBezTo>
                    <a:cubicBezTo>
                      <a:pt x="335" y="0"/>
                      <a:pt x="313" y="14"/>
                      <a:pt x="308" y="35"/>
                    </a:cubicBezTo>
                    <a:cubicBezTo>
                      <a:pt x="297" y="82"/>
                      <a:pt x="272" y="151"/>
                      <a:pt x="214" y="215"/>
                    </a:cubicBezTo>
                    <a:cubicBezTo>
                      <a:pt x="152" y="283"/>
                      <a:pt x="81" y="315"/>
                      <a:pt x="33" y="330"/>
                    </a:cubicBezTo>
                    <a:cubicBezTo>
                      <a:pt x="12" y="336"/>
                      <a:pt x="0" y="358"/>
                      <a:pt x="6" y="379"/>
                    </a:cubicBezTo>
                    <a:cubicBezTo>
                      <a:pt x="11" y="397"/>
                      <a:pt x="27" y="408"/>
                      <a:pt x="44" y="408"/>
                    </a:cubicBezTo>
                    <a:cubicBezTo>
                      <a:pt x="48" y="408"/>
                      <a:pt x="52" y="407"/>
                      <a:pt x="56" y="406"/>
                    </a:cubicBezTo>
                    <a:cubicBezTo>
                      <a:pt x="114" y="388"/>
                      <a:pt x="199" y="350"/>
                      <a:pt x="273" y="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42">
                <a:extLst>
                  <a:ext uri="{FF2B5EF4-FFF2-40B4-BE49-F238E27FC236}">
                    <a16:creationId xmlns:a16="http://schemas.microsoft.com/office/drawing/2014/main" id="{16DB784F-8BF9-D4CD-EDFF-910131DDFFFE}"/>
                  </a:ext>
                </a:extLst>
              </p:cNvPr>
              <p:cNvSpPr/>
              <p:nvPr/>
            </p:nvSpPr>
            <p:spPr>
              <a:xfrm>
                <a:off x="16669" y="191691"/>
                <a:ext cx="121444" cy="12620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65" extrusionOk="0">
                    <a:moveTo>
                      <a:pt x="369" y="365"/>
                    </a:moveTo>
                    <a:cubicBezTo>
                      <a:pt x="449" y="278"/>
                      <a:pt x="506" y="170"/>
                      <a:pt x="533" y="54"/>
                    </a:cubicBezTo>
                    <a:cubicBezTo>
                      <a:pt x="538" y="32"/>
                      <a:pt x="525" y="11"/>
                      <a:pt x="503" y="6"/>
                    </a:cubicBezTo>
                    <a:cubicBezTo>
                      <a:pt x="482" y="0"/>
                      <a:pt x="460" y="14"/>
                      <a:pt x="455" y="35"/>
                    </a:cubicBezTo>
                    <a:cubicBezTo>
                      <a:pt x="431" y="138"/>
                      <a:pt x="381" y="234"/>
                      <a:pt x="310" y="312"/>
                    </a:cubicBezTo>
                    <a:cubicBezTo>
                      <a:pt x="216" y="415"/>
                      <a:pt x="107" y="464"/>
                      <a:pt x="33" y="487"/>
                    </a:cubicBezTo>
                    <a:cubicBezTo>
                      <a:pt x="12" y="493"/>
                      <a:pt x="0" y="516"/>
                      <a:pt x="6" y="537"/>
                    </a:cubicBezTo>
                    <a:cubicBezTo>
                      <a:pt x="11" y="554"/>
                      <a:pt x="27" y="565"/>
                      <a:pt x="44" y="565"/>
                    </a:cubicBezTo>
                    <a:cubicBezTo>
                      <a:pt x="48" y="565"/>
                      <a:pt x="52" y="565"/>
                      <a:pt x="56" y="563"/>
                    </a:cubicBezTo>
                    <a:cubicBezTo>
                      <a:pt x="140" y="538"/>
                      <a:pt x="262" y="483"/>
                      <a:pt x="369" y="3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42">
                <a:extLst>
                  <a:ext uri="{FF2B5EF4-FFF2-40B4-BE49-F238E27FC236}">
                    <a16:creationId xmlns:a16="http://schemas.microsoft.com/office/drawing/2014/main" id="{A113AE53-07CB-5E03-C776-BEE4FF4EC139}"/>
                  </a:ext>
                </a:extLst>
              </p:cNvPr>
              <p:cNvSpPr/>
              <p:nvPr/>
            </p:nvSpPr>
            <p:spPr>
              <a:xfrm>
                <a:off x="244079" y="408385"/>
                <a:ext cx="19050" cy="32147"/>
              </a:xfrm>
              <a:custGeom>
                <a:avLst/>
                <a:gdLst/>
                <a:ahLst/>
                <a:cxnLst/>
                <a:rect l="l" t="t" r="r" b="b"/>
                <a:pathLst>
                  <a:path w="80" h="142" extrusionOk="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4"/>
                      <a:pt x="18" y="142"/>
                      <a:pt x="40" y="142"/>
                    </a:cubicBezTo>
                    <a:cubicBezTo>
                      <a:pt x="62" y="142"/>
                      <a:pt x="80" y="124"/>
                      <a:pt x="80" y="102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42">
                <a:extLst>
                  <a:ext uri="{FF2B5EF4-FFF2-40B4-BE49-F238E27FC236}">
                    <a16:creationId xmlns:a16="http://schemas.microsoft.com/office/drawing/2014/main" id="{776B07AF-547F-313B-777E-64861BB8637A}"/>
                  </a:ext>
                </a:extLst>
              </p:cNvPr>
              <p:cNvSpPr/>
              <p:nvPr/>
            </p:nvSpPr>
            <p:spPr>
              <a:xfrm>
                <a:off x="246460" y="615554"/>
                <a:ext cx="17700" cy="177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0" name="Google Shape;510;p42">
            <a:extLst>
              <a:ext uri="{FF2B5EF4-FFF2-40B4-BE49-F238E27FC236}">
                <a16:creationId xmlns:a16="http://schemas.microsoft.com/office/drawing/2014/main" id="{FAFA62A0-95F9-4EA8-9831-50BB3E688502}"/>
              </a:ext>
            </a:extLst>
          </p:cNvPr>
          <p:cNvGrpSpPr/>
          <p:nvPr/>
        </p:nvGrpSpPr>
        <p:grpSpPr>
          <a:xfrm>
            <a:off x="7343850" y="3292163"/>
            <a:ext cx="494100" cy="494100"/>
            <a:chOff x="248750" y="3088250"/>
            <a:chExt cx="494100" cy="494100"/>
          </a:xfrm>
        </p:grpSpPr>
        <p:sp>
          <p:nvSpPr>
            <p:cNvPr id="511" name="Google Shape;511;p42">
              <a:extLst>
                <a:ext uri="{FF2B5EF4-FFF2-40B4-BE49-F238E27FC236}">
                  <a16:creationId xmlns:a16="http://schemas.microsoft.com/office/drawing/2014/main" id="{C9ABEDEF-6466-1D03-1127-02AB90B036C7}"/>
                </a:ext>
              </a:extLst>
            </p:cNvPr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2" name="Google Shape;512;p42">
              <a:extLst>
                <a:ext uri="{FF2B5EF4-FFF2-40B4-BE49-F238E27FC236}">
                  <a16:creationId xmlns:a16="http://schemas.microsoft.com/office/drawing/2014/main" id="{5C64352B-5CB5-AB49-9A51-64A4D0665859}"/>
                </a:ext>
              </a:extLst>
            </p:cNvPr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13" name="Google Shape;513;p42">
            <a:extLst>
              <a:ext uri="{FF2B5EF4-FFF2-40B4-BE49-F238E27FC236}">
                <a16:creationId xmlns:a16="http://schemas.microsoft.com/office/drawing/2014/main" id="{3834C86F-187D-082D-D599-50A3699F422F}"/>
              </a:ext>
            </a:extLst>
          </p:cNvPr>
          <p:cNvSpPr/>
          <p:nvPr/>
        </p:nvSpPr>
        <p:spPr>
          <a:xfrm>
            <a:off x="3747828" y="1369975"/>
            <a:ext cx="149400" cy="149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4" name="Google Shape;514;p42">
            <a:extLst>
              <a:ext uri="{FF2B5EF4-FFF2-40B4-BE49-F238E27FC236}">
                <a16:creationId xmlns:a16="http://schemas.microsoft.com/office/drawing/2014/main" id="{567DD196-F572-9BDB-BFA0-67EDF335FB96}"/>
              </a:ext>
            </a:extLst>
          </p:cNvPr>
          <p:cNvSpPr/>
          <p:nvPr/>
        </p:nvSpPr>
        <p:spPr>
          <a:xfrm>
            <a:off x="4034179" y="1069654"/>
            <a:ext cx="246000" cy="2460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15" name="Google Shape;515;p42">
            <a:extLst>
              <a:ext uri="{FF2B5EF4-FFF2-40B4-BE49-F238E27FC236}">
                <a16:creationId xmlns:a16="http://schemas.microsoft.com/office/drawing/2014/main" id="{04D22F4E-59E5-A18C-A200-A1400ADDDE18}"/>
              </a:ext>
            </a:extLst>
          </p:cNvPr>
          <p:cNvGrpSpPr/>
          <p:nvPr/>
        </p:nvGrpSpPr>
        <p:grpSpPr>
          <a:xfrm>
            <a:off x="466175" y="4356938"/>
            <a:ext cx="494100" cy="494100"/>
            <a:chOff x="248750" y="3088250"/>
            <a:chExt cx="494100" cy="494100"/>
          </a:xfrm>
        </p:grpSpPr>
        <p:sp>
          <p:nvSpPr>
            <p:cNvPr id="516" name="Google Shape;516;p42">
              <a:extLst>
                <a:ext uri="{FF2B5EF4-FFF2-40B4-BE49-F238E27FC236}">
                  <a16:creationId xmlns:a16="http://schemas.microsoft.com/office/drawing/2014/main" id="{7E352683-14D0-28A1-A99E-834B3A43290C}"/>
                </a:ext>
              </a:extLst>
            </p:cNvPr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7" name="Google Shape;517;p42">
              <a:extLst>
                <a:ext uri="{FF2B5EF4-FFF2-40B4-BE49-F238E27FC236}">
                  <a16:creationId xmlns:a16="http://schemas.microsoft.com/office/drawing/2014/main" id="{9568A3BA-0076-77D3-78BD-DC629DEF83E3}"/>
                </a:ext>
              </a:extLst>
            </p:cNvPr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4" name="Subtitle 3">
            <a:extLst>
              <a:ext uri="{FF2B5EF4-FFF2-40B4-BE49-F238E27FC236}">
                <a16:creationId xmlns:a16="http://schemas.microsoft.com/office/drawing/2014/main" id="{3E5A90B9-AEA3-4803-5AF1-1ACA15897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60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>
          <a:extLst>
            <a:ext uri="{FF2B5EF4-FFF2-40B4-BE49-F238E27FC236}">
              <a16:creationId xmlns:a16="http://schemas.microsoft.com/office/drawing/2014/main" id="{B1427553-89BD-4FCA-637F-C81AB7167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6">
            <a:extLst>
              <a:ext uri="{FF2B5EF4-FFF2-40B4-BE49-F238E27FC236}">
                <a16:creationId xmlns:a16="http://schemas.microsoft.com/office/drawing/2014/main" id="{6344585B-6286-BE70-2B8E-E4CCA0F481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</a:t>
            </a:r>
          </a:p>
        </p:txBody>
      </p:sp>
      <p:sp>
        <p:nvSpPr>
          <p:cNvPr id="602" name="Google Shape;602;p46">
            <a:extLst>
              <a:ext uri="{FF2B5EF4-FFF2-40B4-BE49-F238E27FC236}">
                <a16:creationId xmlns:a16="http://schemas.microsoft.com/office/drawing/2014/main" id="{E946EFAB-D317-325D-0D3D-F191323CD99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3750" y="2535206"/>
            <a:ext cx="2252400" cy="8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603" name="Google Shape;603;p46">
            <a:extLst>
              <a:ext uri="{FF2B5EF4-FFF2-40B4-BE49-F238E27FC236}">
                <a16:creationId xmlns:a16="http://schemas.microsoft.com/office/drawing/2014/main" id="{A3BE3298-94E8-9FE7-857B-E53449797A7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00629" y="2535206"/>
            <a:ext cx="2252400" cy="8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604" name="Google Shape;604;p46">
            <a:extLst>
              <a:ext uri="{FF2B5EF4-FFF2-40B4-BE49-F238E27FC236}">
                <a16:creationId xmlns:a16="http://schemas.microsoft.com/office/drawing/2014/main" id="{3F79DAF5-E8EC-2D8A-0AC4-2A55E923E79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037514" y="2535206"/>
            <a:ext cx="2252400" cy="89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lnSpc>
                <a:spcPct val="114999"/>
              </a:lnSpc>
              <a:buFont typeface="Arial"/>
              <a:buChar char="•"/>
            </a:pPr>
            <a:r>
              <a:rPr lang="en" b="1"/>
              <a:t>Alcohol swabs</a:t>
            </a:r>
            <a:endParaRPr lang="en-US"/>
          </a:p>
          <a:p>
            <a:pPr marL="285750" indent="-285750" algn="l">
              <a:lnSpc>
                <a:spcPct val="114999"/>
              </a:lnSpc>
              <a:buFont typeface="Arial"/>
              <a:buChar char="•"/>
            </a:pPr>
            <a:r>
              <a:rPr lang="en" b="1"/>
              <a:t>Blindfold</a:t>
            </a:r>
            <a:r>
              <a:rPr lang="en"/>
              <a:t> </a:t>
            </a:r>
            <a:endParaRPr lang="en-US"/>
          </a:p>
          <a:p>
            <a:pPr marL="285750" indent="-285750" algn="l">
              <a:lnSpc>
                <a:spcPct val="114999"/>
              </a:lnSpc>
              <a:buFont typeface="Arial"/>
              <a:buChar char="•"/>
            </a:pPr>
            <a:r>
              <a:rPr lang="en" b="1"/>
              <a:t>Notebook &amp; pen</a:t>
            </a:r>
            <a:endParaRPr lang="en-US"/>
          </a:p>
          <a:p>
            <a:pPr marL="285750" indent="-285750" algn="l">
              <a:lnSpc>
                <a:spcPct val="114999"/>
              </a:lnSpc>
              <a:buFont typeface="Arial"/>
              <a:buChar char="•"/>
            </a:pPr>
            <a:r>
              <a:rPr lang="en-US" b="1"/>
              <a:t>2 People</a:t>
            </a: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605" name="Google Shape;605;p46">
            <a:extLst>
              <a:ext uri="{FF2B5EF4-FFF2-40B4-BE49-F238E27FC236}">
                <a16:creationId xmlns:a16="http://schemas.microsoft.com/office/drawing/2014/main" id="{E5AAF412-3362-A311-0414-3B08950B4B4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33270" y="1875200"/>
            <a:ext cx="2541960" cy="6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" sz="1800"/>
              <a:t>Two-point divider </a:t>
            </a:r>
          </a:p>
        </p:txBody>
      </p:sp>
      <p:sp>
        <p:nvSpPr>
          <p:cNvPr id="606" name="Google Shape;606;p46">
            <a:extLst>
              <a:ext uri="{FF2B5EF4-FFF2-40B4-BE49-F238E27FC236}">
                <a16:creationId xmlns:a16="http://schemas.microsoft.com/office/drawing/2014/main" id="{3FD8DCA5-1D78-4628-9FF0-DBBA9D5CE5C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00632" y="1875200"/>
            <a:ext cx="2252400" cy="6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" sz="1800"/>
              <a:t>Ruler or scale</a:t>
            </a:r>
            <a:endParaRPr lang="en-US" sz="1800"/>
          </a:p>
        </p:txBody>
      </p:sp>
      <p:sp>
        <p:nvSpPr>
          <p:cNvPr id="607" name="Google Shape;607;p46">
            <a:extLst>
              <a:ext uri="{FF2B5EF4-FFF2-40B4-BE49-F238E27FC236}">
                <a16:creationId xmlns:a16="http://schemas.microsoft.com/office/drawing/2014/main" id="{B25A4C85-55E7-7A86-9E4C-968D9BA9441F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037514" y="1875210"/>
            <a:ext cx="2252400" cy="6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optional</a:t>
            </a:r>
            <a:endParaRPr lang="en-US" sz="1800"/>
          </a:p>
        </p:txBody>
      </p:sp>
      <p:grpSp>
        <p:nvGrpSpPr>
          <p:cNvPr id="608" name="Google Shape;608;p46">
            <a:extLst>
              <a:ext uri="{FF2B5EF4-FFF2-40B4-BE49-F238E27FC236}">
                <a16:creationId xmlns:a16="http://schemas.microsoft.com/office/drawing/2014/main" id="{CA3ABBB9-8E64-2377-7A3A-09B8C0678077}"/>
              </a:ext>
            </a:extLst>
          </p:cNvPr>
          <p:cNvGrpSpPr/>
          <p:nvPr/>
        </p:nvGrpSpPr>
        <p:grpSpPr>
          <a:xfrm rot="-899960">
            <a:off x="710367" y="3840519"/>
            <a:ext cx="1022969" cy="1022969"/>
            <a:chOff x="509328" y="3754368"/>
            <a:chExt cx="1023000" cy="1023000"/>
          </a:xfrm>
        </p:grpSpPr>
        <p:sp>
          <p:nvSpPr>
            <p:cNvPr id="609" name="Google Shape;609;p46">
              <a:extLst>
                <a:ext uri="{FF2B5EF4-FFF2-40B4-BE49-F238E27FC236}">
                  <a16:creationId xmlns:a16="http://schemas.microsoft.com/office/drawing/2014/main" id="{ADB2848E-F041-B250-4FCA-942227678F34}"/>
                </a:ext>
              </a:extLst>
            </p:cNvPr>
            <p:cNvSpPr/>
            <p:nvPr/>
          </p:nvSpPr>
          <p:spPr>
            <a:xfrm>
              <a:off x="509328" y="3754368"/>
              <a:ext cx="1023000" cy="102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610" name="Google Shape;610;p46">
              <a:extLst>
                <a:ext uri="{FF2B5EF4-FFF2-40B4-BE49-F238E27FC236}">
                  <a16:creationId xmlns:a16="http://schemas.microsoft.com/office/drawing/2014/main" id="{2AF988AF-B84F-34A7-ABBC-071E4296CC5B}"/>
                </a:ext>
              </a:extLst>
            </p:cNvPr>
            <p:cNvGrpSpPr/>
            <p:nvPr/>
          </p:nvGrpSpPr>
          <p:grpSpPr>
            <a:xfrm>
              <a:off x="762534" y="4000003"/>
              <a:ext cx="516585" cy="531736"/>
              <a:chOff x="7755731" y="176213"/>
              <a:chExt cx="446487" cy="459582"/>
            </a:xfrm>
          </p:grpSpPr>
          <p:sp>
            <p:nvSpPr>
              <p:cNvPr id="611" name="Google Shape;611;p46">
                <a:extLst>
                  <a:ext uri="{FF2B5EF4-FFF2-40B4-BE49-F238E27FC236}">
                    <a16:creationId xmlns:a16="http://schemas.microsoft.com/office/drawing/2014/main" id="{49ED57B3-8991-E35B-676A-C5D415704DA2}"/>
                  </a:ext>
                </a:extLst>
              </p:cNvPr>
              <p:cNvSpPr/>
              <p:nvPr/>
            </p:nvSpPr>
            <p:spPr>
              <a:xfrm>
                <a:off x="7765256" y="309563"/>
                <a:ext cx="177404" cy="186928"/>
              </a:xfrm>
              <a:custGeom>
                <a:avLst/>
                <a:gdLst/>
                <a:ahLst/>
                <a:cxnLst/>
                <a:rect l="l" t="t" r="r" b="b"/>
                <a:pathLst>
                  <a:path w="788" h="830" extrusionOk="0">
                    <a:moveTo>
                      <a:pt x="681" y="609"/>
                    </a:moveTo>
                    <a:cubicBezTo>
                      <a:pt x="684" y="530"/>
                      <a:pt x="684" y="530"/>
                      <a:pt x="684" y="530"/>
                    </a:cubicBezTo>
                    <a:cubicBezTo>
                      <a:pt x="727" y="530"/>
                      <a:pt x="727" y="530"/>
                      <a:pt x="727" y="530"/>
                    </a:cubicBezTo>
                    <a:cubicBezTo>
                      <a:pt x="764" y="530"/>
                      <a:pt x="788" y="490"/>
                      <a:pt x="770" y="457"/>
                    </a:cubicBezTo>
                    <a:cubicBezTo>
                      <a:pt x="770" y="457"/>
                      <a:pt x="691" y="336"/>
                      <a:pt x="691" y="336"/>
                    </a:cubicBezTo>
                    <a:cubicBezTo>
                      <a:pt x="690" y="286"/>
                      <a:pt x="690" y="286"/>
                      <a:pt x="690" y="286"/>
                    </a:cubicBezTo>
                    <a:cubicBezTo>
                      <a:pt x="690" y="276"/>
                      <a:pt x="689" y="265"/>
                      <a:pt x="687" y="255"/>
                    </a:cubicBezTo>
                    <a:cubicBezTo>
                      <a:pt x="684" y="237"/>
                      <a:pt x="680" y="218"/>
                      <a:pt x="673" y="200"/>
                    </a:cubicBezTo>
                    <a:cubicBezTo>
                      <a:pt x="662" y="168"/>
                      <a:pt x="645" y="138"/>
                      <a:pt x="622" y="113"/>
                    </a:cubicBezTo>
                    <a:cubicBezTo>
                      <a:pt x="579" y="64"/>
                      <a:pt x="517" y="32"/>
                      <a:pt x="452" y="20"/>
                    </a:cubicBezTo>
                    <a:cubicBezTo>
                      <a:pt x="344" y="0"/>
                      <a:pt x="233" y="21"/>
                      <a:pt x="149" y="96"/>
                    </a:cubicBezTo>
                    <a:cubicBezTo>
                      <a:pt x="18" y="212"/>
                      <a:pt x="0" y="417"/>
                      <a:pt x="110" y="553"/>
                    </a:cubicBezTo>
                    <a:cubicBezTo>
                      <a:pt x="129" y="576"/>
                      <a:pt x="150" y="597"/>
                      <a:pt x="175" y="615"/>
                    </a:cubicBezTo>
                    <a:cubicBezTo>
                      <a:pt x="194" y="628"/>
                      <a:pt x="205" y="650"/>
                      <a:pt x="205" y="673"/>
                    </a:cubicBezTo>
                    <a:cubicBezTo>
                      <a:pt x="205" y="802"/>
                      <a:pt x="205" y="802"/>
                      <a:pt x="205" y="802"/>
                    </a:cubicBezTo>
                    <a:cubicBezTo>
                      <a:pt x="205" y="817"/>
                      <a:pt x="218" y="830"/>
                      <a:pt x="234" y="830"/>
                    </a:cubicBezTo>
                    <a:cubicBezTo>
                      <a:pt x="486" y="830"/>
                      <a:pt x="486" y="830"/>
                      <a:pt x="486" y="830"/>
                    </a:cubicBezTo>
                    <a:cubicBezTo>
                      <a:pt x="502" y="830"/>
                      <a:pt x="514" y="817"/>
                      <a:pt x="514" y="802"/>
                    </a:cubicBezTo>
                    <a:cubicBezTo>
                      <a:pt x="514" y="774"/>
                      <a:pt x="514" y="774"/>
                      <a:pt x="514" y="774"/>
                    </a:cubicBezTo>
                    <a:cubicBezTo>
                      <a:pt x="514" y="743"/>
                      <a:pt x="540" y="718"/>
                      <a:pt x="571" y="718"/>
                    </a:cubicBezTo>
                    <a:cubicBezTo>
                      <a:pt x="571" y="718"/>
                      <a:pt x="571" y="718"/>
                      <a:pt x="571" y="718"/>
                    </a:cubicBezTo>
                    <a:cubicBezTo>
                      <a:pt x="631" y="718"/>
                      <a:pt x="680" y="669"/>
                      <a:pt x="681" y="609"/>
                    </a:cubicBezTo>
                    <a:close/>
                  </a:path>
                </a:pathLst>
              </a:custGeom>
              <a:solidFill>
                <a:srgbClr val="8D522E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46">
                <a:extLst>
                  <a:ext uri="{FF2B5EF4-FFF2-40B4-BE49-F238E27FC236}">
                    <a16:creationId xmlns:a16="http://schemas.microsoft.com/office/drawing/2014/main" id="{00F381EC-3D41-7409-B9EA-A444E758F394}"/>
                  </a:ext>
                </a:extLst>
              </p:cNvPr>
              <p:cNvSpPr/>
              <p:nvPr/>
            </p:nvSpPr>
            <p:spPr>
              <a:xfrm>
                <a:off x="8084344" y="185738"/>
                <a:ext cx="109500" cy="10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46">
                <a:extLst>
                  <a:ext uri="{FF2B5EF4-FFF2-40B4-BE49-F238E27FC236}">
                    <a16:creationId xmlns:a16="http://schemas.microsoft.com/office/drawing/2014/main" id="{225E5965-ADE5-7128-BB30-73DA7FF17968}"/>
                  </a:ext>
                </a:extLst>
              </p:cNvPr>
              <p:cNvSpPr/>
              <p:nvPr/>
            </p:nvSpPr>
            <p:spPr>
              <a:xfrm>
                <a:off x="8084344" y="351235"/>
                <a:ext cx="109500" cy="109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46">
                <a:extLst>
                  <a:ext uri="{FF2B5EF4-FFF2-40B4-BE49-F238E27FC236}">
                    <a16:creationId xmlns:a16="http://schemas.microsoft.com/office/drawing/2014/main" id="{46B1D456-E1DD-EEF6-2B37-B10C71A17B2D}"/>
                  </a:ext>
                </a:extLst>
              </p:cNvPr>
              <p:cNvSpPr/>
              <p:nvPr/>
            </p:nvSpPr>
            <p:spPr>
              <a:xfrm>
                <a:off x="8084344" y="517922"/>
                <a:ext cx="109500" cy="109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46">
                <a:extLst>
                  <a:ext uri="{FF2B5EF4-FFF2-40B4-BE49-F238E27FC236}">
                    <a16:creationId xmlns:a16="http://schemas.microsoft.com/office/drawing/2014/main" id="{AB5378D8-79B9-CAD9-FBB4-FC185920A901}"/>
                  </a:ext>
                </a:extLst>
              </p:cNvPr>
              <p:cNvSpPr/>
              <p:nvPr/>
            </p:nvSpPr>
            <p:spPr>
              <a:xfrm>
                <a:off x="7755731" y="300038"/>
                <a:ext cx="194074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864" h="913" extrusionOk="0">
                    <a:moveTo>
                      <a:pt x="599" y="845"/>
                    </a:moveTo>
                    <a:cubicBezTo>
                      <a:pt x="599" y="817"/>
                      <a:pt x="599" y="817"/>
                      <a:pt x="599" y="817"/>
                    </a:cubicBezTo>
                    <a:cubicBezTo>
                      <a:pt x="599" y="808"/>
                      <a:pt x="606" y="801"/>
                      <a:pt x="615" y="801"/>
                    </a:cubicBezTo>
                    <a:cubicBezTo>
                      <a:pt x="697" y="800"/>
                      <a:pt x="763" y="736"/>
                      <a:pt x="765" y="653"/>
                    </a:cubicBezTo>
                    <a:cubicBezTo>
                      <a:pt x="767" y="613"/>
                      <a:pt x="767" y="613"/>
                      <a:pt x="767" y="613"/>
                    </a:cubicBezTo>
                    <a:cubicBezTo>
                      <a:pt x="771" y="613"/>
                      <a:pt x="771" y="613"/>
                      <a:pt x="771" y="613"/>
                    </a:cubicBezTo>
                    <a:cubicBezTo>
                      <a:pt x="803" y="613"/>
                      <a:pt x="831" y="597"/>
                      <a:pt x="847" y="569"/>
                    </a:cubicBezTo>
                    <a:cubicBezTo>
                      <a:pt x="864" y="542"/>
                      <a:pt x="864" y="509"/>
                      <a:pt x="849" y="481"/>
                    </a:cubicBezTo>
                    <a:cubicBezTo>
                      <a:pt x="848" y="480"/>
                      <a:pt x="848" y="479"/>
                      <a:pt x="847" y="479"/>
                    </a:cubicBezTo>
                    <a:cubicBezTo>
                      <a:pt x="847" y="479"/>
                      <a:pt x="794" y="396"/>
                      <a:pt x="775" y="367"/>
                    </a:cubicBezTo>
                    <a:cubicBezTo>
                      <a:pt x="774" y="329"/>
                      <a:pt x="774" y="329"/>
                      <a:pt x="774" y="329"/>
                    </a:cubicBezTo>
                    <a:cubicBezTo>
                      <a:pt x="774" y="328"/>
                      <a:pt x="774" y="327"/>
                      <a:pt x="774" y="327"/>
                    </a:cubicBezTo>
                    <a:cubicBezTo>
                      <a:pt x="774" y="315"/>
                      <a:pt x="772" y="303"/>
                      <a:pt x="770" y="292"/>
                    </a:cubicBezTo>
                    <a:cubicBezTo>
                      <a:pt x="767" y="270"/>
                      <a:pt x="762" y="250"/>
                      <a:pt x="755" y="230"/>
                    </a:cubicBezTo>
                    <a:cubicBezTo>
                      <a:pt x="742" y="192"/>
                      <a:pt x="722" y="158"/>
                      <a:pt x="696" y="129"/>
                    </a:cubicBezTo>
                    <a:cubicBezTo>
                      <a:pt x="649" y="76"/>
                      <a:pt x="581" y="38"/>
                      <a:pt x="504" y="24"/>
                    </a:cubicBezTo>
                    <a:cubicBezTo>
                      <a:pt x="375" y="0"/>
                      <a:pt x="255" y="30"/>
                      <a:pt x="166" y="109"/>
                    </a:cubicBezTo>
                    <a:cubicBezTo>
                      <a:pt x="19" y="239"/>
                      <a:pt x="0" y="469"/>
                      <a:pt x="123" y="621"/>
                    </a:cubicBezTo>
                    <a:cubicBezTo>
                      <a:pt x="144" y="647"/>
                      <a:pt x="168" y="670"/>
                      <a:pt x="195" y="690"/>
                    </a:cubicBezTo>
                    <a:cubicBezTo>
                      <a:pt x="204" y="696"/>
                      <a:pt x="209" y="706"/>
                      <a:pt x="209" y="716"/>
                    </a:cubicBezTo>
                    <a:cubicBezTo>
                      <a:pt x="209" y="845"/>
                      <a:pt x="209" y="845"/>
                      <a:pt x="209" y="845"/>
                    </a:cubicBezTo>
                    <a:cubicBezTo>
                      <a:pt x="209" y="882"/>
                      <a:pt x="240" y="913"/>
                      <a:pt x="278" y="913"/>
                    </a:cubicBezTo>
                    <a:cubicBezTo>
                      <a:pt x="530" y="913"/>
                      <a:pt x="530" y="913"/>
                      <a:pt x="530" y="913"/>
                    </a:cubicBezTo>
                    <a:cubicBezTo>
                      <a:pt x="568" y="913"/>
                      <a:pt x="599" y="882"/>
                      <a:pt x="599" y="845"/>
                    </a:cubicBezTo>
                    <a:close/>
                    <a:moveTo>
                      <a:pt x="519" y="817"/>
                    </a:moveTo>
                    <a:cubicBezTo>
                      <a:pt x="519" y="833"/>
                      <a:pt x="519" y="833"/>
                      <a:pt x="519" y="833"/>
                    </a:cubicBezTo>
                    <a:cubicBezTo>
                      <a:pt x="289" y="833"/>
                      <a:pt x="289" y="833"/>
                      <a:pt x="289" y="833"/>
                    </a:cubicBezTo>
                    <a:cubicBezTo>
                      <a:pt x="289" y="716"/>
                      <a:pt x="289" y="716"/>
                      <a:pt x="289" y="716"/>
                    </a:cubicBezTo>
                    <a:cubicBezTo>
                      <a:pt x="289" y="680"/>
                      <a:pt x="272" y="646"/>
                      <a:pt x="242" y="625"/>
                    </a:cubicBezTo>
                    <a:cubicBezTo>
                      <a:pt x="221" y="610"/>
                      <a:pt x="201" y="591"/>
                      <a:pt x="185" y="571"/>
                    </a:cubicBezTo>
                    <a:cubicBezTo>
                      <a:pt x="88" y="451"/>
                      <a:pt x="104" y="271"/>
                      <a:pt x="219" y="169"/>
                    </a:cubicBezTo>
                    <a:cubicBezTo>
                      <a:pt x="289" y="107"/>
                      <a:pt x="385" y="83"/>
                      <a:pt x="489" y="103"/>
                    </a:cubicBezTo>
                    <a:cubicBezTo>
                      <a:pt x="549" y="114"/>
                      <a:pt x="601" y="142"/>
                      <a:pt x="636" y="182"/>
                    </a:cubicBezTo>
                    <a:cubicBezTo>
                      <a:pt x="655" y="204"/>
                      <a:pt x="670" y="229"/>
                      <a:pt x="680" y="257"/>
                    </a:cubicBezTo>
                    <a:cubicBezTo>
                      <a:pt x="685" y="272"/>
                      <a:pt x="689" y="288"/>
                      <a:pt x="691" y="304"/>
                    </a:cubicBezTo>
                    <a:cubicBezTo>
                      <a:pt x="693" y="313"/>
                      <a:pt x="694" y="322"/>
                      <a:pt x="694" y="331"/>
                    </a:cubicBezTo>
                    <a:cubicBezTo>
                      <a:pt x="695" y="380"/>
                      <a:pt x="695" y="380"/>
                      <a:pt x="695" y="380"/>
                    </a:cubicBezTo>
                    <a:cubicBezTo>
                      <a:pt x="696" y="387"/>
                      <a:pt x="697" y="393"/>
                      <a:pt x="701" y="399"/>
                    </a:cubicBezTo>
                    <a:cubicBezTo>
                      <a:pt x="701" y="400"/>
                      <a:pt x="701" y="400"/>
                      <a:pt x="779" y="520"/>
                    </a:cubicBezTo>
                    <a:cubicBezTo>
                      <a:pt x="781" y="524"/>
                      <a:pt x="780" y="527"/>
                      <a:pt x="779" y="529"/>
                    </a:cubicBezTo>
                    <a:cubicBezTo>
                      <a:pt x="777" y="531"/>
                      <a:pt x="775" y="533"/>
                      <a:pt x="771" y="533"/>
                    </a:cubicBezTo>
                    <a:cubicBezTo>
                      <a:pt x="728" y="533"/>
                      <a:pt x="728" y="533"/>
                      <a:pt x="728" y="533"/>
                    </a:cubicBezTo>
                    <a:cubicBezTo>
                      <a:pt x="707" y="533"/>
                      <a:pt x="689" y="550"/>
                      <a:pt x="688" y="572"/>
                    </a:cubicBezTo>
                    <a:cubicBezTo>
                      <a:pt x="685" y="651"/>
                      <a:pt x="685" y="651"/>
                      <a:pt x="685" y="651"/>
                    </a:cubicBezTo>
                    <a:cubicBezTo>
                      <a:pt x="685" y="651"/>
                      <a:pt x="685" y="651"/>
                      <a:pt x="685" y="651"/>
                    </a:cubicBezTo>
                    <a:cubicBezTo>
                      <a:pt x="685" y="690"/>
                      <a:pt x="654" y="721"/>
                      <a:pt x="614" y="721"/>
                    </a:cubicBezTo>
                    <a:cubicBezTo>
                      <a:pt x="562" y="721"/>
                      <a:pt x="519" y="764"/>
                      <a:pt x="519" y="8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46">
                <a:extLst>
                  <a:ext uri="{FF2B5EF4-FFF2-40B4-BE49-F238E27FC236}">
                    <a16:creationId xmlns:a16="http://schemas.microsoft.com/office/drawing/2014/main" id="{54FF3EF5-6AB9-4E01-90A1-1DC00D06FD6B}"/>
                  </a:ext>
                </a:extLst>
              </p:cNvPr>
              <p:cNvSpPr/>
              <p:nvPr/>
            </p:nvSpPr>
            <p:spPr>
              <a:xfrm>
                <a:off x="8111729" y="213122"/>
                <a:ext cx="54769" cy="5357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42" extrusionOk="0">
                    <a:moveTo>
                      <a:pt x="121" y="242"/>
                    </a:moveTo>
                    <a:cubicBezTo>
                      <a:pt x="188" y="242"/>
                      <a:pt x="242" y="187"/>
                      <a:pt x="242" y="121"/>
                    </a:cubicBezTo>
                    <a:cubicBezTo>
                      <a:pt x="242" y="54"/>
                      <a:pt x="188" y="0"/>
                      <a:pt x="121" y="0"/>
                    </a:cubicBezTo>
                    <a:cubicBezTo>
                      <a:pt x="54" y="0"/>
                      <a:pt x="0" y="54"/>
                      <a:pt x="0" y="121"/>
                    </a:cubicBezTo>
                    <a:cubicBezTo>
                      <a:pt x="0" y="187"/>
                      <a:pt x="54" y="242"/>
                      <a:pt x="121" y="242"/>
                    </a:cubicBezTo>
                    <a:close/>
                    <a:moveTo>
                      <a:pt x="121" y="80"/>
                    </a:moveTo>
                    <a:cubicBezTo>
                      <a:pt x="143" y="80"/>
                      <a:pt x="162" y="98"/>
                      <a:pt x="162" y="121"/>
                    </a:cubicBezTo>
                    <a:cubicBezTo>
                      <a:pt x="162" y="143"/>
                      <a:pt x="143" y="162"/>
                      <a:pt x="121" y="162"/>
                    </a:cubicBezTo>
                    <a:cubicBezTo>
                      <a:pt x="98" y="162"/>
                      <a:pt x="80" y="143"/>
                      <a:pt x="80" y="121"/>
                    </a:cubicBezTo>
                    <a:cubicBezTo>
                      <a:pt x="80" y="98"/>
                      <a:pt x="98" y="80"/>
                      <a:pt x="121" y="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46">
                <a:extLst>
                  <a:ext uri="{FF2B5EF4-FFF2-40B4-BE49-F238E27FC236}">
                    <a16:creationId xmlns:a16="http://schemas.microsoft.com/office/drawing/2014/main" id="{ACAA301F-BCAC-7FC5-20BA-C94F6FCEB6E3}"/>
                  </a:ext>
                </a:extLst>
              </p:cNvPr>
              <p:cNvSpPr/>
              <p:nvPr/>
            </p:nvSpPr>
            <p:spPr>
              <a:xfrm>
                <a:off x="7970044" y="342900"/>
                <a:ext cx="232171" cy="126207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566" extrusionOk="0">
                    <a:moveTo>
                      <a:pt x="754" y="0"/>
                    </a:moveTo>
                    <a:cubicBezTo>
                      <a:pt x="611" y="0"/>
                      <a:pt x="493" y="106"/>
                      <a:pt x="474" y="243"/>
                    </a:cubicBezTo>
                    <a:cubicBezTo>
                      <a:pt x="134" y="243"/>
                      <a:pt x="134" y="243"/>
                      <a:pt x="134" y="243"/>
                    </a:cubicBezTo>
                    <a:cubicBezTo>
                      <a:pt x="136" y="240"/>
                      <a:pt x="136" y="240"/>
                      <a:pt x="136" y="240"/>
                    </a:cubicBezTo>
                    <a:cubicBezTo>
                      <a:pt x="151" y="223"/>
                      <a:pt x="150" y="198"/>
                      <a:pt x="134" y="183"/>
                    </a:cubicBezTo>
                    <a:cubicBezTo>
                      <a:pt x="118" y="168"/>
                      <a:pt x="92" y="169"/>
                      <a:pt x="77" y="186"/>
                    </a:cubicBezTo>
                    <a:cubicBezTo>
                      <a:pt x="14" y="256"/>
                      <a:pt x="14" y="256"/>
                      <a:pt x="14" y="256"/>
                    </a:cubicBezTo>
                    <a:cubicBezTo>
                      <a:pt x="0" y="271"/>
                      <a:pt x="0" y="294"/>
                      <a:pt x="14" y="310"/>
                    </a:cubicBezTo>
                    <a:cubicBezTo>
                      <a:pt x="77" y="380"/>
                      <a:pt x="77" y="380"/>
                      <a:pt x="77" y="380"/>
                    </a:cubicBezTo>
                    <a:cubicBezTo>
                      <a:pt x="85" y="388"/>
                      <a:pt x="96" y="393"/>
                      <a:pt x="107" y="393"/>
                    </a:cubicBezTo>
                    <a:cubicBezTo>
                      <a:pt x="117" y="393"/>
                      <a:pt x="126" y="389"/>
                      <a:pt x="134" y="382"/>
                    </a:cubicBezTo>
                    <a:cubicBezTo>
                      <a:pt x="150" y="367"/>
                      <a:pt x="151" y="342"/>
                      <a:pt x="136" y="326"/>
                    </a:cubicBezTo>
                    <a:cubicBezTo>
                      <a:pt x="134" y="323"/>
                      <a:pt x="134" y="323"/>
                      <a:pt x="134" y="323"/>
                    </a:cubicBezTo>
                    <a:cubicBezTo>
                      <a:pt x="474" y="323"/>
                      <a:pt x="474" y="323"/>
                      <a:pt x="474" y="323"/>
                    </a:cubicBezTo>
                    <a:cubicBezTo>
                      <a:pt x="493" y="460"/>
                      <a:pt x="611" y="566"/>
                      <a:pt x="754" y="566"/>
                    </a:cubicBezTo>
                    <a:cubicBezTo>
                      <a:pt x="910" y="566"/>
                      <a:pt x="1037" y="439"/>
                      <a:pt x="1037" y="283"/>
                    </a:cubicBezTo>
                    <a:cubicBezTo>
                      <a:pt x="1037" y="127"/>
                      <a:pt x="910" y="0"/>
                      <a:pt x="754" y="0"/>
                    </a:cubicBezTo>
                    <a:close/>
                    <a:moveTo>
                      <a:pt x="754" y="486"/>
                    </a:moveTo>
                    <a:cubicBezTo>
                      <a:pt x="642" y="486"/>
                      <a:pt x="551" y="395"/>
                      <a:pt x="551" y="283"/>
                    </a:cubicBezTo>
                    <a:cubicBezTo>
                      <a:pt x="551" y="171"/>
                      <a:pt x="642" y="80"/>
                      <a:pt x="754" y="80"/>
                    </a:cubicBezTo>
                    <a:cubicBezTo>
                      <a:pt x="866" y="80"/>
                      <a:pt x="957" y="171"/>
                      <a:pt x="957" y="283"/>
                    </a:cubicBezTo>
                    <a:cubicBezTo>
                      <a:pt x="957" y="395"/>
                      <a:pt x="866" y="486"/>
                      <a:pt x="754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46">
                <a:extLst>
                  <a:ext uri="{FF2B5EF4-FFF2-40B4-BE49-F238E27FC236}">
                    <a16:creationId xmlns:a16="http://schemas.microsoft.com/office/drawing/2014/main" id="{93BB720A-E171-4C76-2E27-01D190780B30}"/>
                  </a:ext>
                </a:extLst>
              </p:cNvPr>
              <p:cNvSpPr/>
              <p:nvPr/>
            </p:nvSpPr>
            <p:spPr>
              <a:xfrm>
                <a:off x="8111729" y="378619"/>
                <a:ext cx="54769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42" extrusionOk="0">
                    <a:moveTo>
                      <a:pt x="121" y="0"/>
                    </a:moveTo>
                    <a:cubicBezTo>
                      <a:pt x="54" y="0"/>
                      <a:pt x="0" y="54"/>
                      <a:pt x="0" y="121"/>
                    </a:cubicBezTo>
                    <a:cubicBezTo>
                      <a:pt x="0" y="187"/>
                      <a:pt x="54" y="242"/>
                      <a:pt x="121" y="242"/>
                    </a:cubicBezTo>
                    <a:cubicBezTo>
                      <a:pt x="188" y="242"/>
                      <a:pt x="242" y="187"/>
                      <a:pt x="242" y="121"/>
                    </a:cubicBezTo>
                    <a:cubicBezTo>
                      <a:pt x="242" y="54"/>
                      <a:pt x="188" y="0"/>
                      <a:pt x="121" y="0"/>
                    </a:cubicBezTo>
                    <a:close/>
                    <a:moveTo>
                      <a:pt x="121" y="162"/>
                    </a:moveTo>
                    <a:cubicBezTo>
                      <a:pt x="98" y="162"/>
                      <a:pt x="80" y="143"/>
                      <a:pt x="80" y="121"/>
                    </a:cubicBezTo>
                    <a:cubicBezTo>
                      <a:pt x="80" y="98"/>
                      <a:pt x="98" y="80"/>
                      <a:pt x="121" y="80"/>
                    </a:cubicBezTo>
                    <a:cubicBezTo>
                      <a:pt x="143" y="80"/>
                      <a:pt x="162" y="98"/>
                      <a:pt x="162" y="121"/>
                    </a:cubicBezTo>
                    <a:cubicBezTo>
                      <a:pt x="162" y="143"/>
                      <a:pt x="143" y="162"/>
                      <a:pt x="121" y="1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46">
                <a:extLst>
                  <a:ext uri="{FF2B5EF4-FFF2-40B4-BE49-F238E27FC236}">
                    <a16:creationId xmlns:a16="http://schemas.microsoft.com/office/drawing/2014/main" id="{97C3C075-7650-62B6-EC6C-250F75E8CC30}"/>
                  </a:ext>
                </a:extLst>
              </p:cNvPr>
              <p:cNvSpPr/>
              <p:nvPr/>
            </p:nvSpPr>
            <p:spPr>
              <a:xfrm>
                <a:off x="8036719" y="509588"/>
                <a:ext cx="165497" cy="126207"/>
              </a:xfrm>
              <a:custGeom>
                <a:avLst/>
                <a:gdLst/>
                <a:ahLst/>
                <a:cxnLst/>
                <a:rect l="l" t="t" r="r" b="b"/>
                <a:pathLst>
                  <a:path w="737" h="566" extrusionOk="0">
                    <a:moveTo>
                      <a:pt x="454" y="0"/>
                    </a:moveTo>
                    <a:cubicBezTo>
                      <a:pt x="311" y="0"/>
                      <a:pt x="193" y="106"/>
                      <a:pt x="174" y="243"/>
                    </a:cubicBezTo>
                    <a:cubicBezTo>
                      <a:pt x="40" y="243"/>
                      <a:pt x="40" y="243"/>
                      <a:pt x="40" y="243"/>
                    </a:cubicBezTo>
                    <a:cubicBezTo>
                      <a:pt x="18" y="243"/>
                      <a:pt x="0" y="261"/>
                      <a:pt x="0" y="283"/>
                    </a:cubicBezTo>
                    <a:cubicBezTo>
                      <a:pt x="0" y="305"/>
                      <a:pt x="18" y="323"/>
                      <a:pt x="40" y="323"/>
                    </a:cubicBezTo>
                    <a:cubicBezTo>
                      <a:pt x="174" y="323"/>
                      <a:pt x="174" y="323"/>
                      <a:pt x="174" y="323"/>
                    </a:cubicBezTo>
                    <a:cubicBezTo>
                      <a:pt x="193" y="460"/>
                      <a:pt x="311" y="566"/>
                      <a:pt x="454" y="566"/>
                    </a:cubicBezTo>
                    <a:cubicBezTo>
                      <a:pt x="610" y="566"/>
                      <a:pt x="737" y="439"/>
                      <a:pt x="737" y="283"/>
                    </a:cubicBezTo>
                    <a:cubicBezTo>
                      <a:pt x="737" y="127"/>
                      <a:pt x="610" y="0"/>
                      <a:pt x="454" y="0"/>
                    </a:cubicBezTo>
                    <a:close/>
                    <a:moveTo>
                      <a:pt x="454" y="486"/>
                    </a:moveTo>
                    <a:cubicBezTo>
                      <a:pt x="342" y="486"/>
                      <a:pt x="251" y="395"/>
                      <a:pt x="251" y="283"/>
                    </a:cubicBezTo>
                    <a:cubicBezTo>
                      <a:pt x="251" y="171"/>
                      <a:pt x="342" y="80"/>
                      <a:pt x="454" y="80"/>
                    </a:cubicBezTo>
                    <a:cubicBezTo>
                      <a:pt x="566" y="80"/>
                      <a:pt x="657" y="171"/>
                      <a:pt x="657" y="283"/>
                    </a:cubicBezTo>
                    <a:cubicBezTo>
                      <a:pt x="657" y="395"/>
                      <a:pt x="566" y="486"/>
                      <a:pt x="454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46">
                <a:extLst>
                  <a:ext uri="{FF2B5EF4-FFF2-40B4-BE49-F238E27FC236}">
                    <a16:creationId xmlns:a16="http://schemas.microsoft.com/office/drawing/2014/main" id="{01B18F81-970C-143F-9EAA-3C73CA5C40FC}"/>
                  </a:ext>
                </a:extLst>
              </p:cNvPr>
              <p:cNvSpPr/>
              <p:nvPr/>
            </p:nvSpPr>
            <p:spPr>
              <a:xfrm>
                <a:off x="8111729" y="545306"/>
                <a:ext cx="54769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42" extrusionOk="0">
                    <a:moveTo>
                      <a:pt x="121" y="0"/>
                    </a:moveTo>
                    <a:cubicBezTo>
                      <a:pt x="54" y="0"/>
                      <a:pt x="0" y="54"/>
                      <a:pt x="0" y="121"/>
                    </a:cubicBezTo>
                    <a:cubicBezTo>
                      <a:pt x="0" y="187"/>
                      <a:pt x="54" y="242"/>
                      <a:pt x="121" y="242"/>
                    </a:cubicBezTo>
                    <a:cubicBezTo>
                      <a:pt x="188" y="242"/>
                      <a:pt x="242" y="187"/>
                      <a:pt x="242" y="121"/>
                    </a:cubicBezTo>
                    <a:cubicBezTo>
                      <a:pt x="242" y="54"/>
                      <a:pt x="188" y="0"/>
                      <a:pt x="121" y="0"/>
                    </a:cubicBezTo>
                    <a:close/>
                    <a:moveTo>
                      <a:pt x="121" y="162"/>
                    </a:moveTo>
                    <a:cubicBezTo>
                      <a:pt x="98" y="162"/>
                      <a:pt x="80" y="143"/>
                      <a:pt x="80" y="121"/>
                    </a:cubicBezTo>
                    <a:cubicBezTo>
                      <a:pt x="80" y="98"/>
                      <a:pt x="98" y="80"/>
                      <a:pt x="121" y="80"/>
                    </a:cubicBezTo>
                    <a:cubicBezTo>
                      <a:pt x="143" y="80"/>
                      <a:pt x="162" y="98"/>
                      <a:pt x="162" y="121"/>
                    </a:cubicBezTo>
                    <a:cubicBezTo>
                      <a:pt x="162" y="143"/>
                      <a:pt x="143" y="162"/>
                      <a:pt x="121" y="1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46">
                <a:extLst>
                  <a:ext uri="{FF2B5EF4-FFF2-40B4-BE49-F238E27FC236}">
                    <a16:creationId xmlns:a16="http://schemas.microsoft.com/office/drawing/2014/main" id="{4C3EB71E-DF7C-96C0-9D62-CB8B71B853DF}"/>
                  </a:ext>
                </a:extLst>
              </p:cNvPr>
              <p:cNvSpPr/>
              <p:nvPr/>
            </p:nvSpPr>
            <p:spPr>
              <a:xfrm>
                <a:off x="7880747" y="176213"/>
                <a:ext cx="321471" cy="127398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566" extrusionOk="0">
                    <a:moveTo>
                      <a:pt x="88" y="511"/>
                    </a:moveTo>
                    <a:cubicBezTo>
                      <a:pt x="95" y="518"/>
                      <a:pt x="105" y="522"/>
                      <a:pt x="115" y="522"/>
                    </a:cubicBezTo>
                    <a:cubicBezTo>
                      <a:pt x="124" y="522"/>
                      <a:pt x="134" y="518"/>
                      <a:pt x="142" y="511"/>
                    </a:cubicBezTo>
                    <a:cubicBezTo>
                      <a:pt x="212" y="447"/>
                      <a:pt x="212" y="447"/>
                      <a:pt x="212" y="447"/>
                    </a:cubicBezTo>
                    <a:cubicBezTo>
                      <a:pt x="228" y="432"/>
                      <a:pt x="229" y="407"/>
                      <a:pt x="214" y="391"/>
                    </a:cubicBezTo>
                    <a:cubicBezTo>
                      <a:pt x="199" y="375"/>
                      <a:pt x="174" y="373"/>
                      <a:pt x="158" y="388"/>
                    </a:cubicBezTo>
                    <a:cubicBezTo>
                      <a:pt x="155" y="391"/>
                      <a:pt x="155" y="391"/>
                      <a:pt x="155" y="391"/>
                    </a:cubicBezTo>
                    <a:cubicBezTo>
                      <a:pt x="155" y="323"/>
                      <a:pt x="155" y="323"/>
                      <a:pt x="155" y="323"/>
                    </a:cubicBezTo>
                    <a:cubicBezTo>
                      <a:pt x="155" y="323"/>
                      <a:pt x="155" y="323"/>
                      <a:pt x="155" y="323"/>
                    </a:cubicBezTo>
                    <a:cubicBezTo>
                      <a:pt x="871" y="323"/>
                      <a:pt x="871" y="323"/>
                      <a:pt x="871" y="323"/>
                    </a:cubicBezTo>
                    <a:cubicBezTo>
                      <a:pt x="890" y="460"/>
                      <a:pt x="1008" y="566"/>
                      <a:pt x="1151" y="566"/>
                    </a:cubicBezTo>
                    <a:cubicBezTo>
                      <a:pt x="1307" y="566"/>
                      <a:pt x="1434" y="439"/>
                      <a:pt x="1434" y="283"/>
                    </a:cubicBezTo>
                    <a:cubicBezTo>
                      <a:pt x="1434" y="127"/>
                      <a:pt x="1307" y="0"/>
                      <a:pt x="1151" y="0"/>
                    </a:cubicBezTo>
                    <a:cubicBezTo>
                      <a:pt x="1008" y="0"/>
                      <a:pt x="890" y="106"/>
                      <a:pt x="871" y="243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111" y="243"/>
                      <a:pt x="75" y="279"/>
                      <a:pt x="75" y="323"/>
                    </a:cubicBezTo>
                    <a:cubicBezTo>
                      <a:pt x="75" y="391"/>
                      <a:pt x="75" y="391"/>
                      <a:pt x="75" y="391"/>
                    </a:cubicBezTo>
                    <a:cubicBezTo>
                      <a:pt x="72" y="388"/>
                      <a:pt x="72" y="388"/>
                      <a:pt x="72" y="388"/>
                    </a:cubicBezTo>
                    <a:cubicBezTo>
                      <a:pt x="55" y="373"/>
                      <a:pt x="30" y="375"/>
                      <a:pt x="15" y="391"/>
                    </a:cubicBezTo>
                    <a:cubicBezTo>
                      <a:pt x="0" y="407"/>
                      <a:pt x="1" y="432"/>
                      <a:pt x="18" y="447"/>
                    </a:cubicBezTo>
                    <a:lnTo>
                      <a:pt x="88" y="511"/>
                    </a:lnTo>
                    <a:close/>
                    <a:moveTo>
                      <a:pt x="1151" y="80"/>
                    </a:moveTo>
                    <a:cubicBezTo>
                      <a:pt x="1263" y="80"/>
                      <a:pt x="1354" y="171"/>
                      <a:pt x="1354" y="283"/>
                    </a:cubicBezTo>
                    <a:cubicBezTo>
                      <a:pt x="1354" y="395"/>
                      <a:pt x="1263" y="486"/>
                      <a:pt x="1151" y="486"/>
                    </a:cubicBezTo>
                    <a:cubicBezTo>
                      <a:pt x="1039" y="486"/>
                      <a:pt x="948" y="395"/>
                      <a:pt x="948" y="283"/>
                    </a:cubicBezTo>
                    <a:cubicBezTo>
                      <a:pt x="948" y="171"/>
                      <a:pt x="1039" y="80"/>
                      <a:pt x="1151" y="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46">
                <a:extLst>
                  <a:ext uri="{FF2B5EF4-FFF2-40B4-BE49-F238E27FC236}">
                    <a16:creationId xmlns:a16="http://schemas.microsoft.com/office/drawing/2014/main" id="{605DF292-8461-7124-09F2-E4A6E4E6B605}"/>
                  </a:ext>
                </a:extLst>
              </p:cNvPr>
              <p:cNvSpPr/>
              <p:nvPr/>
            </p:nvSpPr>
            <p:spPr>
              <a:xfrm>
                <a:off x="7880747" y="517922"/>
                <a:ext cx="92869" cy="63103"/>
              </a:xfrm>
              <a:custGeom>
                <a:avLst/>
                <a:gdLst/>
                <a:ahLst/>
                <a:cxnLst/>
                <a:rect l="l" t="t" r="r" b="b"/>
                <a:pathLst>
                  <a:path w="412" h="283" extrusionOk="0">
                    <a:moveTo>
                      <a:pt x="372" y="203"/>
                    </a:moveTo>
                    <a:cubicBezTo>
                      <a:pt x="155" y="203"/>
                      <a:pt x="155" y="203"/>
                      <a:pt x="155" y="203"/>
                    </a:cubicBezTo>
                    <a:cubicBezTo>
                      <a:pt x="155" y="203"/>
                      <a:pt x="155" y="203"/>
                      <a:pt x="155" y="202"/>
                    </a:cubicBezTo>
                    <a:cubicBezTo>
                      <a:pt x="155" y="134"/>
                      <a:pt x="155" y="134"/>
                      <a:pt x="155" y="134"/>
                    </a:cubicBezTo>
                    <a:cubicBezTo>
                      <a:pt x="158" y="137"/>
                      <a:pt x="158" y="137"/>
                      <a:pt x="158" y="137"/>
                    </a:cubicBezTo>
                    <a:cubicBezTo>
                      <a:pt x="165" y="144"/>
                      <a:pt x="175" y="148"/>
                      <a:pt x="185" y="148"/>
                    </a:cubicBezTo>
                    <a:cubicBezTo>
                      <a:pt x="196" y="148"/>
                      <a:pt x="206" y="143"/>
                      <a:pt x="214" y="135"/>
                    </a:cubicBezTo>
                    <a:cubicBezTo>
                      <a:pt x="229" y="118"/>
                      <a:pt x="228" y="93"/>
                      <a:pt x="212" y="78"/>
                    </a:cubicBezTo>
                    <a:cubicBezTo>
                      <a:pt x="142" y="14"/>
                      <a:pt x="142" y="14"/>
                      <a:pt x="142" y="14"/>
                    </a:cubicBezTo>
                    <a:cubicBezTo>
                      <a:pt x="126" y="0"/>
                      <a:pt x="103" y="0"/>
                      <a:pt x="88" y="14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" y="93"/>
                      <a:pt x="0" y="118"/>
                      <a:pt x="15" y="135"/>
                    </a:cubicBezTo>
                    <a:cubicBezTo>
                      <a:pt x="30" y="151"/>
                      <a:pt x="55" y="152"/>
                      <a:pt x="72" y="137"/>
                    </a:cubicBezTo>
                    <a:cubicBezTo>
                      <a:pt x="75" y="134"/>
                      <a:pt x="75" y="134"/>
                      <a:pt x="75" y="134"/>
                    </a:cubicBezTo>
                    <a:cubicBezTo>
                      <a:pt x="75" y="202"/>
                      <a:pt x="75" y="202"/>
                      <a:pt x="75" y="202"/>
                    </a:cubicBezTo>
                    <a:cubicBezTo>
                      <a:pt x="75" y="247"/>
                      <a:pt x="111" y="283"/>
                      <a:pt x="155" y="283"/>
                    </a:cubicBezTo>
                    <a:cubicBezTo>
                      <a:pt x="372" y="283"/>
                      <a:pt x="372" y="283"/>
                      <a:pt x="372" y="283"/>
                    </a:cubicBezTo>
                    <a:cubicBezTo>
                      <a:pt x="395" y="283"/>
                      <a:pt x="412" y="265"/>
                      <a:pt x="412" y="243"/>
                    </a:cubicBezTo>
                    <a:cubicBezTo>
                      <a:pt x="412" y="221"/>
                      <a:pt x="395" y="203"/>
                      <a:pt x="372" y="2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46">
                <a:extLst>
                  <a:ext uri="{FF2B5EF4-FFF2-40B4-BE49-F238E27FC236}">
                    <a16:creationId xmlns:a16="http://schemas.microsoft.com/office/drawing/2014/main" id="{BF3C4FA9-B095-6675-97BB-744820FC0BC4}"/>
                  </a:ext>
                </a:extLst>
              </p:cNvPr>
              <p:cNvSpPr/>
              <p:nvPr/>
            </p:nvSpPr>
            <p:spPr>
              <a:xfrm>
                <a:off x="7996238" y="563166"/>
                <a:ext cx="17700" cy="17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24" name="Google Shape;624;p46">
            <a:extLst>
              <a:ext uri="{FF2B5EF4-FFF2-40B4-BE49-F238E27FC236}">
                <a16:creationId xmlns:a16="http://schemas.microsoft.com/office/drawing/2014/main" id="{0CDDE060-685E-B332-A7C9-2854B2921E01}"/>
              </a:ext>
            </a:extLst>
          </p:cNvPr>
          <p:cNvGrpSpPr/>
          <p:nvPr/>
        </p:nvGrpSpPr>
        <p:grpSpPr>
          <a:xfrm>
            <a:off x="7972120" y="4171335"/>
            <a:ext cx="279414" cy="279414"/>
            <a:chOff x="248750" y="3088250"/>
            <a:chExt cx="494100" cy="494100"/>
          </a:xfrm>
        </p:grpSpPr>
        <p:sp>
          <p:nvSpPr>
            <p:cNvPr id="625" name="Google Shape;625;p46">
              <a:extLst>
                <a:ext uri="{FF2B5EF4-FFF2-40B4-BE49-F238E27FC236}">
                  <a16:creationId xmlns:a16="http://schemas.microsoft.com/office/drawing/2014/main" id="{3029C3C6-D94C-DA77-9187-C3579CE8AE1C}"/>
                </a:ext>
              </a:extLst>
            </p:cNvPr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26" name="Google Shape;626;p46">
              <a:extLst>
                <a:ext uri="{FF2B5EF4-FFF2-40B4-BE49-F238E27FC236}">
                  <a16:creationId xmlns:a16="http://schemas.microsoft.com/office/drawing/2014/main" id="{CD4230C2-0C1B-9946-06C8-478D098C138B}"/>
                </a:ext>
              </a:extLst>
            </p:cNvPr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2" name="Picture 1" descr="A pair of compasses with a ring and screws&#10;&#10;AI-generated content may be incorrect.">
            <a:extLst>
              <a:ext uri="{FF2B5EF4-FFF2-40B4-BE49-F238E27FC236}">
                <a16:creationId xmlns:a16="http://schemas.microsoft.com/office/drawing/2014/main" id="{6E52C074-45A3-E286-67DB-05A0F435F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85" y="2575560"/>
            <a:ext cx="1648351" cy="1165860"/>
          </a:xfrm>
          <a:prstGeom prst="rect">
            <a:avLst/>
          </a:prstGeom>
        </p:spPr>
      </p:pic>
      <p:pic>
        <p:nvPicPr>
          <p:cNvPr id="3" name="Picture 2" descr="A white ruler with numbers and numbers&#10;&#10;AI-generated content may be incorrect.">
            <a:extLst>
              <a:ext uri="{FF2B5EF4-FFF2-40B4-BE49-F238E27FC236}">
                <a16:creationId xmlns:a16="http://schemas.microsoft.com/office/drawing/2014/main" id="{405D09B7-F552-7094-0250-840978C50C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19" t="118" r="117" b="35298"/>
          <a:stretch>
            <a:fillRect/>
          </a:stretch>
        </p:blipFill>
        <p:spPr>
          <a:xfrm>
            <a:off x="3702475" y="2573867"/>
            <a:ext cx="1644396" cy="115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7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2">
          <a:extLst>
            <a:ext uri="{FF2B5EF4-FFF2-40B4-BE49-F238E27FC236}">
              <a16:creationId xmlns:a16="http://schemas.microsoft.com/office/drawing/2014/main" id="{455D9686-6594-E3A1-4A5B-022D5B0AB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70">
            <a:extLst>
              <a:ext uri="{FF2B5EF4-FFF2-40B4-BE49-F238E27FC236}">
                <a16:creationId xmlns:a16="http://schemas.microsoft.com/office/drawing/2014/main" id="{53526103-D114-8441-0DDE-C000EF6F78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Two-Point Discrimination Test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1407" name="Google Shape;1407;p70">
            <a:extLst>
              <a:ext uri="{FF2B5EF4-FFF2-40B4-BE49-F238E27FC236}">
                <a16:creationId xmlns:a16="http://schemas.microsoft.com/office/drawing/2014/main" id="{F28DB160-9F8E-CCDE-99F7-AD13F899524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00900" y="1535583"/>
            <a:ext cx="2574180" cy="5893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" sz="1800" b="0"/>
              <a:t>00.</a:t>
            </a:r>
            <a:r>
              <a:rPr lang="en" sz="1800"/>
              <a:t> Sanitize</a:t>
            </a:r>
            <a:endParaRPr lang="en-US" sz="1800"/>
          </a:p>
          <a:p>
            <a:pPr marL="0" indent="0">
              <a:lnSpc>
                <a:spcPct val="114999"/>
              </a:lnSpc>
            </a:pPr>
            <a:r>
              <a:rPr lang="en" sz="1800"/>
              <a:t>Equipment</a:t>
            </a:r>
            <a:endParaRPr lang="en-US" sz="1800"/>
          </a:p>
        </p:txBody>
      </p:sp>
      <p:sp>
        <p:nvSpPr>
          <p:cNvPr id="1408" name="Google Shape;1408;p70">
            <a:extLst>
              <a:ext uri="{FF2B5EF4-FFF2-40B4-BE49-F238E27FC236}">
                <a16:creationId xmlns:a16="http://schemas.microsoft.com/office/drawing/2014/main" id="{6618939E-800E-B781-9EA9-56D99EA7AC36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2681925" y="1619403"/>
            <a:ext cx="193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" sz="1800" b="0"/>
              <a:t>01.</a:t>
            </a:r>
            <a:r>
              <a:rPr lang="en" sz="1800"/>
              <a:t> Subject Preparation</a:t>
            </a:r>
            <a:endParaRPr lang="en-US" sz="1800"/>
          </a:p>
        </p:txBody>
      </p:sp>
      <p:sp>
        <p:nvSpPr>
          <p:cNvPr id="1409" name="Google Shape;1409;p70">
            <a:extLst>
              <a:ext uri="{FF2B5EF4-FFF2-40B4-BE49-F238E27FC236}">
                <a16:creationId xmlns:a16="http://schemas.microsoft.com/office/drawing/2014/main" id="{21E49276-ED6B-CFB9-7FCC-31777F5258C4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2681925" y="3179050"/>
            <a:ext cx="193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" sz="1800" b="0"/>
              <a:t>05. </a:t>
            </a:r>
            <a:r>
              <a:rPr lang="en" sz="1800"/>
              <a:t>Threshold Determination</a:t>
            </a:r>
            <a:endParaRPr lang="en-US" sz="1800"/>
          </a:p>
        </p:txBody>
      </p:sp>
      <p:sp>
        <p:nvSpPr>
          <p:cNvPr id="1412" name="Google Shape;1412;p70">
            <a:extLst>
              <a:ext uri="{FF2B5EF4-FFF2-40B4-BE49-F238E27FC236}">
                <a16:creationId xmlns:a16="http://schemas.microsoft.com/office/drawing/2014/main" id="{F6C70CEA-C8C9-07CE-2DA9-68A5A54719D4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4695051" y="1619403"/>
            <a:ext cx="1821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" sz="1800" b="0"/>
              <a:t>02.</a:t>
            </a:r>
            <a:r>
              <a:rPr lang="en" sz="1800"/>
              <a:t> Initial Positioning</a:t>
            </a:r>
            <a:endParaRPr lang="en-US" sz="1800"/>
          </a:p>
        </p:txBody>
      </p:sp>
      <p:sp>
        <p:nvSpPr>
          <p:cNvPr id="1413" name="Google Shape;1413;p70">
            <a:extLst>
              <a:ext uri="{FF2B5EF4-FFF2-40B4-BE49-F238E27FC236}">
                <a16:creationId xmlns:a16="http://schemas.microsoft.com/office/drawing/2014/main" id="{B88A9655-540F-ED62-6A35-EA99C0CDBAAF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4643850" y="3179050"/>
            <a:ext cx="1821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" sz="1800" b="0"/>
              <a:t>06.</a:t>
            </a:r>
            <a:r>
              <a:rPr lang="en" sz="1800"/>
              <a:t> Repeat for All Regions</a:t>
            </a:r>
            <a:endParaRPr lang="en-US" sz="1800"/>
          </a:p>
        </p:txBody>
      </p:sp>
      <p:grpSp>
        <p:nvGrpSpPr>
          <p:cNvPr id="1414" name="Google Shape;1414;p70">
            <a:extLst>
              <a:ext uri="{FF2B5EF4-FFF2-40B4-BE49-F238E27FC236}">
                <a16:creationId xmlns:a16="http://schemas.microsoft.com/office/drawing/2014/main" id="{3868D541-B51B-E554-C769-E9AD9B68507E}"/>
              </a:ext>
            </a:extLst>
          </p:cNvPr>
          <p:cNvGrpSpPr/>
          <p:nvPr/>
        </p:nvGrpSpPr>
        <p:grpSpPr>
          <a:xfrm rot="-899960">
            <a:off x="6958492" y="3012319"/>
            <a:ext cx="1022969" cy="1022969"/>
            <a:chOff x="509328" y="3754368"/>
            <a:chExt cx="1023000" cy="1023000"/>
          </a:xfrm>
        </p:grpSpPr>
        <p:sp>
          <p:nvSpPr>
            <p:cNvPr id="1415" name="Google Shape;1415;p70">
              <a:extLst>
                <a:ext uri="{FF2B5EF4-FFF2-40B4-BE49-F238E27FC236}">
                  <a16:creationId xmlns:a16="http://schemas.microsoft.com/office/drawing/2014/main" id="{F58EF92C-89CF-5FBD-3043-D3908A4607A7}"/>
                </a:ext>
              </a:extLst>
            </p:cNvPr>
            <p:cNvSpPr/>
            <p:nvPr/>
          </p:nvSpPr>
          <p:spPr>
            <a:xfrm>
              <a:off x="509328" y="3754368"/>
              <a:ext cx="1023000" cy="102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1416" name="Google Shape;1416;p70">
              <a:extLst>
                <a:ext uri="{FF2B5EF4-FFF2-40B4-BE49-F238E27FC236}">
                  <a16:creationId xmlns:a16="http://schemas.microsoft.com/office/drawing/2014/main" id="{BFD8C64C-ECAB-6600-5ECE-A4B193782860}"/>
                </a:ext>
              </a:extLst>
            </p:cNvPr>
            <p:cNvGrpSpPr/>
            <p:nvPr/>
          </p:nvGrpSpPr>
          <p:grpSpPr>
            <a:xfrm>
              <a:off x="762534" y="4000003"/>
              <a:ext cx="516585" cy="531736"/>
              <a:chOff x="7755731" y="176213"/>
              <a:chExt cx="446487" cy="459582"/>
            </a:xfrm>
          </p:grpSpPr>
          <p:sp>
            <p:nvSpPr>
              <p:cNvPr id="1417" name="Google Shape;1417;p70">
                <a:extLst>
                  <a:ext uri="{FF2B5EF4-FFF2-40B4-BE49-F238E27FC236}">
                    <a16:creationId xmlns:a16="http://schemas.microsoft.com/office/drawing/2014/main" id="{D8634E6D-99A3-A941-21CE-9FF446EC59B7}"/>
                  </a:ext>
                </a:extLst>
              </p:cNvPr>
              <p:cNvSpPr/>
              <p:nvPr/>
            </p:nvSpPr>
            <p:spPr>
              <a:xfrm>
                <a:off x="7765256" y="309563"/>
                <a:ext cx="177404" cy="186928"/>
              </a:xfrm>
              <a:custGeom>
                <a:avLst/>
                <a:gdLst/>
                <a:ahLst/>
                <a:cxnLst/>
                <a:rect l="l" t="t" r="r" b="b"/>
                <a:pathLst>
                  <a:path w="788" h="830" extrusionOk="0">
                    <a:moveTo>
                      <a:pt x="681" y="609"/>
                    </a:moveTo>
                    <a:cubicBezTo>
                      <a:pt x="684" y="530"/>
                      <a:pt x="684" y="530"/>
                      <a:pt x="684" y="530"/>
                    </a:cubicBezTo>
                    <a:cubicBezTo>
                      <a:pt x="727" y="530"/>
                      <a:pt x="727" y="530"/>
                      <a:pt x="727" y="530"/>
                    </a:cubicBezTo>
                    <a:cubicBezTo>
                      <a:pt x="764" y="530"/>
                      <a:pt x="788" y="490"/>
                      <a:pt x="770" y="457"/>
                    </a:cubicBezTo>
                    <a:cubicBezTo>
                      <a:pt x="770" y="457"/>
                      <a:pt x="691" y="336"/>
                      <a:pt x="691" y="336"/>
                    </a:cubicBezTo>
                    <a:cubicBezTo>
                      <a:pt x="690" y="286"/>
                      <a:pt x="690" y="286"/>
                      <a:pt x="690" y="286"/>
                    </a:cubicBezTo>
                    <a:cubicBezTo>
                      <a:pt x="690" y="276"/>
                      <a:pt x="689" y="265"/>
                      <a:pt x="687" y="255"/>
                    </a:cubicBezTo>
                    <a:cubicBezTo>
                      <a:pt x="684" y="237"/>
                      <a:pt x="680" y="218"/>
                      <a:pt x="673" y="200"/>
                    </a:cubicBezTo>
                    <a:cubicBezTo>
                      <a:pt x="662" y="168"/>
                      <a:pt x="645" y="138"/>
                      <a:pt x="622" y="113"/>
                    </a:cubicBezTo>
                    <a:cubicBezTo>
                      <a:pt x="579" y="64"/>
                      <a:pt x="517" y="32"/>
                      <a:pt x="452" y="20"/>
                    </a:cubicBezTo>
                    <a:cubicBezTo>
                      <a:pt x="344" y="0"/>
                      <a:pt x="233" y="21"/>
                      <a:pt x="149" y="96"/>
                    </a:cubicBezTo>
                    <a:cubicBezTo>
                      <a:pt x="18" y="212"/>
                      <a:pt x="0" y="417"/>
                      <a:pt x="110" y="553"/>
                    </a:cubicBezTo>
                    <a:cubicBezTo>
                      <a:pt x="129" y="576"/>
                      <a:pt x="150" y="597"/>
                      <a:pt x="175" y="615"/>
                    </a:cubicBezTo>
                    <a:cubicBezTo>
                      <a:pt x="194" y="628"/>
                      <a:pt x="205" y="650"/>
                      <a:pt x="205" y="673"/>
                    </a:cubicBezTo>
                    <a:cubicBezTo>
                      <a:pt x="205" y="802"/>
                      <a:pt x="205" y="802"/>
                      <a:pt x="205" y="802"/>
                    </a:cubicBezTo>
                    <a:cubicBezTo>
                      <a:pt x="205" y="817"/>
                      <a:pt x="218" y="830"/>
                      <a:pt x="234" y="830"/>
                    </a:cubicBezTo>
                    <a:cubicBezTo>
                      <a:pt x="486" y="830"/>
                      <a:pt x="486" y="830"/>
                      <a:pt x="486" y="830"/>
                    </a:cubicBezTo>
                    <a:cubicBezTo>
                      <a:pt x="502" y="830"/>
                      <a:pt x="514" y="817"/>
                      <a:pt x="514" y="802"/>
                    </a:cubicBezTo>
                    <a:cubicBezTo>
                      <a:pt x="514" y="774"/>
                      <a:pt x="514" y="774"/>
                      <a:pt x="514" y="774"/>
                    </a:cubicBezTo>
                    <a:cubicBezTo>
                      <a:pt x="514" y="743"/>
                      <a:pt x="540" y="718"/>
                      <a:pt x="571" y="718"/>
                    </a:cubicBezTo>
                    <a:cubicBezTo>
                      <a:pt x="571" y="718"/>
                      <a:pt x="571" y="718"/>
                      <a:pt x="571" y="718"/>
                    </a:cubicBezTo>
                    <a:cubicBezTo>
                      <a:pt x="631" y="718"/>
                      <a:pt x="680" y="669"/>
                      <a:pt x="681" y="6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70">
                <a:extLst>
                  <a:ext uri="{FF2B5EF4-FFF2-40B4-BE49-F238E27FC236}">
                    <a16:creationId xmlns:a16="http://schemas.microsoft.com/office/drawing/2014/main" id="{611F4887-D188-D7B9-63AD-C086F80AF6F0}"/>
                  </a:ext>
                </a:extLst>
              </p:cNvPr>
              <p:cNvSpPr/>
              <p:nvPr/>
            </p:nvSpPr>
            <p:spPr>
              <a:xfrm>
                <a:off x="8084344" y="185738"/>
                <a:ext cx="109500" cy="10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70">
                <a:extLst>
                  <a:ext uri="{FF2B5EF4-FFF2-40B4-BE49-F238E27FC236}">
                    <a16:creationId xmlns:a16="http://schemas.microsoft.com/office/drawing/2014/main" id="{C32576AE-04D7-BE3F-D8A3-AF890A2FBBB9}"/>
                  </a:ext>
                </a:extLst>
              </p:cNvPr>
              <p:cNvSpPr/>
              <p:nvPr/>
            </p:nvSpPr>
            <p:spPr>
              <a:xfrm>
                <a:off x="8084344" y="351235"/>
                <a:ext cx="109500" cy="109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70">
                <a:extLst>
                  <a:ext uri="{FF2B5EF4-FFF2-40B4-BE49-F238E27FC236}">
                    <a16:creationId xmlns:a16="http://schemas.microsoft.com/office/drawing/2014/main" id="{3BC1E97A-3A08-9F12-6FC1-F4DCEB4D031C}"/>
                  </a:ext>
                </a:extLst>
              </p:cNvPr>
              <p:cNvSpPr/>
              <p:nvPr/>
            </p:nvSpPr>
            <p:spPr>
              <a:xfrm>
                <a:off x="8084344" y="517922"/>
                <a:ext cx="109500" cy="109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70">
                <a:extLst>
                  <a:ext uri="{FF2B5EF4-FFF2-40B4-BE49-F238E27FC236}">
                    <a16:creationId xmlns:a16="http://schemas.microsoft.com/office/drawing/2014/main" id="{01F7B498-31DD-8F61-F462-FCD9107629D7}"/>
                  </a:ext>
                </a:extLst>
              </p:cNvPr>
              <p:cNvSpPr/>
              <p:nvPr/>
            </p:nvSpPr>
            <p:spPr>
              <a:xfrm>
                <a:off x="7755731" y="300038"/>
                <a:ext cx="194074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864" h="913" extrusionOk="0">
                    <a:moveTo>
                      <a:pt x="599" y="845"/>
                    </a:moveTo>
                    <a:cubicBezTo>
                      <a:pt x="599" y="817"/>
                      <a:pt x="599" y="817"/>
                      <a:pt x="599" y="817"/>
                    </a:cubicBezTo>
                    <a:cubicBezTo>
                      <a:pt x="599" y="808"/>
                      <a:pt x="606" y="801"/>
                      <a:pt x="615" y="801"/>
                    </a:cubicBezTo>
                    <a:cubicBezTo>
                      <a:pt x="697" y="800"/>
                      <a:pt x="763" y="736"/>
                      <a:pt x="765" y="653"/>
                    </a:cubicBezTo>
                    <a:cubicBezTo>
                      <a:pt x="767" y="613"/>
                      <a:pt x="767" y="613"/>
                      <a:pt x="767" y="613"/>
                    </a:cubicBezTo>
                    <a:cubicBezTo>
                      <a:pt x="771" y="613"/>
                      <a:pt x="771" y="613"/>
                      <a:pt x="771" y="613"/>
                    </a:cubicBezTo>
                    <a:cubicBezTo>
                      <a:pt x="803" y="613"/>
                      <a:pt x="831" y="597"/>
                      <a:pt x="847" y="569"/>
                    </a:cubicBezTo>
                    <a:cubicBezTo>
                      <a:pt x="864" y="542"/>
                      <a:pt x="864" y="509"/>
                      <a:pt x="849" y="481"/>
                    </a:cubicBezTo>
                    <a:cubicBezTo>
                      <a:pt x="848" y="480"/>
                      <a:pt x="848" y="479"/>
                      <a:pt x="847" y="479"/>
                    </a:cubicBezTo>
                    <a:cubicBezTo>
                      <a:pt x="847" y="479"/>
                      <a:pt x="794" y="396"/>
                      <a:pt x="775" y="367"/>
                    </a:cubicBezTo>
                    <a:cubicBezTo>
                      <a:pt x="774" y="329"/>
                      <a:pt x="774" y="329"/>
                      <a:pt x="774" y="329"/>
                    </a:cubicBezTo>
                    <a:cubicBezTo>
                      <a:pt x="774" y="328"/>
                      <a:pt x="774" y="327"/>
                      <a:pt x="774" y="327"/>
                    </a:cubicBezTo>
                    <a:cubicBezTo>
                      <a:pt x="774" y="315"/>
                      <a:pt x="772" y="303"/>
                      <a:pt x="770" y="292"/>
                    </a:cubicBezTo>
                    <a:cubicBezTo>
                      <a:pt x="767" y="270"/>
                      <a:pt x="762" y="250"/>
                      <a:pt x="755" y="230"/>
                    </a:cubicBezTo>
                    <a:cubicBezTo>
                      <a:pt x="742" y="192"/>
                      <a:pt x="722" y="158"/>
                      <a:pt x="696" y="129"/>
                    </a:cubicBezTo>
                    <a:cubicBezTo>
                      <a:pt x="649" y="76"/>
                      <a:pt x="581" y="38"/>
                      <a:pt x="504" y="24"/>
                    </a:cubicBezTo>
                    <a:cubicBezTo>
                      <a:pt x="375" y="0"/>
                      <a:pt x="255" y="30"/>
                      <a:pt x="166" y="109"/>
                    </a:cubicBezTo>
                    <a:cubicBezTo>
                      <a:pt x="19" y="239"/>
                      <a:pt x="0" y="469"/>
                      <a:pt x="123" y="621"/>
                    </a:cubicBezTo>
                    <a:cubicBezTo>
                      <a:pt x="144" y="647"/>
                      <a:pt x="168" y="670"/>
                      <a:pt x="195" y="690"/>
                    </a:cubicBezTo>
                    <a:cubicBezTo>
                      <a:pt x="204" y="696"/>
                      <a:pt x="209" y="706"/>
                      <a:pt x="209" y="716"/>
                    </a:cubicBezTo>
                    <a:cubicBezTo>
                      <a:pt x="209" y="845"/>
                      <a:pt x="209" y="845"/>
                      <a:pt x="209" y="845"/>
                    </a:cubicBezTo>
                    <a:cubicBezTo>
                      <a:pt x="209" y="882"/>
                      <a:pt x="240" y="913"/>
                      <a:pt x="278" y="913"/>
                    </a:cubicBezTo>
                    <a:cubicBezTo>
                      <a:pt x="530" y="913"/>
                      <a:pt x="530" y="913"/>
                      <a:pt x="530" y="913"/>
                    </a:cubicBezTo>
                    <a:cubicBezTo>
                      <a:pt x="568" y="913"/>
                      <a:pt x="599" y="882"/>
                      <a:pt x="599" y="845"/>
                    </a:cubicBezTo>
                    <a:close/>
                    <a:moveTo>
                      <a:pt x="519" y="817"/>
                    </a:moveTo>
                    <a:cubicBezTo>
                      <a:pt x="519" y="833"/>
                      <a:pt x="519" y="833"/>
                      <a:pt x="519" y="833"/>
                    </a:cubicBezTo>
                    <a:cubicBezTo>
                      <a:pt x="289" y="833"/>
                      <a:pt x="289" y="833"/>
                      <a:pt x="289" y="833"/>
                    </a:cubicBezTo>
                    <a:cubicBezTo>
                      <a:pt x="289" y="716"/>
                      <a:pt x="289" y="716"/>
                      <a:pt x="289" y="716"/>
                    </a:cubicBezTo>
                    <a:cubicBezTo>
                      <a:pt x="289" y="680"/>
                      <a:pt x="272" y="646"/>
                      <a:pt x="242" y="625"/>
                    </a:cubicBezTo>
                    <a:cubicBezTo>
                      <a:pt x="221" y="610"/>
                      <a:pt x="201" y="591"/>
                      <a:pt x="185" y="571"/>
                    </a:cubicBezTo>
                    <a:cubicBezTo>
                      <a:pt x="88" y="451"/>
                      <a:pt x="104" y="271"/>
                      <a:pt x="219" y="169"/>
                    </a:cubicBezTo>
                    <a:cubicBezTo>
                      <a:pt x="289" y="107"/>
                      <a:pt x="385" y="83"/>
                      <a:pt x="489" y="103"/>
                    </a:cubicBezTo>
                    <a:cubicBezTo>
                      <a:pt x="549" y="114"/>
                      <a:pt x="601" y="142"/>
                      <a:pt x="636" y="182"/>
                    </a:cubicBezTo>
                    <a:cubicBezTo>
                      <a:pt x="655" y="204"/>
                      <a:pt x="670" y="229"/>
                      <a:pt x="680" y="257"/>
                    </a:cubicBezTo>
                    <a:cubicBezTo>
                      <a:pt x="685" y="272"/>
                      <a:pt x="689" y="288"/>
                      <a:pt x="691" y="304"/>
                    </a:cubicBezTo>
                    <a:cubicBezTo>
                      <a:pt x="693" y="313"/>
                      <a:pt x="694" y="322"/>
                      <a:pt x="694" y="331"/>
                    </a:cubicBezTo>
                    <a:cubicBezTo>
                      <a:pt x="695" y="380"/>
                      <a:pt x="695" y="380"/>
                      <a:pt x="695" y="380"/>
                    </a:cubicBezTo>
                    <a:cubicBezTo>
                      <a:pt x="696" y="387"/>
                      <a:pt x="697" y="393"/>
                      <a:pt x="701" y="399"/>
                    </a:cubicBezTo>
                    <a:cubicBezTo>
                      <a:pt x="701" y="400"/>
                      <a:pt x="701" y="400"/>
                      <a:pt x="779" y="520"/>
                    </a:cubicBezTo>
                    <a:cubicBezTo>
                      <a:pt x="781" y="524"/>
                      <a:pt x="780" y="527"/>
                      <a:pt x="779" y="529"/>
                    </a:cubicBezTo>
                    <a:cubicBezTo>
                      <a:pt x="777" y="531"/>
                      <a:pt x="775" y="533"/>
                      <a:pt x="771" y="533"/>
                    </a:cubicBezTo>
                    <a:cubicBezTo>
                      <a:pt x="728" y="533"/>
                      <a:pt x="728" y="533"/>
                      <a:pt x="728" y="533"/>
                    </a:cubicBezTo>
                    <a:cubicBezTo>
                      <a:pt x="707" y="533"/>
                      <a:pt x="689" y="550"/>
                      <a:pt x="688" y="572"/>
                    </a:cubicBezTo>
                    <a:cubicBezTo>
                      <a:pt x="685" y="651"/>
                      <a:pt x="685" y="651"/>
                      <a:pt x="685" y="651"/>
                    </a:cubicBezTo>
                    <a:cubicBezTo>
                      <a:pt x="685" y="651"/>
                      <a:pt x="685" y="651"/>
                      <a:pt x="685" y="651"/>
                    </a:cubicBezTo>
                    <a:cubicBezTo>
                      <a:pt x="685" y="690"/>
                      <a:pt x="654" y="721"/>
                      <a:pt x="614" y="721"/>
                    </a:cubicBezTo>
                    <a:cubicBezTo>
                      <a:pt x="562" y="721"/>
                      <a:pt x="519" y="764"/>
                      <a:pt x="519" y="8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70">
                <a:extLst>
                  <a:ext uri="{FF2B5EF4-FFF2-40B4-BE49-F238E27FC236}">
                    <a16:creationId xmlns:a16="http://schemas.microsoft.com/office/drawing/2014/main" id="{E6619D27-51B2-AC02-42C2-16337BBFEB2D}"/>
                  </a:ext>
                </a:extLst>
              </p:cNvPr>
              <p:cNvSpPr/>
              <p:nvPr/>
            </p:nvSpPr>
            <p:spPr>
              <a:xfrm>
                <a:off x="8111729" y="213122"/>
                <a:ext cx="54769" cy="5357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42" extrusionOk="0">
                    <a:moveTo>
                      <a:pt x="121" y="242"/>
                    </a:moveTo>
                    <a:cubicBezTo>
                      <a:pt x="188" y="242"/>
                      <a:pt x="242" y="187"/>
                      <a:pt x="242" y="121"/>
                    </a:cubicBezTo>
                    <a:cubicBezTo>
                      <a:pt x="242" y="54"/>
                      <a:pt x="188" y="0"/>
                      <a:pt x="121" y="0"/>
                    </a:cubicBezTo>
                    <a:cubicBezTo>
                      <a:pt x="54" y="0"/>
                      <a:pt x="0" y="54"/>
                      <a:pt x="0" y="121"/>
                    </a:cubicBezTo>
                    <a:cubicBezTo>
                      <a:pt x="0" y="187"/>
                      <a:pt x="54" y="242"/>
                      <a:pt x="121" y="242"/>
                    </a:cubicBezTo>
                    <a:close/>
                    <a:moveTo>
                      <a:pt x="121" y="80"/>
                    </a:moveTo>
                    <a:cubicBezTo>
                      <a:pt x="143" y="80"/>
                      <a:pt x="162" y="98"/>
                      <a:pt x="162" y="121"/>
                    </a:cubicBezTo>
                    <a:cubicBezTo>
                      <a:pt x="162" y="143"/>
                      <a:pt x="143" y="162"/>
                      <a:pt x="121" y="162"/>
                    </a:cubicBezTo>
                    <a:cubicBezTo>
                      <a:pt x="98" y="162"/>
                      <a:pt x="80" y="143"/>
                      <a:pt x="80" y="121"/>
                    </a:cubicBezTo>
                    <a:cubicBezTo>
                      <a:pt x="80" y="98"/>
                      <a:pt x="98" y="80"/>
                      <a:pt x="121" y="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70">
                <a:extLst>
                  <a:ext uri="{FF2B5EF4-FFF2-40B4-BE49-F238E27FC236}">
                    <a16:creationId xmlns:a16="http://schemas.microsoft.com/office/drawing/2014/main" id="{234A0E5F-4EF7-6480-FBDA-79E3148FE8A5}"/>
                  </a:ext>
                </a:extLst>
              </p:cNvPr>
              <p:cNvSpPr/>
              <p:nvPr/>
            </p:nvSpPr>
            <p:spPr>
              <a:xfrm>
                <a:off x="7970044" y="342900"/>
                <a:ext cx="232171" cy="126207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566" extrusionOk="0">
                    <a:moveTo>
                      <a:pt x="754" y="0"/>
                    </a:moveTo>
                    <a:cubicBezTo>
                      <a:pt x="611" y="0"/>
                      <a:pt x="493" y="106"/>
                      <a:pt x="474" y="243"/>
                    </a:cubicBezTo>
                    <a:cubicBezTo>
                      <a:pt x="134" y="243"/>
                      <a:pt x="134" y="243"/>
                      <a:pt x="134" y="243"/>
                    </a:cubicBezTo>
                    <a:cubicBezTo>
                      <a:pt x="136" y="240"/>
                      <a:pt x="136" y="240"/>
                      <a:pt x="136" y="240"/>
                    </a:cubicBezTo>
                    <a:cubicBezTo>
                      <a:pt x="151" y="223"/>
                      <a:pt x="150" y="198"/>
                      <a:pt x="134" y="183"/>
                    </a:cubicBezTo>
                    <a:cubicBezTo>
                      <a:pt x="118" y="168"/>
                      <a:pt x="92" y="169"/>
                      <a:pt x="77" y="186"/>
                    </a:cubicBezTo>
                    <a:cubicBezTo>
                      <a:pt x="14" y="256"/>
                      <a:pt x="14" y="256"/>
                      <a:pt x="14" y="256"/>
                    </a:cubicBezTo>
                    <a:cubicBezTo>
                      <a:pt x="0" y="271"/>
                      <a:pt x="0" y="294"/>
                      <a:pt x="14" y="310"/>
                    </a:cubicBezTo>
                    <a:cubicBezTo>
                      <a:pt x="77" y="380"/>
                      <a:pt x="77" y="380"/>
                      <a:pt x="77" y="380"/>
                    </a:cubicBezTo>
                    <a:cubicBezTo>
                      <a:pt x="85" y="388"/>
                      <a:pt x="96" y="393"/>
                      <a:pt x="107" y="393"/>
                    </a:cubicBezTo>
                    <a:cubicBezTo>
                      <a:pt x="117" y="393"/>
                      <a:pt x="126" y="389"/>
                      <a:pt x="134" y="382"/>
                    </a:cubicBezTo>
                    <a:cubicBezTo>
                      <a:pt x="150" y="367"/>
                      <a:pt x="151" y="342"/>
                      <a:pt x="136" y="326"/>
                    </a:cubicBezTo>
                    <a:cubicBezTo>
                      <a:pt x="134" y="323"/>
                      <a:pt x="134" y="323"/>
                      <a:pt x="134" y="323"/>
                    </a:cubicBezTo>
                    <a:cubicBezTo>
                      <a:pt x="474" y="323"/>
                      <a:pt x="474" y="323"/>
                      <a:pt x="474" y="323"/>
                    </a:cubicBezTo>
                    <a:cubicBezTo>
                      <a:pt x="493" y="460"/>
                      <a:pt x="611" y="566"/>
                      <a:pt x="754" y="566"/>
                    </a:cubicBezTo>
                    <a:cubicBezTo>
                      <a:pt x="910" y="566"/>
                      <a:pt x="1037" y="439"/>
                      <a:pt x="1037" y="283"/>
                    </a:cubicBezTo>
                    <a:cubicBezTo>
                      <a:pt x="1037" y="127"/>
                      <a:pt x="910" y="0"/>
                      <a:pt x="754" y="0"/>
                    </a:cubicBezTo>
                    <a:close/>
                    <a:moveTo>
                      <a:pt x="754" y="486"/>
                    </a:moveTo>
                    <a:cubicBezTo>
                      <a:pt x="642" y="486"/>
                      <a:pt x="551" y="395"/>
                      <a:pt x="551" y="283"/>
                    </a:cubicBezTo>
                    <a:cubicBezTo>
                      <a:pt x="551" y="171"/>
                      <a:pt x="642" y="80"/>
                      <a:pt x="754" y="80"/>
                    </a:cubicBezTo>
                    <a:cubicBezTo>
                      <a:pt x="866" y="80"/>
                      <a:pt x="957" y="171"/>
                      <a:pt x="957" y="283"/>
                    </a:cubicBezTo>
                    <a:cubicBezTo>
                      <a:pt x="957" y="395"/>
                      <a:pt x="866" y="486"/>
                      <a:pt x="754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70">
                <a:extLst>
                  <a:ext uri="{FF2B5EF4-FFF2-40B4-BE49-F238E27FC236}">
                    <a16:creationId xmlns:a16="http://schemas.microsoft.com/office/drawing/2014/main" id="{2D7469B9-7DB0-A488-F169-71F967BD6F1D}"/>
                  </a:ext>
                </a:extLst>
              </p:cNvPr>
              <p:cNvSpPr/>
              <p:nvPr/>
            </p:nvSpPr>
            <p:spPr>
              <a:xfrm>
                <a:off x="8111729" y="378619"/>
                <a:ext cx="54769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42" extrusionOk="0">
                    <a:moveTo>
                      <a:pt x="121" y="0"/>
                    </a:moveTo>
                    <a:cubicBezTo>
                      <a:pt x="54" y="0"/>
                      <a:pt x="0" y="54"/>
                      <a:pt x="0" y="121"/>
                    </a:cubicBezTo>
                    <a:cubicBezTo>
                      <a:pt x="0" y="187"/>
                      <a:pt x="54" y="242"/>
                      <a:pt x="121" y="242"/>
                    </a:cubicBezTo>
                    <a:cubicBezTo>
                      <a:pt x="188" y="242"/>
                      <a:pt x="242" y="187"/>
                      <a:pt x="242" y="121"/>
                    </a:cubicBezTo>
                    <a:cubicBezTo>
                      <a:pt x="242" y="54"/>
                      <a:pt x="188" y="0"/>
                      <a:pt x="121" y="0"/>
                    </a:cubicBezTo>
                    <a:close/>
                    <a:moveTo>
                      <a:pt x="121" y="162"/>
                    </a:moveTo>
                    <a:cubicBezTo>
                      <a:pt x="98" y="162"/>
                      <a:pt x="80" y="143"/>
                      <a:pt x="80" y="121"/>
                    </a:cubicBezTo>
                    <a:cubicBezTo>
                      <a:pt x="80" y="98"/>
                      <a:pt x="98" y="80"/>
                      <a:pt x="121" y="80"/>
                    </a:cubicBezTo>
                    <a:cubicBezTo>
                      <a:pt x="143" y="80"/>
                      <a:pt x="162" y="98"/>
                      <a:pt x="162" y="121"/>
                    </a:cubicBezTo>
                    <a:cubicBezTo>
                      <a:pt x="162" y="143"/>
                      <a:pt x="143" y="162"/>
                      <a:pt x="121" y="1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70">
                <a:extLst>
                  <a:ext uri="{FF2B5EF4-FFF2-40B4-BE49-F238E27FC236}">
                    <a16:creationId xmlns:a16="http://schemas.microsoft.com/office/drawing/2014/main" id="{5C4DEFB6-E6E8-F49D-46FE-E82387DD08AC}"/>
                  </a:ext>
                </a:extLst>
              </p:cNvPr>
              <p:cNvSpPr/>
              <p:nvPr/>
            </p:nvSpPr>
            <p:spPr>
              <a:xfrm>
                <a:off x="8036719" y="509588"/>
                <a:ext cx="165497" cy="126207"/>
              </a:xfrm>
              <a:custGeom>
                <a:avLst/>
                <a:gdLst/>
                <a:ahLst/>
                <a:cxnLst/>
                <a:rect l="l" t="t" r="r" b="b"/>
                <a:pathLst>
                  <a:path w="737" h="566" extrusionOk="0">
                    <a:moveTo>
                      <a:pt x="454" y="0"/>
                    </a:moveTo>
                    <a:cubicBezTo>
                      <a:pt x="311" y="0"/>
                      <a:pt x="193" y="106"/>
                      <a:pt x="174" y="243"/>
                    </a:cubicBezTo>
                    <a:cubicBezTo>
                      <a:pt x="40" y="243"/>
                      <a:pt x="40" y="243"/>
                      <a:pt x="40" y="243"/>
                    </a:cubicBezTo>
                    <a:cubicBezTo>
                      <a:pt x="18" y="243"/>
                      <a:pt x="0" y="261"/>
                      <a:pt x="0" y="283"/>
                    </a:cubicBezTo>
                    <a:cubicBezTo>
                      <a:pt x="0" y="305"/>
                      <a:pt x="18" y="323"/>
                      <a:pt x="40" y="323"/>
                    </a:cubicBezTo>
                    <a:cubicBezTo>
                      <a:pt x="174" y="323"/>
                      <a:pt x="174" y="323"/>
                      <a:pt x="174" y="323"/>
                    </a:cubicBezTo>
                    <a:cubicBezTo>
                      <a:pt x="193" y="460"/>
                      <a:pt x="311" y="566"/>
                      <a:pt x="454" y="566"/>
                    </a:cubicBezTo>
                    <a:cubicBezTo>
                      <a:pt x="610" y="566"/>
                      <a:pt x="737" y="439"/>
                      <a:pt x="737" y="283"/>
                    </a:cubicBezTo>
                    <a:cubicBezTo>
                      <a:pt x="737" y="127"/>
                      <a:pt x="610" y="0"/>
                      <a:pt x="454" y="0"/>
                    </a:cubicBezTo>
                    <a:close/>
                    <a:moveTo>
                      <a:pt x="454" y="486"/>
                    </a:moveTo>
                    <a:cubicBezTo>
                      <a:pt x="342" y="486"/>
                      <a:pt x="251" y="395"/>
                      <a:pt x="251" y="283"/>
                    </a:cubicBezTo>
                    <a:cubicBezTo>
                      <a:pt x="251" y="171"/>
                      <a:pt x="342" y="80"/>
                      <a:pt x="454" y="80"/>
                    </a:cubicBezTo>
                    <a:cubicBezTo>
                      <a:pt x="566" y="80"/>
                      <a:pt x="657" y="171"/>
                      <a:pt x="657" y="283"/>
                    </a:cubicBezTo>
                    <a:cubicBezTo>
                      <a:pt x="657" y="395"/>
                      <a:pt x="566" y="486"/>
                      <a:pt x="454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70">
                <a:extLst>
                  <a:ext uri="{FF2B5EF4-FFF2-40B4-BE49-F238E27FC236}">
                    <a16:creationId xmlns:a16="http://schemas.microsoft.com/office/drawing/2014/main" id="{CF88B98B-8270-1065-CABD-BCC42708494B}"/>
                  </a:ext>
                </a:extLst>
              </p:cNvPr>
              <p:cNvSpPr/>
              <p:nvPr/>
            </p:nvSpPr>
            <p:spPr>
              <a:xfrm>
                <a:off x="8111729" y="545306"/>
                <a:ext cx="54769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42" extrusionOk="0">
                    <a:moveTo>
                      <a:pt x="121" y="0"/>
                    </a:moveTo>
                    <a:cubicBezTo>
                      <a:pt x="54" y="0"/>
                      <a:pt x="0" y="54"/>
                      <a:pt x="0" y="121"/>
                    </a:cubicBezTo>
                    <a:cubicBezTo>
                      <a:pt x="0" y="187"/>
                      <a:pt x="54" y="242"/>
                      <a:pt x="121" y="242"/>
                    </a:cubicBezTo>
                    <a:cubicBezTo>
                      <a:pt x="188" y="242"/>
                      <a:pt x="242" y="187"/>
                      <a:pt x="242" y="121"/>
                    </a:cubicBezTo>
                    <a:cubicBezTo>
                      <a:pt x="242" y="54"/>
                      <a:pt x="188" y="0"/>
                      <a:pt x="121" y="0"/>
                    </a:cubicBezTo>
                    <a:close/>
                    <a:moveTo>
                      <a:pt x="121" y="162"/>
                    </a:moveTo>
                    <a:cubicBezTo>
                      <a:pt x="98" y="162"/>
                      <a:pt x="80" y="143"/>
                      <a:pt x="80" y="121"/>
                    </a:cubicBezTo>
                    <a:cubicBezTo>
                      <a:pt x="80" y="98"/>
                      <a:pt x="98" y="80"/>
                      <a:pt x="121" y="80"/>
                    </a:cubicBezTo>
                    <a:cubicBezTo>
                      <a:pt x="143" y="80"/>
                      <a:pt x="162" y="98"/>
                      <a:pt x="162" y="121"/>
                    </a:cubicBezTo>
                    <a:cubicBezTo>
                      <a:pt x="162" y="143"/>
                      <a:pt x="143" y="162"/>
                      <a:pt x="121" y="1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70">
                <a:extLst>
                  <a:ext uri="{FF2B5EF4-FFF2-40B4-BE49-F238E27FC236}">
                    <a16:creationId xmlns:a16="http://schemas.microsoft.com/office/drawing/2014/main" id="{63FAE304-C030-B744-B3D6-0C02A0D8CEAD}"/>
                  </a:ext>
                </a:extLst>
              </p:cNvPr>
              <p:cNvSpPr/>
              <p:nvPr/>
            </p:nvSpPr>
            <p:spPr>
              <a:xfrm>
                <a:off x="7880747" y="176213"/>
                <a:ext cx="321471" cy="127398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566" extrusionOk="0">
                    <a:moveTo>
                      <a:pt x="88" y="511"/>
                    </a:moveTo>
                    <a:cubicBezTo>
                      <a:pt x="95" y="518"/>
                      <a:pt x="105" y="522"/>
                      <a:pt x="115" y="522"/>
                    </a:cubicBezTo>
                    <a:cubicBezTo>
                      <a:pt x="124" y="522"/>
                      <a:pt x="134" y="518"/>
                      <a:pt x="142" y="511"/>
                    </a:cubicBezTo>
                    <a:cubicBezTo>
                      <a:pt x="212" y="447"/>
                      <a:pt x="212" y="447"/>
                      <a:pt x="212" y="447"/>
                    </a:cubicBezTo>
                    <a:cubicBezTo>
                      <a:pt x="228" y="432"/>
                      <a:pt x="229" y="407"/>
                      <a:pt x="214" y="391"/>
                    </a:cubicBezTo>
                    <a:cubicBezTo>
                      <a:pt x="199" y="375"/>
                      <a:pt x="174" y="373"/>
                      <a:pt x="158" y="388"/>
                    </a:cubicBezTo>
                    <a:cubicBezTo>
                      <a:pt x="155" y="391"/>
                      <a:pt x="155" y="391"/>
                      <a:pt x="155" y="391"/>
                    </a:cubicBezTo>
                    <a:cubicBezTo>
                      <a:pt x="155" y="323"/>
                      <a:pt x="155" y="323"/>
                      <a:pt x="155" y="323"/>
                    </a:cubicBezTo>
                    <a:cubicBezTo>
                      <a:pt x="155" y="323"/>
                      <a:pt x="155" y="323"/>
                      <a:pt x="155" y="323"/>
                    </a:cubicBezTo>
                    <a:cubicBezTo>
                      <a:pt x="871" y="323"/>
                      <a:pt x="871" y="323"/>
                      <a:pt x="871" y="323"/>
                    </a:cubicBezTo>
                    <a:cubicBezTo>
                      <a:pt x="890" y="460"/>
                      <a:pt x="1008" y="566"/>
                      <a:pt x="1151" y="566"/>
                    </a:cubicBezTo>
                    <a:cubicBezTo>
                      <a:pt x="1307" y="566"/>
                      <a:pt x="1434" y="439"/>
                      <a:pt x="1434" y="283"/>
                    </a:cubicBezTo>
                    <a:cubicBezTo>
                      <a:pt x="1434" y="127"/>
                      <a:pt x="1307" y="0"/>
                      <a:pt x="1151" y="0"/>
                    </a:cubicBezTo>
                    <a:cubicBezTo>
                      <a:pt x="1008" y="0"/>
                      <a:pt x="890" y="106"/>
                      <a:pt x="871" y="243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111" y="243"/>
                      <a:pt x="75" y="279"/>
                      <a:pt x="75" y="323"/>
                    </a:cubicBezTo>
                    <a:cubicBezTo>
                      <a:pt x="75" y="391"/>
                      <a:pt x="75" y="391"/>
                      <a:pt x="75" y="391"/>
                    </a:cubicBezTo>
                    <a:cubicBezTo>
                      <a:pt x="72" y="388"/>
                      <a:pt x="72" y="388"/>
                      <a:pt x="72" y="388"/>
                    </a:cubicBezTo>
                    <a:cubicBezTo>
                      <a:pt x="55" y="373"/>
                      <a:pt x="30" y="375"/>
                      <a:pt x="15" y="391"/>
                    </a:cubicBezTo>
                    <a:cubicBezTo>
                      <a:pt x="0" y="407"/>
                      <a:pt x="1" y="432"/>
                      <a:pt x="18" y="447"/>
                    </a:cubicBezTo>
                    <a:lnTo>
                      <a:pt x="88" y="511"/>
                    </a:lnTo>
                    <a:close/>
                    <a:moveTo>
                      <a:pt x="1151" y="80"/>
                    </a:moveTo>
                    <a:cubicBezTo>
                      <a:pt x="1263" y="80"/>
                      <a:pt x="1354" y="171"/>
                      <a:pt x="1354" y="283"/>
                    </a:cubicBezTo>
                    <a:cubicBezTo>
                      <a:pt x="1354" y="395"/>
                      <a:pt x="1263" y="486"/>
                      <a:pt x="1151" y="486"/>
                    </a:cubicBezTo>
                    <a:cubicBezTo>
                      <a:pt x="1039" y="486"/>
                      <a:pt x="948" y="395"/>
                      <a:pt x="948" y="283"/>
                    </a:cubicBezTo>
                    <a:cubicBezTo>
                      <a:pt x="948" y="171"/>
                      <a:pt x="1039" y="80"/>
                      <a:pt x="1151" y="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70">
                <a:extLst>
                  <a:ext uri="{FF2B5EF4-FFF2-40B4-BE49-F238E27FC236}">
                    <a16:creationId xmlns:a16="http://schemas.microsoft.com/office/drawing/2014/main" id="{BA3B91CC-C13F-8D22-FAE2-BEDB0ECF5863}"/>
                  </a:ext>
                </a:extLst>
              </p:cNvPr>
              <p:cNvSpPr/>
              <p:nvPr/>
            </p:nvSpPr>
            <p:spPr>
              <a:xfrm>
                <a:off x="7880747" y="517922"/>
                <a:ext cx="92869" cy="63103"/>
              </a:xfrm>
              <a:custGeom>
                <a:avLst/>
                <a:gdLst/>
                <a:ahLst/>
                <a:cxnLst/>
                <a:rect l="l" t="t" r="r" b="b"/>
                <a:pathLst>
                  <a:path w="412" h="283" extrusionOk="0">
                    <a:moveTo>
                      <a:pt x="372" y="203"/>
                    </a:moveTo>
                    <a:cubicBezTo>
                      <a:pt x="155" y="203"/>
                      <a:pt x="155" y="203"/>
                      <a:pt x="155" y="203"/>
                    </a:cubicBezTo>
                    <a:cubicBezTo>
                      <a:pt x="155" y="203"/>
                      <a:pt x="155" y="203"/>
                      <a:pt x="155" y="202"/>
                    </a:cubicBezTo>
                    <a:cubicBezTo>
                      <a:pt x="155" y="134"/>
                      <a:pt x="155" y="134"/>
                      <a:pt x="155" y="134"/>
                    </a:cubicBezTo>
                    <a:cubicBezTo>
                      <a:pt x="158" y="137"/>
                      <a:pt x="158" y="137"/>
                      <a:pt x="158" y="137"/>
                    </a:cubicBezTo>
                    <a:cubicBezTo>
                      <a:pt x="165" y="144"/>
                      <a:pt x="175" y="148"/>
                      <a:pt x="185" y="148"/>
                    </a:cubicBezTo>
                    <a:cubicBezTo>
                      <a:pt x="196" y="148"/>
                      <a:pt x="206" y="143"/>
                      <a:pt x="214" y="135"/>
                    </a:cubicBezTo>
                    <a:cubicBezTo>
                      <a:pt x="229" y="118"/>
                      <a:pt x="228" y="93"/>
                      <a:pt x="212" y="78"/>
                    </a:cubicBezTo>
                    <a:cubicBezTo>
                      <a:pt x="142" y="14"/>
                      <a:pt x="142" y="14"/>
                      <a:pt x="142" y="14"/>
                    </a:cubicBezTo>
                    <a:cubicBezTo>
                      <a:pt x="126" y="0"/>
                      <a:pt x="103" y="0"/>
                      <a:pt x="88" y="14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" y="93"/>
                      <a:pt x="0" y="118"/>
                      <a:pt x="15" y="135"/>
                    </a:cubicBezTo>
                    <a:cubicBezTo>
                      <a:pt x="30" y="151"/>
                      <a:pt x="55" y="152"/>
                      <a:pt x="72" y="137"/>
                    </a:cubicBezTo>
                    <a:cubicBezTo>
                      <a:pt x="75" y="134"/>
                      <a:pt x="75" y="134"/>
                      <a:pt x="75" y="134"/>
                    </a:cubicBezTo>
                    <a:cubicBezTo>
                      <a:pt x="75" y="202"/>
                      <a:pt x="75" y="202"/>
                      <a:pt x="75" y="202"/>
                    </a:cubicBezTo>
                    <a:cubicBezTo>
                      <a:pt x="75" y="247"/>
                      <a:pt x="111" y="283"/>
                      <a:pt x="155" y="283"/>
                    </a:cubicBezTo>
                    <a:cubicBezTo>
                      <a:pt x="372" y="283"/>
                      <a:pt x="372" y="283"/>
                      <a:pt x="372" y="283"/>
                    </a:cubicBezTo>
                    <a:cubicBezTo>
                      <a:pt x="395" y="283"/>
                      <a:pt x="412" y="265"/>
                      <a:pt x="412" y="243"/>
                    </a:cubicBezTo>
                    <a:cubicBezTo>
                      <a:pt x="412" y="221"/>
                      <a:pt x="395" y="203"/>
                      <a:pt x="372" y="2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70">
                <a:extLst>
                  <a:ext uri="{FF2B5EF4-FFF2-40B4-BE49-F238E27FC236}">
                    <a16:creationId xmlns:a16="http://schemas.microsoft.com/office/drawing/2014/main" id="{B23BA294-88EE-072D-F6AE-EC5526D00A2B}"/>
                  </a:ext>
                </a:extLst>
              </p:cNvPr>
              <p:cNvSpPr/>
              <p:nvPr/>
            </p:nvSpPr>
            <p:spPr>
              <a:xfrm>
                <a:off x="7996238" y="563166"/>
                <a:ext cx="17700" cy="17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31" name="Google Shape;1431;p70">
            <a:extLst>
              <a:ext uri="{FF2B5EF4-FFF2-40B4-BE49-F238E27FC236}">
                <a16:creationId xmlns:a16="http://schemas.microsoft.com/office/drawing/2014/main" id="{E3C9B476-27B9-AC63-74B5-ADBDFB892AA9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6515925" y="1619403"/>
            <a:ext cx="193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" sz="1800" b="0"/>
              <a:t>03. </a:t>
            </a:r>
            <a:r>
              <a:rPr lang="en" sz="1800"/>
              <a:t>Stimulus Delivery</a:t>
            </a:r>
            <a:endParaRPr lang="en-US" sz="1800"/>
          </a:p>
        </p:txBody>
      </p:sp>
      <p:sp>
        <p:nvSpPr>
          <p:cNvPr id="1433" name="Google Shape;1433;p70">
            <a:extLst>
              <a:ext uri="{FF2B5EF4-FFF2-40B4-BE49-F238E27FC236}">
                <a16:creationId xmlns:a16="http://schemas.microsoft.com/office/drawing/2014/main" id="{B3EE6122-D15F-34D9-040E-C233549F2AE7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720000" y="3179050"/>
            <a:ext cx="19341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lnSpc>
                <a:spcPct val="114999"/>
              </a:lnSpc>
            </a:pPr>
            <a:r>
              <a:rPr lang="en" sz="1800" b="0"/>
              <a:t>04. </a:t>
            </a:r>
            <a:r>
              <a:rPr lang="en" sz="1800"/>
              <a:t>Adjust Distance</a:t>
            </a:r>
            <a:endParaRPr lang="en-US" sz="180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4C9ACABD-A543-322A-C005-24682823A94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96963E32-661A-BFD2-3FD0-1FAB97EBE0AE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7AFE4FB6-11CE-29CC-15E9-08316A972917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0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>
          <a:extLst>
            <a:ext uri="{FF2B5EF4-FFF2-40B4-BE49-F238E27FC236}">
              <a16:creationId xmlns:a16="http://schemas.microsoft.com/office/drawing/2014/main" id="{F27C71DE-1869-19EB-B97E-17BE5926C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>
            <a:extLst>
              <a:ext uri="{FF2B5EF4-FFF2-40B4-BE49-F238E27FC236}">
                <a16:creationId xmlns:a16="http://schemas.microsoft.com/office/drawing/2014/main" id="{8DFE8E9D-7AEF-6FC6-C851-6744BEEAA720}"/>
              </a:ext>
            </a:extLst>
          </p:cNvPr>
          <p:cNvSpPr/>
          <p:nvPr/>
        </p:nvSpPr>
        <p:spPr>
          <a:xfrm rot="-2421132" flipH="1">
            <a:off x="872776" y="-551213"/>
            <a:ext cx="11329930" cy="7259612"/>
          </a:xfrm>
          <a:custGeom>
            <a:avLst/>
            <a:gdLst/>
            <a:ahLst/>
            <a:cxnLst/>
            <a:rect l="l" t="t" r="r" b="b"/>
            <a:pathLst>
              <a:path w="8311" h="4497" extrusionOk="0">
                <a:moveTo>
                  <a:pt x="714" y="137"/>
                </a:moveTo>
                <a:cubicBezTo>
                  <a:pt x="1041" y="0"/>
                  <a:pt x="1553" y="212"/>
                  <a:pt x="1690" y="521"/>
                </a:cubicBezTo>
                <a:cubicBezTo>
                  <a:pt x="1834" y="845"/>
                  <a:pt x="1537" y="1165"/>
                  <a:pt x="1678" y="1341"/>
                </a:cubicBezTo>
                <a:cubicBezTo>
                  <a:pt x="1801" y="1495"/>
                  <a:pt x="2081" y="1264"/>
                  <a:pt x="2626" y="1281"/>
                </a:cubicBezTo>
                <a:cubicBezTo>
                  <a:pt x="2735" y="1284"/>
                  <a:pt x="3151" y="1302"/>
                  <a:pt x="3530" y="1529"/>
                </a:cubicBezTo>
                <a:cubicBezTo>
                  <a:pt x="3992" y="1806"/>
                  <a:pt x="3872" y="2080"/>
                  <a:pt x="4282" y="2361"/>
                </a:cubicBezTo>
                <a:cubicBezTo>
                  <a:pt x="4923" y="2801"/>
                  <a:pt x="5783" y="2521"/>
                  <a:pt x="5866" y="2493"/>
                </a:cubicBezTo>
                <a:cubicBezTo>
                  <a:pt x="6167" y="2391"/>
                  <a:pt x="6132" y="2284"/>
                  <a:pt x="6382" y="2225"/>
                </a:cubicBezTo>
                <a:cubicBezTo>
                  <a:pt x="7019" y="2075"/>
                  <a:pt x="7618" y="2585"/>
                  <a:pt x="7734" y="2689"/>
                </a:cubicBezTo>
                <a:cubicBezTo>
                  <a:pt x="7963" y="2894"/>
                  <a:pt x="8311" y="3206"/>
                  <a:pt x="8254" y="3493"/>
                </a:cubicBezTo>
                <a:cubicBezTo>
                  <a:pt x="8227" y="3627"/>
                  <a:pt x="8063" y="3998"/>
                  <a:pt x="4838" y="4273"/>
                </a:cubicBezTo>
                <a:cubicBezTo>
                  <a:pt x="2212" y="4497"/>
                  <a:pt x="1532" y="4318"/>
                  <a:pt x="1042" y="3861"/>
                </a:cubicBezTo>
                <a:cubicBezTo>
                  <a:pt x="704" y="3546"/>
                  <a:pt x="556" y="3191"/>
                  <a:pt x="454" y="2945"/>
                </a:cubicBezTo>
                <a:cubicBezTo>
                  <a:pt x="0" y="1856"/>
                  <a:pt x="117" y="387"/>
                  <a:pt x="714" y="13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2">
            <a:extLst>
              <a:ext uri="{FF2B5EF4-FFF2-40B4-BE49-F238E27FC236}">
                <a16:creationId xmlns:a16="http://schemas.microsoft.com/office/drawing/2014/main" id="{BAE16032-F720-F6A3-6042-18F1C244A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2350" y="2079575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Analysis</a:t>
            </a:r>
            <a:endParaRPr/>
          </a:p>
        </p:txBody>
      </p:sp>
      <p:sp>
        <p:nvSpPr>
          <p:cNvPr id="497" name="Google Shape;497;p42">
            <a:extLst>
              <a:ext uri="{FF2B5EF4-FFF2-40B4-BE49-F238E27FC236}">
                <a16:creationId xmlns:a16="http://schemas.microsoft.com/office/drawing/2014/main" id="{FDC1041F-9134-D1B4-D9AD-96E91051389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92350" y="101292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98" name="Google Shape;498;p42">
            <a:extLst>
              <a:ext uri="{FF2B5EF4-FFF2-40B4-BE49-F238E27FC236}">
                <a16:creationId xmlns:a16="http://schemas.microsoft.com/office/drawing/2014/main" id="{BF038553-D74F-D530-F220-C4ED70D6F8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2350" y="3741725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data did we use for our analysis?</a:t>
            </a:r>
            <a:endParaRPr/>
          </a:p>
        </p:txBody>
      </p:sp>
      <p:grpSp>
        <p:nvGrpSpPr>
          <p:cNvPr id="499" name="Google Shape;499;p42">
            <a:extLst>
              <a:ext uri="{FF2B5EF4-FFF2-40B4-BE49-F238E27FC236}">
                <a16:creationId xmlns:a16="http://schemas.microsoft.com/office/drawing/2014/main" id="{83BA6730-8AF5-1F5E-C038-3320D292A1BC}"/>
              </a:ext>
            </a:extLst>
          </p:cNvPr>
          <p:cNvGrpSpPr/>
          <p:nvPr/>
        </p:nvGrpSpPr>
        <p:grpSpPr>
          <a:xfrm rot="-786587">
            <a:off x="5866389" y="1338131"/>
            <a:ext cx="1342695" cy="1342596"/>
            <a:chOff x="1514825" y="3047675"/>
            <a:chExt cx="1023000" cy="1023000"/>
          </a:xfrm>
        </p:grpSpPr>
        <p:sp>
          <p:nvSpPr>
            <p:cNvPr id="500" name="Google Shape;500;p42">
              <a:extLst>
                <a:ext uri="{FF2B5EF4-FFF2-40B4-BE49-F238E27FC236}">
                  <a16:creationId xmlns:a16="http://schemas.microsoft.com/office/drawing/2014/main" id="{7451A571-13D5-4EBE-F5BE-ABA8B54ECF06}"/>
                </a:ext>
              </a:extLst>
            </p:cNvPr>
            <p:cNvSpPr/>
            <p:nvPr/>
          </p:nvSpPr>
          <p:spPr>
            <a:xfrm>
              <a:off x="1514825" y="3047675"/>
              <a:ext cx="1023000" cy="102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501" name="Google Shape;501;p42">
              <a:extLst>
                <a:ext uri="{FF2B5EF4-FFF2-40B4-BE49-F238E27FC236}">
                  <a16:creationId xmlns:a16="http://schemas.microsoft.com/office/drawing/2014/main" id="{07A78C9D-CB40-BAE6-34AD-BECC2E81A11A}"/>
                </a:ext>
              </a:extLst>
            </p:cNvPr>
            <p:cNvGrpSpPr/>
            <p:nvPr/>
          </p:nvGrpSpPr>
          <p:grpSpPr>
            <a:xfrm>
              <a:off x="1726700" y="3262643"/>
              <a:ext cx="599235" cy="593037"/>
              <a:chOff x="0" y="177404"/>
              <a:chExt cx="460773" cy="456007"/>
            </a:xfrm>
          </p:grpSpPr>
          <p:sp>
            <p:nvSpPr>
              <p:cNvPr id="502" name="Google Shape;502;p42">
                <a:extLst>
                  <a:ext uri="{FF2B5EF4-FFF2-40B4-BE49-F238E27FC236}">
                    <a16:creationId xmlns:a16="http://schemas.microsoft.com/office/drawing/2014/main" id="{74FC0D1B-34F2-6C6C-0578-C7CCF0623482}"/>
                  </a:ext>
                </a:extLst>
              </p:cNvPr>
              <p:cNvSpPr/>
              <p:nvPr/>
            </p:nvSpPr>
            <p:spPr>
              <a:xfrm>
                <a:off x="85725" y="234553"/>
                <a:ext cx="370285" cy="390524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1738" extrusionOk="0">
                    <a:moveTo>
                      <a:pt x="1427" y="1275"/>
                    </a:moveTo>
                    <a:cubicBezTo>
                      <a:pt x="1434" y="1110"/>
                      <a:pt x="1434" y="1110"/>
                      <a:pt x="1434" y="1110"/>
                    </a:cubicBezTo>
                    <a:cubicBezTo>
                      <a:pt x="1522" y="1110"/>
                      <a:pt x="1522" y="1110"/>
                      <a:pt x="1522" y="1110"/>
                    </a:cubicBezTo>
                    <a:cubicBezTo>
                      <a:pt x="1600" y="1110"/>
                      <a:pt x="1650" y="1026"/>
                      <a:pt x="1612" y="957"/>
                    </a:cubicBezTo>
                    <a:cubicBezTo>
                      <a:pt x="1612" y="957"/>
                      <a:pt x="1448" y="704"/>
                      <a:pt x="1448" y="704"/>
                    </a:cubicBezTo>
                    <a:cubicBezTo>
                      <a:pt x="1446" y="600"/>
                      <a:pt x="1446" y="600"/>
                      <a:pt x="1446" y="600"/>
                    </a:cubicBezTo>
                    <a:cubicBezTo>
                      <a:pt x="1445" y="578"/>
                      <a:pt x="1442" y="556"/>
                      <a:pt x="1439" y="534"/>
                    </a:cubicBezTo>
                    <a:cubicBezTo>
                      <a:pt x="1433" y="495"/>
                      <a:pt x="1423" y="456"/>
                      <a:pt x="1410" y="419"/>
                    </a:cubicBezTo>
                    <a:cubicBezTo>
                      <a:pt x="1387" y="352"/>
                      <a:pt x="1351" y="289"/>
                      <a:pt x="1304" y="236"/>
                    </a:cubicBezTo>
                    <a:cubicBezTo>
                      <a:pt x="1212" y="133"/>
                      <a:pt x="1082" y="67"/>
                      <a:pt x="948" y="42"/>
                    </a:cubicBezTo>
                    <a:cubicBezTo>
                      <a:pt x="721" y="0"/>
                      <a:pt x="488" y="43"/>
                      <a:pt x="312" y="200"/>
                    </a:cubicBezTo>
                    <a:cubicBezTo>
                      <a:pt x="37" y="443"/>
                      <a:pt x="0" y="873"/>
                      <a:pt x="230" y="1158"/>
                    </a:cubicBezTo>
                    <a:cubicBezTo>
                      <a:pt x="269" y="1207"/>
                      <a:pt x="315" y="1250"/>
                      <a:pt x="366" y="1287"/>
                    </a:cubicBezTo>
                    <a:cubicBezTo>
                      <a:pt x="406" y="1315"/>
                      <a:pt x="430" y="1361"/>
                      <a:pt x="430" y="1409"/>
                    </a:cubicBezTo>
                    <a:cubicBezTo>
                      <a:pt x="430" y="1679"/>
                      <a:pt x="430" y="1679"/>
                      <a:pt x="430" y="1679"/>
                    </a:cubicBezTo>
                    <a:cubicBezTo>
                      <a:pt x="430" y="1712"/>
                      <a:pt x="456" y="1738"/>
                      <a:pt x="489" y="1738"/>
                    </a:cubicBezTo>
                    <a:cubicBezTo>
                      <a:pt x="1018" y="1738"/>
                      <a:pt x="1018" y="1738"/>
                      <a:pt x="1018" y="1738"/>
                    </a:cubicBezTo>
                    <a:cubicBezTo>
                      <a:pt x="1051" y="1738"/>
                      <a:pt x="1078" y="1712"/>
                      <a:pt x="1078" y="1679"/>
                    </a:cubicBezTo>
                    <a:cubicBezTo>
                      <a:pt x="1078" y="1621"/>
                      <a:pt x="1078" y="1621"/>
                      <a:pt x="1078" y="1621"/>
                    </a:cubicBezTo>
                    <a:cubicBezTo>
                      <a:pt x="1078" y="1556"/>
                      <a:pt x="1130" y="1503"/>
                      <a:pt x="1195" y="1503"/>
                    </a:cubicBezTo>
                    <a:cubicBezTo>
                      <a:pt x="1196" y="1503"/>
                      <a:pt x="1196" y="1503"/>
                      <a:pt x="1196" y="1503"/>
                    </a:cubicBezTo>
                    <a:cubicBezTo>
                      <a:pt x="1322" y="1502"/>
                      <a:pt x="1425" y="1401"/>
                      <a:pt x="1427" y="12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42">
                <a:extLst>
                  <a:ext uri="{FF2B5EF4-FFF2-40B4-BE49-F238E27FC236}">
                    <a16:creationId xmlns:a16="http://schemas.microsoft.com/office/drawing/2014/main" id="{6844E882-23EC-7458-0C06-DB6F0AE6F3CD}"/>
                  </a:ext>
                </a:extLst>
              </p:cNvPr>
              <p:cNvSpPr/>
              <p:nvPr/>
            </p:nvSpPr>
            <p:spPr>
              <a:xfrm>
                <a:off x="229791" y="219075"/>
                <a:ext cx="47625" cy="15002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670" extrusionOk="0">
                    <a:moveTo>
                      <a:pt x="188" y="667"/>
                    </a:moveTo>
                    <a:cubicBezTo>
                      <a:pt x="196" y="667"/>
                      <a:pt x="204" y="668"/>
                      <a:pt x="212" y="670"/>
                    </a:cubicBezTo>
                    <a:cubicBezTo>
                      <a:pt x="212" y="40"/>
                      <a:pt x="212" y="40"/>
                      <a:pt x="212" y="40"/>
                    </a:cubicBezTo>
                    <a:cubicBezTo>
                      <a:pt x="212" y="18"/>
                      <a:pt x="194" y="0"/>
                      <a:pt x="17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670"/>
                      <a:pt x="0" y="670"/>
                      <a:pt x="0" y="670"/>
                    </a:cubicBezTo>
                    <a:cubicBezTo>
                      <a:pt x="7" y="668"/>
                      <a:pt x="15" y="667"/>
                      <a:pt x="23" y="667"/>
                    </a:cubicBezTo>
                    <a:lnTo>
                      <a:pt x="188" y="66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42">
                <a:extLst>
                  <a:ext uri="{FF2B5EF4-FFF2-40B4-BE49-F238E27FC236}">
                    <a16:creationId xmlns:a16="http://schemas.microsoft.com/office/drawing/2014/main" id="{08DEBC5C-90EA-C166-ACA9-1F88485A3D3C}"/>
                  </a:ext>
                </a:extLst>
              </p:cNvPr>
              <p:cNvSpPr/>
              <p:nvPr/>
            </p:nvSpPr>
            <p:spPr>
              <a:xfrm>
                <a:off x="205978" y="369094"/>
                <a:ext cx="95250" cy="11311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508" extrusionOk="0">
                    <a:moveTo>
                      <a:pt x="327" y="0"/>
                    </a:moveTo>
                    <a:cubicBezTo>
                      <a:pt x="98" y="0"/>
                      <a:pt x="98" y="0"/>
                      <a:pt x="98" y="0"/>
                    </a:cubicBezTo>
                    <a:cubicBezTo>
                      <a:pt x="44" y="0"/>
                      <a:pt x="0" y="44"/>
                      <a:pt x="0" y="99"/>
                    </a:cubicBezTo>
                    <a:cubicBezTo>
                      <a:pt x="0" y="410"/>
                      <a:pt x="0" y="410"/>
                      <a:pt x="0" y="410"/>
                    </a:cubicBezTo>
                    <a:cubicBezTo>
                      <a:pt x="0" y="464"/>
                      <a:pt x="44" y="508"/>
                      <a:pt x="98" y="508"/>
                    </a:cubicBezTo>
                    <a:cubicBezTo>
                      <a:pt x="327" y="508"/>
                      <a:pt x="327" y="508"/>
                      <a:pt x="327" y="508"/>
                    </a:cubicBezTo>
                    <a:cubicBezTo>
                      <a:pt x="382" y="508"/>
                      <a:pt x="426" y="464"/>
                      <a:pt x="426" y="410"/>
                    </a:cubicBezTo>
                    <a:cubicBezTo>
                      <a:pt x="426" y="99"/>
                      <a:pt x="426" y="99"/>
                      <a:pt x="426" y="99"/>
                    </a:cubicBezTo>
                    <a:cubicBezTo>
                      <a:pt x="426" y="44"/>
                      <a:pt x="382" y="0"/>
                      <a:pt x="3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42">
                <a:extLst>
                  <a:ext uri="{FF2B5EF4-FFF2-40B4-BE49-F238E27FC236}">
                    <a16:creationId xmlns:a16="http://schemas.microsoft.com/office/drawing/2014/main" id="{C69541C3-3514-6F06-1AA2-BEEF1FE0392E}"/>
                  </a:ext>
                </a:extLst>
              </p:cNvPr>
              <p:cNvSpPr/>
              <p:nvPr/>
            </p:nvSpPr>
            <p:spPr>
              <a:xfrm>
                <a:off x="76200" y="209550"/>
                <a:ext cx="384573" cy="423861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1888" extrusionOk="0">
                    <a:moveTo>
                      <a:pt x="1691" y="1048"/>
                    </a:moveTo>
                    <a:cubicBezTo>
                      <a:pt x="1691" y="1047"/>
                      <a:pt x="1690" y="1046"/>
                      <a:pt x="1690" y="1046"/>
                    </a:cubicBezTo>
                    <a:cubicBezTo>
                      <a:pt x="1608" y="919"/>
                      <a:pt x="1608" y="919"/>
                      <a:pt x="1608" y="919"/>
                    </a:cubicBezTo>
                    <a:cubicBezTo>
                      <a:pt x="1564" y="851"/>
                      <a:pt x="1543" y="819"/>
                      <a:pt x="1532" y="802"/>
                    </a:cubicBezTo>
                    <a:cubicBezTo>
                      <a:pt x="1530" y="709"/>
                      <a:pt x="1530" y="709"/>
                      <a:pt x="1530" y="709"/>
                    </a:cubicBezTo>
                    <a:cubicBezTo>
                      <a:pt x="1530" y="708"/>
                      <a:pt x="1530" y="707"/>
                      <a:pt x="1530" y="707"/>
                    </a:cubicBezTo>
                    <a:cubicBezTo>
                      <a:pt x="1529" y="683"/>
                      <a:pt x="1526" y="659"/>
                      <a:pt x="1522" y="638"/>
                    </a:cubicBezTo>
                    <a:cubicBezTo>
                      <a:pt x="1516" y="595"/>
                      <a:pt x="1505" y="554"/>
                      <a:pt x="1492" y="516"/>
                    </a:cubicBezTo>
                    <a:cubicBezTo>
                      <a:pt x="1466" y="442"/>
                      <a:pt x="1428" y="376"/>
                      <a:pt x="1378" y="319"/>
                    </a:cubicBezTo>
                    <a:cubicBezTo>
                      <a:pt x="1285" y="214"/>
                      <a:pt x="1150" y="141"/>
                      <a:pt x="999" y="113"/>
                    </a:cubicBezTo>
                    <a:cubicBezTo>
                      <a:pt x="978" y="109"/>
                      <a:pt x="957" y="106"/>
                      <a:pt x="936" y="103"/>
                    </a:cubicBezTo>
                    <a:cubicBezTo>
                      <a:pt x="936" y="80"/>
                      <a:pt x="936" y="80"/>
                      <a:pt x="936" y="80"/>
                    </a:cubicBezTo>
                    <a:cubicBezTo>
                      <a:pt x="936" y="36"/>
                      <a:pt x="900" y="0"/>
                      <a:pt x="856" y="0"/>
                    </a:cubicBezTo>
                    <a:cubicBezTo>
                      <a:pt x="724" y="0"/>
                      <a:pt x="724" y="0"/>
                      <a:pt x="724" y="0"/>
                    </a:cubicBezTo>
                    <a:cubicBezTo>
                      <a:pt x="680" y="0"/>
                      <a:pt x="644" y="36"/>
                      <a:pt x="644" y="80"/>
                    </a:cubicBezTo>
                    <a:cubicBezTo>
                      <a:pt x="644" y="118"/>
                      <a:pt x="644" y="118"/>
                      <a:pt x="644" y="118"/>
                    </a:cubicBezTo>
                    <a:cubicBezTo>
                      <a:pt x="525" y="146"/>
                      <a:pt x="419" y="200"/>
                      <a:pt x="329" y="280"/>
                    </a:cubicBezTo>
                    <a:cubicBezTo>
                      <a:pt x="39" y="537"/>
                      <a:pt x="0" y="992"/>
                      <a:pt x="243" y="1293"/>
                    </a:cubicBezTo>
                    <a:cubicBezTo>
                      <a:pt x="284" y="1345"/>
                      <a:pt x="333" y="1390"/>
                      <a:pt x="387" y="1429"/>
                    </a:cubicBezTo>
                    <a:cubicBezTo>
                      <a:pt x="416" y="1450"/>
                      <a:pt x="434" y="1484"/>
                      <a:pt x="434" y="1519"/>
                    </a:cubicBezTo>
                    <a:cubicBezTo>
                      <a:pt x="434" y="1789"/>
                      <a:pt x="434" y="1789"/>
                      <a:pt x="434" y="1789"/>
                    </a:cubicBezTo>
                    <a:cubicBezTo>
                      <a:pt x="434" y="1844"/>
                      <a:pt x="478" y="1888"/>
                      <a:pt x="533" y="1888"/>
                    </a:cubicBezTo>
                    <a:cubicBezTo>
                      <a:pt x="616" y="1888"/>
                      <a:pt x="616" y="1888"/>
                      <a:pt x="616" y="1888"/>
                    </a:cubicBezTo>
                    <a:cubicBezTo>
                      <a:pt x="638" y="1888"/>
                      <a:pt x="656" y="1870"/>
                      <a:pt x="656" y="1848"/>
                    </a:cubicBezTo>
                    <a:cubicBezTo>
                      <a:pt x="656" y="1826"/>
                      <a:pt x="638" y="1808"/>
                      <a:pt x="616" y="1808"/>
                    </a:cubicBezTo>
                    <a:cubicBezTo>
                      <a:pt x="533" y="1808"/>
                      <a:pt x="533" y="1808"/>
                      <a:pt x="533" y="1808"/>
                    </a:cubicBezTo>
                    <a:cubicBezTo>
                      <a:pt x="523" y="1808"/>
                      <a:pt x="514" y="1799"/>
                      <a:pt x="514" y="1789"/>
                    </a:cubicBezTo>
                    <a:cubicBezTo>
                      <a:pt x="514" y="1519"/>
                      <a:pt x="514" y="1519"/>
                      <a:pt x="514" y="1519"/>
                    </a:cubicBezTo>
                    <a:cubicBezTo>
                      <a:pt x="514" y="1458"/>
                      <a:pt x="484" y="1401"/>
                      <a:pt x="433" y="1364"/>
                    </a:cubicBezTo>
                    <a:cubicBezTo>
                      <a:pt x="385" y="1330"/>
                      <a:pt x="342" y="1289"/>
                      <a:pt x="305" y="1243"/>
                    </a:cubicBezTo>
                    <a:cubicBezTo>
                      <a:pt x="89" y="974"/>
                      <a:pt x="123" y="569"/>
                      <a:pt x="382" y="340"/>
                    </a:cubicBezTo>
                    <a:cubicBezTo>
                      <a:pt x="457" y="273"/>
                      <a:pt x="545" y="227"/>
                      <a:pt x="644" y="201"/>
                    </a:cubicBezTo>
                    <a:cubicBezTo>
                      <a:pt x="644" y="671"/>
                      <a:pt x="644" y="671"/>
                      <a:pt x="644" y="671"/>
                    </a:cubicBezTo>
                    <a:cubicBezTo>
                      <a:pt x="583" y="685"/>
                      <a:pt x="537" y="740"/>
                      <a:pt x="537" y="806"/>
                    </a:cubicBezTo>
                    <a:cubicBezTo>
                      <a:pt x="537" y="1117"/>
                      <a:pt x="537" y="1117"/>
                      <a:pt x="537" y="1117"/>
                    </a:cubicBezTo>
                    <a:cubicBezTo>
                      <a:pt x="537" y="1193"/>
                      <a:pt x="599" y="1255"/>
                      <a:pt x="675" y="1255"/>
                    </a:cubicBezTo>
                    <a:cubicBezTo>
                      <a:pt x="904" y="1255"/>
                      <a:pt x="904" y="1255"/>
                      <a:pt x="904" y="1255"/>
                    </a:cubicBezTo>
                    <a:cubicBezTo>
                      <a:pt x="981" y="1255"/>
                      <a:pt x="1043" y="1193"/>
                      <a:pt x="1043" y="1117"/>
                    </a:cubicBezTo>
                    <a:cubicBezTo>
                      <a:pt x="1043" y="806"/>
                      <a:pt x="1043" y="806"/>
                      <a:pt x="1043" y="806"/>
                    </a:cubicBezTo>
                    <a:cubicBezTo>
                      <a:pt x="1043" y="740"/>
                      <a:pt x="997" y="685"/>
                      <a:pt x="936" y="671"/>
                    </a:cubicBezTo>
                    <a:cubicBezTo>
                      <a:pt x="936" y="184"/>
                      <a:pt x="936" y="184"/>
                      <a:pt x="936" y="184"/>
                    </a:cubicBezTo>
                    <a:cubicBezTo>
                      <a:pt x="952" y="186"/>
                      <a:pt x="968" y="189"/>
                      <a:pt x="985" y="192"/>
                    </a:cubicBezTo>
                    <a:cubicBezTo>
                      <a:pt x="1118" y="216"/>
                      <a:pt x="1237" y="281"/>
                      <a:pt x="1318" y="372"/>
                    </a:cubicBezTo>
                    <a:cubicBezTo>
                      <a:pt x="1361" y="421"/>
                      <a:pt x="1394" y="478"/>
                      <a:pt x="1417" y="543"/>
                    </a:cubicBezTo>
                    <a:cubicBezTo>
                      <a:pt x="1428" y="576"/>
                      <a:pt x="1437" y="612"/>
                      <a:pt x="1443" y="650"/>
                    </a:cubicBezTo>
                    <a:cubicBezTo>
                      <a:pt x="1446" y="669"/>
                      <a:pt x="1449" y="690"/>
                      <a:pt x="1450" y="711"/>
                    </a:cubicBezTo>
                    <a:cubicBezTo>
                      <a:pt x="1452" y="815"/>
                      <a:pt x="1452" y="815"/>
                      <a:pt x="1452" y="815"/>
                    </a:cubicBezTo>
                    <a:cubicBezTo>
                      <a:pt x="1452" y="823"/>
                      <a:pt x="1455" y="830"/>
                      <a:pt x="1459" y="836"/>
                    </a:cubicBezTo>
                    <a:cubicBezTo>
                      <a:pt x="1463" y="842"/>
                      <a:pt x="1609" y="1068"/>
                      <a:pt x="1622" y="1088"/>
                    </a:cubicBezTo>
                    <a:cubicBezTo>
                      <a:pt x="1632" y="1107"/>
                      <a:pt x="1632" y="1130"/>
                      <a:pt x="1620" y="1149"/>
                    </a:cubicBezTo>
                    <a:cubicBezTo>
                      <a:pt x="1609" y="1168"/>
                      <a:pt x="1589" y="1180"/>
                      <a:pt x="1566" y="1180"/>
                    </a:cubicBezTo>
                    <a:cubicBezTo>
                      <a:pt x="1478" y="1180"/>
                      <a:pt x="1478" y="1180"/>
                      <a:pt x="1478" y="1180"/>
                    </a:cubicBezTo>
                    <a:cubicBezTo>
                      <a:pt x="1456" y="1180"/>
                      <a:pt x="1438" y="1197"/>
                      <a:pt x="1438" y="1219"/>
                    </a:cubicBezTo>
                    <a:cubicBezTo>
                      <a:pt x="1431" y="1384"/>
                      <a:pt x="1431" y="1384"/>
                      <a:pt x="1431" y="1384"/>
                    </a:cubicBezTo>
                    <a:cubicBezTo>
                      <a:pt x="1431" y="1384"/>
                      <a:pt x="1431" y="1384"/>
                      <a:pt x="1431" y="1384"/>
                    </a:cubicBezTo>
                    <a:cubicBezTo>
                      <a:pt x="1430" y="1435"/>
                      <a:pt x="1410" y="1482"/>
                      <a:pt x="1374" y="1518"/>
                    </a:cubicBezTo>
                    <a:cubicBezTo>
                      <a:pt x="1338" y="1553"/>
                      <a:pt x="1290" y="1573"/>
                      <a:pt x="1240" y="1573"/>
                    </a:cubicBezTo>
                    <a:cubicBezTo>
                      <a:pt x="1239" y="1573"/>
                      <a:pt x="1239" y="1573"/>
                      <a:pt x="1239" y="1573"/>
                    </a:cubicBezTo>
                    <a:cubicBezTo>
                      <a:pt x="1152" y="1573"/>
                      <a:pt x="1082" y="1644"/>
                      <a:pt x="1082" y="1731"/>
                    </a:cubicBezTo>
                    <a:cubicBezTo>
                      <a:pt x="1082" y="1789"/>
                      <a:pt x="1082" y="1789"/>
                      <a:pt x="1082" y="1789"/>
                    </a:cubicBezTo>
                    <a:cubicBezTo>
                      <a:pt x="1082" y="1799"/>
                      <a:pt x="1073" y="1808"/>
                      <a:pt x="1062" y="1808"/>
                    </a:cubicBezTo>
                    <a:cubicBezTo>
                      <a:pt x="980" y="1808"/>
                      <a:pt x="980" y="1808"/>
                      <a:pt x="980" y="1808"/>
                    </a:cubicBezTo>
                    <a:cubicBezTo>
                      <a:pt x="958" y="1808"/>
                      <a:pt x="940" y="1826"/>
                      <a:pt x="940" y="1848"/>
                    </a:cubicBezTo>
                    <a:cubicBezTo>
                      <a:pt x="940" y="1870"/>
                      <a:pt x="958" y="1888"/>
                      <a:pt x="980" y="1888"/>
                    </a:cubicBezTo>
                    <a:cubicBezTo>
                      <a:pt x="1062" y="1888"/>
                      <a:pt x="1062" y="1888"/>
                      <a:pt x="1062" y="1888"/>
                    </a:cubicBezTo>
                    <a:cubicBezTo>
                      <a:pt x="1117" y="1888"/>
                      <a:pt x="1162" y="1844"/>
                      <a:pt x="1162" y="1789"/>
                    </a:cubicBezTo>
                    <a:cubicBezTo>
                      <a:pt x="1162" y="1731"/>
                      <a:pt x="1162" y="1731"/>
                      <a:pt x="1162" y="1731"/>
                    </a:cubicBezTo>
                    <a:cubicBezTo>
                      <a:pt x="1162" y="1688"/>
                      <a:pt x="1197" y="1653"/>
                      <a:pt x="1239" y="1653"/>
                    </a:cubicBezTo>
                    <a:cubicBezTo>
                      <a:pt x="1240" y="1653"/>
                      <a:pt x="1240" y="1653"/>
                      <a:pt x="1240" y="1653"/>
                    </a:cubicBezTo>
                    <a:cubicBezTo>
                      <a:pt x="1311" y="1653"/>
                      <a:pt x="1379" y="1625"/>
                      <a:pt x="1430" y="1575"/>
                    </a:cubicBezTo>
                    <a:cubicBezTo>
                      <a:pt x="1481" y="1525"/>
                      <a:pt x="1510" y="1458"/>
                      <a:pt x="1511" y="1386"/>
                    </a:cubicBezTo>
                    <a:cubicBezTo>
                      <a:pt x="1516" y="1260"/>
                      <a:pt x="1516" y="1260"/>
                      <a:pt x="1516" y="1260"/>
                    </a:cubicBezTo>
                    <a:cubicBezTo>
                      <a:pt x="1566" y="1260"/>
                      <a:pt x="1566" y="1260"/>
                      <a:pt x="1566" y="1260"/>
                    </a:cubicBezTo>
                    <a:cubicBezTo>
                      <a:pt x="1617" y="1260"/>
                      <a:pt x="1663" y="1234"/>
                      <a:pt x="1689" y="1190"/>
                    </a:cubicBezTo>
                    <a:cubicBezTo>
                      <a:pt x="1715" y="1146"/>
                      <a:pt x="1716" y="1093"/>
                      <a:pt x="1691" y="1048"/>
                    </a:cubicBezTo>
                    <a:close/>
                    <a:moveTo>
                      <a:pt x="724" y="80"/>
                    </a:moveTo>
                    <a:cubicBezTo>
                      <a:pt x="856" y="80"/>
                      <a:pt x="856" y="80"/>
                      <a:pt x="856" y="80"/>
                    </a:cubicBezTo>
                    <a:cubicBezTo>
                      <a:pt x="856" y="667"/>
                      <a:pt x="856" y="667"/>
                      <a:pt x="856" y="667"/>
                    </a:cubicBezTo>
                    <a:cubicBezTo>
                      <a:pt x="724" y="667"/>
                      <a:pt x="724" y="667"/>
                      <a:pt x="724" y="667"/>
                    </a:cubicBezTo>
                    <a:lnTo>
                      <a:pt x="724" y="80"/>
                    </a:lnTo>
                    <a:close/>
                    <a:moveTo>
                      <a:pt x="963" y="806"/>
                    </a:moveTo>
                    <a:cubicBezTo>
                      <a:pt x="963" y="1117"/>
                      <a:pt x="963" y="1117"/>
                      <a:pt x="963" y="1117"/>
                    </a:cubicBezTo>
                    <a:cubicBezTo>
                      <a:pt x="963" y="1149"/>
                      <a:pt x="936" y="1175"/>
                      <a:pt x="904" y="1175"/>
                    </a:cubicBezTo>
                    <a:cubicBezTo>
                      <a:pt x="675" y="1175"/>
                      <a:pt x="675" y="1175"/>
                      <a:pt x="675" y="1175"/>
                    </a:cubicBezTo>
                    <a:cubicBezTo>
                      <a:pt x="643" y="1175"/>
                      <a:pt x="617" y="1149"/>
                      <a:pt x="617" y="1117"/>
                    </a:cubicBezTo>
                    <a:cubicBezTo>
                      <a:pt x="617" y="806"/>
                      <a:pt x="617" y="806"/>
                      <a:pt x="617" y="806"/>
                    </a:cubicBezTo>
                    <a:cubicBezTo>
                      <a:pt x="617" y="773"/>
                      <a:pt x="643" y="747"/>
                      <a:pt x="675" y="747"/>
                    </a:cubicBezTo>
                    <a:cubicBezTo>
                      <a:pt x="904" y="747"/>
                      <a:pt x="904" y="747"/>
                      <a:pt x="904" y="747"/>
                    </a:cubicBezTo>
                    <a:cubicBezTo>
                      <a:pt x="936" y="747"/>
                      <a:pt x="963" y="773"/>
                      <a:pt x="963" y="8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42">
                <a:extLst>
                  <a:ext uri="{FF2B5EF4-FFF2-40B4-BE49-F238E27FC236}">
                    <a16:creationId xmlns:a16="http://schemas.microsoft.com/office/drawing/2014/main" id="{5A102D66-A080-9420-5100-749DD4FDF018}"/>
                  </a:ext>
                </a:extLst>
              </p:cNvPr>
              <p:cNvSpPr/>
              <p:nvPr/>
            </p:nvSpPr>
            <p:spPr>
              <a:xfrm>
                <a:off x="0" y="177404"/>
                <a:ext cx="86915" cy="91679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08" extrusionOk="0">
                    <a:moveTo>
                      <a:pt x="273" y="269"/>
                    </a:moveTo>
                    <a:cubicBezTo>
                      <a:pt x="343" y="192"/>
                      <a:pt x="373" y="109"/>
                      <a:pt x="386" y="53"/>
                    </a:cubicBezTo>
                    <a:cubicBezTo>
                      <a:pt x="391" y="32"/>
                      <a:pt x="378" y="10"/>
                      <a:pt x="356" y="5"/>
                    </a:cubicBezTo>
                    <a:cubicBezTo>
                      <a:pt x="335" y="0"/>
                      <a:pt x="313" y="14"/>
                      <a:pt x="308" y="35"/>
                    </a:cubicBezTo>
                    <a:cubicBezTo>
                      <a:pt x="297" y="82"/>
                      <a:pt x="272" y="151"/>
                      <a:pt x="214" y="215"/>
                    </a:cubicBezTo>
                    <a:cubicBezTo>
                      <a:pt x="152" y="283"/>
                      <a:pt x="81" y="315"/>
                      <a:pt x="33" y="330"/>
                    </a:cubicBezTo>
                    <a:cubicBezTo>
                      <a:pt x="12" y="336"/>
                      <a:pt x="0" y="358"/>
                      <a:pt x="6" y="379"/>
                    </a:cubicBezTo>
                    <a:cubicBezTo>
                      <a:pt x="11" y="397"/>
                      <a:pt x="27" y="408"/>
                      <a:pt x="44" y="408"/>
                    </a:cubicBezTo>
                    <a:cubicBezTo>
                      <a:pt x="48" y="408"/>
                      <a:pt x="52" y="407"/>
                      <a:pt x="56" y="406"/>
                    </a:cubicBezTo>
                    <a:cubicBezTo>
                      <a:pt x="114" y="388"/>
                      <a:pt x="199" y="350"/>
                      <a:pt x="273" y="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42">
                <a:extLst>
                  <a:ext uri="{FF2B5EF4-FFF2-40B4-BE49-F238E27FC236}">
                    <a16:creationId xmlns:a16="http://schemas.microsoft.com/office/drawing/2014/main" id="{A27C5309-F7EA-CCF0-A221-0C90C1453B6C}"/>
                  </a:ext>
                </a:extLst>
              </p:cNvPr>
              <p:cNvSpPr/>
              <p:nvPr/>
            </p:nvSpPr>
            <p:spPr>
              <a:xfrm>
                <a:off x="16669" y="191691"/>
                <a:ext cx="121444" cy="12620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65" extrusionOk="0">
                    <a:moveTo>
                      <a:pt x="369" y="365"/>
                    </a:moveTo>
                    <a:cubicBezTo>
                      <a:pt x="449" y="278"/>
                      <a:pt x="506" y="170"/>
                      <a:pt x="533" y="54"/>
                    </a:cubicBezTo>
                    <a:cubicBezTo>
                      <a:pt x="538" y="32"/>
                      <a:pt x="525" y="11"/>
                      <a:pt x="503" y="6"/>
                    </a:cubicBezTo>
                    <a:cubicBezTo>
                      <a:pt x="482" y="0"/>
                      <a:pt x="460" y="14"/>
                      <a:pt x="455" y="35"/>
                    </a:cubicBezTo>
                    <a:cubicBezTo>
                      <a:pt x="431" y="138"/>
                      <a:pt x="381" y="234"/>
                      <a:pt x="310" y="312"/>
                    </a:cubicBezTo>
                    <a:cubicBezTo>
                      <a:pt x="216" y="415"/>
                      <a:pt x="107" y="464"/>
                      <a:pt x="33" y="487"/>
                    </a:cubicBezTo>
                    <a:cubicBezTo>
                      <a:pt x="12" y="493"/>
                      <a:pt x="0" y="516"/>
                      <a:pt x="6" y="537"/>
                    </a:cubicBezTo>
                    <a:cubicBezTo>
                      <a:pt x="11" y="554"/>
                      <a:pt x="27" y="565"/>
                      <a:pt x="44" y="565"/>
                    </a:cubicBezTo>
                    <a:cubicBezTo>
                      <a:pt x="48" y="565"/>
                      <a:pt x="52" y="565"/>
                      <a:pt x="56" y="563"/>
                    </a:cubicBezTo>
                    <a:cubicBezTo>
                      <a:pt x="140" y="538"/>
                      <a:pt x="262" y="483"/>
                      <a:pt x="369" y="3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42">
                <a:extLst>
                  <a:ext uri="{FF2B5EF4-FFF2-40B4-BE49-F238E27FC236}">
                    <a16:creationId xmlns:a16="http://schemas.microsoft.com/office/drawing/2014/main" id="{C81B2426-BC38-DA1C-CA09-CC21413138A9}"/>
                  </a:ext>
                </a:extLst>
              </p:cNvPr>
              <p:cNvSpPr/>
              <p:nvPr/>
            </p:nvSpPr>
            <p:spPr>
              <a:xfrm>
                <a:off x="244079" y="408385"/>
                <a:ext cx="19050" cy="32147"/>
              </a:xfrm>
              <a:custGeom>
                <a:avLst/>
                <a:gdLst/>
                <a:ahLst/>
                <a:cxnLst/>
                <a:rect l="l" t="t" r="r" b="b"/>
                <a:pathLst>
                  <a:path w="80" h="142" extrusionOk="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4"/>
                      <a:pt x="18" y="142"/>
                      <a:pt x="40" y="142"/>
                    </a:cubicBezTo>
                    <a:cubicBezTo>
                      <a:pt x="62" y="142"/>
                      <a:pt x="80" y="124"/>
                      <a:pt x="80" y="102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42">
                <a:extLst>
                  <a:ext uri="{FF2B5EF4-FFF2-40B4-BE49-F238E27FC236}">
                    <a16:creationId xmlns:a16="http://schemas.microsoft.com/office/drawing/2014/main" id="{F0B0615B-C473-C19F-360A-9C5EF1923FEB}"/>
                  </a:ext>
                </a:extLst>
              </p:cNvPr>
              <p:cNvSpPr/>
              <p:nvPr/>
            </p:nvSpPr>
            <p:spPr>
              <a:xfrm>
                <a:off x="246460" y="615554"/>
                <a:ext cx="17700" cy="177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0" name="Google Shape;510;p42">
            <a:extLst>
              <a:ext uri="{FF2B5EF4-FFF2-40B4-BE49-F238E27FC236}">
                <a16:creationId xmlns:a16="http://schemas.microsoft.com/office/drawing/2014/main" id="{B6EE4B52-6556-BDC9-C6C4-AAAF040D4AFA}"/>
              </a:ext>
            </a:extLst>
          </p:cNvPr>
          <p:cNvGrpSpPr/>
          <p:nvPr/>
        </p:nvGrpSpPr>
        <p:grpSpPr>
          <a:xfrm>
            <a:off x="7343850" y="3292163"/>
            <a:ext cx="494100" cy="494100"/>
            <a:chOff x="248750" y="3088250"/>
            <a:chExt cx="494100" cy="494100"/>
          </a:xfrm>
        </p:grpSpPr>
        <p:sp>
          <p:nvSpPr>
            <p:cNvPr id="511" name="Google Shape;511;p42">
              <a:extLst>
                <a:ext uri="{FF2B5EF4-FFF2-40B4-BE49-F238E27FC236}">
                  <a16:creationId xmlns:a16="http://schemas.microsoft.com/office/drawing/2014/main" id="{40182A3A-5ED4-D6B8-CE30-7A4EC69FC27E}"/>
                </a:ext>
              </a:extLst>
            </p:cNvPr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2" name="Google Shape;512;p42">
              <a:extLst>
                <a:ext uri="{FF2B5EF4-FFF2-40B4-BE49-F238E27FC236}">
                  <a16:creationId xmlns:a16="http://schemas.microsoft.com/office/drawing/2014/main" id="{75AE8B78-66FD-A7EE-D827-1C1875E8690C}"/>
                </a:ext>
              </a:extLst>
            </p:cNvPr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13" name="Google Shape;513;p42">
            <a:extLst>
              <a:ext uri="{FF2B5EF4-FFF2-40B4-BE49-F238E27FC236}">
                <a16:creationId xmlns:a16="http://schemas.microsoft.com/office/drawing/2014/main" id="{BF96CA68-629C-38A8-77CF-4B40BD5DCB27}"/>
              </a:ext>
            </a:extLst>
          </p:cNvPr>
          <p:cNvSpPr/>
          <p:nvPr/>
        </p:nvSpPr>
        <p:spPr>
          <a:xfrm>
            <a:off x="3747828" y="1369975"/>
            <a:ext cx="149400" cy="149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4" name="Google Shape;514;p42">
            <a:extLst>
              <a:ext uri="{FF2B5EF4-FFF2-40B4-BE49-F238E27FC236}">
                <a16:creationId xmlns:a16="http://schemas.microsoft.com/office/drawing/2014/main" id="{EA525827-E744-FF4D-D26D-205E5C7B238A}"/>
              </a:ext>
            </a:extLst>
          </p:cNvPr>
          <p:cNvSpPr/>
          <p:nvPr/>
        </p:nvSpPr>
        <p:spPr>
          <a:xfrm>
            <a:off x="4034179" y="1069654"/>
            <a:ext cx="246000" cy="2460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15" name="Google Shape;515;p42">
            <a:extLst>
              <a:ext uri="{FF2B5EF4-FFF2-40B4-BE49-F238E27FC236}">
                <a16:creationId xmlns:a16="http://schemas.microsoft.com/office/drawing/2014/main" id="{DC454BD9-0154-7C42-09E7-4EF464D17DBA}"/>
              </a:ext>
            </a:extLst>
          </p:cNvPr>
          <p:cNvGrpSpPr/>
          <p:nvPr/>
        </p:nvGrpSpPr>
        <p:grpSpPr>
          <a:xfrm>
            <a:off x="466175" y="4356938"/>
            <a:ext cx="494100" cy="494100"/>
            <a:chOff x="248750" y="3088250"/>
            <a:chExt cx="494100" cy="494100"/>
          </a:xfrm>
        </p:grpSpPr>
        <p:sp>
          <p:nvSpPr>
            <p:cNvPr id="516" name="Google Shape;516;p42">
              <a:extLst>
                <a:ext uri="{FF2B5EF4-FFF2-40B4-BE49-F238E27FC236}">
                  <a16:creationId xmlns:a16="http://schemas.microsoft.com/office/drawing/2014/main" id="{3981707B-17D9-F1F6-799B-DBD5B0DF791F}"/>
                </a:ext>
              </a:extLst>
            </p:cNvPr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7" name="Google Shape;517;p42">
              <a:extLst>
                <a:ext uri="{FF2B5EF4-FFF2-40B4-BE49-F238E27FC236}">
                  <a16:creationId xmlns:a16="http://schemas.microsoft.com/office/drawing/2014/main" id="{1BB824D5-638C-09E0-0DE8-C7B8E4B6BA36}"/>
                </a:ext>
              </a:extLst>
            </p:cNvPr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30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>
          <a:extLst>
            <a:ext uri="{FF2B5EF4-FFF2-40B4-BE49-F238E27FC236}">
              <a16:creationId xmlns:a16="http://schemas.microsoft.com/office/drawing/2014/main" id="{E3666D13-FC77-87CE-1CA2-5FB5E8DA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2">
            <a:extLst>
              <a:ext uri="{FF2B5EF4-FFF2-40B4-BE49-F238E27FC236}">
                <a16:creationId xmlns:a16="http://schemas.microsoft.com/office/drawing/2014/main" id="{089ACD3A-E92E-C07E-FCA0-7BCBCFDF7B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err="1"/>
              <a:t>Datasources</a:t>
            </a:r>
            <a:endParaRPr/>
          </a:p>
        </p:txBody>
      </p:sp>
      <p:graphicFrame>
        <p:nvGraphicFramePr>
          <p:cNvPr id="1061" name="Google Shape;1061;p62">
            <a:extLst>
              <a:ext uri="{FF2B5EF4-FFF2-40B4-BE49-F238E27FC236}">
                <a16:creationId xmlns:a16="http://schemas.microsoft.com/office/drawing/2014/main" id="{94613DA8-C9D0-1C40-0188-01C7462CE4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2226036"/>
              </p:ext>
            </p:extLst>
          </p:nvPr>
        </p:nvGraphicFramePr>
        <p:xfrm>
          <a:off x="719988" y="1557435"/>
          <a:ext cx="7703999" cy="2420206"/>
        </p:xfrm>
        <a:graphic>
          <a:graphicData uri="http://schemas.openxmlformats.org/drawingml/2006/table">
            <a:tbl>
              <a:tblPr>
                <a:noFill/>
                <a:tableStyleId>{F5E9EF41-4AC3-489E-B193-140713B7BEE2}</a:tableStyleId>
              </a:tblPr>
              <a:tblGrid>
                <a:gridCol w="212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2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4E48AB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6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# Males/</a:t>
                      </a:r>
                      <a:r>
                        <a:rPr lang="de-DE" sz="1600" b="1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Females</a:t>
                      </a:r>
                      <a:endParaRPr sz="1600"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99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Our class</a:t>
                      </a:r>
                      <a:endParaRPr sz="1600"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400" b="0" i="0" u="none" strike="noStrike" cap="none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2025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400" b="0" i="0" u="none" strike="noStrike" cap="none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MBI2024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5/5 = 10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99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All years</a:t>
                      </a:r>
                      <a:endParaRPr sz="1600"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2015-2025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175/186 = 361</a:t>
                      </a:r>
                      <a:endParaRPr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707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>
          <a:extLst>
            <a:ext uri="{FF2B5EF4-FFF2-40B4-BE49-F238E27FC236}">
              <a16:creationId xmlns:a16="http://schemas.microsoft.com/office/drawing/2014/main" id="{CCA62148-100B-8D2D-A700-5E7822191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0">
            <a:extLst>
              <a:ext uri="{FF2B5EF4-FFF2-40B4-BE49-F238E27FC236}">
                <a16:creationId xmlns:a16="http://schemas.microsoft.com/office/drawing/2014/main" id="{4F9C13A1-4608-4190-19BC-5DF5AA49A4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979" name="Google Shape;979;p60">
            <a:extLst>
              <a:ext uri="{FF2B5EF4-FFF2-40B4-BE49-F238E27FC236}">
                <a16:creationId xmlns:a16="http://schemas.microsoft.com/office/drawing/2014/main" id="{4809121A-0719-2CED-A89D-A6462B236E83}"/>
              </a:ext>
            </a:extLst>
          </p:cNvPr>
          <p:cNvSpPr/>
          <p:nvPr/>
        </p:nvSpPr>
        <p:spPr>
          <a:xfrm>
            <a:off x="7710918" y="2911862"/>
            <a:ext cx="71700" cy="71700"/>
          </a:xfrm>
          <a:prstGeom prst="ellipse">
            <a:avLst/>
          </a:prstGeom>
          <a:solidFill>
            <a:srgbClr val="667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60">
            <a:extLst>
              <a:ext uri="{FF2B5EF4-FFF2-40B4-BE49-F238E27FC236}">
                <a16:creationId xmlns:a16="http://schemas.microsoft.com/office/drawing/2014/main" id="{350E6D7E-F8D6-1D43-302F-9187C826A3D1}"/>
              </a:ext>
            </a:extLst>
          </p:cNvPr>
          <p:cNvSpPr/>
          <p:nvPr/>
        </p:nvSpPr>
        <p:spPr>
          <a:xfrm>
            <a:off x="1214950" y="2883100"/>
            <a:ext cx="1678500" cy="15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60">
            <a:extLst>
              <a:ext uri="{FF2B5EF4-FFF2-40B4-BE49-F238E27FC236}">
                <a16:creationId xmlns:a16="http://schemas.microsoft.com/office/drawing/2014/main" id="{0CD8C22A-71E7-4870-3D89-43D01466DAE6}"/>
              </a:ext>
            </a:extLst>
          </p:cNvPr>
          <p:cNvSpPr/>
          <p:nvPr/>
        </p:nvSpPr>
        <p:spPr>
          <a:xfrm>
            <a:off x="2893497" y="2883100"/>
            <a:ext cx="1678500" cy="1521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60">
            <a:extLst>
              <a:ext uri="{FF2B5EF4-FFF2-40B4-BE49-F238E27FC236}">
                <a16:creationId xmlns:a16="http://schemas.microsoft.com/office/drawing/2014/main" id="{9E1FC1A3-0D68-55B0-B8C0-0C26409E98F1}"/>
              </a:ext>
            </a:extLst>
          </p:cNvPr>
          <p:cNvSpPr/>
          <p:nvPr/>
        </p:nvSpPr>
        <p:spPr>
          <a:xfrm>
            <a:off x="4572019" y="2883100"/>
            <a:ext cx="1678500" cy="1521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60">
            <a:extLst>
              <a:ext uri="{FF2B5EF4-FFF2-40B4-BE49-F238E27FC236}">
                <a16:creationId xmlns:a16="http://schemas.microsoft.com/office/drawing/2014/main" id="{5B15DAE8-4E84-F424-15C6-783CFB11C6FA}"/>
              </a:ext>
            </a:extLst>
          </p:cNvPr>
          <p:cNvSpPr/>
          <p:nvPr/>
        </p:nvSpPr>
        <p:spPr>
          <a:xfrm>
            <a:off x="6250553" y="2883100"/>
            <a:ext cx="1678500" cy="1521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84" name="Google Shape;984;p60">
            <a:extLst>
              <a:ext uri="{FF2B5EF4-FFF2-40B4-BE49-F238E27FC236}">
                <a16:creationId xmlns:a16="http://schemas.microsoft.com/office/drawing/2014/main" id="{1153C24B-C0F5-CF5F-8427-49B858221E67}"/>
              </a:ext>
            </a:extLst>
          </p:cNvPr>
          <p:cNvCxnSpPr>
            <a:stCxn id="980" idx="0"/>
            <a:endCxn id="985" idx="2"/>
          </p:cNvCxnSpPr>
          <p:nvPr/>
        </p:nvCxnSpPr>
        <p:spPr>
          <a:xfrm rot="10800000">
            <a:off x="2054200" y="2608600"/>
            <a:ext cx="0" cy="274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85" name="Google Shape;985;p60">
            <a:extLst>
              <a:ext uri="{FF2B5EF4-FFF2-40B4-BE49-F238E27FC236}">
                <a16:creationId xmlns:a16="http://schemas.microsoft.com/office/drawing/2014/main" id="{CE0B342D-C244-4321-4E31-8AD254D7E384}"/>
              </a:ext>
            </a:extLst>
          </p:cNvPr>
          <p:cNvSpPr txBox="1"/>
          <p:nvPr/>
        </p:nvSpPr>
        <p:spPr>
          <a:xfrm flipH="1">
            <a:off x="982600" y="2147575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Descriptive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6" name="Google Shape;986;p60">
            <a:extLst>
              <a:ext uri="{FF2B5EF4-FFF2-40B4-BE49-F238E27FC236}">
                <a16:creationId xmlns:a16="http://schemas.microsoft.com/office/drawing/2014/main" id="{1CE376A2-C850-21B3-2CF1-1E009C27C14A}"/>
              </a:ext>
            </a:extLst>
          </p:cNvPr>
          <p:cNvSpPr txBox="1"/>
          <p:nvPr/>
        </p:nvSpPr>
        <p:spPr>
          <a:xfrm flipH="1">
            <a:off x="982602" y="1575771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Descriptive Statistics on our Dataset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7" name="Google Shape;987;p60">
            <a:extLst>
              <a:ext uri="{FF2B5EF4-FFF2-40B4-BE49-F238E27FC236}">
                <a16:creationId xmlns:a16="http://schemas.microsoft.com/office/drawing/2014/main" id="{3D73A3A6-2F97-B66D-3824-17A0FB5B453F}"/>
              </a:ext>
            </a:extLst>
          </p:cNvPr>
          <p:cNvSpPr txBox="1"/>
          <p:nvPr/>
        </p:nvSpPr>
        <p:spPr>
          <a:xfrm flipH="1">
            <a:off x="2662250" y="3309625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Body Region Comparison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989" name="Google Shape;989;p60">
            <a:extLst>
              <a:ext uri="{FF2B5EF4-FFF2-40B4-BE49-F238E27FC236}">
                <a16:creationId xmlns:a16="http://schemas.microsoft.com/office/drawing/2014/main" id="{D32F7208-2C0D-71BB-A9A5-A26297EDE9E5}"/>
              </a:ext>
            </a:extLst>
          </p:cNvPr>
          <p:cNvCxnSpPr>
            <a:stCxn id="987" idx="0"/>
            <a:endCxn id="981" idx="2"/>
          </p:cNvCxnSpPr>
          <p:nvPr/>
        </p:nvCxnSpPr>
        <p:spPr>
          <a:xfrm rot="10800000">
            <a:off x="3732650" y="3035125"/>
            <a:ext cx="1200" cy="274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990" name="Google Shape;990;p60">
            <a:extLst>
              <a:ext uri="{FF2B5EF4-FFF2-40B4-BE49-F238E27FC236}">
                <a16:creationId xmlns:a16="http://schemas.microsoft.com/office/drawing/2014/main" id="{F0DA3FFB-4B34-8798-D44A-5BB539E81F3D}"/>
              </a:ext>
            </a:extLst>
          </p:cNvPr>
          <p:cNvSpPr txBox="1"/>
          <p:nvPr/>
        </p:nvSpPr>
        <p:spPr>
          <a:xfrm flipH="1">
            <a:off x="4339675" y="2147575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Gender Comparison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1" name="Google Shape;991;p60">
            <a:extLst>
              <a:ext uri="{FF2B5EF4-FFF2-40B4-BE49-F238E27FC236}">
                <a16:creationId xmlns:a16="http://schemas.microsoft.com/office/drawing/2014/main" id="{C55510E4-43CD-A325-4683-C9CFC962FF38}"/>
              </a:ext>
            </a:extLst>
          </p:cNvPr>
          <p:cNvSpPr txBox="1"/>
          <p:nvPr/>
        </p:nvSpPr>
        <p:spPr>
          <a:xfrm flipH="1">
            <a:off x="4339677" y="1575771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2" name="Google Shape;992;p60">
            <a:extLst>
              <a:ext uri="{FF2B5EF4-FFF2-40B4-BE49-F238E27FC236}">
                <a16:creationId xmlns:a16="http://schemas.microsoft.com/office/drawing/2014/main" id="{8E5BCE13-4634-BC9D-DE75-3B704564C659}"/>
              </a:ext>
            </a:extLst>
          </p:cNvPr>
          <p:cNvSpPr txBox="1"/>
          <p:nvPr/>
        </p:nvSpPr>
        <p:spPr>
          <a:xfrm flipH="1">
            <a:off x="5850940" y="3309625"/>
            <a:ext cx="247772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Interpretation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3" name="Google Shape;993;p60">
            <a:extLst>
              <a:ext uri="{FF2B5EF4-FFF2-40B4-BE49-F238E27FC236}">
                <a16:creationId xmlns:a16="http://schemas.microsoft.com/office/drawing/2014/main" id="{862E1CDA-86B6-F822-FDBA-569AC741639C}"/>
              </a:ext>
            </a:extLst>
          </p:cNvPr>
          <p:cNvSpPr txBox="1"/>
          <p:nvPr/>
        </p:nvSpPr>
        <p:spPr>
          <a:xfrm flipH="1">
            <a:off x="6018200" y="3770737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Interpret and Discuss the Results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994" name="Google Shape;994;p60">
            <a:extLst>
              <a:ext uri="{FF2B5EF4-FFF2-40B4-BE49-F238E27FC236}">
                <a16:creationId xmlns:a16="http://schemas.microsoft.com/office/drawing/2014/main" id="{B6B9A4EF-D858-0A38-7263-674971C1C6A7}"/>
              </a:ext>
            </a:extLst>
          </p:cNvPr>
          <p:cNvCxnSpPr>
            <a:stCxn id="982" idx="0"/>
            <a:endCxn id="990" idx="2"/>
          </p:cNvCxnSpPr>
          <p:nvPr/>
        </p:nvCxnSpPr>
        <p:spPr>
          <a:xfrm rot="10800000">
            <a:off x="5411269" y="2608600"/>
            <a:ext cx="0" cy="274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5" name="Google Shape;995;p60">
            <a:extLst>
              <a:ext uri="{FF2B5EF4-FFF2-40B4-BE49-F238E27FC236}">
                <a16:creationId xmlns:a16="http://schemas.microsoft.com/office/drawing/2014/main" id="{16DE1734-5591-1766-39E1-356640C5AEE4}"/>
              </a:ext>
            </a:extLst>
          </p:cNvPr>
          <p:cNvCxnSpPr>
            <a:cxnSpLocks/>
            <a:stCxn id="992" idx="0"/>
            <a:endCxn id="983" idx="2"/>
          </p:cNvCxnSpPr>
          <p:nvPr/>
        </p:nvCxnSpPr>
        <p:spPr>
          <a:xfrm flipV="1">
            <a:off x="7089800" y="3035200"/>
            <a:ext cx="3" cy="27442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996" name="Google Shape;996;p60">
            <a:extLst>
              <a:ext uri="{FF2B5EF4-FFF2-40B4-BE49-F238E27FC236}">
                <a16:creationId xmlns:a16="http://schemas.microsoft.com/office/drawing/2014/main" id="{2C110ABD-7B22-034B-732F-5F1832133687}"/>
              </a:ext>
            </a:extLst>
          </p:cNvPr>
          <p:cNvSpPr/>
          <p:nvPr/>
        </p:nvSpPr>
        <p:spPr>
          <a:xfrm>
            <a:off x="14389275" y="3031386"/>
            <a:ext cx="1879200" cy="2994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" name="Google Shape;993;p60">
            <a:extLst>
              <a:ext uri="{FF2B5EF4-FFF2-40B4-BE49-F238E27FC236}">
                <a16:creationId xmlns:a16="http://schemas.microsoft.com/office/drawing/2014/main" id="{40F07464-6C9C-907F-96AE-C707BEC911EF}"/>
              </a:ext>
            </a:extLst>
          </p:cNvPr>
          <p:cNvSpPr txBox="1"/>
          <p:nvPr/>
        </p:nvSpPr>
        <p:spPr>
          <a:xfrm flipH="1">
            <a:off x="4339669" y="101772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t-Test</a:t>
            </a:r>
            <a:b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 Body Region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993;p60">
            <a:extLst>
              <a:ext uri="{FF2B5EF4-FFF2-40B4-BE49-F238E27FC236}">
                <a16:creationId xmlns:a16="http://schemas.microsoft.com/office/drawing/2014/main" id="{8581827F-10A6-8D5A-B002-B4EE51C5A0F4}"/>
              </a:ext>
            </a:extLst>
          </p:cNvPr>
          <p:cNvSpPr txBox="1"/>
          <p:nvPr/>
        </p:nvSpPr>
        <p:spPr>
          <a:xfrm flipH="1">
            <a:off x="2662250" y="432877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t-Test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930120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>
          <a:extLst>
            <a:ext uri="{FF2B5EF4-FFF2-40B4-BE49-F238E27FC236}">
              <a16:creationId xmlns:a16="http://schemas.microsoft.com/office/drawing/2014/main" id="{255FE9D7-04E3-5EF3-4E43-0A5F579E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>
            <a:extLst>
              <a:ext uri="{FF2B5EF4-FFF2-40B4-BE49-F238E27FC236}">
                <a16:creationId xmlns:a16="http://schemas.microsoft.com/office/drawing/2014/main" id="{DE1FB0AD-C63B-4A35-814C-D29B08E18189}"/>
              </a:ext>
            </a:extLst>
          </p:cNvPr>
          <p:cNvSpPr/>
          <p:nvPr/>
        </p:nvSpPr>
        <p:spPr>
          <a:xfrm rot="-2421132" flipH="1">
            <a:off x="872776" y="-551213"/>
            <a:ext cx="11329930" cy="7259612"/>
          </a:xfrm>
          <a:custGeom>
            <a:avLst/>
            <a:gdLst/>
            <a:ahLst/>
            <a:cxnLst/>
            <a:rect l="l" t="t" r="r" b="b"/>
            <a:pathLst>
              <a:path w="8311" h="4497" extrusionOk="0">
                <a:moveTo>
                  <a:pt x="714" y="137"/>
                </a:moveTo>
                <a:cubicBezTo>
                  <a:pt x="1041" y="0"/>
                  <a:pt x="1553" y="212"/>
                  <a:pt x="1690" y="521"/>
                </a:cubicBezTo>
                <a:cubicBezTo>
                  <a:pt x="1834" y="845"/>
                  <a:pt x="1537" y="1165"/>
                  <a:pt x="1678" y="1341"/>
                </a:cubicBezTo>
                <a:cubicBezTo>
                  <a:pt x="1801" y="1495"/>
                  <a:pt x="2081" y="1264"/>
                  <a:pt x="2626" y="1281"/>
                </a:cubicBezTo>
                <a:cubicBezTo>
                  <a:pt x="2735" y="1284"/>
                  <a:pt x="3151" y="1302"/>
                  <a:pt x="3530" y="1529"/>
                </a:cubicBezTo>
                <a:cubicBezTo>
                  <a:pt x="3992" y="1806"/>
                  <a:pt x="3872" y="2080"/>
                  <a:pt x="4282" y="2361"/>
                </a:cubicBezTo>
                <a:cubicBezTo>
                  <a:pt x="4923" y="2801"/>
                  <a:pt x="5783" y="2521"/>
                  <a:pt x="5866" y="2493"/>
                </a:cubicBezTo>
                <a:cubicBezTo>
                  <a:pt x="6167" y="2391"/>
                  <a:pt x="6132" y="2284"/>
                  <a:pt x="6382" y="2225"/>
                </a:cubicBezTo>
                <a:cubicBezTo>
                  <a:pt x="7019" y="2075"/>
                  <a:pt x="7618" y="2585"/>
                  <a:pt x="7734" y="2689"/>
                </a:cubicBezTo>
                <a:cubicBezTo>
                  <a:pt x="7963" y="2894"/>
                  <a:pt x="8311" y="3206"/>
                  <a:pt x="8254" y="3493"/>
                </a:cubicBezTo>
                <a:cubicBezTo>
                  <a:pt x="8227" y="3627"/>
                  <a:pt x="8063" y="3998"/>
                  <a:pt x="4838" y="4273"/>
                </a:cubicBezTo>
                <a:cubicBezTo>
                  <a:pt x="2212" y="4497"/>
                  <a:pt x="1532" y="4318"/>
                  <a:pt x="1042" y="3861"/>
                </a:cubicBezTo>
                <a:cubicBezTo>
                  <a:pt x="704" y="3546"/>
                  <a:pt x="556" y="3191"/>
                  <a:pt x="454" y="2945"/>
                </a:cubicBezTo>
                <a:cubicBezTo>
                  <a:pt x="0" y="1856"/>
                  <a:pt x="117" y="387"/>
                  <a:pt x="714" y="13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2">
            <a:extLst>
              <a:ext uri="{FF2B5EF4-FFF2-40B4-BE49-F238E27FC236}">
                <a16:creationId xmlns:a16="http://schemas.microsoft.com/office/drawing/2014/main" id="{F8BF366D-E36D-D9E8-EB98-DA3D5092A9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2350" y="2079575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err="1"/>
              <a:t>Results</a:t>
            </a:r>
            <a:endParaRPr/>
          </a:p>
        </p:txBody>
      </p:sp>
      <p:sp>
        <p:nvSpPr>
          <p:cNvPr id="497" name="Google Shape;497;p42">
            <a:extLst>
              <a:ext uri="{FF2B5EF4-FFF2-40B4-BE49-F238E27FC236}">
                <a16:creationId xmlns:a16="http://schemas.microsoft.com/office/drawing/2014/main" id="{0889F6E3-9BC4-686E-790E-F63D8B73C3A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92350" y="1012925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98" name="Google Shape;498;p42">
            <a:extLst>
              <a:ext uri="{FF2B5EF4-FFF2-40B4-BE49-F238E27FC236}">
                <a16:creationId xmlns:a16="http://schemas.microsoft.com/office/drawing/2014/main" id="{8F6AAD7C-2854-0094-C068-9B210FD0AD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2350" y="3741725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observations we made, mainly from our class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grpSp>
        <p:nvGrpSpPr>
          <p:cNvPr id="499" name="Google Shape;499;p42">
            <a:extLst>
              <a:ext uri="{FF2B5EF4-FFF2-40B4-BE49-F238E27FC236}">
                <a16:creationId xmlns:a16="http://schemas.microsoft.com/office/drawing/2014/main" id="{908F49D6-A9B7-85BA-B6AC-F0AE8EC00A90}"/>
              </a:ext>
            </a:extLst>
          </p:cNvPr>
          <p:cNvGrpSpPr/>
          <p:nvPr/>
        </p:nvGrpSpPr>
        <p:grpSpPr>
          <a:xfrm rot="-786587">
            <a:off x="5866389" y="1338131"/>
            <a:ext cx="1342695" cy="1342596"/>
            <a:chOff x="1514825" y="3047675"/>
            <a:chExt cx="1023000" cy="1023000"/>
          </a:xfrm>
        </p:grpSpPr>
        <p:sp>
          <p:nvSpPr>
            <p:cNvPr id="500" name="Google Shape;500;p42">
              <a:extLst>
                <a:ext uri="{FF2B5EF4-FFF2-40B4-BE49-F238E27FC236}">
                  <a16:creationId xmlns:a16="http://schemas.microsoft.com/office/drawing/2014/main" id="{16F31EED-D158-7603-5A81-8D97C3DB82C8}"/>
                </a:ext>
              </a:extLst>
            </p:cNvPr>
            <p:cNvSpPr/>
            <p:nvPr/>
          </p:nvSpPr>
          <p:spPr>
            <a:xfrm>
              <a:off x="1514825" y="3047675"/>
              <a:ext cx="1023000" cy="102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501" name="Google Shape;501;p42">
              <a:extLst>
                <a:ext uri="{FF2B5EF4-FFF2-40B4-BE49-F238E27FC236}">
                  <a16:creationId xmlns:a16="http://schemas.microsoft.com/office/drawing/2014/main" id="{A8654F5D-9FA9-5D22-0F64-86CE4D8864F3}"/>
                </a:ext>
              </a:extLst>
            </p:cNvPr>
            <p:cNvGrpSpPr/>
            <p:nvPr/>
          </p:nvGrpSpPr>
          <p:grpSpPr>
            <a:xfrm>
              <a:off x="1726700" y="3262643"/>
              <a:ext cx="599235" cy="593037"/>
              <a:chOff x="0" y="177404"/>
              <a:chExt cx="460773" cy="456007"/>
            </a:xfrm>
          </p:grpSpPr>
          <p:sp>
            <p:nvSpPr>
              <p:cNvPr id="502" name="Google Shape;502;p42">
                <a:extLst>
                  <a:ext uri="{FF2B5EF4-FFF2-40B4-BE49-F238E27FC236}">
                    <a16:creationId xmlns:a16="http://schemas.microsoft.com/office/drawing/2014/main" id="{2AB5305D-5573-274D-E7AD-8B750A9EC659}"/>
                  </a:ext>
                </a:extLst>
              </p:cNvPr>
              <p:cNvSpPr/>
              <p:nvPr/>
            </p:nvSpPr>
            <p:spPr>
              <a:xfrm>
                <a:off x="85725" y="234553"/>
                <a:ext cx="370285" cy="390524"/>
              </a:xfrm>
              <a:custGeom>
                <a:avLst/>
                <a:gdLst/>
                <a:ahLst/>
                <a:cxnLst/>
                <a:rect l="l" t="t" r="r" b="b"/>
                <a:pathLst>
                  <a:path w="1650" h="1738" extrusionOk="0">
                    <a:moveTo>
                      <a:pt x="1427" y="1275"/>
                    </a:moveTo>
                    <a:cubicBezTo>
                      <a:pt x="1434" y="1110"/>
                      <a:pt x="1434" y="1110"/>
                      <a:pt x="1434" y="1110"/>
                    </a:cubicBezTo>
                    <a:cubicBezTo>
                      <a:pt x="1522" y="1110"/>
                      <a:pt x="1522" y="1110"/>
                      <a:pt x="1522" y="1110"/>
                    </a:cubicBezTo>
                    <a:cubicBezTo>
                      <a:pt x="1600" y="1110"/>
                      <a:pt x="1650" y="1026"/>
                      <a:pt x="1612" y="957"/>
                    </a:cubicBezTo>
                    <a:cubicBezTo>
                      <a:pt x="1612" y="957"/>
                      <a:pt x="1448" y="704"/>
                      <a:pt x="1448" y="704"/>
                    </a:cubicBezTo>
                    <a:cubicBezTo>
                      <a:pt x="1446" y="600"/>
                      <a:pt x="1446" y="600"/>
                      <a:pt x="1446" y="600"/>
                    </a:cubicBezTo>
                    <a:cubicBezTo>
                      <a:pt x="1445" y="578"/>
                      <a:pt x="1442" y="556"/>
                      <a:pt x="1439" y="534"/>
                    </a:cubicBezTo>
                    <a:cubicBezTo>
                      <a:pt x="1433" y="495"/>
                      <a:pt x="1423" y="456"/>
                      <a:pt x="1410" y="419"/>
                    </a:cubicBezTo>
                    <a:cubicBezTo>
                      <a:pt x="1387" y="352"/>
                      <a:pt x="1351" y="289"/>
                      <a:pt x="1304" y="236"/>
                    </a:cubicBezTo>
                    <a:cubicBezTo>
                      <a:pt x="1212" y="133"/>
                      <a:pt x="1082" y="67"/>
                      <a:pt x="948" y="42"/>
                    </a:cubicBezTo>
                    <a:cubicBezTo>
                      <a:pt x="721" y="0"/>
                      <a:pt x="488" y="43"/>
                      <a:pt x="312" y="200"/>
                    </a:cubicBezTo>
                    <a:cubicBezTo>
                      <a:pt x="37" y="443"/>
                      <a:pt x="0" y="873"/>
                      <a:pt x="230" y="1158"/>
                    </a:cubicBezTo>
                    <a:cubicBezTo>
                      <a:pt x="269" y="1207"/>
                      <a:pt x="315" y="1250"/>
                      <a:pt x="366" y="1287"/>
                    </a:cubicBezTo>
                    <a:cubicBezTo>
                      <a:pt x="406" y="1315"/>
                      <a:pt x="430" y="1361"/>
                      <a:pt x="430" y="1409"/>
                    </a:cubicBezTo>
                    <a:cubicBezTo>
                      <a:pt x="430" y="1679"/>
                      <a:pt x="430" y="1679"/>
                      <a:pt x="430" y="1679"/>
                    </a:cubicBezTo>
                    <a:cubicBezTo>
                      <a:pt x="430" y="1712"/>
                      <a:pt x="456" y="1738"/>
                      <a:pt x="489" y="1738"/>
                    </a:cubicBezTo>
                    <a:cubicBezTo>
                      <a:pt x="1018" y="1738"/>
                      <a:pt x="1018" y="1738"/>
                      <a:pt x="1018" y="1738"/>
                    </a:cubicBezTo>
                    <a:cubicBezTo>
                      <a:pt x="1051" y="1738"/>
                      <a:pt x="1078" y="1712"/>
                      <a:pt x="1078" y="1679"/>
                    </a:cubicBezTo>
                    <a:cubicBezTo>
                      <a:pt x="1078" y="1621"/>
                      <a:pt x="1078" y="1621"/>
                      <a:pt x="1078" y="1621"/>
                    </a:cubicBezTo>
                    <a:cubicBezTo>
                      <a:pt x="1078" y="1556"/>
                      <a:pt x="1130" y="1503"/>
                      <a:pt x="1195" y="1503"/>
                    </a:cubicBezTo>
                    <a:cubicBezTo>
                      <a:pt x="1196" y="1503"/>
                      <a:pt x="1196" y="1503"/>
                      <a:pt x="1196" y="1503"/>
                    </a:cubicBezTo>
                    <a:cubicBezTo>
                      <a:pt x="1322" y="1502"/>
                      <a:pt x="1425" y="1401"/>
                      <a:pt x="1427" y="12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42">
                <a:extLst>
                  <a:ext uri="{FF2B5EF4-FFF2-40B4-BE49-F238E27FC236}">
                    <a16:creationId xmlns:a16="http://schemas.microsoft.com/office/drawing/2014/main" id="{6474E127-706D-7EED-CADA-E7AF80AA52D4}"/>
                  </a:ext>
                </a:extLst>
              </p:cNvPr>
              <p:cNvSpPr/>
              <p:nvPr/>
            </p:nvSpPr>
            <p:spPr>
              <a:xfrm>
                <a:off x="229791" y="219075"/>
                <a:ext cx="47625" cy="15002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670" extrusionOk="0">
                    <a:moveTo>
                      <a:pt x="188" y="667"/>
                    </a:moveTo>
                    <a:cubicBezTo>
                      <a:pt x="196" y="667"/>
                      <a:pt x="204" y="668"/>
                      <a:pt x="212" y="670"/>
                    </a:cubicBezTo>
                    <a:cubicBezTo>
                      <a:pt x="212" y="40"/>
                      <a:pt x="212" y="40"/>
                      <a:pt x="212" y="40"/>
                    </a:cubicBezTo>
                    <a:cubicBezTo>
                      <a:pt x="212" y="18"/>
                      <a:pt x="194" y="0"/>
                      <a:pt x="17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670"/>
                      <a:pt x="0" y="670"/>
                      <a:pt x="0" y="670"/>
                    </a:cubicBezTo>
                    <a:cubicBezTo>
                      <a:pt x="7" y="668"/>
                      <a:pt x="15" y="667"/>
                      <a:pt x="23" y="667"/>
                    </a:cubicBezTo>
                    <a:lnTo>
                      <a:pt x="188" y="66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42">
                <a:extLst>
                  <a:ext uri="{FF2B5EF4-FFF2-40B4-BE49-F238E27FC236}">
                    <a16:creationId xmlns:a16="http://schemas.microsoft.com/office/drawing/2014/main" id="{F89ED73F-B86B-F860-C110-E9194E669B75}"/>
                  </a:ext>
                </a:extLst>
              </p:cNvPr>
              <p:cNvSpPr/>
              <p:nvPr/>
            </p:nvSpPr>
            <p:spPr>
              <a:xfrm>
                <a:off x="205978" y="369094"/>
                <a:ext cx="95250" cy="11311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508" extrusionOk="0">
                    <a:moveTo>
                      <a:pt x="327" y="0"/>
                    </a:moveTo>
                    <a:cubicBezTo>
                      <a:pt x="98" y="0"/>
                      <a:pt x="98" y="0"/>
                      <a:pt x="98" y="0"/>
                    </a:cubicBezTo>
                    <a:cubicBezTo>
                      <a:pt x="44" y="0"/>
                      <a:pt x="0" y="44"/>
                      <a:pt x="0" y="99"/>
                    </a:cubicBezTo>
                    <a:cubicBezTo>
                      <a:pt x="0" y="410"/>
                      <a:pt x="0" y="410"/>
                      <a:pt x="0" y="410"/>
                    </a:cubicBezTo>
                    <a:cubicBezTo>
                      <a:pt x="0" y="464"/>
                      <a:pt x="44" y="508"/>
                      <a:pt x="98" y="508"/>
                    </a:cubicBezTo>
                    <a:cubicBezTo>
                      <a:pt x="327" y="508"/>
                      <a:pt x="327" y="508"/>
                      <a:pt x="327" y="508"/>
                    </a:cubicBezTo>
                    <a:cubicBezTo>
                      <a:pt x="382" y="508"/>
                      <a:pt x="426" y="464"/>
                      <a:pt x="426" y="410"/>
                    </a:cubicBezTo>
                    <a:cubicBezTo>
                      <a:pt x="426" y="99"/>
                      <a:pt x="426" y="99"/>
                      <a:pt x="426" y="99"/>
                    </a:cubicBezTo>
                    <a:cubicBezTo>
                      <a:pt x="426" y="44"/>
                      <a:pt x="382" y="0"/>
                      <a:pt x="3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42">
                <a:extLst>
                  <a:ext uri="{FF2B5EF4-FFF2-40B4-BE49-F238E27FC236}">
                    <a16:creationId xmlns:a16="http://schemas.microsoft.com/office/drawing/2014/main" id="{2EC913B5-1EEB-2E7A-4476-CA2417752F16}"/>
                  </a:ext>
                </a:extLst>
              </p:cNvPr>
              <p:cNvSpPr/>
              <p:nvPr/>
            </p:nvSpPr>
            <p:spPr>
              <a:xfrm>
                <a:off x="76200" y="209550"/>
                <a:ext cx="384573" cy="423861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1888" extrusionOk="0">
                    <a:moveTo>
                      <a:pt x="1691" y="1048"/>
                    </a:moveTo>
                    <a:cubicBezTo>
                      <a:pt x="1691" y="1047"/>
                      <a:pt x="1690" y="1046"/>
                      <a:pt x="1690" y="1046"/>
                    </a:cubicBezTo>
                    <a:cubicBezTo>
                      <a:pt x="1608" y="919"/>
                      <a:pt x="1608" y="919"/>
                      <a:pt x="1608" y="919"/>
                    </a:cubicBezTo>
                    <a:cubicBezTo>
                      <a:pt x="1564" y="851"/>
                      <a:pt x="1543" y="819"/>
                      <a:pt x="1532" y="802"/>
                    </a:cubicBezTo>
                    <a:cubicBezTo>
                      <a:pt x="1530" y="709"/>
                      <a:pt x="1530" y="709"/>
                      <a:pt x="1530" y="709"/>
                    </a:cubicBezTo>
                    <a:cubicBezTo>
                      <a:pt x="1530" y="708"/>
                      <a:pt x="1530" y="707"/>
                      <a:pt x="1530" y="707"/>
                    </a:cubicBezTo>
                    <a:cubicBezTo>
                      <a:pt x="1529" y="683"/>
                      <a:pt x="1526" y="659"/>
                      <a:pt x="1522" y="638"/>
                    </a:cubicBezTo>
                    <a:cubicBezTo>
                      <a:pt x="1516" y="595"/>
                      <a:pt x="1505" y="554"/>
                      <a:pt x="1492" y="516"/>
                    </a:cubicBezTo>
                    <a:cubicBezTo>
                      <a:pt x="1466" y="442"/>
                      <a:pt x="1428" y="376"/>
                      <a:pt x="1378" y="319"/>
                    </a:cubicBezTo>
                    <a:cubicBezTo>
                      <a:pt x="1285" y="214"/>
                      <a:pt x="1150" y="141"/>
                      <a:pt x="999" y="113"/>
                    </a:cubicBezTo>
                    <a:cubicBezTo>
                      <a:pt x="978" y="109"/>
                      <a:pt x="957" y="106"/>
                      <a:pt x="936" y="103"/>
                    </a:cubicBezTo>
                    <a:cubicBezTo>
                      <a:pt x="936" y="80"/>
                      <a:pt x="936" y="80"/>
                      <a:pt x="936" y="80"/>
                    </a:cubicBezTo>
                    <a:cubicBezTo>
                      <a:pt x="936" y="36"/>
                      <a:pt x="900" y="0"/>
                      <a:pt x="856" y="0"/>
                    </a:cubicBezTo>
                    <a:cubicBezTo>
                      <a:pt x="724" y="0"/>
                      <a:pt x="724" y="0"/>
                      <a:pt x="724" y="0"/>
                    </a:cubicBezTo>
                    <a:cubicBezTo>
                      <a:pt x="680" y="0"/>
                      <a:pt x="644" y="36"/>
                      <a:pt x="644" y="80"/>
                    </a:cubicBezTo>
                    <a:cubicBezTo>
                      <a:pt x="644" y="118"/>
                      <a:pt x="644" y="118"/>
                      <a:pt x="644" y="118"/>
                    </a:cubicBezTo>
                    <a:cubicBezTo>
                      <a:pt x="525" y="146"/>
                      <a:pt x="419" y="200"/>
                      <a:pt x="329" y="280"/>
                    </a:cubicBezTo>
                    <a:cubicBezTo>
                      <a:pt x="39" y="537"/>
                      <a:pt x="0" y="992"/>
                      <a:pt x="243" y="1293"/>
                    </a:cubicBezTo>
                    <a:cubicBezTo>
                      <a:pt x="284" y="1345"/>
                      <a:pt x="333" y="1390"/>
                      <a:pt x="387" y="1429"/>
                    </a:cubicBezTo>
                    <a:cubicBezTo>
                      <a:pt x="416" y="1450"/>
                      <a:pt x="434" y="1484"/>
                      <a:pt x="434" y="1519"/>
                    </a:cubicBezTo>
                    <a:cubicBezTo>
                      <a:pt x="434" y="1789"/>
                      <a:pt x="434" y="1789"/>
                      <a:pt x="434" y="1789"/>
                    </a:cubicBezTo>
                    <a:cubicBezTo>
                      <a:pt x="434" y="1844"/>
                      <a:pt x="478" y="1888"/>
                      <a:pt x="533" y="1888"/>
                    </a:cubicBezTo>
                    <a:cubicBezTo>
                      <a:pt x="616" y="1888"/>
                      <a:pt x="616" y="1888"/>
                      <a:pt x="616" y="1888"/>
                    </a:cubicBezTo>
                    <a:cubicBezTo>
                      <a:pt x="638" y="1888"/>
                      <a:pt x="656" y="1870"/>
                      <a:pt x="656" y="1848"/>
                    </a:cubicBezTo>
                    <a:cubicBezTo>
                      <a:pt x="656" y="1826"/>
                      <a:pt x="638" y="1808"/>
                      <a:pt x="616" y="1808"/>
                    </a:cubicBezTo>
                    <a:cubicBezTo>
                      <a:pt x="533" y="1808"/>
                      <a:pt x="533" y="1808"/>
                      <a:pt x="533" y="1808"/>
                    </a:cubicBezTo>
                    <a:cubicBezTo>
                      <a:pt x="523" y="1808"/>
                      <a:pt x="514" y="1799"/>
                      <a:pt x="514" y="1789"/>
                    </a:cubicBezTo>
                    <a:cubicBezTo>
                      <a:pt x="514" y="1519"/>
                      <a:pt x="514" y="1519"/>
                      <a:pt x="514" y="1519"/>
                    </a:cubicBezTo>
                    <a:cubicBezTo>
                      <a:pt x="514" y="1458"/>
                      <a:pt x="484" y="1401"/>
                      <a:pt x="433" y="1364"/>
                    </a:cubicBezTo>
                    <a:cubicBezTo>
                      <a:pt x="385" y="1330"/>
                      <a:pt x="342" y="1289"/>
                      <a:pt x="305" y="1243"/>
                    </a:cubicBezTo>
                    <a:cubicBezTo>
                      <a:pt x="89" y="974"/>
                      <a:pt x="123" y="569"/>
                      <a:pt x="382" y="340"/>
                    </a:cubicBezTo>
                    <a:cubicBezTo>
                      <a:pt x="457" y="273"/>
                      <a:pt x="545" y="227"/>
                      <a:pt x="644" y="201"/>
                    </a:cubicBezTo>
                    <a:cubicBezTo>
                      <a:pt x="644" y="671"/>
                      <a:pt x="644" y="671"/>
                      <a:pt x="644" y="671"/>
                    </a:cubicBezTo>
                    <a:cubicBezTo>
                      <a:pt x="583" y="685"/>
                      <a:pt x="537" y="740"/>
                      <a:pt x="537" y="806"/>
                    </a:cubicBezTo>
                    <a:cubicBezTo>
                      <a:pt x="537" y="1117"/>
                      <a:pt x="537" y="1117"/>
                      <a:pt x="537" y="1117"/>
                    </a:cubicBezTo>
                    <a:cubicBezTo>
                      <a:pt x="537" y="1193"/>
                      <a:pt x="599" y="1255"/>
                      <a:pt x="675" y="1255"/>
                    </a:cubicBezTo>
                    <a:cubicBezTo>
                      <a:pt x="904" y="1255"/>
                      <a:pt x="904" y="1255"/>
                      <a:pt x="904" y="1255"/>
                    </a:cubicBezTo>
                    <a:cubicBezTo>
                      <a:pt x="981" y="1255"/>
                      <a:pt x="1043" y="1193"/>
                      <a:pt x="1043" y="1117"/>
                    </a:cubicBezTo>
                    <a:cubicBezTo>
                      <a:pt x="1043" y="806"/>
                      <a:pt x="1043" y="806"/>
                      <a:pt x="1043" y="806"/>
                    </a:cubicBezTo>
                    <a:cubicBezTo>
                      <a:pt x="1043" y="740"/>
                      <a:pt x="997" y="685"/>
                      <a:pt x="936" y="671"/>
                    </a:cubicBezTo>
                    <a:cubicBezTo>
                      <a:pt x="936" y="184"/>
                      <a:pt x="936" y="184"/>
                      <a:pt x="936" y="184"/>
                    </a:cubicBezTo>
                    <a:cubicBezTo>
                      <a:pt x="952" y="186"/>
                      <a:pt x="968" y="189"/>
                      <a:pt x="985" y="192"/>
                    </a:cubicBezTo>
                    <a:cubicBezTo>
                      <a:pt x="1118" y="216"/>
                      <a:pt x="1237" y="281"/>
                      <a:pt x="1318" y="372"/>
                    </a:cubicBezTo>
                    <a:cubicBezTo>
                      <a:pt x="1361" y="421"/>
                      <a:pt x="1394" y="478"/>
                      <a:pt x="1417" y="543"/>
                    </a:cubicBezTo>
                    <a:cubicBezTo>
                      <a:pt x="1428" y="576"/>
                      <a:pt x="1437" y="612"/>
                      <a:pt x="1443" y="650"/>
                    </a:cubicBezTo>
                    <a:cubicBezTo>
                      <a:pt x="1446" y="669"/>
                      <a:pt x="1449" y="690"/>
                      <a:pt x="1450" y="711"/>
                    </a:cubicBezTo>
                    <a:cubicBezTo>
                      <a:pt x="1452" y="815"/>
                      <a:pt x="1452" y="815"/>
                      <a:pt x="1452" y="815"/>
                    </a:cubicBezTo>
                    <a:cubicBezTo>
                      <a:pt x="1452" y="823"/>
                      <a:pt x="1455" y="830"/>
                      <a:pt x="1459" y="836"/>
                    </a:cubicBezTo>
                    <a:cubicBezTo>
                      <a:pt x="1463" y="842"/>
                      <a:pt x="1609" y="1068"/>
                      <a:pt x="1622" y="1088"/>
                    </a:cubicBezTo>
                    <a:cubicBezTo>
                      <a:pt x="1632" y="1107"/>
                      <a:pt x="1632" y="1130"/>
                      <a:pt x="1620" y="1149"/>
                    </a:cubicBezTo>
                    <a:cubicBezTo>
                      <a:pt x="1609" y="1168"/>
                      <a:pt x="1589" y="1180"/>
                      <a:pt x="1566" y="1180"/>
                    </a:cubicBezTo>
                    <a:cubicBezTo>
                      <a:pt x="1478" y="1180"/>
                      <a:pt x="1478" y="1180"/>
                      <a:pt x="1478" y="1180"/>
                    </a:cubicBezTo>
                    <a:cubicBezTo>
                      <a:pt x="1456" y="1180"/>
                      <a:pt x="1438" y="1197"/>
                      <a:pt x="1438" y="1219"/>
                    </a:cubicBezTo>
                    <a:cubicBezTo>
                      <a:pt x="1431" y="1384"/>
                      <a:pt x="1431" y="1384"/>
                      <a:pt x="1431" y="1384"/>
                    </a:cubicBezTo>
                    <a:cubicBezTo>
                      <a:pt x="1431" y="1384"/>
                      <a:pt x="1431" y="1384"/>
                      <a:pt x="1431" y="1384"/>
                    </a:cubicBezTo>
                    <a:cubicBezTo>
                      <a:pt x="1430" y="1435"/>
                      <a:pt x="1410" y="1482"/>
                      <a:pt x="1374" y="1518"/>
                    </a:cubicBezTo>
                    <a:cubicBezTo>
                      <a:pt x="1338" y="1553"/>
                      <a:pt x="1290" y="1573"/>
                      <a:pt x="1240" y="1573"/>
                    </a:cubicBezTo>
                    <a:cubicBezTo>
                      <a:pt x="1239" y="1573"/>
                      <a:pt x="1239" y="1573"/>
                      <a:pt x="1239" y="1573"/>
                    </a:cubicBezTo>
                    <a:cubicBezTo>
                      <a:pt x="1152" y="1573"/>
                      <a:pt x="1082" y="1644"/>
                      <a:pt x="1082" y="1731"/>
                    </a:cubicBezTo>
                    <a:cubicBezTo>
                      <a:pt x="1082" y="1789"/>
                      <a:pt x="1082" y="1789"/>
                      <a:pt x="1082" y="1789"/>
                    </a:cubicBezTo>
                    <a:cubicBezTo>
                      <a:pt x="1082" y="1799"/>
                      <a:pt x="1073" y="1808"/>
                      <a:pt x="1062" y="1808"/>
                    </a:cubicBezTo>
                    <a:cubicBezTo>
                      <a:pt x="980" y="1808"/>
                      <a:pt x="980" y="1808"/>
                      <a:pt x="980" y="1808"/>
                    </a:cubicBezTo>
                    <a:cubicBezTo>
                      <a:pt x="958" y="1808"/>
                      <a:pt x="940" y="1826"/>
                      <a:pt x="940" y="1848"/>
                    </a:cubicBezTo>
                    <a:cubicBezTo>
                      <a:pt x="940" y="1870"/>
                      <a:pt x="958" y="1888"/>
                      <a:pt x="980" y="1888"/>
                    </a:cubicBezTo>
                    <a:cubicBezTo>
                      <a:pt x="1062" y="1888"/>
                      <a:pt x="1062" y="1888"/>
                      <a:pt x="1062" y="1888"/>
                    </a:cubicBezTo>
                    <a:cubicBezTo>
                      <a:pt x="1117" y="1888"/>
                      <a:pt x="1162" y="1844"/>
                      <a:pt x="1162" y="1789"/>
                    </a:cubicBezTo>
                    <a:cubicBezTo>
                      <a:pt x="1162" y="1731"/>
                      <a:pt x="1162" y="1731"/>
                      <a:pt x="1162" y="1731"/>
                    </a:cubicBezTo>
                    <a:cubicBezTo>
                      <a:pt x="1162" y="1688"/>
                      <a:pt x="1197" y="1653"/>
                      <a:pt x="1239" y="1653"/>
                    </a:cubicBezTo>
                    <a:cubicBezTo>
                      <a:pt x="1240" y="1653"/>
                      <a:pt x="1240" y="1653"/>
                      <a:pt x="1240" y="1653"/>
                    </a:cubicBezTo>
                    <a:cubicBezTo>
                      <a:pt x="1311" y="1653"/>
                      <a:pt x="1379" y="1625"/>
                      <a:pt x="1430" y="1575"/>
                    </a:cubicBezTo>
                    <a:cubicBezTo>
                      <a:pt x="1481" y="1525"/>
                      <a:pt x="1510" y="1458"/>
                      <a:pt x="1511" y="1386"/>
                    </a:cubicBezTo>
                    <a:cubicBezTo>
                      <a:pt x="1516" y="1260"/>
                      <a:pt x="1516" y="1260"/>
                      <a:pt x="1516" y="1260"/>
                    </a:cubicBezTo>
                    <a:cubicBezTo>
                      <a:pt x="1566" y="1260"/>
                      <a:pt x="1566" y="1260"/>
                      <a:pt x="1566" y="1260"/>
                    </a:cubicBezTo>
                    <a:cubicBezTo>
                      <a:pt x="1617" y="1260"/>
                      <a:pt x="1663" y="1234"/>
                      <a:pt x="1689" y="1190"/>
                    </a:cubicBezTo>
                    <a:cubicBezTo>
                      <a:pt x="1715" y="1146"/>
                      <a:pt x="1716" y="1093"/>
                      <a:pt x="1691" y="1048"/>
                    </a:cubicBezTo>
                    <a:close/>
                    <a:moveTo>
                      <a:pt x="724" y="80"/>
                    </a:moveTo>
                    <a:cubicBezTo>
                      <a:pt x="856" y="80"/>
                      <a:pt x="856" y="80"/>
                      <a:pt x="856" y="80"/>
                    </a:cubicBezTo>
                    <a:cubicBezTo>
                      <a:pt x="856" y="667"/>
                      <a:pt x="856" y="667"/>
                      <a:pt x="856" y="667"/>
                    </a:cubicBezTo>
                    <a:cubicBezTo>
                      <a:pt x="724" y="667"/>
                      <a:pt x="724" y="667"/>
                      <a:pt x="724" y="667"/>
                    </a:cubicBezTo>
                    <a:lnTo>
                      <a:pt x="724" y="80"/>
                    </a:lnTo>
                    <a:close/>
                    <a:moveTo>
                      <a:pt x="963" y="806"/>
                    </a:moveTo>
                    <a:cubicBezTo>
                      <a:pt x="963" y="1117"/>
                      <a:pt x="963" y="1117"/>
                      <a:pt x="963" y="1117"/>
                    </a:cubicBezTo>
                    <a:cubicBezTo>
                      <a:pt x="963" y="1149"/>
                      <a:pt x="936" y="1175"/>
                      <a:pt x="904" y="1175"/>
                    </a:cubicBezTo>
                    <a:cubicBezTo>
                      <a:pt x="675" y="1175"/>
                      <a:pt x="675" y="1175"/>
                      <a:pt x="675" y="1175"/>
                    </a:cubicBezTo>
                    <a:cubicBezTo>
                      <a:pt x="643" y="1175"/>
                      <a:pt x="617" y="1149"/>
                      <a:pt x="617" y="1117"/>
                    </a:cubicBezTo>
                    <a:cubicBezTo>
                      <a:pt x="617" y="806"/>
                      <a:pt x="617" y="806"/>
                      <a:pt x="617" y="806"/>
                    </a:cubicBezTo>
                    <a:cubicBezTo>
                      <a:pt x="617" y="773"/>
                      <a:pt x="643" y="747"/>
                      <a:pt x="675" y="747"/>
                    </a:cubicBezTo>
                    <a:cubicBezTo>
                      <a:pt x="904" y="747"/>
                      <a:pt x="904" y="747"/>
                      <a:pt x="904" y="747"/>
                    </a:cubicBezTo>
                    <a:cubicBezTo>
                      <a:pt x="936" y="747"/>
                      <a:pt x="963" y="773"/>
                      <a:pt x="963" y="8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42">
                <a:extLst>
                  <a:ext uri="{FF2B5EF4-FFF2-40B4-BE49-F238E27FC236}">
                    <a16:creationId xmlns:a16="http://schemas.microsoft.com/office/drawing/2014/main" id="{91A1D41B-3BAC-30DC-D736-B9203EDD37D7}"/>
                  </a:ext>
                </a:extLst>
              </p:cNvPr>
              <p:cNvSpPr/>
              <p:nvPr/>
            </p:nvSpPr>
            <p:spPr>
              <a:xfrm>
                <a:off x="0" y="177404"/>
                <a:ext cx="86915" cy="91679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08" extrusionOk="0">
                    <a:moveTo>
                      <a:pt x="273" y="269"/>
                    </a:moveTo>
                    <a:cubicBezTo>
                      <a:pt x="343" y="192"/>
                      <a:pt x="373" y="109"/>
                      <a:pt x="386" y="53"/>
                    </a:cubicBezTo>
                    <a:cubicBezTo>
                      <a:pt x="391" y="32"/>
                      <a:pt x="378" y="10"/>
                      <a:pt x="356" y="5"/>
                    </a:cubicBezTo>
                    <a:cubicBezTo>
                      <a:pt x="335" y="0"/>
                      <a:pt x="313" y="14"/>
                      <a:pt x="308" y="35"/>
                    </a:cubicBezTo>
                    <a:cubicBezTo>
                      <a:pt x="297" y="82"/>
                      <a:pt x="272" y="151"/>
                      <a:pt x="214" y="215"/>
                    </a:cubicBezTo>
                    <a:cubicBezTo>
                      <a:pt x="152" y="283"/>
                      <a:pt x="81" y="315"/>
                      <a:pt x="33" y="330"/>
                    </a:cubicBezTo>
                    <a:cubicBezTo>
                      <a:pt x="12" y="336"/>
                      <a:pt x="0" y="358"/>
                      <a:pt x="6" y="379"/>
                    </a:cubicBezTo>
                    <a:cubicBezTo>
                      <a:pt x="11" y="397"/>
                      <a:pt x="27" y="408"/>
                      <a:pt x="44" y="408"/>
                    </a:cubicBezTo>
                    <a:cubicBezTo>
                      <a:pt x="48" y="408"/>
                      <a:pt x="52" y="407"/>
                      <a:pt x="56" y="406"/>
                    </a:cubicBezTo>
                    <a:cubicBezTo>
                      <a:pt x="114" y="388"/>
                      <a:pt x="199" y="350"/>
                      <a:pt x="273" y="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42">
                <a:extLst>
                  <a:ext uri="{FF2B5EF4-FFF2-40B4-BE49-F238E27FC236}">
                    <a16:creationId xmlns:a16="http://schemas.microsoft.com/office/drawing/2014/main" id="{59A48556-F7F9-A085-2D8C-E65D1E227DEF}"/>
                  </a:ext>
                </a:extLst>
              </p:cNvPr>
              <p:cNvSpPr/>
              <p:nvPr/>
            </p:nvSpPr>
            <p:spPr>
              <a:xfrm>
                <a:off x="16669" y="191691"/>
                <a:ext cx="121444" cy="126207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65" extrusionOk="0">
                    <a:moveTo>
                      <a:pt x="369" y="365"/>
                    </a:moveTo>
                    <a:cubicBezTo>
                      <a:pt x="449" y="278"/>
                      <a:pt x="506" y="170"/>
                      <a:pt x="533" y="54"/>
                    </a:cubicBezTo>
                    <a:cubicBezTo>
                      <a:pt x="538" y="32"/>
                      <a:pt x="525" y="11"/>
                      <a:pt x="503" y="6"/>
                    </a:cubicBezTo>
                    <a:cubicBezTo>
                      <a:pt x="482" y="0"/>
                      <a:pt x="460" y="14"/>
                      <a:pt x="455" y="35"/>
                    </a:cubicBezTo>
                    <a:cubicBezTo>
                      <a:pt x="431" y="138"/>
                      <a:pt x="381" y="234"/>
                      <a:pt x="310" y="312"/>
                    </a:cubicBezTo>
                    <a:cubicBezTo>
                      <a:pt x="216" y="415"/>
                      <a:pt x="107" y="464"/>
                      <a:pt x="33" y="487"/>
                    </a:cubicBezTo>
                    <a:cubicBezTo>
                      <a:pt x="12" y="493"/>
                      <a:pt x="0" y="516"/>
                      <a:pt x="6" y="537"/>
                    </a:cubicBezTo>
                    <a:cubicBezTo>
                      <a:pt x="11" y="554"/>
                      <a:pt x="27" y="565"/>
                      <a:pt x="44" y="565"/>
                    </a:cubicBezTo>
                    <a:cubicBezTo>
                      <a:pt x="48" y="565"/>
                      <a:pt x="52" y="565"/>
                      <a:pt x="56" y="563"/>
                    </a:cubicBezTo>
                    <a:cubicBezTo>
                      <a:pt x="140" y="538"/>
                      <a:pt x="262" y="483"/>
                      <a:pt x="369" y="3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42">
                <a:extLst>
                  <a:ext uri="{FF2B5EF4-FFF2-40B4-BE49-F238E27FC236}">
                    <a16:creationId xmlns:a16="http://schemas.microsoft.com/office/drawing/2014/main" id="{12A9BE79-E180-05FF-9EDC-127FC990103D}"/>
                  </a:ext>
                </a:extLst>
              </p:cNvPr>
              <p:cNvSpPr/>
              <p:nvPr/>
            </p:nvSpPr>
            <p:spPr>
              <a:xfrm>
                <a:off x="244079" y="408385"/>
                <a:ext cx="19050" cy="32147"/>
              </a:xfrm>
              <a:custGeom>
                <a:avLst/>
                <a:gdLst/>
                <a:ahLst/>
                <a:cxnLst/>
                <a:rect l="l" t="t" r="r" b="b"/>
                <a:pathLst>
                  <a:path w="80" h="142" extrusionOk="0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24"/>
                      <a:pt x="18" y="142"/>
                      <a:pt x="40" y="142"/>
                    </a:cubicBezTo>
                    <a:cubicBezTo>
                      <a:pt x="62" y="142"/>
                      <a:pt x="80" y="124"/>
                      <a:pt x="80" y="102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42">
                <a:extLst>
                  <a:ext uri="{FF2B5EF4-FFF2-40B4-BE49-F238E27FC236}">
                    <a16:creationId xmlns:a16="http://schemas.microsoft.com/office/drawing/2014/main" id="{4BEC9262-6AB7-ADB4-D2C4-494D6FFE2078}"/>
                  </a:ext>
                </a:extLst>
              </p:cNvPr>
              <p:cNvSpPr/>
              <p:nvPr/>
            </p:nvSpPr>
            <p:spPr>
              <a:xfrm>
                <a:off x="246460" y="615554"/>
                <a:ext cx="17700" cy="177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0" name="Google Shape;510;p42">
            <a:extLst>
              <a:ext uri="{FF2B5EF4-FFF2-40B4-BE49-F238E27FC236}">
                <a16:creationId xmlns:a16="http://schemas.microsoft.com/office/drawing/2014/main" id="{14C632AE-7459-A393-519D-236760D37CE0}"/>
              </a:ext>
            </a:extLst>
          </p:cNvPr>
          <p:cNvGrpSpPr/>
          <p:nvPr/>
        </p:nvGrpSpPr>
        <p:grpSpPr>
          <a:xfrm>
            <a:off x="7343850" y="3292163"/>
            <a:ext cx="494100" cy="494100"/>
            <a:chOff x="248750" y="3088250"/>
            <a:chExt cx="494100" cy="494100"/>
          </a:xfrm>
        </p:grpSpPr>
        <p:sp>
          <p:nvSpPr>
            <p:cNvPr id="511" name="Google Shape;511;p42">
              <a:extLst>
                <a:ext uri="{FF2B5EF4-FFF2-40B4-BE49-F238E27FC236}">
                  <a16:creationId xmlns:a16="http://schemas.microsoft.com/office/drawing/2014/main" id="{A980C2BE-58E9-9D45-9812-D4C810561947}"/>
                </a:ext>
              </a:extLst>
            </p:cNvPr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2" name="Google Shape;512;p42">
              <a:extLst>
                <a:ext uri="{FF2B5EF4-FFF2-40B4-BE49-F238E27FC236}">
                  <a16:creationId xmlns:a16="http://schemas.microsoft.com/office/drawing/2014/main" id="{284BC29E-CC39-4B5A-FADF-206C013CFDE7}"/>
                </a:ext>
              </a:extLst>
            </p:cNvPr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13" name="Google Shape;513;p42">
            <a:extLst>
              <a:ext uri="{FF2B5EF4-FFF2-40B4-BE49-F238E27FC236}">
                <a16:creationId xmlns:a16="http://schemas.microsoft.com/office/drawing/2014/main" id="{D841855B-8FD9-C3FD-0236-AE212485885D}"/>
              </a:ext>
            </a:extLst>
          </p:cNvPr>
          <p:cNvSpPr/>
          <p:nvPr/>
        </p:nvSpPr>
        <p:spPr>
          <a:xfrm>
            <a:off x="3747828" y="1369975"/>
            <a:ext cx="149400" cy="1494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4" name="Google Shape;514;p42">
            <a:extLst>
              <a:ext uri="{FF2B5EF4-FFF2-40B4-BE49-F238E27FC236}">
                <a16:creationId xmlns:a16="http://schemas.microsoft.com/office/drawing/2014/main" id="{011F8E9C-F4DE-24A4-92B9-AF3AD4E66DD6}"/>
              </a:ext>
            </a:extLst>
          </p:cNvPr>
          <p:cNvSpPr/>
          <p:nvPr/>
        </p:nvSpPr>
        <p:spPr>
          <a:xfrm>
            <a:off x="4034179" y="1069654"/>
            <a:ext cx="246000" cy="2460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15" name="Google Shape;515;p42">
            <a:extLst>
              <a:ext uri="{FF2B5EF4-FFF2-40B4-BE49-F238E27FC236}">
                <a16:creationId xmlns:a16="http://schemas.microsoft.com/office/drawing/2014/main" id="{A42657A4-6E7F-E7F2-BB9B-18966BEBC13A}"/>
              </a:ext>
            </a:extLst>
          </p:cNvPr>
          <p:cNvGrpSpPr/>
          <p:nvPr/>
        </p:nvGrpSpPr>
        <p:grpSpPr>
          <a:xfrm>
            <a:off x="466175" y="4356938"/>
            <a:ext cx="494100" cy="494100"/>
            <a:chOff x="248750" y="3088250"/>
            <a:chExt cx="494100" cy="494100"/>
          </a:xfrm>
        </p:grpSpPr>
        <p:sp>
          <p:nvSpPr>
            <p:cNvPr id="516" name="Google Shape;516;p42">
              <a:extLst>
                <a:ext uri="{FF2B5EF4-FFF2-40B4-BE49-F238E27FC236}">
                  <a16:creationId xmlns:a16="http://schemas.microsoft.com/office/drawing/2014/main" id="{61F4314B-24A7-8166-ABC0-0A3629EAB228}"/>
                </a:ext>
              </a:extLst>
            </p:cNvPr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17" name="Google Shape;517;p42">
              <a:extLst>
                <a:ext uri="{FF2B5EF4-FFF2-40B4-BE49-F238E27FC236}">
                  <a16:creationId xmlns:a16="http://schemas.microsoft.com/office/drawing/2014/main" id="{5B1254CA-CED6-0C30-BF5D-FF23AD36845F}"/>
                </a:ext>
              </a:extLst>
            </p:cNvPr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3021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F49DDF37-908A-01F0-9B30-8CFECD9BE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54" y="1158195"/>
            <a:ext cx="4705431" cy="3311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6" name="Google Shape;1066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of different regions</a:t>
            </a:r>
            <a:endParaRPr/>
          </a:p>
        </p:txBody>
      </p:sp>
      <p:sp>
        <p:nvSpPr>
          <p:cNvPr id="1068" name="Google Shape;1068;p63"/>
          <p:cNvSpPr txBox="1">
            <a:spLocks noGrp="1"/>
          </p:cNvSpPr>
          <p:nvPr>
            <p:ph type="title" idx="4294967295"/>
          </p:nvPr>
        </p:nvSpPr>
        <p:spPr>
          <a:xfrm>
            <a:off x="4935050" y="1826825"/>
            <a:ext cx="178995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Hand Back</a:t>
            </a:r>
            <a:endParaRPr sz="2400"/>
          </a:p>
        </p:txBody>
      </p:sp>
      <p:sp>
        <p:nvSpPr>
          <p:cNvPr id="1070" name="Google Shape;1070;p63"/>
          <p:cNvSpPr txBox="1">
            <a:spLocks noGrp="1"/>
          </p:cNvSpPr>
          <p:nvPr>
            <p:ph type="title" idx="4294967295"/>
          </p:nvPr>
        </p:nvSpPr>
        <p:spPr>
          <a:xfrm>
            <a:off x="4935050" y="2820762"/>
            <a:ext cx="16731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Forearm</a:t>
            </a:r>
            <a:endParaRPr sz="2400"/>
          </a:p>
        </p:txBody>
      </p:sp>
      <p:sp>
        <p:nvSpPr>
          <p:cNvPr id="1072" name="Google Shape;1072;p63"/>
          <p:cNvSpPr txBox="1">
            <a:spLocks noGrp="1"/>
          </p:cNvSpPr>
          <p:nvPr>
            <p:ph type="title" idx="4294967295"/>
          </p:nvPr>
        </p:nvSpPr>
        <p:spPr>
          <a:xfrm>
            <a:off x="6725000" y="1826825"/>
            <a:ext cx="16731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Fingertip</a:t>
            </a:r>
            <a:endParaRPr sz="2400"/>
          </a:p>
        </p:txBody>
      </p:sp>
      <p:sp>
        <p:nvSpPr>
          <p:cNvPr id="1074" name="Google Shape;1074;p63"/>
          <p:cNvSpPr txBox="1">
            <a:spLocks noGrp="1"/>
          </p:cNvSpPr>
          <p:nvPr>
            <p:ph type="title" idx="4294967295"/>
          </p:nvPr>
        </p:nvSpPr>
        <p:spPr>
          <a:xfrm>
            <a:off x="6725000" y="2820762"/>
            <a:ext cx="16731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Palm</a:t>
            </a:r>
            <a:endParaRPr sz="2400"/>
          </a:p>
        </p:txBody>
      </p:sp>
      <p:sp>
        <p:nvSpPr>
          <p:cNvPr id="1076" name="Google Shape;1076;p63"/>
          <p:cNvSpPr/>
          <p:nvPr/>
        </p:nvSpPr>
        <p:spPr>
          <a:xfrm>
            <a:off x="5061600" y="1615625"/>
            <a:ext cx="812400" cy="1701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7" name="Google Shape;1077;p63"/>
          <p:cNvSpPr/>
          <p:nvPr/>
        </p:nvSpPr>
        <p:spPr>
          <a:xfrm>
            <a:off x="6842775" y="1615625"/>
            <a:ext cx="812400" cy="1701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8" name="Google Shape;1078;p63"/>
          <p:cNvSpPr/>
          <p:nvPr/>
        </p:nvSpPr>
        <p:spPr>
          <a:xfrm>
            <a:off x="5061600" y="2643785"/>
            <a:ext cx="812400" cy="170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9" name="Google Shape;1079;p63"/>
          <p:cNvSpPr/>
          <p:nvPr/>
        </p:nvSpPr>
        <p:spPr>
          <a:xfrm>
            <a:off x="6842775" y="2643785"/>
            <a:ext cx="812400" cy="1701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Google Shape;1070;p63">
            <a:extLst>
              <a:ext uri="{FF2B5EF4-FFF2-40B4-BE49-F238E27FC236}">
                <a16:creationId xmlns:a16="http://schemas.microsoft.com/office/drawing/2014/main" id="{74A2074F-FB59-6AFA-B4D3-9485AD63B128}"/>
              </a:ext>
            </a:extLst>
          </p:cNvPr>
          <p:cNvSpPr txBox="1">
            <a:spLocks/>
          </p:cNvSpPr>
          <p:nvPr/>
        </p:nvSpPr>
        <p:spPr>
          <a:xfrm>
            <a:off x="4935050" y="3681822"/>
            <a:ext cx="16731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 baseline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lnSpc>
                <a:spcPct val="115000"/>
              </a:lnSpc>
            </a:pPr>
            <a:r>
              <a:rPr lang="de-AT" sz="2400"/>
              <a:t>Back</a:t>
            </a:r>
          </a:p>
        </p:txBody>
      </p:sp>
      <p:sp>
        <p:nvSpPr>
          <p:cNvPr id="3" name="Google Shape;1078;p63">
            <a:extLst>
              <a:ext uri="{FF2B5EF4-FFF2-40B4-BE49-F238E27FC236}">
                <a16:creationId xmlns:a16="http://schemas.microsoft.com/office/drawing/2014/main" id="{A2E0E62D-EB5F-6329-ACFB-A25CFA9D27E2}"/>
              </a:ext>
            </a:extLst>
          </p:cNvPr>
          <p:cNvSpPr/>
          <p:nvPr/>
        </p:nvSpPr>
        <p:spPr>
          <a:xfrm>
            <a:off x="5061600" y="3504845"/>
            <a:ext cx="812400" cy="170100"/>
          </a:xfrm>
          <a:prstGeom prst="roundRect">
            <a:avLst>
              <a:gd name="adj" fmla="val 16667"/>
            </a:avLst>
          </a:prstGeom>
          <a:solidFill>
            <a:schemeClr val="tx2">
              <a:lumMod val="75000"/>
            </a:schemeClr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Descriptive Statistics</a:t>
            </a:r>
            <a:endParaRPr/>
          </a:p>
        </p:txBody>
      </p:sp>
      <p:graphicFrame>
        <p:nvGraphicFramePr>
          <p:cNvPr id="1061" name="Google Shape;1061;p62"/>
          <p:cNvGraphicFramePr/>
          <p:nvPr>
            <p:extLst>
              <p:ext uri="{D42A27DB-BD31-4B8C-83A1-F6EECF244321}">
                <p14:modId xmlns:p14="http://schemas.microsoft.com/office/powerpoint/2010/main" val="1406532043"/>
              </p:ext>
            </p:extLst>
          </p:nvPr>
        </p:nvGraphicFramePr>
        <p:xfrm>
          <a:off x="121920" y="1557435"/>
          <a:ext cx="8862060" cy="2846926"/>
        </p:xfrm>
        <a:graphic>
          <a:graphicData uri="http://schemas.openxmlformats.org/drawingml/2006/table">
            <a:tbl>
              <a:tblPr>
                <a:noFill/>
                <a:tableStyleId>{F5E9EF41-4AC3-489E-B193-140713B7BEE2}</a:tableStyleId>
              </a:tblPr>
              <a:tblGrid>
                <a:gridCol w="1257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18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800">
                  <a:extLst>
                    <a:ext uri="{9D8B030D-6E8A-4147-A177-3AD203B41FA5}">
                      <a16:colId xmlns:a16="http://schemas.microsoft.com/office/drawing/2014/main" val="799559364"/>
                    </a:ext>
                  </a:extLst>
                </a:gridCol>
              </a:tblGrid>
              <a:tr h="54020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>
                        <a:solidFill>
                          <a:srgbClr val="4E48AB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Hand Back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Fingertip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Forearm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Palm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82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# Participants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34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Mean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16.30 ± 4.74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2.10 ± 1.10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17.85 ± 9.06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6.11 ± 3.46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24.50 ± 2.12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34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Median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16.50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2.00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18.50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6.00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24.50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347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Range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10.00 - 23.00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1.00 - 4.00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6.00 - 37.00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0.00 - 11.50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23.00 - 26.00 mm</a:t>
                      </a:r>
                      <a:endParaRPr lang="en"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7046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D12B5B33-AB20-D68B-7798-0F11902E0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52">
            <a:extLst>
              <a:ext uri="{FF2B5EF4-FFF2-40B4-BE49-F238E27FC236}">
                <a16:creationId xmlns:a16="http://schemas.microsoft.com/office/drawing/2014/main" id="{D0B96B9D-2D93-E68B-46A5-54A2C1A8745B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-197" r="288"/>
          <a:stretch>
            <a:fillRect/>
          </a:stretch>
        </p:blipFill>
        <p:spPr>
          <a:xfrm>
            <a:off x="775104" y="967740"/>
            <a:ext cx="5718056" cy="3794622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42" name="Google Shape;742;p52">
            <a:extLst>
              <a:ext uri="{FF2B5EF4-FFF2-40B4-BE49-F238E27FC236}">
                <a16:creationId xmlns:a16="http://schemas.microsoft.com/office/drawing/2014/main" id="{B48374C1-838C-6207-FAE6-821553F9CC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-351180"/>
            <a:ext cx="5718056" cy="1318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Boxplot </a:t>
            </a:r>
            <a:r>
              <a:rPr lang="de-DE" err="1"/>
              <a:t>of</a:t>
            </a:r>
            <a:r>
              <a:rPr lang="de-DE"/>
              <a:t> Body </a:t>
            </a:r>
            <a:r>
              <a:rPr lang="de-DE" err="1"/>
              <a:t>Regions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9807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>
          <a:extLst>
            <a:ext uri="{FF2B5EF4-FFF2-40B4-BE49-F238E27FC236}">
              <a16:creationId xmlns:a16="http://schemas.microsoft.com/office/drawing/2014/main" id="{26B887EE-C265-C45C-0808-32F69288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61">
            <a:extLst>
              <a:ext uri="{FF2B5EF4-FFF2-40B4-BE49-F238E27FC236}">
                <a16:creationId xmlns:a16="http://schemas.microsoft.com/office/drawing/2014/main" id="{6139E0F1-72A7-C8A9-21CA-BB3D832F46AC}"/>
              </a:ext>
            </a:extLst>
          </p:cNvPr>
          <p:cNvSpPr txBox="1"/>
          <p:nvPr/>
        </p:nvSpPr>
        <p:spPr>
          <a:xfrm>
            <a:off x="720000" y="1835100"/>
            <a:ext cx="19440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Forearm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2" name="Google Shape;1002;p61">
            <a:extLst>
              <a:ext uri="{FF2B5EF4-FFF2-40B4-BE49-F238E27FC236}">
                <a16:creationId xmlns:a16="http://schemas.microsoft.com/office/drawing/2014/main" id="{76565A28-758F-D6B0-8841-F8B9BBF46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t-Test Results</a:t>
            </a:r>
            <a:endParaRPr/>
          </a:p>
        </p:txBody>
      </p:sp>
      <p:sp>
        <p:nvSpPr>
          <p:cNvPr id="1003" name="Google Shape;1003;p61">
            <a:extLst>
              <a:ext uri="{FF2B5EF4-FFF2-40B4-BE49-F238E27FC236}">
                <a16:creationId xmlns:a16="http://schemas.microsoft.com/office/drawing/2014/main" id="{01DFB254-9EB5-587F-0FEB-B09345EE4129}"/>
              </a:ext>
            </a:extLst>
          </p:cNvPr>
          <p:cNvSpPr txBox="1"/>
          <p:nvPr/>
        </p:nvSpPr>
        <p:spPr>
          <a:xfrm>
            <a:off x="3519650" y="2283900"/>
            <a:ext cx="21048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Insignificant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Differences</a:t>
            </a:r>
            <a:endParaRPr sz="2400" b="1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004" name="Google Shape;1004;p61">
            <a:extLst>
              <a:ext uri="{FF2B5EF4-FFF2-40B4-BE49-F238E27FC236}">
                <a16:creationId xmlns:a16="http://schemas.microsoft.com/office/drawing/2014/main" id="{7EE497E9-A609-DF60-8A0C-90D4494BD782}"/>
              </a:ext>
            </a:extLst>
          </p:cNvPr>
          <p:cNvCxnSpPr>
            <a:stCxn id="1003" idx="0"/>
            <a:endCxn id="1005" idx="1"/>
          </p:cNvCxnSpPr>
          <p:nvPr/>
        </p:nvCxnSpPr>
        <p:spPr>
          <a:xfrm rot="-5400000">
            <a:off x="5104250" y="1583400"/>
            <a:ext cx="168300" cy="1232700"/>
          </a:xfrm>
          <a:prstGeom prst="bentConnector2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6" name="Google Shape;1006;p61">
            <a:extLst>
              <a:ext uri="{FF2B5EF4-FFF2-40B4-BE49-F238E27FC236}">
                <a16:creationId xmlns:a16="http://schemas.microsoft.com/office/drawing/2014/main" id="{842EE079-6521-28E0-3849-087CA0EFDF7F}"/>
              </a:ext>
            </a:extLst>
          </p:cNvPr>
          <p:cNvCxnSpPr>
            <a:stCxn id="1003" idx="2"/>
            <a:endCxn id="1007" idx="1"/>
          </p:cNvCxnSpPr>
          <p:nvPr/>
        </p:nvCxnSpPr>
        <p:spPr>
          <a:xfrm rot="16200000" flipH="1">
            <a:off x="5104344" y="2632105"/>
            <a:ext cx="171049" cy="1235637"/>
          </a:xfrm>
          <a:prstGeom prst="bentConnector2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8" name="Google Shape;1008;p61">
            <a:extLst>
              <a:ext uri="{FF2B5EF4-FFF2-40B4-BE49-F238E27FC236}">
                <a16:creationId xmlns:a16="http://schemas.microsoft.com/office/drawing/2014/main" id="{60EC474E-1EC5-9252-9136-14EE4173253D}"/>
              </a:ext>
            </a:extLst>
          </p:cNvPr>
          <p:cNvSpPr txBox="1"/>
          <p:nvPr/>
        </p:nvSpPr>
        <p:spPr>
          <a:xfrm>
            <a:off x="720000" y="3054300"/>
            <a:ext cx="19440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Forearm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9" name="Google Shape;1009;p61">
            <a:extLst>
              <a:ext uri="{FF2B5EF4-FFF2-40B4-BE49-F238E27FC236}">
                <a16:creationId xmlns:a16="http://schemas.microsoft.com/office/drawing/2014/main" id="{4BAF235F-6D67-F52C-00EF-3F0AD24EDDC8}"/>
              </a:ext>
            </a:extLst>
          </p:cNvPr>
          <p:cNvSpPr txBox="1"/>
          <p:nvPr/>
        </p:nvSpPr>
        <p:spPr>
          <a:xfrm>
            <a:off x="6492700" y="1835100"/>
            <a:ext cx="19440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Hand Back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0" name="Google Shape;1010;p61">
            <a:extLst>
              <a:ext uri="{FF2B5EF4-FFF2-40B4-BE49-F238E27FC236}">
                <a16:creationId xmlns:a16="http://schemas.microsoft.com/office/drawing/2014/main" id="{93B1CB05-E1A2-E049-958E-05446256B521}"/>
              </a:ext>
            </a:extLst>
          </p:cNvPr>
          <p:cNvSpPr txBox="1"/>
          <p:nvPr/>
        </p:nvSpPr>
        <p:spPr>
          <a:xfrm>
            <a:off x="6485900" y="3054300"/>
            <a:ext cx="19440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Back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011" name="Google Shape;1011;p61">
            <a:extLst>
              <a:ext uri="{FF2B5EF4-FFF2-40B4-BE49-F238E27FC236}">
                <a16:creationId xmlns:a16="http://schemas.microsoft.com/office/drawing/2014/main" id="{C1EB9D56-9B11-0824-E6CC-85769095D680}"/>
              </a:ext>
            </a:extLst>
          </p:cNvPr>
          <p:cNvCxnSpPr>
            <a:cxnSpLocks/>
            <a:stCxn id="1003" idx="0"/>
            <a:endCxn id="1012" idx="3"/>
          </p:cNvCxnSpPr>
          <p:nvPr/>
        </p:nvCxnSpPr>
        <p:spPr>
          <a:xfrm rot="5400000" flipH="1">
            <a:off x="3898550" y="1610400"/>
            <a:ext cx="168000" cy="1179000"/>
          </a:xfrm>
          <a:prstGeom prst="bentConnector2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3" name="Google Shape;1013;p61">
            <a:extLst>
              <a:ext uri="{FF2B5EF4-FFF2-40B4-BE49-F238E27FC236}">
                <a16:creationId xmlns:a16="http://schemas.microsoft.com/office/drawing/2014/main" id="{ED8179F5-9133-8F06-EC1D-CB0FE86BC7D1}"/>
              </a:ext>
            </a:extLst>
          </p:cNvPr>
          <p:cNvCxnSpPr>
            <a:stCxn id="1003" idx="2"/>
            <a:endCxn id="1014" idx="3"/>
          </p:cNvCxnSpPr>
          <p:nvPr/>
        </p:nvCxnSpPr>
        <p:spPr>
          <a:xfrm rot="5400000">
            <a:off x="3897950" y="2659500"/>
            <a:ext cx="169200" cy="1179000"/>
          </a:xfrm>
          <a:prstGeom prst="bentConnector2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5" name="Google Shape;1015;p61">
            <a:extLst>
              <a:ext uri="{FF2B5EF4-FFF2-40B4-BE49-F238E27FC236}">
                <a16:creationId xmlns:a16="http://schemas.microsoft.com/office/drawing/2014/main" id="{DFD6B3B1-AAFD-2B87-2EDC-CCC18EA33FC8}"/>
              </a:ext>
            </a:extLst>
          </p:cNvPr>
          <p:cNvSpPr txBox="1"/>
          <p:nvPr/>
        </p:nvSpPr>
        <p:spPr>
          <a:xfrm>
            <a:off x="3605577" y="3330032"/>
            <a:ext cx="19440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de-AT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p-</a:t>
            </a:r>
            <a:r>
              <a:rPr lang="de-AT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value</a:t>
            </a:r>
            <a:r>
              <a:rPr lang="de-AT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= 34.26%</a:t>
            </a:r>
          </a:p>
        </p:txBody>
      </p:sp>
      <p:sp>
        <p:nvSpPr>
          <p:cNvPr id="1012" name="Google Shape;1012;p61">
            <a:extLst>
              <a:ext uri="{FF2B5EF4-FFF2-40B4-BE49-F238E27FC236}">
                <a16:creationId xmlns:a16="http://schemas.microsoft.com/office/drawing/2014/main" id="{D5B9CA59-92ED-8093-367F-3B3E64049D6D}"/>
              </a:ext>
            </a:extLst>
          </p:cNvPr>
          <p:cNvSpPr/>
          <p:nvPr/>
        </p:nvSpPr>
        <p:spPr>
          <a:xfrm>
            <a:off x="2790625" y="1814664"/>
            <a:ext cx="602400" cy="602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4" name="Google Shape;1014;p61">
            <a:extLst>
              <a:ext uri="{FF2B5EF4-FFF2-40B4-BE49-F238E27FC236}">
                <a16:creationId xmlns:a16="http://schemas.microsoft.com/office/drawing/2014/main" id="{52D70B40-17E6-FB0F-5B34-E99BF259C137}"/>
              </a:ext>
            </a:extLst>
          </p:cNvPr>
          <p:cNvSpPr/>
          <p:nvPr/>
        </p:nvSpPr>
        <p:spPr>
          <a:xfrm>
            <a:off x="2790601" y="3032528"/>
            <a:ext cx="602444" cy="60244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5" name="Google Shape;1005;p61">
            <a:extLst>
              <a:ext uri="{FF2B5EF4-FFF2-40B4-BE49-F238E27FC236}">
                <a16:creationId xmlns:a16="http://schemas.microsoft.com/office/drawing/2014/main" id="{98A92D3C-9481-C997-7532-6915D655C165}"/>
              </a:ext>
            </a:extLst>
          </p:cNvPr>
          <p:cNvSpPr/>
          <p:nvPr/>
        </p:nvSpPr>
        <p:spPr>
          <a:xfrm>
            <a:off x="5804875" y="1816813"/>
            <a:ext cx="597300" cy="597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7" name="Google Shape;1007;p61">
            <a:extLst>
              <a:ext uri="{FF2B5EF4-FFF2-40B4-BE49-F238E27FC236}">
                <a16:creationId xmlns:a16="http://schemas.microsoft.com/office/drawing/2014/main" id="{961ECD72-90E5-AC50-8376-0A4EB0EA8F6D}"/>
              </a:ext>
            </a:extLst>
          </p:cNvPr>
          <p:cNvSpPr/>
          <p:nvPr/>
        </p:nvSpPr>
        <p:spPr>
          <a:xfrm>
            <a:off x="5807687" y="3034227"/>
            <a:ext cx="602444" cy="60244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Google Shape;1015;p61">
            <a:extLst>
              <a:ext uri="{FF2B5EF4-FFF2-40B4-BE49-F238E27FC236}">
                <a16:creationId xmlns:a16="http://schemas.microsoft.com/office/drawing/2014/main" id="{E1D6BF21-7ED4-CF94-2535-00A79BD7629D}"/>
              </a:ext>
            </a:extLst>
          </p:cNvPr>
          <p:cNvSpPr txBox="1"/>
          <p:nvPr/>
        </p:nvSpPr>
        <p:spPr>
          <a:xfrm>
            <a:off x="3604090" y="1697706"/>
            <a:ext cx="19440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p-value = 63.73%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" name="Google Shape;1852;p73">
            <a:extLst>
              <a:ext uri="{FF2B5EF4-FFF2-40B4-BE49-F238E27FC236}">
                <a16:creationId xmlns:a16="http://schemas.microsoft.com/office/drawing/2014/main" id="{C2CDBFF0-268F-700C-6C71-A5398CD26538}"/>
              </a:ext>
            </a:extLst>
          </p:cNvPr>
          <p:cNvGrpSpPr/>
          <p:nvPr/>
        </p:nvGrpSpPr>
        <p:grpSpPr>
          <a:xfrm>
            <a:off x="5898968" y="3183719"/>
            <a:ext cx="409114" cy="309411"/>
            <a:chOff x="5909072" y="3505200"/>
            <a:chExt cx="459581" cy="353616"/>
          </a:xfrm>
        </p:grpSpPr>
        <p:sp>
          <p:nvSpPr>
            <p:cNvPr id="11" name="Google Shape;1853;p73">
              <a:extLst>
                <a:ext uri="{FF2B5EF4-FFF2-40B4-BE49-F238E27FC236}">
                  <a16:creationId xmlns:a16="http://schemas.microsoft.com/office/drawing/2014/main" id="{C6C8DF90-F6E6-6D99-369E-E67FFBEF2AE4}"/>
                </a:ext>
              </a:extLst>
            </p:cNvPr>
            <p:cNvSpPr/>
            <p:nvPr/>
          </p:nvSpPr>
          <p:spPr>
            <a:xfrm>
              <a:off x="5918597" y="3668316"/>
              <a:ext cx="441723" cy="180975"/>
            </a:xfrm>
            <a:custGeom>
              <a:avLst/>
              <a:gdLst/>
              <a:ahLst/>
              <a:cxnLst/>
              <a:rect l="l" t="t" r="r" b="b"/>
              <a:pathLst>
                <a:path w="1968" h="809" extrusionOk="0">
                  <a:moveTo>
                    <a:pt x="1928" y="809"/>
                  </a:moveTo>
                  <a:cubicBezTo>
                    <a:pt x="40" y="809"/>
                    <a:pt x="40" y="809"/>
                    <a:pt x="40" y="809"/>
                  </a:cubicBezTo>
                  <a:cubicBezTo>
                    <a:pt x="18" y="809"/>
                    <a:pt x="0" y="791"/>
                    <a:pt x="0" y="76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19"/>
                    <a:pt x="32" y="0"/>
                    <a:pt x="59" y="14"/>
                  </a:cubicBezTo>
                  <a:cubicBezTo>
                    <a:pt x="233" y="107"/>
                    <a:pt x="557" y="245"/>
                    <a:pt x="982" y="246"/>
                  </a:cubicBezTo>
                  <a:cubicBezTo>
                    <a:pt x="1410" y="246"/>
                    <a:pt x="1735" y="107"/>
                    <a:pt x="1910" y="14"/>
                  </a:cubicBezTo>
                  <a:cubicBezTo>
                    <a:pt x="1936" y="0"/>
                    <a:pt x="1968" y="19"/>
                    <a:pt x="1968" y="50"/>
                  </a:cubicBezTo>
                  <a:cubicBezTo>
                    <a:pt x="1968" y="769"/>
                    <a:pt x="1968" y="769"/>
                    <a:pt x="1968" y="769"/>
                  </a:cubicBezTo>
                  <a:cubicBezTo>
                    <a:pt x="1968" y="791"/>
                    <a:pt x="1950" y="809"/>
                    <a:pt x="1928" y="8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854;p73">
              <a:extLst>
                <a:ext uri="{FF2B5EF4-FFF2-40B4-BE49-F238E27FC236}">
                  <a16:creationId xmlns:a16="http://schemas.microsoft.com/office/drawing/2014/main" id="{D451450A-95BA-3383-FC86-9ED4E3020BA8}"/>
                </a:ext>
              </a:extLst>
            </p:cNvPr>
            <p:cNvSpPr/>
            <p:nvPr/>
          </p:nvSpPr>
          <p:spPr>
            <a:xfrm>
              <a:off x="6094809" y="3558779"/>
              <a:ext cx="89298" cy="125016"/>
            </a:xfrm>
            <a:custGeom>
              <a:avLst/>
              <a:gdLst/>
              <a:ahLst/>
              <a:cxnLst/>
              <a:rect l="l" t="t" r="r" b="b"/>
              <a:pathLst>
                <a:path w="396" h="559" extrusionOk="0">
                  <a:moveTo>
                    <a:pt x="306" y="333"/>
                  </a:moveTo>
                  <a:cubicBezTo>
                    <a:pt x="306" y="40"/>
                    <a:pt x="306" y="40"/>
                    <a:pt x="306" y="40"/>
                  </a:cubicBezTo>
                  <a:cubicBezTo>
                    <a:pt x="306" y="18"/>
                    <a:pt x="288" y="0"/>
                    <a:pt x="266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09" y="0"/>
                    <a:pt x="91" y="18"/>
                    <a:pt x="91" y="40"/>
                  </a:cubicBezTo>
                  <a:cubicBezTo>
                    <a:pt x="91" y="333"/>
                    <a:pt x="91" y="333"/>
                    <a:pt x="91" y="333"/>
                  </a:cubicBezTo>
                  <a:cubicBezTo>
                    <a:pt x="27" y="333"/>
                    <a:pt x="27" y="333"/>
                    <a:pt x="27" y="333"/>
                  </a:cubicBezTo>
                  <a:cubicBezTo>
                    <a:pt x="10" y="333"/>
                    <a:pt x="0" y="354"/>
                    <a:pt x="12" y="366"/>
                  </a:cubicBezTo>
                  <a:cubicBezTo>
                    <a:pt x="90" y="454"/>
                    <a:pt x="90" y="454"/>
                    <a:pt x="90" y="454"/>
                  </a:cubicBezTo>
                  <a:cubicBezTo>
                    <a:pt x="168" y="542"/>
                    <a:pt x="168" y="542"/>
                    <a:pt x="168" y="542"/>
                  </a:cubicBezTo>
                  <a:cubicBezTo>
                    <a:pt x="184" y="559"/>
                    <a:pt x="212" y="559"/>
                    <a:pt x="228" y="542"/>
                  </a:cubicBezTo>
                  <a:cubicBezTo>
                    <a:pt x="306" y="454"/>
                    <a:pt x="306" y="454"/>
                    <a:pt x="306" y="454"/>
                  </a:cubicBezTo>
                  <a:cubicBezTo>
                    <a:pt x="385" y="366"/>
                    <a:pt x="385" y="366"/>
                    <a:pt x="385" y="366"/>
                  </a:cubicBezTo>
                  <a:cubicBezTo>
                    <a:pt x="396" y="354"/>
                    <a:pt x="387" y="333"/>
                    <a:pt x="370" y="333"/>
                  </a:cubicBezTo>
                  <a:lnTo>
                    <a:pt x="306" y="3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855;p73">
              <a:extLst>
                <a:ext uri="{FF2B5EF4-FFF2-40B4-BE49-F238E27FC236}">
                  <a16:creationId xmlns:a16="http://schemas.microsoft.com/office/drawing/2014/main" id="{34CAB837-AD34-DE9F-235D-EDB96D9A9358}"/>
                </a:ext>
              </a:extLst>
            </p:cNvPr>
            <p:cNvSpPr/>
            <p:nvPr/>
          </p:nvSpPr>
          <p:spPr>
            <a:xfrm>
              <a:off x="6221015" y="3514725"/>
              <a:ext cx="89298" cy="125016"/>
            </a:xfrm>
            <a:custGeom>
              <a:avLst/>
              <a:gdLst/>
              <a:ahLst/>
              <a:cxnLst/>
              <a:rect l="l" t="t" r="r" b="b"/>
              <a:pathLst>
                <a:path w="396" h="559" extrusionOk="0">
                  <a:moveTo>
                    <a:pt x="305" y="332"/>
                  </a:moveTo>
                  <a:cubicBezTo>
                    <a:pt x="305" y="40"/>
                    <a:pt x="305" y="40"/>
                    <a:pt x="305" y="40"/>
                  </a:cubicBezTo>
                  <a:cubicBezTo>
                    <a:pt x="305" y="18"/>
                    <a:pt x="287" y="0"/>
                    <a:pt x="265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08" y="0"/>
                    <a:pt x="90" y="18"/>
                    <a:pt x="90" y="40"/>
                  </a:cubicBezTo>
                  <a:cubicBezTo>
                    <a:pt x="90" y="332"/>
                    <a:pt x="90" y="332"/>
                    <a:pt x="90" y="332"/>
                  </a:cubicBezTo>
                  <a:cubicBezTo>
                    <a:pt x="26" y="332"/>
                    <a:pt x="26" y="332"/>
                    <a:pt x="26" y="332"/>
                  </a:cubicBezTo>
                  <a:cubicBezTo>
                    <a:pt x="9" y="332"/>
                    <a:pt x="0" y="353"/>
                    <a:pt x="11" y="366"/>
                  </a:cubicBezTo>
                  <a:cubicBezTo>
                    <a:pt x="90" y="453"/>
                    <a:pt x="90" y="453"/>
                    <a:pt x="90" y="453"/>
                  </a:cubicBezTo>
                  <a:cubicBezTo>
                    <a:pt x="168" y="541"/>
                    <a:pt x="168" y="541"/>
                    <a:pt x="168" y="541"/>
                  </a:cubicBezTo>
                  <a:cubicBezTo>
                    <a:pt x="184" y="559"/>
                    <a:pt x="212" y="559"/>
                    <a:pt x="228" y="541"/>
                  </a:cubicBezTo>
                  <a:cubicBezTo>
                    <a:pt x="306" y="453"/>
                    <a:pt x="306" y="453"/>
                    <a:pt x="306" y="453"/>
                  </a:cubicBezTo>
                  <a:cubicBezTo>
                    <a:pt x="384" y="366"/>
                    <a:pt x="384" y="366"/>
                    <a:pt x="384" y="366"/>
                  </a:cubicBezTo>
                  <a:cubicBezTo>
                    <a:pt x="396" y="353"/>
                    <a:pt x="386" y="332"/>
                    <a:pt x="369" y="332"/>
                  </a:cubicBezTo>
                  <a:lnTo>
                    <a:pt x="305" y="3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856;p73">
              <a:extLst>
                <a:ext uri="{FF2B5EF4-FFF2-40B4-BE49-F238E27FC236}">
                  <a16:creationId xmlns:a16="http://schemas.microsoft.com/office/drawing/2014/main" id="{BAEC0BFD-D03D-2969-A7F9-5CD4190CD789}"/>
                </a:ext>
              </a:extLst>
            </p:cNvPr>
            <p:cNvSpPr/>
            <p:nvPr/>
          </p:nvSpPr>
          <p:spPr>
            <a:xfrm>
              <a:off x="5968603" y="3514725"/>
              <a:ext cx="88107" cy="125016"/>
            </a:xfrm>
            <a:custGeom>
              <a:avLst/>
              <a:gdLst/>
              <a:ahLst/>
              <a:cxnLst/>
              <a:rect l="l" t="t" r="r" b="b"/>
              <a:pathLst>
                <a:path w="396" h="559" extrusionOk="0">
                  <a:moveTo>
                    <a:pt x="306" y="332"/>
                  </a:moveTo>
                  <a:cubicBezTo>
                    <a:pt x="306" y="40"/>
                    <a:pt x="306" y="40"/>
                    <a:pt x="306" y="40"/>
                  </a:cubicBezTo>
                  <a:cubicBezTo>
                    <a:pt x="306" y="18"/>
                    <a:pt x="288" y="0"/>
                    <a:pt x="266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08" y="0"/>
                    <a:pt x="90" y="18"/>
                    <a:pt x="90" y="40"/>
                  </a:cubicBezTo>
                  <a:cubicBezTo>
                    <a:pt x="90" y="332"/>
                    <a:pt x="90" y="332"/>
                    <a:pt x="90" y="332"/>
                  </a:cubicBezTo>
                  <a:cubicBezTo>
                    <a:pt x="26" y="332"/>
                    <a:pt x="26" y="332"/>
                    <a:pt x="26" y="332"/>
                  </a:cubicBezTo>
                  <a:cubicBezTo>
                    <a:pt x="9" y="332"/>
                    <a:pt x="0" y="353"/>
                    <a:pt x="12" y="366"/>
                  </a:cubicBezTo>
                  <a:cubicBezTo>
                    <a:pt x="90" y="453"/>
                    <a:pt x="90" y="453"/>
                    <a:pt x="90" y="453"/>
                  </a:cubicBezTo>
                  <a:cubicBezTo>
                    <a:pt x="168" y="541"/>
                    <a:pt x="168" y="541"/>
                    <a:pt x="168" y="541"/>
                  </a:cubicBezTo>
                  <a:cubicBezTo>
                    <a:pt x="184" y="559"/>
                    <a:pt x="212" y="559"/>
                    <a:pt x="228" y="541"/>
                  </a:cubicBezTo>
                  <a:cubicBezTo>
                    <a:pt x="306" y="453"/>
                    <a:pt x="306" y="453"/>
                    <a:pt x="306" y="453"/>
                  </a:cubicBezTo>
                  <a:cubicBezTo>
                    <a:pt x="384" y="366"/>
                    <a:pt x="384" y="366"/>
                    <a:pt x="384" y="366"/>
                  </a:cubicBezTo>
                  <a:cubicBezTo>
                    <a:pt x="396" y="353"/>
                    <a:pt x="387" y="332"/>
                    <a:pt x="369" y="332"/>
                  </a:cubicBezTo>
                  <a:lnTo>
                    <a:pt x="306" y="3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857;p73">
              <a:extLst>
                <a:ext uri="{FF2B5EF4-FFF2-40B4-BE49-F238E27FC236}">
                  <a16:creationId xmlns:a16="http://schemas.microsoft.com/office/drawing/2014/main" id="{E7248A5E-D181-F186-C488-D76C174BA944}"/>
                </a:ext>
              </a:extLst>
            </p:cNvPr>
            <p:cNvSpPr/>
            <p:nvPr/>
          </p:nvSpPr>
          <p:spPr>
            <a:xfrm>
              <a:off x="5909072" y="3661172"/>
              <a:ext cx="459581" cy="197644"/>
            </a:xfrm>
            <a:custGeom>
              <a:avLst/>
              <a:gdLst/>
              <a:ahLst/>
              <a:cxnLst/>
              <a:rect l="l" t="t" r="r" b="b"/>
              <a:pathLst>
                <a:path w="2048" h="883" extrusionOk="0">
                  <a:moveTo>
                    <a:pt x="2009" y="15"/>
                  </a:moveTo>
                  <a:cubicBezTo>
                    <a:pt x="1985" y="0"/>
                    <a:pt x="1956" y="0"/>
                    <a:pt x="1931" y="13"/>
                  </a:cubicBezTo>
                  <a:cubicBezTo>
                    <a:pt x="1736" y="116"/>
                    <a:pt x="1422" y="240"/>
                    <a:pt x="1024" y="240"/>
                  </a:cubicBezTo>
                  <a:cubicBezTo>
                    <a:pt x="1024" y="240"/>
                    <a:pt x="1023" y="240"/>
                    <a:pt x="1022" y="240"/>
                  </a:cubicBezTo>
                  <a:cubicBezTo>
                    <a:pt x="626" y="239"/>
                    <a:pt x="312" y="116"/>
                    <a:pt x="118" y="13"/>
                  </a:cubicBezTo>
                  <a:cubicBezTo>
                    <a:pt x="93" y="0"/>
                    <a:pt x="63" y="0"/>
                    <a:pt x="39" y="15"/>
                  </a:cubicBezTo>
                  <a:cubicBezTo>
                    <a:pt x="15" y="29"/>
                    <a:pt x="0" y="55"/>
                    <a:pt x="0" y="84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0" y="847"/>
                    <a:pt x="36" y="883"/>
                    <a:pt x="80" y="883"/>
                  </a:cubicBezTo>
                  <a:cubicBezTo>
                    <a:pt x="1193" y="883"/>
                    <a:pt x="1193" y="883"/>
                    <a:pt x="1193" y="883"/>
                  </a:cubicBezTo>
                  <a:cubicBezTo>
                    <a:pt x="1215" y="883"/>
                    <a:pt x="1233" y="865"/>
                    <a:pt x="1233" y="843"/>
                  </a:cubicBezTo>
                  <a:cubicBezTo>
                    <a:pt x="1233" y="821"/>
                    <a:pt x="1215" y="803"/>
                    <a:pt x="1193" y="803"/>
                  </a:cubicBezTo>
                  <a:cubicBezTo>
                    <a:pt x="80" y="803"/>
                    <a:pt x="80" y="803"/>
                    <a:pt x="80" y="80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282" y="191"/>
                    <a:pt x="609" y="319"/>
                    <a:pt x="1022" y="320"/>
                  </a:cubicBezTo>
                  <a:cubicBezTo>
                    <a:pt x="1024" y="320"/>
                    <a:pt x="1024" y="320"/>
                    <a:pt x="1024" y="320"/>
                  </a:cubicBezTo>
                  <a:cubicBezTo>
                    <a:pt x="1438" y="320"/>
                    <a:pt x="1766" y="191"/>
                    <a:pt x="1968" y="84"/>
                  </a:cubicBezTo>
                  <a:cubicBezTo>
                    <a:pt x="1968" y="803"/>
                    <a:pt x="1968" y="803"/>
                    <a:pt x="1968" y="803"/>
                  </a:cubicBezTo>
                  <a:cubicBezTo>
                    <a:pt x="1557" y="803"/>
                    <a:pt x="1557" y="803"/>
                    <a:pt x="1557" y="803"/>
                  </a:cubicBezTo>
                  <a:cubicBezTo>
                    <a:pt x="1535" y="803"/>
                    <a:pt x="1517" y="821"/>
                    <a:pt x="1517" y="843"/>
                  </a:cubicBezTo>
                  <a:cubicBezTo>
                    <a:pt x="1517" y="865"/>
                    <a:pt x="1535" y="883"/>
                    <a:pt x="1557" y="883"/>
                  </a:cubicBezTo>
                  <a:cubicBezTo>
                    <a:pt x="1968" y="883"/>
                    <a:pt x="1968" y="883"/>
                    <a:pt x="1968" y="883"/>
                  </a:cubicBezTo>
                  <a:cubicBezTo>
                    <a:pt x="2012" y="883"/>
                    <a:pt x="2048" y="847"/>
                    <a:pt x="2048" y="803"/>
                  </a:cubicBezTo>
                  <a:cubicBezTo>
                    <a:pt x="2048" y="84"/>
                    <a:pt x="2048" y="84"/>
                    <a:pt x="2048" y="84"/>
                  </a:cubicBezTo>
                  <a:cubicBezTo>
                    <a:pt x="2048" y="55"/>
                    <a:pt x="2034" y="29"/>
                    <a:pt x="2009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858;p73">
              <a:extLst>
                <a:ext uri="{FF2B5EF4-FFF2-40B4-BE49-F238E27FC236}">
                  <a16:creationId xmlns:a16="http://schemas.microsoft.com/office/drawing/2014/main" id="{7104B6AE-878A-6DD1-DA05-8B6300408327}"/>
                </a:ext>
              </a:extLst>
            </p:cNvPr>
            <p:cNvSpPr/>
            <p:nvPr/>
          </p:nvSpPr>
          <p:spPr>
            <a:xfrm>
              <a:off x="6086475" y="3549254"/>
              <a:ext cx="105966" cy="142875"/>
            </a:xfrm>
            <a:custGeom>
              <a:avLst/>
              <a:gdLst/>
              <a:ahLst/>
              <a:cxnLst/>
              <a:rect l="l" t="t" r="r" b="b"/>
              <a:pathLst>
                <a:path w="472" h="635" extrusionOk="0">
                  <a:moveTo>
                    <a:pt x="177" y="608"/>
                  </a:moveTo>
                  <a:cubicBezTo>
                    <a:pt x="192" y="625"/>
                    <a:pt x="214" y="635"/>
                    <a:pt x="236" y="635"/>
                  </a:cubicBezTo>
                  <a:cubicBezTo>
                    <a:pt x="259" y="635"/>
                    <a:pt x="281" y="625"/>
                    <a:pt x="296" y="608"/>
                  </a:cubicBezTo>
                  <a:cubicBezTo>
                    <a:pt x="452" y="433"/>
                    <a:pt x="452" y="433"/>
                    <a:pt x="452" y="433"/>
                  </a:cubicBezTo>
                  <a:cubicBezTo>
                    <a:pt x="468" y="415"/>
                    <a:pt x="472" y="390"/>
                    <a:pt x="463" y="369"/>
                  </a:cubicBezTo>
                  <a:cubicBezTo>
                    <a:pt x="453" y="347"/>
                    <a:pt x="431" y="333"/>
                    <a:pt x="408" y="333"/>
                  </a:cubicBezTo>
                  <a:cubicBezTo>
                    <a:pt x="384" y="333"/>
                    <a:pt x="384" y="333"/>
                    <a:pt x="384" y="333"/>
                  </a:cubicBezTo>
                  <a:cubicBezTo>
                    <a:pt x="384" y="80"/>
                    <a:pt x="384" y="80"/>
                    <a:pt x="384" y="80"/>
                  </a:cubicBezTo>
                  <a:cubicBezTo>
                    <a:pt x="384" y="36"/>
                    <a:pt x="348" y="0"/>
                    <a:pt x="304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25" y="0"/>
                    <a:pt x="89" y="36"/>
                    <a:pt x="89" y="80"/>
                  </a:cubicBezTo>
                  <a:cubicBezTo>
                    <a:pt x="89" y="333"/>
                    <a:pt x="89" y="333"/>
                    <a:pt x="89" y="333"/>
                  </a:cubicBezTo>
                  <a:cubicBezTo>
                    <a:pt x="65" y="333"/>
                    <a:pt x="65" y="333"/>
                    <a:pt x="65" y="333"/>
                  </a:cubicBezTo>
                  <a:cubicBezTo>
                    <a:pt x="41" y="333"/>
                    <a:pt x="20" y="347"/>
                    <a:pt x="10" y="369"/>
                  </a:cubicBezTo>
                  <a:cubicBezTo>
                    <a:pt x="0" y="390"/>
                    <a:pt x="4" y="416"/>
                    <a:pt x="20" y="433"/>
                  </a:cubicBezTo>
                  <a:lnTo>
                    <a:pt x="177" y="608"/>
                  </a:lnTo>
                  <a:close/>
                  <a:moveTo>
                    <a:pt x="129" y="413"/>
                  </a:moveTo>
                  <a:cubicBezTo>
                    <a:pt x="151" y="413"/>
                    <a:pt x="169" y="395"/>
                    <a:pt x="169" y="373"/>
                  </a:cubicBezTo>
                  <a:cubicBezTo>
                    <a:pt x="169" y="80"/>
                    <a:pt x="169" y="80"/>
                    <a:pt x="169" y="80"/>
                  </a:cubicBezTo>
                  <a:cubicBezTo>
                    <a:pt x="304" y="80"/>
                    <a:pt x="304" y="80"/>
                    <a:pt x="304" y="80"/>
                  </a:cubicBezTo>
                  <a:cubicBezTo>
                    <a:pt x="304" y="373"/>
                    <a:pt x="304" y="373"/>
                    <a:pt x="304" y="373"/>
                  </a:cubicBezTo>
                  <a:cubicBezTo>
                    <a:pt x="304" y="395"/>
                    <a:pt x="322" y="413"/>
                    <a:pt x="344" y="413"/>
                  </a:cubicBezTo>
                  <a:cubicBezTo>
                    <a:pt x="363" y="413"/>
                    <a:pt x="363" y="413"/>
                    <a:pt x="363" y="413"/>
                  </a:cubicBezTo>
                  <a:cubicBezTo>
                    <a:pt x="236" y="555"/>
                    <a:pt x="236" y="555"/>
                    <a:pt x="236" y="555"/>
                  </a:cubicBezTo>
                  <a:cubicBezTo>
                    <a:pt x="110" y="413"/>
                    <a:pt x="110" y="413"/>
                    <a:pt x="110" y="413"/>
                  </a:cubicBezTo>
                  <a:lnTo>
                    <a:pt x="129" y="4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859;p73">
              <a:extLst>
                <a:ext uri="{FF2B5EF4-FFF2-40B4-BE49-F238E27FC236}">
                  <a16:creationId xmlns:a16="http://schemas.microsoft.com/office/drawing/2014/main" id="{71FDE831-7ABB-97DD-4686-925A10C63B9E}"/>
                </a:ext>
              </a:extLst>
            </p:cNvPr>
            <p:cNvSpPr/>
            <p:nvPr/>
          </p:nvSpPr>
          <p:spPr>
            <a:xfrm>
              <a:off x="6212681" y="3505200"/>
              <a:ext cx="105966" cy="142875"/>
            </a:xfrm>
            <a:custGeom>
              <a:avLst/>
              <a:gdLst/>
              <a:ahLst/>
              <a:cxnLst/>
              <a:rect l="l" t="t" r="r" b="b"/>
              <a:pathLst>
                <a:path w="472" h="634" extrusionOk="0">
                  <a:moveTo>
                    <a:pt x="176" y="608"/>
                  </a:moveTo>
                  <a:cubicBezTo>
                    <a:pt x="191" y="625"/>
                    <a:pt x="213" y="634"/>
                    <a:pt x="236" y="634"/>
                  </a:cubicBezTo>
                  <a:cubicBezTo>
                    <a:pt x="236" y="634"/>
                    <a:pt x="236" y="634"/>
                    <a:pt x="236" y="634"/>
                  </a:cubicBezTo>
                  <a:cubicBezTo>
                    <a:pt x="258" y="634"/>
                    <a:pt x="280" y="625"/>
                    <a:pt x="295" y="608"/>
                  </a:cubicBezTo>
                  <a:cubicBezTo>
                    <a:pt x="452" y="432"/>
                    <a:pt x="452" y="432"/>
                    <a:pt x="452" y="432"/>
                  </a:cubicBezTo>
                  <a:cubicBezTo>
                    <a:pt x="468" y="415"/>
                    <a:pt x="472" y="390"/>
                    <a:pt x="462" y="368"/>
                  </a:cubicBezTo>
                  <a:cubicBezTo>
                    <a:pt x="452" y="346"/>
                    <a:pt x="431" y="332"/>
                    <a:pt x="407" y="332"/>
                  </a:cubicBezTo>
                  <a:cubicBezTo>
                    <a:pt x="383" y="332"/>
                    <a:pt x="383" y="332"/>
                    <a:pt x="383" y="332"/>
                  </a:cubicBezTo>
                  <a:cubicBezTo>
                    <a:pt x="383" y="80"/>
                    <a:pt x="383" y="80"/>
                    <a:pt x="383" y="80"/>
                  </a:cubicBezTo>
                  <a:cubicBezTo>
                    <a:pt x="383" y="36"/>
                    <a:pt x="347" y="0"/>
                    <a:pt x="303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24" y="0"/>
                    <a:pt x="88" y="36"/>
                    <a:pt x="88" y="80"/>
                  </a:cubicBezTo>
                  <a:cubicBezTo>
                    <a:pt x="88" y="332"/>
                    <a:pt x="88" y="332"/>
                    <a:pt x="88" y="332"/>
                  </a:cubicBezTo>
                  <a:cubicBezTo>
                    <a:pt x="64" y="332"/>
                    <a:pt x="64" y="332"/>
                    <a:pt x="64" y="332"/>
                  </a:cubicBezTo>
                  <a:cubicBezTo>
                    <a:pt x="41" y="332"/>
                    <a:pt x="19" y="346"/>
                    <a:pt x="10" y="368"/>
                  </a:cubicBezTo>
                  <a:cubicBezTo>
                    <a:pt x="0" y="390"/>
                    <a:pt x="4" y="415"/>
                    <a:pt x="20" y="432"/>
                  </a:cubicBezTo>
                  <a:lnTo>
                    <a:pt x="176" y="608"/>
                  </a:lnTo>
                  <a:close/>
                  <a:moveTo>
                    <a:pt x="128" y="412"/>
                  </a:moveTo>
                  <a:cubicBezTo>
                    <a:pt x="150" y="412"/>
                    <a:pt x="168" y="395"/>
                    <a:pt x="168" y="372"/>
                  </a:cubicBezTo>
                  <a:cubicBezTo>
                    <a:pt x="168" y="80"/>
                    <a:pt x="168" y="80"/>
                    <a:pt x="168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3" y="372"/>
                    <a:pt x="303" y="372"/>
                    <a:pt x="303" y="372"/>
                  </a:cubicBezTo>
                  <a:cubicBezTo>
                    <a:pt x="303" y="395"/>
                    <a:pt x="321" y="412"/>
                    <a:pt x="343" y="412"/>
                  </a:cubicBezTo>
                  <a:cubicBezTo>
                    <a:pt x="362" y="412"/>
                    <a:pt x="362" y="412"/>
                    <a:pt x="362" y="412"/>
                  </a:cubicBezTo>
                  <a:cubicBezTo>
                    <a:pt x="236" y="554"/>
                    <a:pt x="236" y="554"/>
                    <a:pt x="236" y="554"/>
                  </a:cubicBezTo>
                  <a:cubicBezTo>
                    <a:pt x="109" y="412"/>
                    <a:pt x="109" y="412"/>
                    <a:pt x="109" y="412"/>
                  </a:cubicBezTo>
                  <a:lnTo>
                    <a:pt x="128" y="4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60;p73">
              <a:extLst>
                <a:ext uri="{FF2B5EF4-FFF2-40B4-BE49-F238E27FC236}">
                  <a16:creationId xmlns:a16="http://schemas.microsoft.com/office/drawing/2014/main" id="{F124EA4D-397F-80A7-498F-768833C5E12D}"/>
                </a:ext>
              </a:extLst>
            </p:cNvPr>
            <p:cNvSpPr/>
            <p:nvPr/>
          </p:nvSpPr>
          <p:spPr>
            <a:xfrm>
              <a:off x="5960269" y="3505200"/>
              <a:ext cx="105966" cy="142875"/>
            </a:xfrm>
            <a:custGeom>
              <a:avLst/>
              <a:gdLst/>
              <a:ahLst/>
              <a:cxnLst/>
              <a:rect l="l" t="t" r="r" b="b"/>
              <a:pathLst>
                <a:path w="472" h="634" extrusionOk="0">
                  <a:moveTo>
                    <a:pt x="176" y="608"/>
                  </a:moveTo>
                  <a:cubicBezTo>
                    <a:pt x="191" y="625"/>
                    <a:pt x="213" y="634"/>
                    <a:pt x="236" y="634"/>
                  </a:cubicBezTo>
                  <a:cubicBezTo>
                    <a:pt x="259" y="634"/>
                    <a:pt x="280" y="625"/>
                    <a:pt x="296" y="608"/>
                  </a:cubicBezTo>
                  <a:cubicBezTo>
                    <a:pt x="452" y="432"/>
                    <a:pt x="452" y="432"/>
                    <a:pt x="452" y="432"/>
                  </a:cubicBezTo>
                  <a:cubicBezTo>
                    <a:pt x="468" y="415"/>
                    <a:pt x="472" y="390"/>
                    <a:pt x="462" y="368"/>
                  </a:cubicBezTo>
                  <a:cubicBezTo>
                    <a:pt x="452" y="346"/>
                    <a:pt x="431" y="332"/>
                    <a:pt x="407" y="332"/>
                  </a:cubicBezTo>
                  <a:cubicBezTo>
                    <a:pt x="384" y="332"/>
                    <a:pt x="384" y="332"/>
                    <a:pt x="384" y="332"/>
                  </a:cubicBezTo>
                  <a:cubicBezTo>
                    <a:pt x="384" y="80"/>
                    <a:pt x="384" y="80"/>
                    <a:pt x="384" y="80"/>
                  </a:cubicBezTo>
                  <a:cubicBezTo>
                    <a:pt x="384" y="36"/>
                    <a:pt x="348" y="0"/>
                    <a:pt x="304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24" y="0"/>
                    <a:pt x="88" y="36"/>
                    <a:pt x="88" y="80"/>
                  </a:cubicBezTo>
                  <a:cubicBezTo>
                    <a:pt x="88" y="332"/>
                    <a:pt x="88" y="332"/>
                    <a:pt x="88" y="332"/>
                  </a:cubicBezTo>
                  <a:cubicBezTo>
                    <a:pt x="64" y="332"/>
                    <a:pt x="64" y="332"/>
                    <a:pt x="64" y="332"/>
                  </a:cubicBezTo>
                  <a:cubicBezTo>
                    <a:pt x="41" y="332"/>
                    <a:pt x="19" y="346"/>
                    <a:pt x="10" y="368"/>
                  </a:cubicBezTo>
                  <a:cubicBezTo>
                    <a:pt x="0" y="390"/>
                    <a:pt x="4" y="415"/>
                    <a:pt x="20" y="432"/>
                  </a:cubicBezTo>
                  <a:lnTo>
                    <a:pt x="176" y="608"/>
                  </a:lnTo>
                  <a:close/>
                  <a:moveTo>
                    <a:pt x="128" y="412"/>
                  </a:moveTo>
                  <a:cubicBezTo>
                    <a:pt x="150" y="412"/>
                    <a:pt x="168" y="395"/>
                    <a:pt x="168" y="372"/>
                  </a:cubicBezTo>
                  <a:cubicBezTo>
                    <a:pt x="168" y="80"/>
                    <a:pt x="168" y="80"/>
                    <a:pt x="168" y="80"/>
                  </a:cubicBezTo>
                  <a:cubicBezTo>
                    <a:pt x="304" y="80"/>
                    <a:pt x="304" y="80"/>
                    <a:pt x="304" y="80"/>
                  </a:cubicBezTo>
                  <a:cubicBezTo>
                    <a:pt x="304" y="372"/>
                    <a:pt x="304" y="372"/>
                    <a:pt x="304" y="372"/>
                  </a:cubicBezTo>
                  <a:cubicBezTo>
                    <a:pt x="304" y="395"/>
                    <a:pt x="321" y="412"/>
                    <a:pt x="344" y="412"/>
                  </a:cubicBezTo>
                  <a:cubicBezTo>
                    <a:pt x="363" y="412"/>
                    <a:pt x="363" y="412"/>
                    <a:pt x="363" y="412"/>
                  </a:cubicBezTo>
                  <a:cubicBezTo>
                    <a:pt x="236" y="554"/>
                    <a:pt x="236" y="554"/>
                    <a:pt x="236" y="554"/>
                  </a:cubicBezTo>
                  <a:cubicBezTo>
                    <a:pt x="109" y="412"/>
                    <a:pt x="109" y="412"/>
                    <a:pt x="109" y="412"/>
                  </a:cubicBezTo>
                  <a:lnTo>
                    <a:pt x="128" y="4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861;p73">
              <a:extLst>
                <a:ext uri="{FF2B5EF4-FFF2-40B4-BE49-F238E27FC236}">
                  <a16:creationId xmlns:a16="http://schemas.microsoft.com/office/drawing/2014/main" id="{ADB621C3-8E66-1861-0CD3-5BED8FE65256}"/>
                </a:ext>
              </a:extLst>
            </p:cNvPr>
            <p:cNvSpPr/>
            <p:nvPr/>
          </p:nvSpPr>
          <p:spPr>
            <a:xfrm>
              <a:off x="5960269" y="3727847"/>
              <a:ext cx="346475" cy="50006"/>
            </a:xfrm>
            <a:custGeom>
              <a:avLst/>
              <a:gdLst/>
              <a:ahLst/>
              <a:cxnLst/>
              <a:rect l="l" t="t" r="r" b="b"/>
              <a:pathLst>
                <a:path w="1541" h="220" extrusionOk="0">
                  <a:moveTo>
                    <a:pt x="1534" y="50"/>
                  </a:moveTo>
                  <a:cubicBezTo>
                    <a:pt x="1526" y="29"/>
                    <a:pt x="1504" y="18"/>
                    <a:pt x="1483" y="25"/>
                  </a:cubicBezTo>
                  <a:cubicBezTo>
                    <a:pt x="1260" y="101"/>
                    <a:pt x="1029" y="140"/>
                    <a:pt x="795" y="140"/>
                  </a:cubicBezTo>
                  <a:cubicBezTo>
                    <a:pt x="793" y="140"/>
                    <a:pt x="793" y="140"/>
                    <a:pt x="793" y="140"/>
                  </a:cubicBezTo>
                  <a:cubicBezTo>
                    <a:pt x="543" y="140"/>
                    <a:pt x="296" y="95"/>
                    <a:pt x="59" y="8"/>
                  </a:cubicBezTo>
                  <a:cubicBezTo>
                    <a:pt x="39" y="0"/>
                    <a:pt x="16" y="11"/>
                    <a:pt x="8" y="31"/>
                  </a:cubicBezTo>
                  <a:cubicBezTo>
                    <a:pt x="0" y="52"/>
                    <a:pt x="11" y="75"/>
                    <a:pt x="32" y="83"/>
                  </a:cubicBezTo>
                  <a:cubicBezTo>
                    <a:pt x="277" y="173"/>
                    <a:pt x="533" y="219"/>
                    <a:pt x="793" y="220"/>
                  </a:cubicBezTo>
                  <a:cubicBezTo>
                    <a:pt x="795" y="220"/>
                    <a:pt x="795" y="220"/>
                    <a:pt x="795" y="220"/>
                  </a:cubicBezTo>
                  <a:cubicBezTo>
                    <a:pt x="1038" y="220"/>
                    <a:pt x="1278" y="180"/>
                    <a:pt x="1509" y="101"/>
                  </a:cubicBezTo>
                  <a:cubicBezTo>
                    <a:pt x="1530" y="94"/>
                    <a:pt x="1541" y="71"/>
                    <a:pt x="1534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862;p73">
              <a:extLst>
                <a:ext uri="{FF2B5EF4-FFF2-40B4-BE49-F238E27FC236}">
                  <a16:creationId xmlns:a16="http://schemas.microsoft.com/office/drawing/2014/main" id="{413A7392-29B1-F57B-607A-8DB6CCF2D0B1}"/>
                </a:ext>
              </a:extLst>
            </p:cNvPr>
            <p:cNvSpPr/>
            <p:nvPr/>
          </p:nvSpPr>
          <p:spPr>
            <a:xfrm>
              <a:off x="6209109" y="3840956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1556;p73">
            <a:extLst>
              <a:ext uri="{FF2B5EF4-FFF2-40B4-BE49-F238E27FC236}">
                <a16:creationId xmlns:a16="http://schemas.microsoft.com/office/drawing/2014/main" id="{D89932CF-FBA2-47C7-49E9-F47A52D5B505}"/>
              </a:ext>
            </a:extLst>
          </p:cNvPr>
          <p:cNvGrpSpPr/>
          <p:nvPr/>
        </p:nvGrpSpPr>
        <p:grpSpPr>
          <a:xfrm>
            <a:off x="5874562" y="1893764"/>
            <a:ext cx="468667" cy="441576"/>
            <a:chOff x="5909072" y="185738"/>
            <a:chExt cx="459581" cy="440533"/>
          </a:xfrm>
        </p:grpSpPr>
        <p:sp>
          <p:nvSpPr>
            <p:cNvPr id="22" name="Google Shape;1557;p73">
              <a:extLst>
                <a:ext uri="{FF2B5EF4-FFF2-40B4-BE49-F238E27FC236}">
                  <a16:creationId xmlns:a16="http://schemas.microsoft.com/office/drawing/2014/main" id="{63EC5C5C-3100-388A-6A79-A483E0CB2E22}"/>
                </a:ext>
              </a:extLst>
            </p:cNvPr>
            <p:cNvSpPr/>
            <p:nvPr/>
          </p:nvSpPr>
          <p:spPr>
            <a:xfrm>
              <a:off x="6007894" y="340519"/>
              <a:ext cx="220266" cy="277416"/>
            </a:xfrm>
            <a:custGeom>
              <a:avLst/>
              <a:gdLst/>
              <a:ahLst/>
              <a:cxnLst/>
              <a:rect l="l" t="t" r="r" b="b"/>
              <a:pathLst>
                <a:path w="981" h="1233" extrusionOk="0">
                  <a:moveTo>
                    <a:pt x="981" y="393"/>
                  </a:moveTo>
                  <a:cubicBezTo>
                    <a:pt x="981" y="369"/>
                    <a:pt x="971" y="347"/>
                    <a:pt x="955" y="331"/>
                  </a:cubicBezTo>
                  <a:cubicBezTo>
                    <a:pt x="939" y="315"/>
                    <a:pt x="918" y="306"/>
                    <a:pt x="893" y="306"/>
                  </a:cubicBezTo>
                  <a:cubicBezTo>
                    <a:pt x="845" y="306"/>
                    <a:pt x="806" y="344"/>
                    <a:pt x="806" y="393"/>
                  </a:cubicBezTo>
                  <a:cubicBezTo>
                    <a:pt x="806" y="252"/>
                    <a:pt x="806" y="252"/>
                    <a:pt x="806" y="252"/>
                  </a:cubicBezTo>
                  <a:cubicBezTo>
                    <a:pt x="806" y="228"/>
                    <a:pt x="796" y="206"/>
                    <a:pt x="780" y="190"/>
                  </a:cubicBezTo>
                  <a:cubicBezTo>
                    <a:pt x="764" y="174"/>
                    <a:pt x="741" y="164"/>
                    <a:pt x="717" y="164"/>
                  </a:cubicBezTo>
                  <a:cubicBezTo>
                    <a:pt x="668" y="164"/>
                    <a:pt x="628" y="203"/>
                    <a:pt x="628" y="252"/>
                  </a:cubicBezTo>
                  <a:cubicBezTo>
                    <a:pt x="628" y="88"/>
                    <a:pt x="628" y="88"/>
                    <a:pt x="628" y="88"/>
                  </a:cubicBezTo>
                  <a:cubicBezTo>
                    <a:pt x="628" y="64"/>
                    <a:pt x="618" y="42"/>
                    <a:pt x="601" y="26"/>
                  </a:cubicBezTo>
                  <a:cubicBezTo>
                    <a:pt x="585" y="10"/>
                    <a:pt x="563" y="0"/>
                    <a:pt x="538" y="0"/>
                  </a:cubicBezTo>
                  <a:cubicBezTo>
                    <a:pt x="491" y="0"/>
                    <a:pt x="452" y="35"/>
                    <a:pt x="448" y="80"/>
                  </a:cubicBezTo>
                  <a:cubicBezTo>
                    <a:pt x="448" y="198"/>
                    <a:pt x="448" y="198"/>
                    <a:pt x="448" y="198"/>
                  </a:cubicBezTo>
                  <a:cubicBezTo>
                    <a:pt x="448" y="198"/>
                    <a:pt x="448" y="198"/>
                    <a:pt x="448" y="198"/>
                  </a:cubicBezTo>
                  <a:cubicBezTo>
                    <a:pt x="448" y="80"/>
                    <a:pt x="448" y="80"/>
                    <a:pt x="448" y="80"/>
                  </a:cubicBezTo>
                  <a:cubicBezTo>
                    <a:pt x="448" y="81"/>
                    <a:pt x="448" y="129"/>
                    <a:pt x="448" y="196"/>
                  </a:cubicBezTo>
                  <a:cubicBezTo>
                    <a:pt x="445" y="150"/>
                    <a:pt x="407" y="115"/>
                    <a:pt x="361" y="115"/>
                  </a:cubicBezTo>
                  <a:cubicBezTo>
                    <a:pt x="361" y="115"/>
                    <a:pt x="361" y="115"/>
                    <a:pt x="360" y="115"/>
                  </a:cubicBezTo>
                  <a:cubicBezTo>
                    <a:pt x="312" y="115"/>
                    <a:pt x="273" y="154"/>
                    <a:pt x="273" y="202"/>
                  </a:cubicBezTo>
                  <a:cubicBezTo>
                    <a:pt x="273" y="750"/>
                    <a:pt x="273" y="750"/>
                    <a:pt x="273" y="750"/>
                  </a:cubicBezTo>
                  <a:cubicBezTo>
                    <a:pt x="166" y="633"/>
                    <a:pt x="166" y="633"/>
                    <a:pt x="166" y="633"/>
                  </a:cubicBezTo>
                  <a:cubicBezTo>
                    <a:pt x="149" y="614"/>
                    <a:pt x="124" y="604"/>
                    <a:pt x="100" y="604"/>
                  </a:cubicBezTo>
                  <a:cubicBezTo>
                    <a:pt x="80" y="604"/>
                    <a:pt x="59" y="611"/>
                    <a:pt x="42" y="625"/>
                  </a:cubicBezTo>
                  <a:cubicBezTo>
                    <a:pt x="8" y="654"/>
                    <a:pt x="0" y="704"/>
                    <a:pt x="25" y="742"/>
                  </a:cubicBezTo>
                  <a:cubicBezTo>
                    <a:pt x="267" y="1114"/>
                    <a:pt x="267" y="1114"/>
                    <a:pt x="267" y="1114"/>
                  </a:cubicBezTo>
                  <a:cubicBezTo>
                    <a:pt x="267" y="1195"/>
                    <a:pt x="267" y="1195"/>
                    <a:pt x="267" y="1195"/>
                  </a:cubicBezTo>
                  <a:cubicBezTo>
                    <a:pt x="267" y="1216"/>
                    <a:pt x="284" y="1233"/>
                    <a:pt x="305" y="1233"/>
                  </a:cubicBezTo>
                  <a:cubicBezTo>
                    <a:pt x="826" y="1233"/>
                    <a:pt x="826" y="1233"/>
                    <a:pt x="826" y="1233"/>
                  </a:cubicBezTo>
                  <a:cubicBezTo>
                    <a:pt x="847" y="1233"/>
                    <a:pt x="863" y="1216"/>
                    <a:pt x="863" y="1195"/>
                  </a:cubicBezTo>
                  <a:cubicBezTo>
                    <a:pt x="863" y="1114"/>
                    <a:pt x="863" y="1114"/>
                    <a:pt x="863" y="1114"/>
                  </a:cubicBezTo>
                  <a:cubicBezTo>
                    <a:pt x="937" y="1035"/>
                    <a:pt x="981" y="929"/>
                    <a:pt x="981" y="814"/>
                  </a:cubicBezTo>
                  <a:lnTo>
                    <a:pt x="981" y="3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558;p73">
              <a:extLst>
                <a:ext uri="{FF2B5EF4-FFF2-40B4-BE49-F238E27FC236}">
                  <a16:creationId xmlns:a16="http://schemas.microsoft.com/office/drawing/2014/main" id="{C85E42E9-4E51-3534-A0A3-EAA856C6DA11}"/>
                </a:ext>
              </a:extLst>
            </p:cNvPr>
            <p:cNvSpPr/>
            <p:nvPr/>
          </p:nvSpPr>
          <p:spPr>
            <a:xfrm>
              <a:off x="5998369" y="332185"/>
              <a:ext cx="238126" cy="294086"/>
            </a:xfrm>
            <a:custGeom>
              <a:avLst/>
              <a:gdLst/>
              <a:ahLst/>
              <a:cxnLst/>
              <a:rect l="l" t="t" r="r" b="b"/>
              <a:pathLst>
                <a:path w="1065" h="1313" extrusionOk="0">
                  <a:moveTo>
                    <a:pt x="1028" y="343"/>
                  </a:moveTo>
                  <a:cubicBezTo>
                    <a:pt x="1003" y="319"/>
                    <a:pt x="971" y="306"/>
                    <a:pt x="937" y="306"/>
                  </a:cubicBezTo>
                  <a:cubicBezTo>
                    <a:pt x="920" y="306"/>
                    <a:pt x="904" y="309"/>
                    <a:pt x="890" y="315"/>
                  </a:cubicBezTo>
                  <a:cubicBezTo>
                    <a:pt x="890" y="292"/>
                    <a:pt x="890" y="292"/>
                    <a:pt x="890" y="292"/>
                  </a:cubicBezTo>
                  <a:cubicBezTo>
                    <a:pt x="890" y="258"/>
                    <a:pt x="876" y="226"/>
                    <a:pt x="852" y="201"/>
                  </a:cubicBezTo>
                  <a:cubicBezTo>
                    <a:pt x="827" y="177"/>
                    <a:pt x="795" y="164"/>
                    <a:pt x="761" y="164"/>
                  </a:cubicBezTo>
                  <a:cubicBezTo>
                    <a:pt x="743" y="164"/>
                    <a:pt x="727" y="168"/>
                    <a:pt x="712" y="174"/>
                  </a:cubicBezTo>
                  <a:cubicBezTo>
                    <a:pt x="712" y="128"/>
                    <a:pt x="712" y="128"/>
                    <a:pt x="712" y="128"/>
                  </a:cubicBezTo>
                  <a:cubicBezTo>
                    <a:pt x="712" y="94"/>
                    <a:pt x="698" y="61"/>
                    <a:pt x="673" y="37"/>
                  </a:cubicBezTo>
                  <a:cubicBezTo>
                    <a:pt x="649" y="13"/>
                    <a:pt x="616" y="0"/>
                    <a:pt x="582" y="0"/>
                  </a:cubicBezTo>
                  <a:cubicBezTo>
                    <a:pt x="514" y="0"/>
                    <a:pt x="459" y="50"/>
                    <a:pt x="452" y="116"/>
                  </a:cubicBezTo>
                  <a:cubicBezTo>
                    <a:pt x="452" y="117"/>
                    <a:pt x="452" y="119"/>
                    <a:pt x="452" y="120"/>
                  </a:cubicBezTo>
                  <a:cubicBezTo>
                    <a:pt x="452" y="124"/>
                    <a:pt x="452" y="124"/>
                    <a:pt x="452" y="124"/>
                  </a:cubicBezTo>
                  <a:cubicBezTo>
                    <a:pt x="437" y="118"/>
                    <a:pt x="421" y="115"/>
                    <a:pt x="405" y="115"/>
                  </a:cubicBezTo>
                  <a:cubicBezTo>
                    <a:pt x="404" y="115"/>
                    <a:pt x="404" y="115"/>
                    <a:pt x="404" y="115"/>
                  </a:cubicBezTo>
                  <a:cubicBezTo>
                    <a:pt x="370" y="115"/>
                    <a:pt x="338" y="128"/>
                    <a:pt x="314" y="152"/>
                  </a:cubicBezTo>
                  <a:cubicBezTo>
                    <a:pt x="290" y="176"/>
                    <a:pt x="277" y="208"/>
                    <a:pt x="277" y="242"/>
                  </a:cubicBezTo>
                  <a:cubicBezTo>
                    <a:pt x="277" y="687"/>
                    <a:pt x="277" y="687"/>
                    <a:pt x="277" y="687"/>
                  </a:cubicBezTo>
                  <a:cubicBezTo>
                    <a:pt x="240" y="646"/>
                    <a:pt x="240" y="646"/>
                    <a:pt x="240" y="646"/>
                  </a:cubicBezTo>
                  <a:cubicBezTo>
                    <a:pt x="215" y="619"/>
                    <a:pt x="180" y="604"/>
                    <a:pt x="144" y="604"/>
                  </a:cubicBezTo>
                  <a:cubicBezTo>
                    <a:pt x="113" y="604"/>
                    <a:pt x="84" y="615"/>
                    <a:pt x="61" y="634"/>
                  </a:cubicBezTo>
                  <a:cubicBezTo>
                    <a:pt x="11" y="676"/>
                    <a:pt x="0" y="749"/>
                    <a:pt x="35" y="804"/>
                  </a:cubicBezTo>
                  <a:cubicBezTo>
                    <a:pt x="271" y="1166"/>
                    <a:pt x="271" y="1166"/>
                    <a:pt x="271" y="1166"/>
                  </a:cubicBezTo>
                  <a:cubicBezTo>
                    <a:pt x="271" y="1235"/>
                    <a:pt x="271" y="1235"/>
                    <a:pt x="271" y="1235"/>
                  </a:cubicBezTo>
                  <a:cubicBezTo>
                    <a:pt x="271" y="1278"/>
                    <a:pt x="306" y="1313"/>
                    <a:pt x="349" y="1313"/>
                  </a:cubicBezTo>
                  <a:cubicBezTo>
                    <a:pt x="870" y="1313"/>
                    <a:pt x="870" y="1313"/>
                    <a:pt x="870" y="1313"/>
                  </a:cubicBezTo>
                  <a:cubicBezTo>
                    <a:pt x="913" y="1313"/>
                    <a:pt x="947" y="1278"/>
                    <a:pt x="947" y="1235"/>
                  </a:cubicBezTo>
                  <a:cubicBezTo>
                    <a:pt x="947" y="1169"/>
                    <a:pt x="947" y="1169"/>
                    <a:pt x="947" y="1169"/>
                  </a:cubicBezTo>
                  <a:cubicBezTo>
                    <a:pt x="1024" y="1081"/>
                    <a:pt x="1065" y="970"/>
                    <a:pt x="1065" y="854"/>
                  </a:cubicBezTo>
                  <a:cubicBezTo>
                    <a:pt x="1065" y="433"/>
                    <a:pt x="1065" y="433"/>
                    <a:pt x="1065" y="433"/>
                  </a:cubicBezTo>
                  <a:cubicBezTo>
                    <a:pt x="1065" y="399"/>
                    <a:pt x="1052" y="367"/>
                    <a:pt x="1028" y="343"/>
                  </a:cubicBezTo>
                  <a:close/>
                  <a:moveTo>
                    <a:pt x="878" y="1126"/>
                  </a:moveTo>
                  <a:cubicBezTo>
                    <a:pt x="871" y="1134"/>
                    <a:pt x="867" y="1143"/>
                    <a:pt x="867" y="1154"/>
                  </a:cubicBezTo>
                  <a:cubicBezTo>
                    <a:pt x="867" y="1233"/>
                    <a:pt x="867" y="1233"/>
                    <a:pt x="867" y="1233"/>
                  </a:cubicBezTo>
                  <a:cubicBezTo>
                    <a:pt x="351" y="1233"/>
                    <a:pt x="351" y="1233"/>
                    <a:pt x="351" y="1233"/>
                  </a:cubicBezTo>
                  <a:cubicBezTo>
                    <a:pt x="351" y="1154"/>
                    <a:pt x="351" y="1154"/>
                    <a:pt x="351" y="1154"/>
                  </a:cubicBezTo>
                  <a:cubicBezTo>
                    <a:pt x="351" y="1146"/>
                    <a:pt x="349" y="1138"/>
                    <a:pt x="345" y="1132"/>
                  </a:cubicBezTo>
                  <a:cubicBezTo>
                    <a:pt x="102" y="760"/>
                    <a:pt x="102" y="760"/>
                    <a:pt x="102" y="760"/>
                  </a:cubicBezTo>
                  <a:cubicBezTo>
                    <a:pt x="89" y="739"/>
                    <a:pt x="93" y="711"/>
                    <a:pt x="112" y="695"/>
                  </a:cubicBezTo>
                  <a:cubicBezTo>
                    <a:pt x="124" y="686"/>
                    <a:pt x="136" y="684"/>
                    <a:pt x="144" y="684"/>
                  </a:cubicBezTo>
                  <a:cubicBezTo>
                    <a:pt x="158" y="684"/>
                    <a:pt x="171" y="690"/>
                    <a:pt x="181" y="700"/>
                  </a:cubicBezTo>
                  <a:cubicBezTo>
                    <a:pt x="287" y="817"/>
                    <a:pt x="287" y="817"/>
                    <a:pt x="287" y="817"/>
                  </a:cubicBezTo>
                  <a:cubicBezTo>
                    <a:pt x="298" y="829"/>
                    <a:pt x="316" y="833"/>
                    <a:pt x="331" y="827"/>
                  </a:cubicBezTo>
                  <a:cubicBezTo>
                    <a:pt x="346" y="821"/>
                    <a:pt x="357" y="807"/>
                    <a:pt x="357" y="790"/>
                  </a:cubicBezTo>
                  <a:cubicBezTo>
                    <a:pt x="357" y="242"/>
                    <a:pt x="357" y="242"/>
                    <a:pt x="357" y="242"/>
                  </a:cubicBezTo>
                  <a:cubicBezTo>
                    <a:pt x="357" y="230"/>
                    <a:pt x="362" y="218"/>
                    <a:pt x="371" y="209"/>
                  </a:cubicBezTo>
                  <a:cubicBezTo>
                    <a:pt x="380" y="200"/>
                    <a:pt x="392" y="195"/>
                    <a:pt x="405" y="195"/>
                  </a:cubicBezTo>
                  <a:cubicBezTo>
                    <a:pt x="405" y="195"/>
                    <a:pt x="405" y="195"/>
                    <a:pt x="405" y="195"/>
                  </a:cubicBezTo>
                  <a:cubicBezTo>
                    <a:pt x="429" y="195"/>
                    <a:pt x="449" y="213"/>
                    <a:pt x="452" y="237"/>
                  </a:cubicBezTo>
                  <a:cubicBezTo>
                    <a:pt x="452" y="310"/>
                    <a:pt x="452" y="426"/>
                    <a:pt x="452" y="613"/>
                  </a:cubicBezTo>
                  <a:cubicBezTo>
                    <a:pt x="452" y="635"/>
                    <a:pt x="470" y="653"/>
                    <a:pt x="492" y="653"/>
                  </a:cubicBezTo>
                  <a:cubicBezTo>
                    <a:pt x="492" y="653"/>
                    <a:pt x="492" y="653"/>
                    <a:pt x="492" y="653"/>
                  </a:cubicBezTo>
                  <a:cubicBezTo>
                    <a:pt x="492" y="653"/>
                    <a:pt x="492" y="653"/>
                    <a:pt x="492" y="653"/>
                  </a:cubicBezTo>
                  <a:cubicBezTo>
                    <a:pt x="514" y="653"/>
                    <a:pt x="532" y="635"/>
                    <a:pt x="532" y="613"/>
                  </a:cubicBezTo>
                  <a:cubicBezTo>
                    <a:pt x="532" y="122"/>
                    <a:pt x="532" y="122"/>
                    <a:pt x="532" y="122"/>
                  </a:cubicBezTo>
                  <a:cubicBezTo>
                    <a:pt x="535" y="98"/>
                    <a:pt x="557" y="80"/>
                    <a:pt x="582" y="80"/>
                  </a:cubicBezTo>
                  <a:cubicBezTo>
                    <a:pt x="595" y="80"/>
                    <a:pt x="608" y="85"/>
                    <a:pt x="618" y="94"/>
                  </a:cubicBezTo>
                  <a:cubicBezTo>
                    <a:pt x="627" y="103"/>
                    <a:pt x="632" y="115"/>
                    <a:pt x="632" y="128"/>
                  </a:cubicBezTo>
                  <a:cubicBezTo>
                    <a:pt x="632" y="613"/>
                    <a:pt x="632" y="613"/>
                    <a:pt x="632" y="613"/>
                  </a:cubicBezTo>
                  <a:cubicBezTo>
                    <a:pt x="632" y="635"/>
                    <a:pt x="650" y="653"/>
                    <a:pt x="672" y="653"/>
                  </a:cubicBezTo>
                  <a:cubicBezTo>
                    <a:pt x="683" y="653"/>
                    <a:pt x="693" y="649"/>
                    <a:pt x="700" y="642"/>
                  </a:cubicBezTo>
                  <a:cubicBezTo>
                    <a:pt x="708" y="634"/>
                    <a:pt x="712" y="624"/>
                    <a:pt x="712" y="613"/>
                  </a:cubicBezTo>
                  <a:cubicBezTo>
                    <a:pt x="712" y="292"/>
                    <a:pt x="712" y="292"/>
                    <a:pt x="712" y="292"/>
                  </a:cubicBezTo>
                  <a:cubicBezTo>
                    <a:pt x="712" y="266"/>
                    <a:pt x="734" y="244"/>
                    <a:pt x="761" y="244"/>
                  </a:cubicBezTo>
                  <a:cubicBezTo>
                    <a:pt x="774" y="244"/>
                    <a:pt x="786" y="249"/>
                    <a:pt x="795" y="258"/>
                  </a:cubicBezTo>
                  <a:cubicBezTo>
                    <a:pt x="805" y="267"/>
                    <a:pt x="810" y="279"/>
                    <a:pt x="810" y="292"/>
                  </a:cubicBezTo>
                  <a:cubicBezTo>
                    <a:pt x="810" y="614"/>
                    <a:pt x="810" y="614"/>
                    <a:pt x="810" y="614"/>
                  </a:cubicBezTo>
                  <a:cubicBezTo>
                    <a:pt x="810" y="636"/>
                    <a:pt x="827" y="654"/>
                    <a:pt x="850" y="654"/>
                  </a:cubicBezTo>
                  <a:cubicBezTo>
                    <a:pt x="850" y="654"/>
                    <a:pt x="850" y="654"/>
                    <a:pt x="850" y="654"/>
                  </a:cubicBezTo>
                  <a:cubicBezTo>
                    <a:pt x="872" y="654"/>
                    <a:pt x="890" y="636"/>
                    <a:pt x="890" y="614"/>
                  </a:cubicBezTo>
                  <a:cubicBezTo>
                    <a:pt x="890" y="433"/>
                    <a:pt x="890" y="433"/>
                    <a:pt x="890" y="433"/>
                  </a:cubicBezTo>
                  <a:cubicBezTo>
                    <a:pt x="890" y="407"/>
                    <a:pt x="911" y="386"/>
                    <a:pt x="937" y="386"/>
                  </a:cubicBezTo>
                  <a:cubicBezTo>
                    <a:pt x="950" y="386"/>
                    <a:pt x="962" y="390"/>
                    <a:pt x="971" y="399"/>
                  </a:cubicBezTo>
                  <a:cubicBezTo>
                    <a:pt x="980" y="408"/>
                    <a:pt x="985" y="420"/>
                    <a:pt x="985" y="433"/>
                  </a:cubicBezTo>
                  <a:cubicBezTo>
                    <a:pt x="985" y="854"/>
                    <a:pt x="985" y="854"/>
                    <a:pt x="985" y="854"/>
                  </a:cubicBezTo>
                  <a:cubicBezTo>
                    <a:pt x="985" y="955"/>
                    <a:pt x="947" y="1052"/>
                    <a:pt x="878" y="1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559;p73">
              <a:extLst>
                <a:ext uri="{FF2B5EF4-FFF2-40B4-BE49-F238E27FC236}">
                  <a16:creationId xmlns:a16="http://schemas.microsoft.com/office/drawing/2014/main" id="{E62D00DA-886A-8EC2-9A0C-9CC706DCD423}"/>
                </a:ext>
              </a:extLst>
            </p:cNvPr>
            <p:cNvSpPr/>
            <p:nvPr/>
          </p:nvSpPr>
          <p:spPr>
            <a:xfrm>
              <a:off x="5909072" y="185738"/>
              <a:ext cx="459581" cy="239315"/>
            </a:xfrm>
            <a:custGeom>
              <a:avLst/>
              <a:gdLst/>
              <a:ahLst/>
              <a:cxnLst/>
              <a:rect l="l" t="t" r="r" b="b"/>
              <a:pathLst>
                <a:path w="2048" h="1064" extrusionOk="0">
                  <a:moveTo>
                    <a:pt x="1024" y="0"/>
                  </a:moveTo>
                  <a:cubicBezTo>
                    <a:pt x="460" y="0"/>
                    <a:pt x="0" y="459"/>
                    <a:pt x="0" y="1024"/>
                  </a:cubicBezTo>
                  <a:cubicBezTo>
                    <a:pt x="0" y="1046"/>
                    <a:pt x="18" y="1064"/>
                    <a:pt x="40" y="1064"/>
                  </a:cubicBezTo>
                  <a:cubicBezTo>
                    <a:pt x="62" y="1064"/>
                    <a:pt x="80" y="1046"/>
                    <a:pt x="80" y="1024"/>
                  </a:cubicBezTo>
                  <a:cubicBezTo>
                    <a:pt x="80" y="503"/>
                    <a:pt x="504" y="80"/>
                    <a:pt x="1024" y="80"/>
                  </a:cubicBezTo>
                  <a:cubicBezTo>
                    <a:pt x="1545" y="80"/>
                    <a:pt x="1968" y="503"/>
                    <a:pt x="1968" y="1024"/>
                  </a:cubicBezTo>
                  <a:cubicBezTo>
                    <a:pt x="1968" y="1046"/>
                    <a:pt x="1986" y="1064"/>
                    <a:pt x="2008" y="1064"/>
                  </a:cubicBezTo>
                  <a:cubicBezTo>
                    <a:pt x="2030" y="1064"/>
                    <a:pt x="2048" y="1046"/>
                    <a:pt x="2048" y="1024"/>
                  </a:cubicBezTo>
                  <a:cubicBezTo>
                    <a:pt x="2048" y="459"/>
                    <a:pt x="1589" y="0"/>
                    <a:pt x="1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560;p73">
              <a:extLst>
                <a:ext uri="{FF2B5EF4-FFF2-40B4-BE49-F238E27FC236}">
                  <a16:creationId xmlns:a16="http://schemas.microsoft.com/office/drawing/2014/main" id="{E2775468-1DCE-51E4-10C8-64F76B7FEA30}"/>
                </a:ext>
              </a:extLst>
            </p:cNvPr>
            <p:cNvSpPr/>
            <p:nvPr/>
          </p:nvSpPr>
          <p:spPr>
            <a:xfrm>
              <a:off x="5955506" y="232172"/>
              <a:ext cx="367902" cy="192881"/>
            </a:xfrm>
            <a:custGeom>
              <a:avLst/>
              <a:gdLst/>
              <a:ahLst/>
              <a:cxnLst/>
              <a:rect l="l" t="t" r="r" b="b"/>
              <a:pathLst>
                <a:path w="1639" h="860" extrusionOk="0">
                  <a:moveTo>
                    <a:pt x="819" y="0"/>
                  </a:moveTo>
                  <a:cubicBezTo>
                    <a:pt x="367" y="0"/>
                    <a:pt x="0" y="368"/>
                    <a:pt x="0" y="820"/>
                  </a:cubicBezTo>
                  <a:cubicBezTo>
                    <a:pt x="0" y="842"/>
                    <a:pt x="18" y="860"/>
                    <a:pt x="40" y="860"/>
                  </a:cubicBezTo>
                  <a:cubicBezTo>
                    <a:pt x="62" y="860"/>
                    <a:pt x="80" y="842"/>
                    <a:pt x="80" y="820"/>
                  </a:cubicBezTo>
                  <a:cubicBezTo>
                    <a:pt x="80" y="412"/>
                    <a:pt x="412" y="80"/>
                    <a:pt x="819" y="80"/>
                  </a:cubicBezTo>
                  <a:cubicBezTo>
                    <a:pt x="1227" y="80"/>
                    <a:pt x="1559" y="412"/>
                    <a:pt x="1559" y="820"/>
                  </a:cubicBezTo>
                  <a:cubicBezTo>
                    <a:pt x="1559" y="842"/>
                    <a:pt x="1577" y="860"/>
                    <a:pt x="1599" y="860"/>
                  </a:cubicBezTo>
                  <a:cubicBezTo>
                    <a:pt x="1621" y="860"/>
                    <a:pt x="1639" y="842"/>
                    <a:pt x="1639" y="820"/>
                  </a:cubicBezTo>
                  <a:cubicBezTo>
                    <a:pt x="1639" y="368"/>
                    <a:pt x="1271" y="0"/>
                    <a:pt x="8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561;p73">
              <a:extLst>
                <a:ext uri="{FF2B5EF4-FFF2-40B4-BE49-F238E27FC236}">
                  <a16:creationId xmlns:a16="http://schemas.microsoft.com/office/drawing/2014/main" id="{5353CE3C-1602-DA0A-9CD6-A799A20E47DD}"/>
                </a:ext>
              </a:extLst>
            </p:cNvPr>
            <p:cNvSpPr/>
            <p:nvPr/>
          </p:nvSpPr>
          <p:spPr>
            <a:xfrm>
              <a:off x="6000750" y="283369"/>
              <a:ext cx="108348" cy="141685"/>
            </a:xfrm>
            <a:custGeom>
              <a:avLst/>
              <a:gdLst/>
              <a:ahLst/>
              <a:cxnLst/>
              <a:rect l="l" t="t" r="r" b="b"/>
              <a:pathLst>
                <a:path w="481" h="632" extrusionOk="0">
                  <a:moveTo>
                    <a:pt x="40" y="632"/>
                  </a:moveTo>
                  <a:cubicBezTo>
                    <a:pt x="63" y="632"/>
                    <a:pt x="80" y="614"/>
                    <a:pt x="80" y="592"/>
                  </a:cubicBezTo>
                  <a:cubicBezTo>
                    <a:pt x="80" y="360"/>
                    <a:pt x="228" y="155"/>
                    <a:pt x="449" y="83"/>
                  </a:cubicBezTo>
                  <a:cubicBezTo>
                    <a:pt x="470" y="76"/>
                    <a:pt x="481" y="54"/>
                    <a:pt x="474" y="33"/>
                  </a:cubicBezTo>
                  <a:cubicBezTo>
                    <a:pt x="467" y="12"/>
                    <a:pt x="445" y="0"/>
                    <a:pt x="424" y="7"/>
                  </a:cubicBezTo>
                  <a:cubicBezTo>
                    <a:pt x="171" y="90"/>
                    <a:pt x="0" y="325"/>
                    <a:pt x="0" y="592"/>
                  </a:cubicBezTo>
                  <a:cubicBezTo>
                    <a:pt x="0" y="614"/>
                    <a:pt x="18" y="632"/>
                    <a:pt x="40" y="6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562;p73">
              <a:extLst>
                <a:ext uri="{FF2B5EF4-FFF2-40B4-BE49-F238E27FC236}">
                  <a16:creationId xmlns:a16="http://schemas.microsoft.com/office/drawing/2014/main" id="{476B5BAB-3199-539E-3F40-60057FD0D262}"/>
                </a:ext>
              </a:extLst>
            </p:cNvPr>
            <p:cNvSpPr/>
            <p:nvPr/>
          </p:nvSpPr>
          <p:spPr>
            <a:xfrm>
              <a:off x="6169819" y="283369"/>
              <a:ext cx="107156" cy="141685"/>
            </a:xfrm>
            <a:custGeom>
              <a:avLst/>
              <a:gdLst/>
              <a:ahLst/>
              <a:cxnLst/>
              <a:rect l="l" t="t" r="r" b="b"/>
              <a:pathLst>
                <a:path w="480" h="632" extrusionOk="0">
                  <a:moveTo>
                    <a:pt x="57" y="7"/>
                  </a:moveTo>
                  <a:cubicBezTo>
                    <a:pt x="36" y="0"/>
                    <a:pt x="13" y="12"/>
                    <a:pt x="6" y="33"/>
                  </a:cubicBezTo>
                  <a:cubicBezTo>
                    <a:pt x="0" y="54"/>
                    <a:pt x="11" y="76"/>
                    <a:pt x="32" y="83"/>
                  </a:cubicBezTo>
                  <a:cubicBezTo>
                    <a:pt x="252" y="155"/>
                    <a:pt x="400" y="360"/>
                    <a:pt x="400" y="592"/>
                  </a:cubicBezTo>
                  <a:cubicBezTo>
                    <a:pt x="400" y="614"/>
                    <a:pt x="418" y="632"/>
                    <a:pt x="440" y="632"/>
                  </a:cubicBezTo>
                  <a:cubicBezTo>
                    <a:pt x="462" y="632"/>
                    <a:pt x="480" y="614"/>
                    <a:pt x="480" y="592"/>
                  </a:cubicBezTo>
                  <a:cubicBezTo>
                    <a:pt x="480" y="325"/>
                    <a:pt x="310" y="90"/>
                    <a:pt x="57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563;p73">
              <a:extLst>
                <a:ext uri="{FF2B5EF4-FFF2-40B4-BE49-F238E27FC236}">
                  <a16:creationId xmlns:a16="http://schemas.microsoft.com/office/drawing/2014/main" id="{BD11EC39-EF28-BAA8-4E51-CE60C01578B6}"/>
                </a:ext>
              </a:extLst>
            </p:cNvPr>
            <p:cNvSpPr/>
            <p:nvPr/>
          </p:nvSpPr>
          <p:spPr>
            <a:xfrm>
              <a:off x="6130529" y="277416"/>
              <a:ext cx="17700" cy="19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891;p74">
            <a:extLst>
              <a:ext uri="{FF2B5EF4-FFF2-40B4-BE49-F238E27FC236}">
                <a16:creationId xmlns:a16="http://schemas.microsoft.com/office/drawing/2014/main" id="{B0C8B10F-24D9-FB66-DD1E-B53BAED09546}"/>
              </a:ext>
            </a:extLst>
          </p:cNvPr>
          <p:cNvGrpSpPr/>
          <p:nvPr/>
        </p:nvGrpSpPr>
        <p:grpSpPr>
          <a:xfrm>
            <a:off x="2927439" y="3104354"/>
            <a:ext cx="328743" cy="446399"/>
            <a:chOff x="2546373" y="4304007"/>
            <a:chExt cx="220835" cy="299871"/>
          </a:xfrm>
        </p:grpSpPr>
        <p:sp>
          <p:nvSpPr>
            <p:cNvPr id="30" name="Google Shape;2892;p74">
              <a:extLst>
                <a:ext uri="{FF2B5EF4-FFF2-40B4-BE49-F238E27FC236}">
                  <a16:creationId xmlns:a16="http://schemas.microsoft.com/office/drawing/2014/main" id="{FD68FC05-0D53-0ADB-1FE9-C83C03F5FE84}"/>
                </a:ext>
              </a:extLst>
            </p:cNvPr>
            <p:cNvSpPr/>
            <p:nvPr/>
          </p:nvSpPr>
          <p:spPr>
            <a:xfrm>
              <a:off x="2633157" y="4308656"/>
              <a:ext cx="82147" cy="8214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893;p74">
              <a:extLst>
                <a:ext uri="{FF2B5EF4-FFF2-40B4-BE49-F238E27FC236}">
                  <a16:creationId xmlns:a16="http://schemas.microsoft.com/office/drawing/2014/main" id="{0EE51C46-72D4-04FE-2C0E-8E831B977FB5}"/>
                </a:ext>
              </a:extLst>
            </p:cNvPr>
            <p:cNvSpPr/>
            <p:nvPr/>
          </p:nvSpPr>
          <p:spPr>
            <a:xfrm>
              <a:off x="2550247" y="4335776"/>
              <a:ext cx="212311" cy="263452"/>
            </a:xfrm>
            <a:custGeom>
              <a:avLst/>
              <a:gdLst/>
              <a:ahLst/>
              <a:cxnLst/>
              <a:rect l="l" t="t" r="r" b="b"/>
              <a:pathLst>
                <a:path w="1451" h="1801" extrusionOk="0">
                  <a:moveTo>
                    <a:pt x="1260" y="1002"/>
                  </a:moveTo>
                  <a:cubicBezTo>
                    <a:pt x="1044" y="1118"/>
                    <a:pt x="1044" y="1118"/>
                    <a:pt x="1044" y="1118"/>
                  </a:cubicBezTo>
                  <a:cubicBezTo>
                    <a:pt x="1009" y="1136"/>
                    <a:pt x="968" y="1111"/>
                    <a:pt x="968" y="1072"/>
                  </a:cubicBezTo>
                  <a:cubicBezTo>
                    <a:pt x="967" y="902"/>
                    <a:pt x="967" y="902"/>
                    <a:pt x="967" y="902"/>
                  </a:cubicBezTo>
                  <a:cubicBezTo>
                    <a:pt x="967" y="902"/>
                    <a:pt x="967" y="902"/>
                    <a:pt x="967" y="902"/>
                  </a:cubicBezTo>
                  <a:cubicBezTo>
                    <a:pt x="967" y="121"/>
                    <a:pt x="967" y="121"/>
                    <a:pt x="967" y="121"/>
                  </a:cubicBezTo>
                  <a:cubicBezTo>
                    <a:pt x="967" y="54"/>
                    <a:pt x="913" y="0"/>
                    <a:pt x="847" y="0"/>
                  </a:cubicBezTo>
                  <a:cubicBezTo>
                    <a:pt x="780" y="0"/>
                    <a:pt x="726" y="54"/>
                    <a:pt x="726" y="121"/>
                  </a:cubicBezTo>
                  <a:cubicBezTo>
                    <a:pt x="726" y="574"/>
                    <a:pt x="726" y="574"/>
                    <a:pt x="726" y="574"/>
                  </a:cubicBezTo>
                  <a:cubicBezTo>
                    <a:pt x="0" y="902"/>
                    <a:pt x="0" y="902"/>
                    <a:pt x="0" y="902"/>
                  </a:cubicBezTo>
                  <a:cubicBezTo>
                    <a:pt x="0" y="1365"/>
                    <a:pt x="0" y="1365"/>
                    <a:pt x="0" y="1365"/>
                  </a:cubicBezTo>
                  <a:cubicBezTo>
                    <a:pt x="0" y="1459"/>
                    <a:pt x="50" y="1541"/>
                    <a:pt x="124" y="1587"/>
                  </a:cubicBezTo>
                  <a:cubicBezTo>
                    <a:pt x="147" y="1601"/>
                    <a:pt x="161" y="1626"/>
                    <a:pt x="161" y="1653"/>
                  </a:cubicBezTo>
                  <a:cubicBezTo>
                    <a:pt x="161" y="1775"/>
                    <a:pt x="161" y="1775"/>
                    <a:pt x="161" y="1775"/>
                  </a:cubicBezTo>
                  <a:cubicBezTo>
                    <a:pt x="161" y="1790"/>
                    <a:pt x="173" y="1801"/>
                    <a:pt x="187" y="1801"/>
                  </a:cubicBezTo>
                  <a:cubicBezTo>
                    <a:pt x="780" y="1801"/>
                    <a:pt x="780" y="1801"/>
                    <a:pt x="780" y="1801"/>
                  </a:cubicBezTo>
                  <a:cubicBezTo>
                    <a:pt x="795" y="1801"/>
                    <a:pt x="806" y="1790"/>
                    <a:pt x="806" y="1775"/>
                  </a:cubicBezTo>
                  <a:cubicBezTo>
                    <a:pt x="806" y="1693"/>
                    <a:pt x="806" y="1693"/>
                    <a:pt x="806" y="1693"/>
                  </a:cubicBezTo>
                  <a:cubicBezTo>
                    <a:pt x="806" y="1597"/>
                    <a:pt x="859" y="1510"/>
                    <a:pt x="943" y="1464"/>
                  </a:cubicBezTo>
                  <a:cubicBezTo>
                    <a:pt x="1424" y="1206"/>
                    <a:pt x="1424" y="1206"/>
                    <a:pt x="1424" y="1206"/>
                  </a:cubicBezTo>
                  <a:cubicBezTo>
                    <a:pt x="1441" y="1197"/>
                    <a:pt x="1451" y="1179"/>
                    <a:pt x="1451" y="1160"/>
                  </a:cubicBezTo>
                  <a:cubicBezTo>
                    <a:pt x="1451" y="1116"/>
                    <a:pt x="1451" y="1116"/>
                    <a:pt x="1451" y="1116"/>
                  </a:cubicBezTo>
                  <a:cubicBezTo>
                    <a:pt x="1451" y="1018"/>
                    <a:pt x="1347" y="955"/>
                    <a:pt x="1260" y="10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894;p74">
              <a:extLst>
                <a:ext uri="{FF2B5EF4-FFF2-40B4-BE49-F238E27FC236}">
                  <a16:creationId xmlns:a16="http://schemas.microsoft.com/office/drawing/2014/main" id="{1C0EE93A-B2FC-48B5-C3C4-C05B91BE3A4E}"/>
                </a:ext>
              </a:extLst>
            </p:cNvPr>
            <p:cNvSpPr/>
            <p:nvPr/>
          </p:nvSpPr>
          <p:spPr>
            <a:xfrm>
              <a:off x="2550247" y="4420236"/>
              <a:ext cx="47267" cy="58889"/>
            </a:xfrm>
            <a:custGeom>
              <a:avLst/>
              <a:gdLst/>
              <a:ahLst/>
              <a:cxnLst/>
              <a:rect l="l" t="t" r="r" b="b"/>
              <a:pathLst>
                <a:path w="322" h="403" extrusionOk="0">
                  <a:moveTo>
                    <a:pt x="0" y="326"/>
                  </a:move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207" y="0"/>
                    <a:pt x="242" y="35"/>
                    <a:pt x="242" y="78"/>
                  </a:cubicBezTo>
                  <a:cubicBezTo>
                    <a:pt x="322" y="149"/>
                    <a:pt x="322" y="149"/>
                    <a:pt x="322" y="149"/>
                  </a:cubicBezTo>
                  <a:cubicBezTo>
                    <a:pt x="242" y="326"/>
                    <a:pt x="242" y="326"/>
                    <a:pt x="242" y="326"/>
                  </a:cubicBezTo>
                  <a:cubicBezTo>
                    <a:pt x="242" y="369"/>
                    <a:pt x="207" y="403"/>
                    <a:pt x="164" y="403"/>
                  </a:cubicBezTo>
                  <a:cubicBezTo>
                    <a:pt x="78" y="403"/>
                    <a:pt x="78" y="403"/>
                    <a:pt x="78" y="403"/>
                  </a:cubicBezTo>
                  <a:cubicBezTo>
                    <a:pt x="35" y="403"/>
                    <a:pt x="0" y="369"/>
                    <a:pt x="0" y="3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895;p74">
              <a:extLst>
                <a:ext uri="{FF2B5EF4-FFF2-40B4-BE49-F238E27FC236}">
                  <a16:creationId xmlns:a16="http://schemas.microsoft.com/office/drawing/2014/main" id="{3F57E5BB-CBFE-1955-BA2B-5BD4245646D1}"/>
                </a:ext>
              </a:extLst>
            </p:cNvPr>
            <p:cNvSpPr/>
            <p:nvPr/>
          </p:nvSpPr>
          <p:spPr>
            <a:xfrm>
              <a:off x="2585891" y="4408613"/>
              <a:ext cx="47267" cy="70512"/>
            </a:xfrm>
            <a:custGeom>
              <a:avLst/>
              <a:gdLst/>
              <a:ahLst/>
              <a:cxnLst/>
              <a:rect l="l" t="t" r="r" b="b"/>
              <a:pathLst>
                <a:path w="322" h="483" extrusionOk="0">
                  <a:moveTo>
                    <a:pt x="0" y="406"/>
                  </a:move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207" y="0"/>
                    <a:pt x="242" y="35"/>
                    <a:pt x="242" y="78"/>
                  </a:cubicBezTo>
                  <a:cubicBezTo>
                    <a:pt x="322" y="229"/>
                    <a:pt x="322" y="229"/>
                    <a:pt x="322" y="229"/>
                  </a:cubicBezTo>
                  <a:cubicBezTo>
                    <a:pt x="242" y="406"/>
                    <a:pt x="242" y="406"/>
                    <a:pt x="242" y="406"/>
                  </a:cubicBezTo>
                  <a:cubicBezTo>
                    <a:pt x="242" y="449"/>
                    <a:pt x="207" y="483"/>
                    <a:pt x="164" y="483"/>
                  </a:cubicBezTo>
                  <a:cubicBezTo>
                    <a:pt x="78" y="483"/>
                    <a:pt x="78" y="483"/>
                    <a:pt x="78" y="483"/>
                  </a:cubicBezTo>
                  <a:cubicBezTo>
                    <a:pt x="35" y="483"/>
                    <a:pt x="0" y="449"/>
                    <a:pt x="0" y="4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896;p74">
              <a:extLst>
                <a:ext uri="{FF2B5EF4-FFF2-40B4-BE49-F238E27FC236}">
                  <a16:creationId xmlns:a16="http://schemas.microsoft.com/office/drawing/2014/main" id="{F4306A11-4BC7-2B13-898F-7CEB7C202BC1}"/>
                </a:ext>
              </a:extLst>
            </p:cNvPr>
            <p:cNvSpPr/>
            <p:nvPr/>
          </p:nvSpPr>
          <p:spPr>
            <a:xfrm>
              <a:off x="2621534" y="4408613"/>
              <a:ext cx="34869" cy="70512"/>
            </a:xfrm>
            <a:custGeom>
              <a:avLst/>
              <a:gdLst/>
              <a:ahLst/>
              <a:cxnLst/>
              <a:rect l="l" t="t" r="r" b="b"/>
              <a:pathLst>
                <a:path w="242" h="483" extrusionOk="0">
                  <a:moveTo>
                    <a:pt x="0" y="406"/>
                  </a:move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207" y="0"/>
                    <a:pt x="242" y="35"/>
                    <a:pt x="242" y="78"/>
                  </a:cubicBezTo>
                  <a:cubicBezTo>
                    <a:pt x="242" y="406"/>
                    <a:pt x="242" y="406"/>
                    <a:pt x="242" y="406"/>
                  </a:cubicBezTo>
                  <a:cubicBezTo>
                    <a:pt x="242" y="449"/>
                    <a:pt x="207" y="483"/>
                    <a:pt x="164" y="483"/>
                  </a:cubicBezTo>
                  <a:cubicBezTo>
                    <a:pt x="78" y="483"/>
                    <a:pt x="78" y="483"/>
                    <a:pt x="78" y="483"/>
                  </a:cubicBezTo>
                  <a:cubicBezTo>
                    <a:pt x="35" y="483"/>
                    <a:pt x="0" y="449"/>
                    <a:pt x="0" y="4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897;p74">
              <a:extLst>
                <a:ext uri="{FF2B5EF4-FFF2-40B4-BE49-F238E27FC236}">
                  <a16:creationId xmlns:a16="http://schemas.microsoft.com/office/drawing/2014/main" id="{5E1B2E77-5376-322B-037A-CC2FD191341E}"/>
                </a:ext>
              </a:extLst>
            </p:cNvPr>
            <p:cNvSpPr/>
            <p:nvPr/>
          </p:nvSpPr>
          <p:spPr>
            <a:xfrm>
              <a:off x="2546373" y="4304007"/>
              <a:ext cx="220835" cy="299871"/>
            </a:xfrm>
            <a:custGeom>
              <a:avLst/>
              <a:gdLst/>
              <a:ahLst/>
              <a:cxnLst/>
              <a:rect l="l" t="t" r="r" b="b"/>
              <a:pathLst>
                <a:path w="1511" h="2048" extrusionOk="0">
                  <a:moveTo>
                    <a:pt x="1433" y="1196"/>
                  </a:moveTo>
                  <a:cubicBezTo>
                    <a:pt x="1385" y="1167"/>
                    <a:pt x="1326" y="1165"/>
                    <a:pt x="1276" y="1192"/>
                  </a:cubicBezTo>
                  <a:cubicBezTo>
                    <a:pt x="1060" y="1308"/>
                    <a:pt x="1060" y="1308"/>
                    <a:pt x="1060" y="1308"/>
                  </a:cubicBezTo>
                  <a:cubicBezTo>
                    <a:pt x="1050" y="1314"/>
                    <a:pt x="1041" y="1310"/>
                    <a:pt x="1038" y="1308"/>
                  </a:cubicBezTo>
                  <a:cubicBezTo>
                    <a:pt x="1035" y="1306"/>
                    <a:pt x="1028" y="1300"/>
                    <a:pt x="1028" y="1289"/>
                  </a:cubicBezTo>
                  <a:cubicBezTo>
                    <a:pt x="1028" y="1119"/>
                    <a:pt x="1028" y="1119"/>
                    <a:pt x="1028" y="1119"/>
                  </a:cubicBezTo>
                  <a:cubicBezTo>
                    <a:pt x="1028" y="1118"/>
                    <a:pt x="1027" y="1118"/>
                    <a:pt x="1027" y="1117"/>
                  </a:cubicBezTo>
                  <a:cubicBezTo>
                    <a:pt x="1027" y="847"/>
                    <a:pt x="1027" y="847"/>
                    <a:pt x="1027" y="847"/>
                  </a:cubicBezTo>
                  <a:cubicBezTo>
                    <a:pt x="1027" y="831"/>
                    <a:pt x="1014" y="817"/>
                    <a:pt x="997" y="817"/>
                  </a:cubicBezTo>
                  <a:cubicBezTo>
                    <a:pt x="981" y="817"/>
                    <a:pt x="967" y="831"/>
                    <a:pt x="967" y="847"/>
                  </a:cubicBezTo>
                  <a:cubicBezTo>
                    <a:pt x="967" y="1119"/>
                    <a:pt x="967" y="1119"/>
                    <a:pt x="967" y="1119"/>
                  </a:cubicBezTo>
                  <a:cubicBezTo>
                    <a:pt x="967" y="1119"/>
                    <a:pt x="967" y="1119"/>
                    <a:pt x="968" y="1120"/>
                  </a:cubicBezTo>
                  <a:cubicBezTo>
                    <a:pt x="968" y="1289"/>
                    <a:pt x="968" y="1289"/>
                    <a:pt x="968" y="1289"/>
                  </a:cubicBezTo>
                  <a:cubicBezTo>
                    <a:pt x="968" y="1311"/>
                    <a:pt x="976" y="1331"/>
                    <a:pt x="990" y="1346"/>
                  </a:cubicBezTo>
                  <a:cubicBezTo>
                    <a:pt x="962" y="1361"/>
                    <a:pt x="962" y="1361"/>
                    <a:pt x="962" y="1361"/>
                  </a:cubicBezTo>
                  <a:cubicBezTo>
                    <a:pt x="919" y="1384"/>
                    <a:pt x="871" y="1396"/>
                    <a:pt x="822" y="1396"/>
                  </a:cubicBezTo>
                  <a:cubicBezTo>
                    <a:pt x="724" y="1396"/>
                    <a:pt x="724" y="1396"/>
                    <a:pt x="724" y="1396"/>
                  </a:cubicBezTo>
                  <a:cubicBezTo>
                    <a:pt x="585" y="1396"/>
                    <a:pt x="463" y="1485"/>
                    <a:pt x="419" y="1616"/>
                  </a:cubicBezTo>
                  <a:cubicBezTo>
                    <a:pt x="405" y="1659"/>
                    <a:pt x="405" y="1659"/>
                    <a:pt x="405" y="1659"/>
                  </a:cubicBezTo>
                  <a:cubicBezTo>
                    <a:pt x="399" y="1674"/>
                    <a:pt x="408" y="1691"/>
                    <a:pt x="424" y="1696"/>
                  </a:cubicBezTo>
                  <a:cubicBezTo>
                    <a:pt x="427" y="1698"/>
                    <a:pt x="430" y="1698"/>
                    <a:pt x="433" y="1698"/>
                  </a:cubicBezTo>
                  <a:cubicBezTo>
                    <a:pt x="446" y="1698"/>
                    <a:pt x="457" y="1690"/>
                    <a:pt x="462" y="1678"/>
                  </a:cubicBezTo>
                  <a:cubicBezTo>
                    <a:pt x="476" y="1635"/>
                    <a:pt x="476" y="1635"/>
                    <a:pt x="476" y="1635"/>
                  </a:cubicBezTo>
                  <a:cubicBezTo>
                    <a:pt x="511" y="1528"/>
                    <a:pt x="611" y="1456"/>
                    <a:pt x="724" y="1456"/>
                  </a:cubicBezTo>
                  <a:cubicBezTo>
                    <a:pt x="822" y="1456"/>
                    <a:pt x="822" y="1456"/>
                    <a:pt x="822" y="1456"/>
                  </a:cubicBezTo>
                  <a:cubicBezTo>
                    <a:pt x="881" y="1456"/>
                    <a:pt x="939" y="1441"/>
                    <a:pt x="991" y="1414"/>
                  </a:cubicBezTo>
                  <a:cubicBezTo>
                    <a:pt x="1304" y="1245"/>
                    <a:pt x="1304" y="1245"/>
                    <a:pt x="1304" y="1245"/>
                  </a:cubicBezTo>
                  <a:cubicBezTo>
                    <a:pt x="1335" y="1228"/>
                    <a:pt x="1372" y="1229"/>
                    <a:pt x="1403" y="1247"/>
                  </a:cubicBezTo>
                  <a:cubicBezTo>
                    <a:pt x="1433" y="1265"/>
                    <a:pt x="1451" y="1298"/>
                    <a:pt x="1451" y="1333"/>
                  </a:cubicBezTo>
                  <a:cubicBezTo>
                    <a:pt x="1451" y="1377"/>
                    <a:pt x="1451" y="1377"/>
                    <a:pt x="1451" y="1377"/>
                  </a:cubicBezTo>
                  <a:cubicBezTo>
                    <a:pt x="1451" y="1385"/>
                    <a:pt x="1447" y="1392"/>
                    <a:pt x="1440" y="1396"/>
                  </a:cubicBezTo>
                  <a:cubicBezTo>
                    <a:pt x="959" y="1655"/>
                    <a:pt x="959" y="1655"/>
                    <a:pt x="959" y="1655"/>
                  </a:cubicBezTo>
                  <a:cubicBezTo>
                    <a:pt x="865" y="1705"/>
                    <a:pt x="806" y="1803"/>
                    <a:pt x="806" y="1910"/>
                  </a:cubicBezTo>
                  <a:cubicBezTo>
                    <a:pt x="806" y="1988"/>
                    <a:pt x="806" y="1988"/>
                    <a:pt x="806" y="1988"/>
                  </a:cubicBezTo>
                  <a:cubicBezTo>
                    <a:pt x="221" y="1988"/>
                    <a:pt x="221" y="1988"/>
                    <a:pt x="221" y="1988"/>
                  </a:cubicBezTo>
                  <a:cubicBezTo>
                    <a:pt x="221" y="1870"/>
                    <a:pt x="221" y="1870"/>
                    <a:pt x="221" y="1870"/>
                  </a:cubicBezTo>
                  <a:cubicBezTo>
                    <a:pt x="221" y="1832"/>
                    <a:pt x="202" y="1797"/>
                    <a:pt x="170" y="1778"/>
                  </a:cubicBezTo>
                  <a:cubicBezTo>
                    <a:pt x="101" y="1736"/>
                    <a:pt x="60" y="1663"/>
                    <a:pt x="60" y="1582"/>
                  </a:cubicBezTo>
                  <a:cubicBezTo>
                    <a:pt x="60" y="1215"/>
                    <a:pt x="60" y="1215"/>
                    <a:pt x="60" y="1215"/>
                  </a:cubicBezTo>
                  <a:cubicBezTo>
                    <a:pt x="74" y="1222"/>
                    <a:pt x="91" y="1226"/>
                    <a:pt x="108" y="1226"/>
                  </a:cubicBezTo>
                  <a:cubicBezTo>
                    <a:pt x="194" y="1226"/>
                    <a:pt x="194" y="1226"/>
                    <a:pt x="194" y="1226"/>
                  </a:cubicBezTo>
                  <a:cubicBezTo>
                    <a:pt x="225" y="1226"/>
                    <a:pt x="252" y="1214"/>
                    <a:pt x="272" y="1193"/>
                  </a:cubicBezTo>
                  <a:cubicBezTo>
                    <a:pt x="291" y="1214"/>
                    <a:pt x="319" y="1226"/>
                    <a:pt x="350" y="1226"/>
                  </a:cubicBezTo>
                  <a:cubicBezTo>
                    <a:pt x="436" y="1226"/>
                    <a:pt x="436" y="1226"/>
                    <a:pt x="436" y="1226"/>
                  </a:cubicBezTo>
                  <a:cubicBezTo>
                    <a:pt x="466" y="1226"/>
                    <a:pt x="494" y="1214"/>
                    <a:pt x="514" y="1193"/>
                  </a:cubicBezTo>
                  <a:cubicBezTo>
                    <a:pt x="533" y="1214"/>
                    <a:pt x="561" y="1226"/>
                    <a:pt x="592" y="1226"/>
                  </a:cubicBezTo>
                  <a:cubicBezTo>
                    <a:pt x="678" y="1226"/>
                    <a:pt x="678" y="1226"/>
                    <a:pt x="678" y="1226"/>
                  </a:cubicBezTo>
                  <a:cubicBezTo>
                    <a:pt x="737" y="1226"/>
                    <a:pt x="786" y="1178"/>
                    <a:pt x="786" y="1119"/>
                  </a:cubicBezTo>
                  <a:cubicBezTo>
                    <a:pt x="786" y="338"/>
                    <a:pt x="786" y="338"/>
                    <a:pt x="786" y="338"/>
                  </a:cubicBezTo>
                  <a:cubicBezTo>
                    <a:pt x="786" y="288"/>
                    <a:pt x="826" y="247"/>
                    <a:pt x="877" y="247"/>
                  </a:cubicBezTo>
                  <a:cubicBezTo>
                    <a:pt x="927" y="247"/>
                    <a:pt x="967" y="288"/>
                    <a:pt x="967" y="338"/>
                  </a:cubicBezTo>
                  <a:cubicBezTo>
                    <a:pt x="967" y="707"/>
                    <a:pt x="967" y="707"/>
                    <a:pt x="967" y="707"/>
                  </a:cubicBezTo>
                  <a:cubicBezTo>
                    <a:pt x="967" y="724"/>
                    <a:pt x="981" y="737"/>
                    <a:pt x="997" y="737"/>
                  </a:cubicBezTo>
                  <a:cubicBezTo>
                    <a:pt x="1014" y="737"/>
                    <a:pt x="1027" y="724"/>
                    <a:pt x="1027" y="707"/>
                  </a:cubicBezTo>
                  <a:cubicBezTo>
                    <a:pt x="1027" y="580"/>
                    <a:pt x="1027" y="580"/>
                    <a:pt x="1027" y="580"/>
                  </a:cubicBezTo>
                  <a:cubicBezTo>
                    <a:pt x="1124" y="526"/>
                    <a:pt x="1186" y="422"/>
                    <a:pt x="1186" y="310"/>
                  </a:cubicBezTo>
                  <a:cubicBezTo>
                    <a:pt x="1186" y="139"/>
                    <a:pt x="1047" y="0"/>
                    <a:pt x="877" y="0"/>
                  </a:cubicBezTo>
                  <a:cubicBezTo>
                    <a:pt x="843" y="0"/>
                    <a:pt x="811" y="6"/>
                    <a:pt x="780" y="16"/>
                  </a:cubicBezTo>
                  <a:cubicBezTo>
                    <a:pt x="764" y="21"/>
                    <a:pt x="755" y="38"/>
                    <a:pt x="761" y="54"/>
                  </a:cubicBezTo>
                  <a:cubicBezTo>
                    <a:pt x="766" y="69"/>
                    <a:pt x="783" y="78"/>
                    <a:pt x="798" y="73"/>
                  </a:cubicBezTo>
                  <a:cubicBezTo>
                    <a:pt x="824" y="65"/>
                    <a:pt x="850" y="60"/>
                    <a:pt x="877" y="60"/>
                  </a:cubicBezTo>
                  <a:cubicBezTo>
                    <a:pt x="1014" y="60"/>
                    <a:pt x="1126" y="172"/>
                    <a:pt x="1126" y="310"/>
                  </a:cubicBezTo>
                  <a:cubicBezTo>
                    <a:pt x="1126" y="388"/>
                    <a:pt x="1089" y="462"/>
                    <a:pt x="1027" y="509"/>
                  </a:cubicBezTo>
                  <a:cubicBezTo>
                    <a:pt x="1027" y="338"/>
                    <a:pt x="1027" y="338"/>
                    <a:pt x="1027" y="338"/>
                  </a:cubicBezTo>
                  <a:cubicBezTo>
                    <a:pt x="1027" y="254"/>
                    <a:pt x="960" y="187"/>
                    <a:pt x="877" y="187"/>
                  </a:cubicBezTo>
                  <a:cubicBezTo>
                    <a:pt x="793" y="187"/>
                    <a:pt x="726" y="254"/>
                    <a:pt x="726" y="338"/>
                  </a:cubicBezTo>
                  <a:cubicBezTo>
                    <a:pt x="726" y="509"/>
                    <a:pt x="726" y="509"/>
                    <a:pt x="726" y="509"/>
                  </a:cubicBezTo>
                  <a:cubicBezTo>
                    <a:pt x="664" y="462"/>
                    <a:pt x="627" y="389"/>
                    <a:pt x="627" y="310"/>
                  </a:cubicBezTo>
                  <a:cubicBezTo>
                    <a:pt x="627" y="246"/>
                    <a:pt x="651" y="185"/>
                    <a:pt x="695" y="139"/>
                  </a:cubicBezTo>
                  <a:cubicBezTo>
                    <a:pt x="706" y="127"/>
                    <a:pt x="705" y="108"/>
                    <a:pt x="693" y="97"/>
                  </a:cubicBezTo>
                  <a:cubicBezTo>
                    <a:pt x="681" y="85"/>
                    <a:pt x="662" y="86"/>
                    <a:pt x="651" y="98"/>
                  </a:cubicBezTo>
                  <a:cubicBezTo>
                    <a:pt x="597" y="155"/>
                    <a:pt x="567" y="231"/>
                    <a:pt x="567" y="310"/>
                  </a:cubicBezTo>
                  <a:cubicBezTo>
                    <a:pt x="567" y="423"/>
                    <a:pt x="627" y="525"/>
                    <a:pt x="726" y="580"/>
                  </a:cubicBezTo>
                  <a:cubicBezTo>
                    <a:pt x="726" y="694"/>
                    <a:pt x="726" y="694"/>
                    <a:pt x="726" y="694"/>
                  </a:cubicBezTo>
                  <a:cubicBezTo>
                    <a:pt x="711" y="687"/>
                    <a:pt x="695" y="683"/>
                    <a:pt x="678" y="683"/>
                  </a:cubicBezTo>
                  <a:cubicBezTo>
                    <a:pt x="592" y="683"/>
                    <a:pt x="592" y="683"/>
                    <a:pt x="592" y="683"/>
                  </a:cubicBezTo>
                  <a:cubicBezTo>
                    <a:pt x="561" y="683"/>
                    <a:pt x="533" y="695"/>
                    <a:pt x="514" y="716"/>
                  </a:cubicBezTo>
                  <a:cubicBezTo>
                    <a:pt x="494" y="695"/>
                    <a:pt x="466" y="683"/>
                    <a:pt x="436" y="683"/>
                  </a:cubicBezTo>
                  <a:cubicBezTo>
                    <a:pt x="350" y="683"/>
                    <a:pt x="350" y="683"/>
                    <a:pt x="350" y="683"/>
                  </a:cubicBezTo>
                  <a:cubicBezTo>
                    <a:pt x="295" y="683"/>
                    <a:pt x="250" y="723"/>
                    <a:pt x="243" y="775"/>
                  </a:cubicBezTo>
                  <a:cubicBezTo>
                    <a:pt x="228" y="768"/>
                    <a:pt x="212" y="763"/>
                    <a:pt x="194" y="763"/>
                  </a:cubicBezTo>
                  <a:cubicBezTo>
                    <a:pt x="108" y="763"/>
                    <a:pt x="108" y="763"/>
                    <a:pt x="108" y="763"/>
                  </a:cubicBezTo>
                  <a:cubicBezTo>
                    <a:pt x="48" y="763"/>
                    <a:pt x="0" y="812"/>
                    <a:pt x="0" y="871"/>
                  </a:cubicBezTo>
                  <a:cubicBezTo>
                    <a:pt x="0" y="1582"/>
                    <a:pt x="0" y="1582"/>
                    <a:pt x="0" y="1582"/>
                  </a:cubicBezTo>
                  <a:cubicBezTo>
                    <a:pt x="0" y="1684"/>
                    <a:pt x="52" y="1776"/>
                    <a:pt x="139" y="1829"/>
                  </a:cubicBezTo>
                  <a:cubicBezTo>
                    <a:pt x="153" y="1838"/>
                    <a:pt x="161" y="1853"/>
                    <a:pt x="161" y="1870"/>
                  </a:cubicBezTo>
                  <a:cubicBezTo>
                    <a:pt x="161" y="1992"/>
                    <a:pt x="161" y="1992"/>
                    <a:pt x="161" y="1992"/>
                  </a:cubicBezTo>
                  <a:cubicBezTo>
                    <a:pt x="161" y="2023"/>
                    <a:pt x="186" y="2048"/>
                    <a:pt x="217" y="2048"/>
                  </a:cubicBezTo>
                  <a:cubicBezTo>
                    <a:pt x="810" y="2048"/>
                    <a:pt x="810" y="2048"/>
                    <a:pt x="810" y="2048"/>
                  </a:cubicBezTo>
                  <a:cubicBezTo>
                    <a:pt x="841" y="2048"/>
                    <a:pt x="866" y="2023"/>
                    <a:pt x="866" y="1992"/>
                  </a:cubicBezTo>
                  <a:cubicBezTo>
                    <a:pt x="866" y="1910"/>
                    <a:pt x="866" y="1910"/>
                    <a:pt x="866" y="1910"/>
                  </a:cubicBezTo>
                  <a:cubicBezTo>
                    <a:pt x="866" y="1825"/>
                    <a:pt x="913" y="1748"/>
                    <a:pt x="987" y="1708"/>
                  </a:cubicBezTo>
                  <a:cubicBezTo>
                    <a:pt x="1468" y="1449"/>
                    <a:pt x="1468" y="1449"/>
                    <a:pt x="1468" y="1449"/>
                  </a:cubicBezTo>
                  <a:cubicBezTo>
                    <a:pt x="1495" y="1435"/>
                    <a:pt x="1511" y="1407"/>
                    <a:pt x="1511" y="1377"/>
                  </a:cubicBezTo>
                  <a:cubicBezTo>
                    <a:pt x="1511" y="1333"/>
                    <a:pt x="1511" y="1333"/>
                    <a:pt x="1511" y="1333"/>
                  </a:cubicBezTo>
                  <a:cubicBezTo>
                    <a:pt x="1511" y="1276"/>
                    <a:pt x="1482" y="1225"/>
                    <a:pt x="1433" y="1196"/>
                  </a:cubicBezTo>
                  <a:close/>
                  <a:moveTo>
                    <a:pt x="592" y="743"/>
                  </a:moveTo>
                  <a:cubicBezTo>
                    <a:pt x="678" y="743"/>
                    <a:pt x="678" y="743"/>
                    <a:pt x="678" y="743"/>
                  </a:cubicBezTo>
                  <a:cubicBezTo>
                    <a:pt x="704" y="743"/>
                    <a:pt x="726" y="764"/>
                    <a:pt x="726" y="791"/>
                  </a:cubicBezTo>
                  <a:cubicBezTo>
                    <a:pt x="726" y="1119"/>
                    <a:pt x="726" y="1119"/>
                    <a:pt x="726" y="1119"/>
                  </a:cubicBezTo>
                  <a:cubicBezTo>
                    <a:pt x="726" y="1145"/>
                    <a:pt x="704" y="1166"/>
                    <a:pt x="678" y="1166"/>
                  </a:cubicBezTo>
                  <a:cubicBezTo>
                    <a:pt x="592" y="1166"/>
                    <a:pt x="592" y="1166"/>
                    <a:pt x="592" y="1166"/>
                  </a:cubicBezTo>
                  <a:cubicBezTo>
                    <a:pt x="565" y="1166"/>
                    <a:pt x="544" y="1145"/>
                    <a:pt x="544" y="1119"/>
                  </a:cubicBezTo>
                  <a:cubicBezTo>
                    <a:pt x="544" y="791"/>
                    <a:pt x="544" y="791"/>
                    <a:pt x="544" y="791"/>
                  </a:cubicBezTo>
                  <a:cubicBezTo>
                    <a:pt x="544" y="764"/>
                    <a:pt x="565" y="743"/>
                    <a:pt x="592" y="743"/>
                  </a:cubicBezTo>
                  <a:close/>
                  <a:moveTo>
                    <a:pt x="60" y="871"/>
                  </a:moveTo>
                  <a:cubicBezTo>
                    <a:pt x="60" y="845"/>
                    <a:pt x="81" y="823"/>
                    <a:pt x="108" y="823"/>
                  </a:cubicBezTo>
                  <a:cubicBezTo>
                    <a:pt x="194" y="823"/>
                    <a:pt x="194" y="823"/>
                    <a:pt x="194" y="823"/>
                  </a:cubicBezTo>
                  <a:cubicBezTo>
                    <a:pt x="220" y="823"/>
                    <a:pt x="242" y="845"/>
                    <a:pt x="242" y="871"/>
                  </a:cubicBezTo>
                  <a:cubicBezTo>
                    <a:pt x="242" y="915"/>
                    <a:pt x="242" y="915"/>
                    <a:pt x="242" y="915"/>
                  </a:cubicBezTo>
                  <a:cubicBezTo>
                    <a:pt x="242" y="931"/>
                    <a:pt x="255" y="945"/>
                    <a:pt x="272" y="945"/>
                  </a:cubicBezTo>
                  <a:cubicBezTo>
                    <a:pt x="288" y="945"/>
                    <a:pt x="302" y="931"/>
                    <a:pt x="302" y="915"/>
                  </a:cubicBezTo>
                  <a:cubicBezTo>
                    <a:pt x="302" y="791"/>
                    <a:pt x="302" y="791"/>
                    <a:pt x="302" y="791"/>
                  </a:cubicBezTo>
                  <a:cubicBezTo>
                    <a:pt x="302" y="764"/>
                    <a:pt x="323" y="743"/>
                    <a:pt x="350" y="743"/>
                  </a:cubicBezTo>
                  <a:cubicBezTo>
                    <a:pt x="436" y="743"/>
                    <a:pt x="436" y="743"/>
                    <a:pt x="436" y="743"/>
                  </a:cubicBezTo>
                  <a:cubicBezTo>
                    <a:pt x="462" y="743"/>
                    <a:pt x="484" y="764"/>
                    <a:pt x="484" y="791"/>
                  </a:cubicBezTo>
                  <a:cubicBezTo>
                    <a:pt x="484" y="1119"/>
                    <a:pt x="484" y="1119"/>
                    <a:pt x="484" y="1119"/>
                  </a:cubicBezTo>
                  <a:cubicBezTo>
                    <a:pt x="484" y="1145"/>
                    <a:pt x="462" y="1166"/>
                    <a:pt x="436" y="1166"/>
                  </a:cubicBezTo>
                  <a:cubicBezTo>
                    <a:pt x="350" y="1166"/>
                    <a:pt x="350" y="1166"/>
                    <a:pt x="350" y="1166"/>
                  </a:cubicBezTo>
                  <a:cubicBezTo>
                    <a:pt x="323" y="1166"/>
                    <a:pt x="302" y="1145"/>
                    <a:pt x="302" y="1119"/>
                  </a:cubicBezTo>
                  <a:cubicBezTo>
                    <a:pt x="302" y="1055"/>
                    <a:pt x="302" y="1055"/>
                    <a:pt x="302" y="1055"/>
                  </a:cubicBezTo>
                  <a:cubicBezTo>
                    <a:pt x="302" y="1038"/>
                    <a:pt x="288" y="1025"/>
                    <a:pt x="272" y="1025"/>
                  </a:cubicBezTo>
                  <a:cubicBezTo>
                    <a:pt x="255" y="1025"/>
                    <a:pt x="242" y="1038"/>
                    <a:pt x="242" y="1055"/>
                  </a:cubicBezTo>
                  <a:cubicBezTo>
                    <a:pt x="242" y="1119"/>
                    <a:pt x="242" y="1119"/>
                    <a:pt x="242" y="1119"/>
                  </a:cubicBezTo>
                  <a:cubicBezTo>
                    <a:pt x="242" y="1145"/>
                    <a:pt x="220" y="1166"/>
                    <a:pt x="194" y="1166"/>
                  </a:cubicBezTo>
                  <a:cubicBezTo>
                    <a:pt x="108" y="1166"/>
                    <a:pt x="108" y="1166"/>
                    <a:pt x="108" y="1166"/>
                  </a:cubicBezTo>
                  <a:cubicBezTo>
                    <a:pt x="81" y="1166"/>
                    <a:pt x="60" y="1145"/>
                    <a:pt x="60" y="1119"/>
                  </a:cubicBezTo>
                  <a:cubicBezTo>
                    <a:pt x="60" y="871"/>
                    <a:pt x="60" y="871"/>
                    <a:pt x="60" y="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898;p74">
              <a:extLst>
                <a:ext uri="{FF2B5EF4-FFF2-40B4-BE49-F238E27FC236}">
                  <a16:creationId xmlns:a16="http://schemas.microsoft.com/office/drawing/2014/main" id="{479B7839-7B00-A854-1F86-5C0FED7BEDAA}"/>
                </a:ext>
              </a:extLst>
            </p:cNvPr>
            <p:cNvSpPr/>
            <p:nvPr/>
          </p:nvSpPr>
          <p:spPr>
            <a:xfrm>
              <a:off x="2670350" y="4349724"/>
              <a:ext cx="8524" cy="17822"/>
            </a:xfrm>
            <a:custGeom>
              <a:avLst/>
              <a:gdLst/>
              <a:ahLst/>
              <a:cxnLst/>
              <a:rect l="l" t="t" r="r" b="b"/>
              <a:pathLst>
                <a:path w="60" h="122" extrusionOk="0">
                  <a:moveTo>
                    <a:pt x="0" y="30"/>
                  </a:moveTo>
                  <a:cubicBezTo>
                    <a:pt x="0" y="92"/>
                    <a:pt x="0" y="92"/>
                    <a:pt x="0" y="92"/>
                  </a:cubicBezTo>
                  <a:cubicBezTo>
                    <a:pt x="0" y="109"/>
                    <a:pt x="13" y="122"/>
                    <a:pt x="30" y="122"/>
                  </a:cubicBezTo>
                  <a:cubicBezTo>
                    <a:pt x="46" y="122"/>
                    <a:pt x="60" y="109"/>
                    <a:pt x="60" y="92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13"/>
                    <a:pt x="46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2899;p74">
              <a:extLst>
                <a:ext uri="{FF2B5EF4-FFF2-40B4-BE49-F238E27FC236}">
                  <a16:creationId xmlns:a16="http://schemas.microsoft.com/office/drawing/2014/main" id="{F96AF60A-A97F-5A85-97B2-16198E090359}"/>
                </a:ext>
              </a:extLst>
            </p:cNvPr>
            <p:cNvSpPr/>
            <p:nvPr/>
          </p:nvSpPr>
          <p:spPr>
            <a:xfrm>
              <a:off x="2723816" y="4321829"/>
              <a:ext cx="15497" cy="55015"/>
            </a:xfrm>
            <a:custGeom>
              <a:avLst/>
              <a:gdLst/>
              <a:ahLst/>
              <a:cxnLst/>
              <a:rect l="l" t="t" r="r" b="b"/>
              <a:pathLst>
                <a:path w="107" h="377" extrusionOk="0">
                  <a:moveTo>
                    <a:pt x="23" y="371"/>
                  </a:moveTo>
                  <a:cubicBezTo>
                    <a:pt x="38" y="377"/>
                    <a:pt x="56" y="370"/>
                    <a:pt x="62" y="355"/>
                  </a:cubicBezTo>
                  <a:cubicBezTo>
                    <a:pt x="107" y="248"/>
                    <a:pt x="107" y="130"/>
                    <a:pt x="62" y="23"/>
                  </a:cubicBezTo>
                  <a:cubicBezTo>
                    <a:pt x="56" y="8"/>
                    <a:pt x="38" y="0"/>
                    <a:pt x="23" y="7"/>
                  </a:cubicBezTo>
                  <a:cubicBezTo>
                    <a:pt x="8" y="13"/>
                    <a:pt x="1" y="31"/>
                    <a:pt x="7" y="46"/>
                  </a:cubicBezTo>
                  <a:cubicBezTo>
                    <a:pt x="45" y="138"/>
                    <a:pt x="45" y="240"/>
                    <a:pt x="7" y="332"/>
                  </a:cubicBezTo>
                  <a:cubicBezTo>
                    <a:pt x="0" y="347"/>
                    <a:pt x="8" y="365"/>
                    <a:pt x="23" y="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2900;p74">
              <a:extLst>
                <a:ext uri="{FF2B5EF4-FFF2-40B4-BE49-F238E27FC236}">
                  <a16:creationId xmlns:a16="http://schemas.microsoft.com/office/drawing/2014/main" id="{022F4ECF-5991-B64B-88EF-2E12C28675F5}"/>
                </a:ext>
              </a:extLst>
            </p:cNvPr>
            <p:cNvSpPr/>
            <p:nvPr/>
          </p:nvSpPr>
          <p:spPr>
            <a:xfrm>
              <a:off x="2609137" y="4321829"/>
              <a:ext cx="15497" cy="55015"/>
            </a:xfrm>
            <a:custGeom>
              <a:avLst/>
              <a:gdLst/>
              <a:ahLst/>
              <a:cxnLst/>
              <a:rect l="l" t="t" r="r" b="b"/>
              <a:pathLst>
                <a:path w="107" h="373" extrusionOk="0">
                  <a:moveTo>
                    <a:pt x="72" y="373"/>
                  </a:moveTo>
                  <a:cubicBezTo>
                    <a:pt x="76" y="373"/>
                    <a:pt x="80" y="373"/>
                    <a:pt x="84" y="371"/>
                  </a:cubicBezTo>
                  <a:cubicBezTo>
                    <a:pt x="99" y="365"/>
                    <a:pt x="107" y="347"/>
                    <a:pt x="100" y="332"/>
                  </a:cubicBezTo>
                  <a:cubicBezTo>
                    <a:pt x="62" y="240"/>
                    <a:pt x="62" y="138"/>
                    <a:pt x="100" y="46"/>
                  </a:cubicBezTo>
                  <a:cubicBezTo>
                    <a:pt x="107" y="31"/>
                    <a:pt x="99" y="13"/>
                    <a:pt x="84" y="7"/>
                  </a:cubicBezTo>
                  <a:cubicBezTo>
                    <a:pt x="69" y="0"/>
                    <a:pt x="51" y="8"/>
                    <a:pt x="45" y="23"/>
                  </a:cubicBezTo>
                  <a:cubicBezTo>
                    <a:pt x="1" y="130"/>
                    <a:pt x="0" y="248"/>
                    <a:pt x="45" y="355"/>
                  </a:cubicBezTo>
                  <a:cubicBezTo>
                    <a:pt x="50" y="366"/>
                    <a:pt x="61" y="373"/>
                    <a:pt x="72" y="3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2901;p74">
              <a:extLst>
                <a:ext uri="{FF2B5EF4-FFF2-40B4-BE49-F238E27FC236}">
                  <a16:creationId xmlns:a16="http://schemas.microsoft.com/office/drawing/2014/main" id="{9234331F-ECC9-D3BA-B3D2-8B677222048A}"/>
                </a:ext>
              </a:extLst>
            </p:cNvPr>
            <p:cNvSpPr/>
            <p:nvPr/>
          </p:nvSpPr>
          <p:spPr>
            <a:xfrm>
              <a:off x="2740863" y="4314855"/>
              <a:ext cx="17047" cy="68963"/>
            </a:xfrm>
            <a:custGeom>
              <a:avLst/>
              <a:gdLst/>
              <a:ahLst/>
              <a:cxnLst/>
              <a:rect l="l" t="t" r="r" b="b"/>
              <a:pathLst>
                <a:path w="119" h="472" extrusionOk="0">
                  <a:moveTo>
                    <a:pt x="23" y="466"/>
                  </a:moveTo>
                  <a:cubicBezTo>
                    <a:pt x="38" y="472"/>
                    <a:pt x="56" y="465"/>
                    <a:pt x="62" y="449"/>
                  </a:cubicBezTo>
                  <a:cubicBezTo>
                    <a:pt x="119" y="312"/>
                    <a:pt x="119" y="160"/>
                    <a:pt x="62" y="22"/>
                  </a:cubicBezTo>
                  <a:cubicBezTo>
                    <a:pt x="56" y="7"/>
                    <a:pt x="38" y="0"/>
                    <a:pt x="23" y="6"/>
                  </a:cubicBezTo>
                  <a:cubicBezTo>
                    <a:pt x="8" y="12"/>
                    <a:pt x="0" y="30"/>
                    <a:pt x="7" y="45"/>
                  </a:cubicBezTo>
                  <a:cubicBezTo>
                    <a:pt x="58" y="168"/>
                    <a:pt x="57" y="303"/>
                    <a:pt x="7" y="426"/>
                  </a:cubicBezTo>
                  <a:cubicBezTo>
                    <a:pt x="0" y="442"/>
                    <a:pt x="7" y="459"/>
                    <a:pt x="23" y="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2902;p74">
              <a:extLst>
                <a:ext uri="{FF2B5EF4-FFF2-40B4-BE49-F238E27FC236}">
                  <a16:creationId xmlns:a16="http://schemas.microsoft.com/office/drawing/2014/main" id="{C9F6C377-0649-1491-24F0-15185D127A98}"/>
                </a:ext>
              </a:extLst>
            </p:cNvPr>
            <p:cNvSpPr/>
            <p:nvPr/>
          </p:nvSpPr>
          <p:spPr>
            <a:xfrm>
              <a:off x="2590540" y="4314855"/>
              <a:ext cx="17822" cy="68963"/>
            </a:xfrm>
            <a:custGeom>
              <a:avLst/>
              <a:gdLst/>
              <a:ahLst/>
              <a:cxnLst/>
              <a:rect l="l" t="t" r="r" b="b"/>
              <a:pathLst>
                <a:path w="119" h="468" extrusionOk="0">
                  <a:moveTo>
                    <a:pt x="85" y="468"/>
                  </a:moveTo>
                  <a:cubicBezTo>
                    <a:pt x="89" y="468"/>
                    <a:pt x="92" y="467"/>
                    <a:pt x="96" y="466"/>
                  </a:cubicBezTo>
                  <a:cubicBezTo>
                    <a:pt x="111" y="459"/>
                    <a:pt x="119" y="442"/>
                    <a:pt x="112" y="427"/>
                  </a:cubicBezTo>
                  <a:cubicBezTo>
                    <a:pt x="62" y="304"/>
                    <a:pt x="62" y="168"/>
                    <a:pt x="113" y="45"/>
                  </a:cubicBezTo>
                  <a:cubicBezTo>
                    <a:pt x="119" y="30"/>
                    <a:pt x="112" y="13"/>
                    <a:pt x="96" y="6"/>
                  </a:cubicBezTo>
                  <a:cubicBezTo>
                    <a:pt x="81" y="0"/>
                    <a:pt x="63" y="7"/>
                    <a:pt x="57" y="22"/>
                  </a:cubicBezTo>
                  <a:cubicBezTo>
                    <a:pt x="0" y="160"/>
                    <a:pt x="0" y="312"/>
                    <a:pt x="57" y="449"/>
                  </a:cubicBezTo>
                  <a:cubicBezTo>
                    <a:pt x="62" y="461"/>
                    <a:pt x="73" y="468"/>
                    <a:pt x="85" y="4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2891;p74">
            <a:extLst>
              <a:ext uri="{FF2B5EF4-FFF2-40B4-BE49-F238E27FC236}">
                <a16:creationId xmlns:a16="http://schemas.microsoft.com/office/drawing/2014/main" id="{2E74A44B-6E5D-08A3-AE6E-94CFB9EE8F07}"/>
              </a:ext>
            </a:extLst>
          </p:cNvPr>
          <p:cNvGrpSpPr/>
          <p:nvPr/>
        </p:nvGrpSpPr>
        <p:grpSpPr>
          <a:xfrm>
            <a:off x="2927439" y="1888926"/>
            <a:ext cx="328743" cy="446399"/>
            <a:chOff x="2546373" y="4304007"/>
            <a:chExt cx="220835" cy="299871"/>
          </a:xfrm>
        </p:grpSpPr>
        <p:sp>
          <p:nvSpPr>
            <p:cNvPr id="42" name="Google Shape;2892;p74">
              <a:extLst>
                <a:ext uri="{FF2B5EF4-FFF2-40B4-BE49-F238E27FC236}">
                  <a16:creationId xmlns:a16="http://schemas.microsoft.com/office/drawing/2014/main" id="{E1CEC87F-EEF8-32C0-BE13-51341D4E51B0}"/>
                </a:ext>
              </a:extLst>
            </p:cNvPr>
            <p:cNvSpPr/>
            <p:nvPr/>
          </p:nvSpPr>
          <p:spPr>
            <a:xfrm>
              <a:off x="2633157" y="4308656"/>
              <a:ext cx="82147" cy="8214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2893;p74">
              <a:extLst>
                <a:ext uri="{FF2B5EF4-FFF2-40B4-BE49-F238E27FC236}">
                  <a16:creationId xmlns:a16="http://schemas.microsoft.com/office/drawing/2014/main" id="{8C881470-9B43-C05F-F776-B994E4D93CB6}"/>
                </a:ext>
              </a:extLst>
            </p:cNvPr>
            <p:cNvSpPr/>
            <p:nvPr/>
          </p:nvSpPr>
          <p:spPr>
            <a:xfrm>
              <a:off x="2550247" y="4335776"/>
              <a:ext cx="212311" cy="263452"/>
            </a:xfrm>
            <a:custGeom>
              <a:avLst/>
              <a:gdLst/>
              <a:ahLst/>
              <a:cxnLst/>
              <a:rect l="l" t="t" r="r" b="b"/>
              <a:pathLst>
                <a:path w="1451" h="1801" extrusionOk="0">
                  <a:moveTo>
                    <a:pt x="1260" y="1002"/>
                  </a:moveTo>
                  <a:cubicBezTo>
                    <a:pt x="1044" y="1118"/>
                    <a:pt x="1044" y="1118"/>
                    <a:pt x="1044" y="1118"/>
                  </a:cubicBezTo>
                  <a:cubicBezTo>
                    <a:pt x="1009" y="1136"/>
                    <a:pt x="968" y="1111"/>
                    <a:pt x="968" y="1072"/>
                  </a:cubicBezTo>
                  <a:cubicBezTo>
                    <a:pt x="967" y="902"/>
                    <a:pt x="967" y="902"/>
                    <a:pt x="967" y="902"/>
                  </a:cubicBezTo>
                  <a:cubicBezTo>
                    <a:pt x="967" y="902"/>
                    <a:pt x="967" y="902"/>
                    <a:pt x="967" y="902"/>
                  </a:cubicBezTo>
                  <a:cubicBezTo>
                    <a:pt x="967" y="121"/>
                    <a:pt x="967" y="121"/>
                    <a:pt x="967" y="121"/>
                  </a:cubicBezTo>
                  <a:cubicBezTo>
                    <a:pt x="967" y="54"/>
                    <a:pt x="913" y="0"/>
                    <a:pt x="847" y="0"/>
                  </a:cubicBezTo>
                  <a:cubicBezTo>
                    <a:pt x="780" y="0"/>
                    <a:pt x="726" y="54"/>
                    <a:pt x="726" y="121"/>
                  </a:cubicBezTo>
                  <a:cubicBezTo>
                    <a:pt x="726" y="574"/>
                    <a:pt x="726" y="574"/>
                    <a:pt x="726" y="574"/>
                  </a:cubicBezTo>
                  <a:cubicBezTo>
                    <a:pt x="0" y="902"/>
                    <a:pt x="0" y="902"/>
                    <a:pt x="0" y="902"/>
                  </a:cubicBezTo>
                  <a:cubicBezTo>
                    <a:pt x="0" y="1365"/>
                    <a:pt x="0" y="1365"/>
                    <a:pt x="0" y="1365"/>
                  </a:cubicBezTo>
                  <a:cubicBezTo>
                    <a:pt x="0" y="1459"/>
                    <a:pt x="50" y="1541"/>
                    <a:pt x="124" y="1587"/>
                  </a:cubicBezTo>
                  <a:cubicBezTo>
                    <a:pt x="147" y="1601"/>
                    <a:pt x="161" y="1626"/>
                    <a:pt x="161" y="1653"/>
                  </a:cubicBezTo>
                  <a:cubicBezTo>
                    <a:pt x="161" y="1775"/>
                    <a:pt x="161" y="1775"/>
                    <a:pt x="161" y="1775"/>
                  </a:cubicBezTo>
                  <a:cubicBezTo>
                    <a:pt x="161" y="1790"/>
                    <a:pt x="173" y="1801"/>
                    <a:pt x="187" y="1801"/>
                  </a:cubicBezTo>
                  <a:cubicBezTo>
                    <a:pt x="780" y="1801"/>
                    <a:pt x="780" y="1801"/>
                    <a:pt x="780" y="1801"/>
                  </a:cubicBezTo>
                  <a:cubicBezTo>
                    <a:pt x="795" y="1801"/>
                    <a:pt x="806" y="1790"/>
                    <a:pt x="806" y="1775"/>
                  </a:cubicBezTo>
                  <a:cubicBezTo>
                    <a:pt x="806" y="1693"/>
                    <a:pt x="806" y="1693"/>
                    <a:pt x="806" y="1693"/>
                  </a:cubicBezTo>
                  <a:cubicBezTo>
                    <a:pt x="806" y="1597"/>
                    <a:pt x="859" y="1510"/>
                    <a:pt x="943" y="1464"/>
                  </a:cubicBezTo>
                  <a:cubicBezTo>
                    <a:pt x="1424" y="1206"/>
                    <a:pt x="1424" y="1206"/>
                    <a:pt x="1424" y="1206"/>
                  </a:cubicBezTo>
                  <a:cubicBezTo>
                    <a:pt x="1441" y="1197"/>
                    <a:pt x="1451" y="1179"/>
                    <a:pt x="1451" y="1160"/>
                  </a:cubicBezTo>
                  <a:cubicBezTo>
                    <a:pt x="1451" y="1116"/>
                    <a:pt x="1451" y="1116"/>
                    <a:pt x="1451" y="1116"/>
                  </a:cubicBezTo>
                  <a:cubicBezTo>
                    <a:pt x="1451" y="1018"/>
                    <a:pt x="1347" y="955"/>
                    <a:pt x="1260" y="10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2894;p74">
              <a:extLst>
                <a:ext uri="{FF2B5EF4-FFF2-40B4-BE49-F238E27FC236}">
                  <a16:creationId xmlns:a16="http://schemas.microsoft.com/office/drawing/2014/main" id="{919C97DB-13F0-C9A5-E61E-3552B4DEEC9E}"/>
                </a:ext>
              </a:extLst>
            </p:cNvPr>
            <p:cNvSpPr/>
            <p:nvPr/>
          </p:nvSpPr>
          <p:spPr>
            <a:xfrm>
              <a:off x="2550247" y="4420236"/>
              <a:ext cx="47267" cy="58889"/>
            </a:xfrm>
            <a:custGeom>
              <a:avLst/>
              <a:gdLst/>
              <a:ahLst/>
              <a:cxnLst/>
              <a:rect l="l" t="t" r="r" b="b"/>
              <a:pathLst>
                <a:path w="322" h="403" extrusionOk="0">
                  <a:moveTo>
                    <a:pt x="0" y="326"/>
                  </a:move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207" y="0"/>
                    <a:pt x="242" y="35"/>
                    <a:pt x="242" y="78"/>
                  </a:cubicBezTo>
                  <a:cubicBezTo>
                    <a:pt x="322" y="149"/>
                    <a:pt x="322" y="149"/>
                    <a:pt x="322" y="149"/>
                  </a:cubicBezTo>
                  <a:cubicBezTo>
                    <a:pt x="242" y="326"/>
                    <a:pt x="242" y="326"/>
                    <a:pt x="242" y="326"/>
                  </a:cubicBezTo>
                  <a:cubicBezTo>
                    <a:pt x="242" y="369"/>
                    <a:pt x="207" y="403"/>
                    <a:pt x="164" y="403"/>
                  </a:cubicBezTo>
                  <a:cubicBezTo>
                    <a:pt x="78" y="403"/>
                    <a:pt x="78" y="403"/>
                    <a:pt x="78" y="403"/>
                  </a:cubicBezTo>
                  <a:cubicBezTo>
                    <a:pt x="35" y="403"/>
                    <a:pt x="0" y="369"/>
                    <a:pt x="0" y="3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2895;p74">
              <a:extLst>
                <a:ext uri="{FF2B5EF4-FFF2-40B4-BE49-F238E27FC236}">
                  <a16:creationId xmlns:a16="http://schemas.microsoft.com/office/drawing/2014/main" id="{136DA429-D9C1-2A80-74CB-B540CFD26CD1}"/>
                </a:ext>
              </a:extLst>
            </p:cNvPr>
            <p:cNvSpPr/>
            <p:nvPr/>
          </p:nvSpPr>
          <p:spPr>
            <a:xfrm>
              <a:off x="2585891" y="4408613"/>
              <a:ext cx="47267" cy="70512"/>
            </a:xfrm>
            <a:custGeom>
              <a:avLst/>
              <a:gdLst/>
              <a:ahLst/>
              <a:cxnLst/>
              <a:rect l="l" t="t" r="r" b="b"/>
              <a:pathLst>
                <a:path w="322" h="483" extrusionOk="0">
                  <a:moveTo>
                    <a:pt x="0" y="406"/>
                  </a:move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207" y="0"/>
                    <a:pt x="242" y="35"/>
                    <a:pt x="242" y="78"/>
                  </a:cubicBezTo>
                  <a:cubicBezTo>
                    <a:pt x="322" y="229"/>
                    <a:pt x="322" y="229"/>
                    <a:pt x="322" y="229"/>
                  </a:cubicBezTo>
                  <a:cubicBezTo>
                    <a:pt x="242" y="406"/>
                    <a:pt x="242" y="406"/>
                    <a:pt x="242" y="406"/>
                  </a:cubicBezTo>
                  <a:cubicBezTo>
                    <a:pt x="242" y="449"/>
                    <a:pt x="207" y="483"/>
                    <a:pt x="164" y="483"/>
                  </a:cubicBezTo>
                  <a:cubicBezTo>
                    <a:pt x="78" y="483"/>
                    <a:pt x="78" y="483"/>
                    <a:pt x="78" y="483"/>
                  </a:cubicBezTo>
                  <a:cubicBezTo>
                    <a:pt x="35" y="483"/>
                    <a:pt x="0" y="449"/>
                    <a:pt x="0" y="4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2896;p74">
              <a:extLst>
                <a:ext uri="{FF2B5EF4-FFF2-40B4-BE49-F238E27FC236}">
                  <a16:creationId xmlns:a16="http://schemas.microsoft.com/office/drawing/2014/main" id="{F6A8649E-4118-AF52-0CBD-55D39EC30382}"/>
                </a:ext>
              </a:extLst>
            </p:cNvPr>
            <p:cNvSpPr/>
            <p:nvPr/>
          </p:nvSpPr>
          <p:spPr>
            <a:xfrm>
              <a:off x="2621534" y="4408613"/>
              <a:ext cx="34869" cy="70512"/>
            </a:xfrm>
            <a:custGeom>
              <a:avLst/>
              <a:gdLst/>
              <a:ahLst/>
              <a:cxnLst/>
              <a:rect l="l" t="t" r="r" b="b"/>
              <a:pathLst>
                <a:path w="242" h="483" extrusionOk="0">
                  <a:moveTo>
                    <a:pt x="0" y="406"/>
                  </a:move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207" y="0"/>
                    <a:pt x="242" y="35"/>
                    <a:pt x="242" y="78"/>
                  </a:cubicBezTo>
                  <a:cubicBezTo>
                    <a:pt x="242" y="406"/>
                    <a:pt x="242" y="406"/>
                    <a:pt x="242" y="406"/>
                  </a:cubicBezTo>
                  <a:cubicBezTo>
                    <a:pt x="242" y="449"/>
                    <a:pt x="207" y="483"/>
                    <a:pt x="164" y="483"/>
                  </a:cubicBezTo>
                  <a:cubicBezTo>
                    <a:pt x="78" y="483"/>
                    <a:pt x="78" y="483"/>
                    <a:pt x="78" y="483"/>
                  </a:cubicBezTo>
                  <a:cubicBezTo>
                    <a:pt x="35" y="483"/>
                    <a:pt x="0" y="449"/>
                    <a:pt x="0" y="4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2897;p74">
              <a:extLst>
                <a:ext uri="{FF2B5EF4-FFF2-40B4-BE49-F238E27FC236}">
                  <a16:creationId xmlns:a16="http://schemas.microsoft.com/office/drawing/2014/main" id="{C12FC295-11F1-EC54-A413-2978E50DD978}"/>
                </a:ext>
              </a:extLst>
            </p:cNvPr>
            <p:cNvSpPr/>
            <p:nvPr/>
          </p:nvSpPr>
          <p:spPr>
            <a:xfrm>
              <a:off x="2546373" y="4304007"/>
              <a:ext cx="220835" cy="299871"/>
            </a:xfrm>
            <a:custGeom>
              <a:avLst/>
              <a:gdLst/>
              <a:ahLst/>
              <a:cxnLst/>
              <a:rect l="l" t="t" r="r" b="b"/>
              <a:pathLst>
                <a:path w="1511" h="2048" extrusionOk="0">
                  <a:moveTo>
                    <a:pt x="1433" y="1196"/>
                  </a:moveTo>
                  <a:cubicBezTo>
                    <a:pt x="1385" y="1167"/>
                    <a:pt x="1326" y="1165"/>
                    <a:pt x="1276" y="1192"/>
                  </a:cubicBezTo>
                  <a:cubicBezTo>
                    <a:pt x="1060" y="1308"/>
                    <a:pt x="1060" y="1308"/>
                    <a:pt x="1060" y="1308"/>
                  </a:cubicBezTo>
                  <a:cubicBezTo>
                    <a:pt x="1050" y="1314"/>
                    <a:pt x="1041" y="1310"/>
                    <a:pt x="1038" y="1308"/>
                  </a:cubicBezTo>
                  <a:cubicBezTo>
                    <a:pt x="1035" y="1306"/>
                    <a:pt x="1028" y="1300"/>
                    <a:pt x="1028" y="1289"/>
                  </a:cubicBezTo>
                  <a:cubicBezTo>
                    <a:pt x="1028" y="1119"/>
                    <a:pt x="1028" y="1119"/>
                    <a:pt x="1028" y="1119"/>
                  </a:cubicBezTo>
                  <a:cubicBezTo>
                    <a:pt x="1028" y="1118"/>
                    <a:pt x="1027" y="1118"/>
                    <a:pt x="1027" y="1117"/>
                  </a:cubicBezTo>
                  <a:cubicBezTo>
                    <a:pt x="1027" y="847"/>
                    <a:pt x="1027" y="847"/>
                    <a:pt x="1027" y="847"/>
                  </a:cubicBezTo>
                  <a:cubicBezTo>
                    <a:pt x="1027" y="831"/>
                    <a:pt x="1014" y="817"/>
                    <a:pt x="997" y="817"/>
                  </a:cubicBezTo>
                  <a:cubicBezTo>
                    <a:pt x="981" y="817"/>
                    <a:pt x="967" y="831"/>
                    <a:pt x="967" y="847"/>
                  </a:cubicBezTo>
                  <a:cubicBezTo>
                    <a:pt x="967" y="1119"/>
                    <a:pt x="967" y="1119"/>
                    <a:pt x="967" y="1119"/>
                  </a:cubicBezTo>
                  <a:cubicBezTo>
                    <a:pt x="967" y="1119"/>
                    <a:pt x="967" y="1119"/>
                    <a:pt x="968" y="1120"/>
                  </a:cubicBezTo>
                  <a:cubicBezTo>
                    <a:pt x="968" y="1289"/>
                    <a:pt x="968" y="1289"/>
                    <a:pt x="968" y="1289"/>
                  </a:cubicBezTo>
                  <a:cubicBezTo>
                    <a:pt x="968" y="1311"/>
                    <a:pt x="976" y="1331"/>
                    <a:pt x="990" y="1346"/>
                  </a:cubicBezTo>
                  <a:cubicBezTo>
                    <a:pt x="962" y="1361"/>
                    <a:pt x="962" y="1361"/>
                    <a:pt x="962" y="1361"/>
                  </a:cubicBezTo>
                  <a:cubicBezTo>
                    <a:pt x="919" y="1384"/>
                    <a:pt x="871" y="1396"/>
                    <a:pt x="822" y="1396"/>
                  </a:cubicBezTo>
                  <a:cubicBezTo>
                    <a:pt x="724" y="1396"/>
                    <a:pt x="724" y="1396"/>
                    <a:pt x="724" y="1396"/>
                  </a:cubicBezTo>
                  <a:cubicBezTo>
                    <a:pt x="585" y="1396"/>
                    <a:pt x="463" y="1485"/>
                    <a:pt x="419" y="1616"/>
                  </a:cubicBezTo>
                  <a:cubicBezTo>
                    <a:pt x="405" y="1659"/>
                    <a:pt x="405" y="1659"/>
                    <a:pt x="405" y="1659"/>
                  </a:cubicBezTo>
                  <a:cubicBezTo>
                    <a:pt x="399" y="1674"/>
                    <a:pt x="408" y="1691"/>
                    <a:pt x="424" y="1696"/>
                  </a:cubicBezTo>
                  <a:cubicBezTo>
                    <a:pt x="427" y="1698"/>
                    <a:pt x="430" y="1698"/>
                    <a:pt x="433" y="1698"/>
                  </a:cubicBezTo>
                  <a:cubicBezTo>
                    <a:pt x="446" y="1698"/>
                    <a:pt x="457" y="1690"/>
                    <a:pt x="462" y="1678"/>
                  </a:cubicBezTo>
                  <a:cubicBezTo>
                    <a:pt x="476" y="1635"/>
                    <a:pt x="476" y="1635"/>
                    <a:pt x="476" y="1635"/>
                  </a:cubicBezTo>
                  <a:cubicBezTo>
                    <a:pt x="511" y="1528"/>
                    <a:pt x="611" y="1456"/>
                    <a:pt x="724" y="1456"/>
                  </a:cubicBezTo>
                  <a:cubicBezTo>
                    <a:pt x="822" y="1456"/>
                    <a:pt x="822" y="1456"/>
                    <a:pt x="822" y="1456"/>
                  </a:cubicBezTo>
                  <a:cubicBezTo>
                    <a:pt x="881" y="1456"/>
                    <a:pt x="939" y="1441"/>
                    <a:pt x="991" y="1414"/>
                  </a:cubicBezTo>
                  <a:cubicBezTo>
                    <a:pt x="1304" y="1245"/>
                    <a:pt x="1304" y="1245"/>
                    <a:pt x="1304" y="1245"/>
                  </a:cubicBezTo>
                  <a:cubicBezTo>
                    <a:pt x="1335" y="1228"/>
                    <a:pt x="1372" y="1229"/>
                    <a:pt x="1403" y="1247"/>
                  </a:cubicBezTo>
                  <a:cubicBezTo>
                    <a:pt x="1433" y="1265"/>
                    <a:pt x="1451" y="1298"/>
                    <a:pt x="1451" y="1333"/>
                  </a:cubicBezTo>
                  <a:cubicBezTo>
                    <a:pt x="1451" y="1377"/>
                    <a:pt x="1451" y="1377"/>
                    <a:pt x="1451" y="1377"/>
                  </a:cubicBezTo>
                  <a:cubicBezTo>
                    <a:pt x="1451" y="1385"/>
                    <a:pt x="1447" y="1392"/>
                    <a:pt x="1440" y="1396"/>
                  </a:cubicBezTo>
                  <a:cubicBezTo>
                    <a:pt x="959" y="1655"/>
                    <a:pt x="959" y="1655"/>
                    <a:pt x="959" y="1655"/>
                  </a:cubicBezTo>
                  <a:cubicBezTo>
                    <a:pt x="865" y="1705"/>
                    <a:pt x="806" y="1803"/>
                    <a:pt x="806" y="1910"/>
                  </a:cubicBezTo>
                  <a:cubicBezTo>
                    <a:pt x="806" y="1988"/>
                    <a:pt x="806" y="1988"/>
                    <a:pt x="806" y="1988"/>
                  </a:cubicBezTo>
                  <a:cubicBezTo>
                    <a:pt x="221" y="1988"/>
                    <a:pt x="221" y="1988"/>
                    <a:pt x="221" y="1988"/>
                  </a:cubicBezTo>
                  <a:cubicBezTo>
                    <a:pt x="221" y="1870"/>
                    <a:pt x="221" y="1870"/>
                    <a:pt x="221" y="1870"/>
                  </a:cubicBezTo>
                  <a:cubicBezTo>
                    <a:pt x="221" y="1832"/>
                    <a:pt x="202" y="1797"/>
                    <a:pt x="170" y="1778"/>
                  </a:cubicBezTo>
                  <a:cubicBezTo>
                    <a:pt x="101" y="1736"/>
                    <a:pt x="60" y="1663"/>
                    <a:pt x="60" y="1582"/>
                  </a:cubicBezTo>
                  <a:cubicBezTo>
                    <a:pt x="60" y="1215"/>
                    <a:pt x="60" y="1215"/>
                    <a:pt x="60" y="1215"/>
                  </a:cubicBezTo>
                  <a:cubicBezTo>
                    <a:pt x="74" y="1222"/>
                    <a:pt x="91" y="1226"/>
                    <a:pt x="108" y="1226"/>
                  </a:cubicBezTo>
                  <a:cubicBezTo>
                    <a:pt x="194" y="1226"/>
                    <a:pt x="194" y="1226"/>
                    <a:pt x="194" y="1226"/>
                  </a:cubicBezTo>
                  <a:cubicBezTo>
                    <a:pt x="225" y="1226"/>
                    <a:pt x="252" y="1214"/>
                    <a:pt x="272" y="1193"/>
                  </a:cubicBezTo>
                  <a:cubicBezTo>
                    <a:pt x="291" y="1214"/>
                    <a:pt x="319" y="1226"/>
                    <a:pt x="350" y="1226"/>
                  </a:cubicBezTo>
                  <a:cubicBezTo>
                    <a:pt x="436" y="1226"/>
                    <a:pt x="436" y="1226"/>
                    <a:pt x="436" y="1226"/>
                  </a:cubicBezTo>
                  <a:cubicBezTo>
                    <a:pt x="466" y="1226"/>
                    <a:pt x="494" y="1214"/>
                    <a:pt x="514" y="1193"/>
                  </a:cubicBezTo>
                  <a:cubicBezTo>
                    <a:pt x="533" y="1214"/>
                    <a:pt x="561" y="1226"/>
                    <a:pt x="592" y="1226"/>
                  </a:cubicBezTo>
                  <a:cubicBezTo>
                    <a:pt x="678" y="1226"/>
                    <a:pt x="678" y="1226"/>
                    <a:pt x="678" y="1226"/>
                  </a:cubicBezTo>
                  <a:cubicBezTo>
                    <a:pt x="737" y="1226"/>
                    <a:pt x="786" y="1178"/>
                    <a:pt x="786" y="1119"/>
                  </a:cubicBezTo>
                  <a:cubicBezTo>
                    <a:pt x="786" y="338"/>
                    <a:pt x="786" y="338"/>
                    <a:pt x="786" y="338"/>
                  </a:cubicBezTo>
                  <a:cubicBezTo>
                    <a:pt x="786" y="288"/>
                    <a:pt x="826" y="247"/>
                    <a:pt x="877" y="247"/>
                  </a:cubicBezTo>
                  <a:cubicBezTo>
                    <a:pt x="927" y="247"/>
                    <a:pt x="967" y="288"/>
                    <a:pt x="967" y="338"/>
                  </a:cubicBezTo>
                  <a:cubicBezTo>
                    <a:pt x="967" y="707"/>
                    <a:pt x="967" y="707"/>
                    <a:pt x="967" y="707"/>
                  </a:cubicBezTo>
                  <a:cubicBezTo>
                    <a:pt x="967" y="724"/>
                    <a:pt x="981" y="737"/>
                    <a:pt x="997" y="737"/>
                  </a:cubicBezTo>
                  <a:cubicBezTo>
                    <a:pt x="1014" y="737"/>
                    <a:pt x="1027" y="724"/>
                    <a:pt x="1027" y="707"/>
                  </a:cubicBezTo>
                  <a:cubicBezTo>
                    <a:pt x="1027" y="580"/>
                    <a:pt x="1027" y="580"/>
                    <a:pt x="1027" y="580"/>
                  </a:cubicBezTo>
                  <a:cubicBezTo>
                    <a:pt x="1124" y="526"/>
                    <a:pt x="1186" y="422"/>
                    <a:pt x="1186" y="310"/>
                  </a:cubicBezTo>
                  <a:cubicBezTo>
                    <a:pt x="1186" y="139"/>
                    <a:pt x="1047" y="0"/>
                    <a:pt x="877" y="0"/>
                  </a:cubicBezTo>
                  <a:cubicBezTo>
                    <a:pt x="843" y="0"/>
                    <a:pt x="811" y="6"/>
                    <a:pt x="780" y="16"/>
                  </a:cubicBezTo>
                  <a:cubicBezTo>
                    <a:pt x="764" y="21"/>
                    <a:pt x="755" y="38"/>
                    <a:pt x="761" y="54"/>
                  </a:cubicBezTo>
                  <a:cubicBezTo>
                    <a:pt x="766" y="69"/>
                    <a:pt x="783" y="78"/>
                    <a:pt x="798" y="73"/>
                  </a:cubicBezTo>
                  <a:cubicBezTo>
                    <a:pt x="824" y="65"/>
                    <a:pt x="850" y="60"/>
                    <a:pt x="877" y="60"/>
                  </a:cubicBezTo>
                  <a:cubicBezTo>
                    <a:pt x="1014" y="60"/>
                    <a:pt x="1126" y="172"/>
                    <a:pt x="1126" y="310"/>
                  </a:cubicBezTo>
                  <a:cubicBezTo>
                    <a:pt x="1126" y="388"/>
                    <a:pt x="1089" y="462"/>
                    <a:pt x="1027" y="509"/>
                  </a:cubicBezTo>
                  <a:cubicBezTo>
                    <a:pt x="1027" y="338"/>
                    <a:pt x="1027" y="338"/>
                    <a:pt x="1027" y="338"/>
                  </a:cubicBezTo>
                  <a:cubicBezTo>
                    <a:pt x="1027" y="254"/>
                    <a:pt x="960" y="187"/>
                    <a:pt x="877" y="187"/>
                  </a:cubicBezTo>
                  <a:cubicBezTo>
                    <a:pt x="793" y="187"/>
                    <a:pt x="726" y="254"/>
                    <a:pt x="726" y="338"/>
                  </a:cubicBezTo>
                  <a:cubicBezTo>
                    <a:pt x="726" y="509"/>
                    <a:pt x="726" y="509"/>
                    <a:pt x="726" y="509"/>
                  </a:cubicBezTo>
                  <a:cubicBezTo>
                    <a:pt x="664" y="462"/>
                    <a:pt x="627" y="389"/>
                    <a:pt x="627" y="310"/>
                  </a:cubicBezTo>
                  <a:cubicBezTo>
                    <a:pt x="627" y="246"/>
                    <a:pt x="651" y="185"/>
                    <a:pt x="695" y="139"/>
                  </a:cubicBezTo>
                  <a:cubicBezTo>
                    <a:pt x="706" y="127"/>
                    <a:pt x="705" y="108"/>
                    <a:pt x="693" y="97"/>
                  </a:cubicBezTo>
                  <a:cubicBezTo>
                    <a:pt x="681" y="85"/>
                    <a:pt x="662" y="86"/>
                    <a:pt x="651" y="98"/>
                  </a:cubicBezTo>
                  <a:cubicBezTo>
                    <a:pt x="597" y="155"/>
                    <a:pt x="567" y="231"/>
                    <a:pt x="567" y="310"/>
                  </a:cubicBezTo>
                  <a:cubicBezTo>
                    <a:pt x="567" y="423"/>
                    <a:pt x="627" y="525"/>
                    <a:pt x="726" y="580"/>
                  </a:cubicBezTo>
                  <a:cubicBezTo>
                    <a:pt x="726" y="694"/>
                    <a:pt x="726" y="694"/>
                    <a:pt x="726" y="694"/>
                  </a:cubicBezTo>
                  <a:cubicBezTo>
                    <a:pt x="711" y="687"/>
                    <a:pt x="695" y="683"/>
                    <a:pt x="678" y="683"/>
                  </a:cubicBezTo>
                  <a:cubicBezTo>
                    <a:pt x="592" y="683"/>
                    <a:pt x="592" y="683"/>
                    <a:pt x="592" y="683"/>
                  </a:cubicBezTo>
                  <a:cubicBezTo>
                    <a:pt x="561" y="683"/>
                    <a:pt x="533" y="695"/>
                    <a:pt x="514" y="716"/>
                  </a:cubicBezTo>
                  <a:cubicBezTo>
                    <a:pt x="494" y="695"/>
                    <a:pt x="466" y="683"/>
                    <a:pt x="436" y="683"/>
                  </a:cubicBezTo>
                  <a:cubicBezTo>
                    <a:pt x="350" y="683"/>
                    <a:pt x="350" y="683"/>
                    <a:pt x="350" y="683"/>
                  </a:cubicBezTo>
                  <a:cubicBezTo>
                    <a:pt x="295" y="683"/>
                    <a:pt x="250" y="723"/>
                    <a:pt x="243" y="775"/>
                  </a:cubicBezTo>
                  <a:cubicBezTo>
                    <a:pt x="228" y="768"/>
                    <a:pt x="212" y="763"/>
                    <a:pt x="194" y="763"/>
                  </a:cubicBezTo>
                  <a:cubicBezTo>
                    <a:pt x="108" y="763"/>
                    <a:pt x="108" y="763"/>
                    <a:pt x="108" y="763"/>
                  </a:cubicBezTo>
                  <a:cubicBezTo>
                    <a:pt x="48" y="763"/>
                    <a:pt x="0" y="812"/>
                    <a:pt x="0" y="871"/>
                  </a:cubicBezTo>
                  <a:cubicBezTo>
                    <a:pt x="0" y="1582"/>
                    <a:pt x="0" y="1582"/>
                    <a:pt x="0" y="1582"/>
                  </a:cubicBezTo>
                  <a:cubicBezTo>
                    <a:pt x="0" y="1684"/>
                    <a:pt x="52" y="1776"/>
                    <a:pt x="139" y="1829"/>
                  </a:cubicBezTo>
                  <a:cubicBezTo>
                    <a:pt x="153" y="1838"/>
                    <a:pt x="161" y="1853"/>
                    <a:pt x="161" y="1870"/>
                  </a:cubicBezTo>
                  <a:cubicBezTo>
                    <a:pt x="161" y="1992"/>
                    <a:pt x="161" y="1992"/>
                    <a:pt x="161" y="1992"/>
                  </a:cubicBezTo>
                  <a:cubicBezTo>
                    <a:pt x="161" y="2023"/>
                    <a:pt x="186" y="2048"/>
                    <a:pt x="217" y="2048"/>
                  </a:cubicBezTo>
                  <a:cubicBezTo>
                    <a:pt x="810" y="2048"/>
                    <a:pt x="810" y="2048"/>
                    <a:pt x="810" y="2048"/>
                  </a:cubicBezTo>
                  <a:cubicBezTo>
                    <a:pt x="841" y="2048"/>
                    <a:pt x="866" y="2023"/>
                    <a:pt x="866" y="1992"/>
                  </a:cubicBezTo>
                  <a:cubicBezTo>
                    <a:pt x="866" y="1910"/>
                    <a:pt x="866" y="1910"/>
                    <a:pt x="866" y="1910"/>
                  </a:cubicBezTo>
                  <a:cubicBezTo>
                    <a:pt x="866" y="1825"/>
                    <a:pt x="913" y="1748"/>
                    <a:pt x="987" y="1708"/>
                  </a:cubicBezTo>
                  <a:cubicBezTo>
                    <a:pt x="1468" y="1449"/>
                    <a:pt x="1468" y="1449"/>
                    <a:pt x="1468" y="1449"/>
                  </a:cubicBezTo>
                  <a:cubicBezTo>
                    <a:pt x="1495" y="1435"/>
                    <a:pt x="1511" y="1407"/>
                    <a:pt x="1511" y="1377"/>
                  </a:cubicBezTo>
                  <a:cubicBezTo>
                    <a:pt x="1511" y="1333"/>
                    <a:pt x="1511" y="1333"/>
                    <a:pt x="1511" y="1333"/>
                  </a:cubicBezTo>
                  <a:cubicBezTo>
                    <a:pt x="1511" y="1276"/>
                    <a:pt x="1482" y="1225"/>
                    <a:pt x="1433" y="1196"/>
                  </a:cubicBezTo>
                  <a:close/>
                  <a:moveTo>
                    <a:pt x="592" y="743"/>
                  </a:moveTo>
                  <a:cubicBezTo>
                    <a:pt x="678" y="743"/>
                    <a:pt x="678" y="743"/>
                    <a:pt x="678" y="743"/>
                  </a:cubicBezTo>
                  <a:cubicBezTo>
                    <a:pt x="704" y="743"/>
                    <a:pt x="726" y="764"/>
                    <a:pt x="726" y="791"/>
                  </a:cubicBezTo>
                  <a:cubicBezTo>
                    <a:pt x="726" y="1119"/>
                    <a:pt x="726" y="1119"/>
                    <a:pt x="726" y="1119"/>
                  </a:cubicBezTo>
                  <a:cubicBezTo>
                    <a:pt x="726" y="1145"/>
                    <a:pt x="704" y="1166"/>
                    <a:pt x="678" y="1166"/>
                  </a:cubicBezTo>
                  <a:cubicBezTo>
                    <a:pt x="592" y="1166"/>
                    <a:pt x="592" y="1166"/>
                    <a:pt x="592" y="1166"/>
                  </a:cubicBezTo>
                  <a:cubicBezTo>
                    <a:pt x="565" y="1166"/>
                    <a:pt x="544" y="1145"/>
                    <a:pt x="544" y="1119"/>
                  </a:cubicBezTo>
                  <a:cubicBezTo>
                    <a:pt x="544" y="791"/>
                    <a:pt x="544" y="791"/>
                    <a:pt x="544" y="791"/>
                  </a:cubicBezTo>
                  <a:cubicBezTo>
                    <a:pt x="544" y="764"/>
                    <a:pt x="565" y="743"/>
                    <a:pt x="592" y="743"/>
                  </a:cubicBezTo>
                  <a:close/>
                  <a:moveTo>
                    <a:pt x="60" y="871"/>
                  </a:moveTo>
                  <a:cubicBezTo>
                    <a:pt x="60" y="845"/>
                    <a:pt x="81" y="823"/>
                    <a:pt x="108" y="823"/>
                  </a:cubicBezTo>
                  <a:cubicBezTo>
                    <a:pt x="194" y="823"/>
                    <a:pt x="194" y="823"/>
                    <a:pt x="194" y="823"/>
                  </a:cubicBezTo>
                  <a:cubicBezTo>
                    <a:pt x="220" y="823"/>
                    <a:pt x="242" y="845"/>
                    <a:pt x="242" y="871"/>
                  </a:cubicBezTo>
                  <a:cubicBezTo>
                    <a:pt x="242" y="915"/>
                    <a:pt x="242" y="915"/>
                    <a:pt x="242" y="915"/>
                  </a:cubicBezTo>
                  <a:cubicBezTo>
                    <a:pt x="242" y="931"/>
                    <a:pt x="255" y="945"/>
                    <a:pt x="272" y="945"/>
                  </a:cubicBezTo>
                  <a:cubicBezTo>
                    <a:pt x="288" y="945"/>
                    <a:pt x="302" y="931"/>
                    <a:pt x="302" y="915"/>
                  </a:cubicBezTo>
                  <a:cubicBezTo>
                    <a:pt x="302" y="791"/>
                    <a:pt x="302" y="791"/>
                    <a:pt x="302" y="791"/>
                  </a:cubicBezTo>
                  <a:cubicBezTo>
                    <a:pt x="302" y="764"/>
                    <a:pt x="323" y="743"/>
                    <a:pt x="350" y="743"/>
                  </a:cubicBezTo>
                  <a:cubicBezTo>
                    <a:pt x="436" y="743"/>
                    <a:pt x="436" y="743"/>
                    <a:pt x="436" y="743"/>
                  </a:cubicBezTo>
                  <a:cubicBezTo>
                    <a:pt x="462" y="743"/>
                    <a:pt x="484" y="764"/>
                    <a:pt x="484" y="791"/>
                  </a:cubicBezTo>
                  <a:cubicBezTo>
                    <a:pt x="484" y="1119"/>
                    <a:pt x="484" y="1119"/>
                    <a:pt x="484" y="1119"/>
                  </a:cubicBezTo>
                  <a:cubicBezTo>
                    <a:pt x="484" y="1145"/>
                    <a:pt x="462" y="1166"/>
                    <a:pt x="436" y="1166"/>
                  </a:cubicBezTo>
                  <a:cubicBezTo>
                    <a:pt x="350" y="1166"/>
                    <a:pt x="350" y="1166"/>
                    <a:pt x="350" y="1166"/>
                  </a:cubicBezTo>
                  <a:cubicBezTo>
                    <a:pt x="323" y="1166"/>
                    <a:pt x="302" y="1145"/>
                    <a:pt x="302" y="1119"/>
                  </a:cubicBezTo>
                  <a:cubicBezTo>
                    <a:pt x="302" y="1055"/>
                    <a:pt x="302" y="1055"/>
                    <a:pt x="302" y="1055"/>
                  </a:cubicBezTo>
                  <a:cubicBezTo>
                    <a:pt x="302" y="1038"/>
                    <a:pt x="288" y="1025"/>
                    <a:pt x="272" y="1025"/>
                  </a:cubicBezTo>
                  <a:cubicBezTo>
                    <a:pt x="255" y="1025"/>
                    <a:pt x="242" y="1038"/>
                    <a:pt x="242" y="1055"/>
                  </a:cubicBezTo>
                  <a:cubicBezTo>
                    <a:pt x="242" y="1119"/>
                    <a:pt x="242" y="1119"/>
                    <a:pt x="242" y="1119"/>
                  </a:cubicBezTo>
                  <a:cubicBezTo>
                    <a:pt x="242" y="1145"/>
                    <a:pt x="220" y="1166"/>
                    <a:pt x="194" y="1166"/>
                  </a:cubicBezTo>
                  <a:cubicBezTo>
                    <a:pt x="108" y="1166"/>
                    <a:pt x="108" y="1166"/>
                    <a:pt x="108" y="1166"/>
                  </a:cubicBezTo>
                  <a:cubicBezTo>
                    <a:pt x="81" y="1166"/>
                    <a:pt x="60" y="1145"/>
                    <a:pt x="60" y="1119"/>
                  </a:cubicBezTo>
                  <a:cubicBezTo>
                    <a:pt x="60" y="871"/>
                    <a:pt x="60" y="871"/>
                    <a:pt x="60" y="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2898;p74">
              <a:extLst>
                <a:ext uri="{FF2B5EF4-FFF2-40B4-BE49-F238E27FC236}">
                  <a16:creationId xmlns:a16="http://schemas.microsoft.com/office/drawing/2014/main" id="{01B14AF6-6D35-BF4C-0584-9924843AA236}"/>
                </a:ext>
              </a:extLst>
            </p:cNvPr>
            <p:cNvSpPr/>
            <p:nvPr/>
          </p:nvSpPr>
          <p:spPr>
            <a:xfrm>
              <a:off x="2670350" y="4349724"/>
              <a:ext cx="8524" cy="17822"/>
            </a:xfrm>
            <a:custGeom>
              <a:avLst/>
              <a:gdLst/>
              <a:ahLst/>
              <a:cxnLst/>
              <a:rect l="l" t="t" r="r" b="b"/>
              <a:pathLst>
                <a:path w="60" h="122" extrusionOk="0">
                  <a:moveTo>
                    <a:pt x="0" y="30"/>
                  </a:moveTo>
                  <a:cubicBezTo>
                    <a:pt x="0" y="92"/>
                    <a:pt x="0" y="92"/>
                    <a:pt x="0" y="92"/>
                  </a:cubicBezTo>
                  <a:cubicBezTo>
                    <a:pt x="0" y="109"/>
                    <a:pt x="13" y="122"/>
                    <a:pt x="30" y="122"/>
                  </a:cubicBezTo>
                  <a:cubicBezTo>
                    <a:pt x="46" y="122"/>
                    <a:pt x="60" y="109"/>
                    <a:pt x="60" y="92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13"/>
                    <a:pt x="46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2899;p74">
              <a:extLst>
                <a:ext uri="{FF2B5EF4-FFF2-40B4-BE49-F238E27FC236}">
                  <a16:creationId xmlns:a16="http://schemas.microsoft.com/office/drawing/2014/main" id="{A705F1FB-47D1-DB36-E405-07B9D2A72219}"/>
                </a:ext>
              </a:extLst>
            </p:cNvPr>
            <p:cNvSpPr/>
            <p:nvPr/>
          </p:nvSpPr>
          <p:spPr>
            <a:xfrm>
              <a:off x="2723816" y="4321829"/>
              <a:ext cx="15497" cy="55015"/>
            </a:xfrm>
            <a:custGeom>
              <a:avLst/>
              <a:gdLst/>
              <a:ahLst/>
              <a:cxnLst/>
              <a:rect l="l" t="t" r="r" b="b"/>
              <a:pathLst>
                <a:path w="107" h="377" extrusionOk="0">
                  <a:moveTo>
                    <a:pt x="23" y="371"/>
                  </a:moveTo>
                  <a:cubicBezTo>
                    <a:pt x="38" y="377"/>
                    <a:pt x="56" y="370"/>
                    <a:pt x="62" y="355"/>
                  </a:cubicBezTo>
                  <a:cubicBezTo>
                    <a:pt x="107" y="248"/>
                    <a:pt x="107" y="130"/>
                    <a:pt x="62" y="23"/>
                  </a:cubicBezTo>
                  <a:cubicBezTo>
                    <a:pt x="56" y="8"/>
                    <a:pt x="38" y="0"/>
                    <a:pt x="23" y="7"/>
                  </a:cubicBezTo>
                  <a:cubicBezTo>
                    <a:pt x="8" y="13"/>
                    <a:pt x="1" y="31"/>
                    <a:pt x="7" y="46"/>
                  </a:cubicBezTo>
                  <a:cubicBezTo>
                    <a:pt x="45" y="138"/>
                    <a:pt x="45" y="240"/>
                    <a:pt x="7" y="332"/>
                  </a:cubicBezTo>
                  <a:cubicBezTo>
                    <a:pt x="0" y="347"/>
                    <a:pt x="8" y="365"/>
                    <a:pt x="23" y="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2900;p74">
              <a:extLst>
                <a:ext uri="{FF2B5EF4-FFF2-40B4-BE49-F238E27FC236}">
                  <a16:creationId xmlns:a16="http://schemas.microsoft.com/office/drawing/2014/main" id="{DE10F3A2-C17D-FC95-927A-A0FFCFD7AC35}"/>
                </a:ext>
              </a:extLst>
            </p:cNvPr>
            <p:cNvSpPr/>
            <p:nvPr/>
          </p:nvSpPr>
          <p:spPr>
            <a:xfrm>
              <a:off x="2609137" y="4321829"/>
              <a:ext cx="15497" cy="55015"/>
            </a:xfrm>
            <a:custGeom>
              <a:avLst/>
              <a:gdLst/>
              <a:ahLst/>
              <a:cxnLst/>
              <a:rect l="l" t="t" r="r" b="b"/>
              <a:pathLst>
                <a:path w="107" h="373" extrusionOk="0">
                  <a:moveTo>
                    <a:pt x="72" y="373"/>
                  </a:moveTo>
                  <a:cubicBezTo>
                    <a:pt x="76" y="373"/>
                    <a:pt x="80" y="373"/>
                    <a:pt x="84" y="371"/>
                  </a:cubicBezTo>
                  <a:cubicBezTo>
                    <a:pt x="99" y="365"/>
                    <a:pt x="107" y="347"/>
                    <a:pt x="100" y="332"/>
                  </a:cubicBezTo>
                  <a:cubicBezTo>
                    <a:pt x="62" y="240"/>
                    <a:pt x="62" y="138"/>
                    <a:pt x="100" y="46"/>
                  </a:cubicBezTo>
                  <a:cubicBezTo>
                    <a:pt x="107" y="31"/>
                    <a:pt x="99" y="13"/>
                    <a:pt x="84" y="7"/>
                  </a:cubicBezTo>
                  <a:cubicBezTo>
                    <a:pt x="69" y="0"/>
                    <a:pt x="51" y="8"/>
                    <a:pt x="45" y="23"/>
                  </a:cubicBezTo>
                  <a:cubicBezTo>
                    <a:pt x="1" y="130"/>
                    <a:pt x="0" y="248"/>
                    <a:pt x="45" y="355"/>
                  </a:cubicBezTo>
                  <a:cubicBezTo>
                    <a:pt x="50" y="366"/>
                    <a:pt x="61" y="373"/>
                    <a:pt x="72" y="3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2901;p74">
              <a:extLst>
                <a:ext uri="{FF2B5EF4-FFF2-40B4-BE49-F238E27FC236}">
                  <a16:creationId xmlns:a16="http://schemas.microsoft.com/office/drawing/2014/main" id="{94AECE99-851E-6DB5-9C7A-0B8D8FC32C7B}"/>
                </a:ext>
              </a:extLst>
            </p:cNvPr>
            <p:cNvSpPr/>
            <p:nvPr/>
          </p:nvSpPr>
          <p:spPr>
            <a:xfrm>
              <a:off x="2740863" y="4314855"/>
              <a:ext cx="17047" cy="68963"/>
            </a:xfrm>
            <a:custGeom>
              <a:avLst/>
              <a:gdLst/>
              <a:ahLst/>
              <a:cxnLst/>
              <a:rect l="l" t="t" r="r" b="b"/>
              <a:pathLst>
                <a:path w="119" h="472" extrusionOk="0">
                  <a:moveTo>
                    <a:pt x="23" y="466"/>
                  </a:moveTo>
                  <a:cubicBezTo>
                    <a:pt x="38" y="472"/>
                    <a:pt x="56" y="465"/>
                    <a:pt x="62" y="449"/>
                  </a:cubicBezTo>
                  <a:cubicBezTo>
                    <a:pt x="119" y="312"/>
                    <a:pt x="119" y="160"/>
                    <a:pt x="62" y="22"/>
                  </a:cubicBezTo>
                  <a:cubicBezTo>
                    <a:pt x="56" y="7"/>
                    <a:pt x="38" y="0"/>
                    <a:pt x="23" y="6"/>
                  </a:cubicBezTo>
                  <a:cubicBezTo>
                    <a:pt x="8" y="12"/>
                    <a:pt x="0" y="30"/>
                    <a:pt x="7" y="45"/>
                  </a:cubicBezTo>
                  <a:cubicBezTo>
                    <a:pt x="58" y="168"/>
                    <a:pt x="57" y="303"/>
                    <a:pt x="7" y="426"/>
                  </a:cubicBezTo>
                  <a:cubicBezTo>
                    <a:pt x="0" y="442"/>
                    <a:pt x="7" y="459"/>
                    <a:pt x="23" y="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2902;p74">
              <a:extLst>
                <a:ext uri="{FF2B5EF4-FFF2-40B4-BE49-F238E27FC236}">
                  <a16:creationId xmlns:a16="http://schemas.microsoft.com/office/drawing/2014/main" id="{AE7A1E69-7A13-B407-A24B-9A35FC0E8033}"/>
                </a:ext>
              </a:extLst>
            </p:cNvPr>
            <p:cNvSpPr/>
            <p:nvPr/>
          </p:nvSpPr>
          <p:spPr>
            <a:xfrm>
              <a:off x="2590540" y="4314855"/>
              <a:ext cx="17822" cy="68963"/>
            </a:xfrm>
            <a:custGeom>
              <a:avLst/>
              <a:gdLst/>
              <a:ahLst/>
              <a:cxnLst/>
              <a:rect l="l" t="t" r="r" b="b"/>
              <a:pathLst>
                <a:path w="119" h="468" extrusionOk="0">
                  <a:moveTo>
                    <a:pt x="85" y="468"/>
                  </a:moveTo>
                  <a:cubicBezTo>
                    <a:pt x="89" y="468"/>
                    <a:pt x="92" y="467"/>
                    <a:pt x="96" y="466"/>
                  </a:cubicBezTo>
                  <a:cubicBezTo>
                    <a:pt x="111" y="459"/>
                    <a:pt x="119" y="442"/>
                    <a:pt x="112" y="427"/>
                  </a:cubicBezTo>
                  <a:cubicBezTo>
                    <a:pt x="62" y="304"/>
                    <a:pt x="62" y="168"/>
                    <a:pt x="113" y="45"/>
                  </a:cubicBezTo>
                  <a:cubicBezTo>
                    <a:pt x="119" y="30"/>
                    <a:pt x="112" y="13"/>
                    <a:pt x="96" y="6"/>
                  </a:cubicBezTo>
                  <a:cubicBezTo>
                    <a:pt x="81" y="0"/>
                    <a:pt x="63" y="7"/>
                    <a:pt x="57" y="22"/>
                  </a:cubicBezTo>
                  <a:cubicBezTo>
                    <a:pt x="0" y="160"/>
                    <a:pt x="0" y="312"/>
                    <a:pt x="57" y="449"/>
                  </a:cubicBezTo>
                  <a:cubicBezTo>
                    <a:pt x="62" y="461"/>
                    <a:pt x="73" y="468"/>
                    <a:pt x="85" y="4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804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>
          <a:extLst>
            <a:ext uri="{FF2B5EF4-FFF2-40B4-BE49-F238E27FC236}">
              <a16:creationId xmlns:a16="http://schemas.microsoft.com/office/drawing/2014/main" id="{4C711EF9-9298-0B60-ED49-E168E794E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51">
            <a:extLst>
              <a:ext uri="{FF2B5EF4-FFF2-40B4-BE49-F238E27FC236}">
                <a16:creationId xmlns:a16="http://schemas.microsoft.com/office/drawing/2014/main" id="{AB2989A2-C6F2-87BA-030D-47D008DD6801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t="-485" b="-181"/>
          <a:stretch>
            <a:fillRect/>
          </a:stretch>
        </p:blipFill>
        <p:spPr>
          <a:xfrm>
            <a:off x="967027" y="380536"/>
            <a:ext cx="7157318" cy="4762964"/>
          </a:xfrm>
          <a:prstGeom prst="rect">
            <a:avLst/>
          </a:prstGeom>
        </p:spPr>
      </p:pic>
      <p:sp>
        <p:nvSpPr>
          <p:cNvPr id="736" name="Google Shape;736;p51">
            <a:extLst>
              <a:ext uri="{FF2B5EF4-FFF2-40B4-BE49-F238E27FC236}">
                <a16:creationId xmlns:a16="http://schemas.microsoft.com/office/drawing/2014/main" id="{A04200B0-0823-500F-6C8A-A1E6C46468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303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comparison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0810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</a:t>
            </a:r>
            <a:endParaRPr/>
          </a:p>
        </p:txBody>
      </p:sp>
      <p:sp>
        <p:nvSpPr>
          <p:cNvPr id="1131" name="Google Shape;1131;p65"/>
          <p:cNvSpPr/>
          <p:nvPr/>
        </p:nvSpPr>
        <p:spPr>
          <a:xfrm>
            <a:off x="3294600" y="1689800"/>
            <a:ext cx="2554800" cy="25551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2" name="Google Shape;1132;p65"/>
          <p:cNvSpPr/>
          <p:nvPr/>
        </p:nvSpPr>
        <p:spPr>
          <a:xfrm>
            <a:off x="3284475" y="1689789"/>
            <a:ext cx="602400" cy="602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3" name="Google Shape;1133;p65"/>
          <p:cNvSpPr/>
          <p:nvPr/>
        </p:nvSpPr>
        <p:spPr>
          <a:xfrm>
            <a:off x="5247000" y="1689789"/>
            <a:ext cx="602400" cy="602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4" name="Google Shape;1134;p65"/>
          <p:cNvSpPr/>
          <p:nvPr/>
        </p:nvSpPr>
        <p:spPr>
          <a:xfrm>
            <a:off x="5247000" y="3642489"/>
            <a:ext cx="602400" cy="602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5" name="Google Shape;1135;p65"/>
          <p:cNvSpPr/>
          <p:nvPr/>
        </p:nvSpPr>
        <p:spPr>
          <a:xfrm>
            <a:off x="3294600" y="3642489"/>
            <a:ext cx="602400" cy="602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6" name="Google Shape;1136;p65"/>
          <p:cNvSpPr/>
          <p:nvPr/>
        </p:nvSpPr>
        <p:spPr>
          <a:xfrm>
            <a:off x="4270875" y="2666114"/>
            <a:ext cx="602400" cy="602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7" name="Google Shape;1197;p65"/>
          <p:cNvSpPr txBox="1"/>
          <p:nvPr/>
        </p:nvSpPr>
        <p:spPr>
          <a:xfrm flipH="1">
            <a:off x="1031773" y="1143000"/>
            <a:ext cx="1879065" cy="79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Most sensitive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8" name="Google Shape;1198;p65"/>
          <p:cNvSpPr txBox="1"/>
          <p:nvPr/>
        </p:nvSpPr>
        <p:spPr>
          <a:xfrm flipH="1">
            <a:off x="1031777" y="1935646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Fingertip (2.10 mm)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9" name="Google Shape;1199;p65"/>
          <p:cNvSpPr txBox="1"/>
          <p:nvPr/>
        </p:nvSpPr>
        <p:spPr>
          <a:xfrm flipH="1">
            <a:off x="1031775" y="342725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Consistent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0" name="Google Shape;1200;p65"/>
          <p:cNvSpPr txBox="1"/>
          <p:nvPr/>
        </p:nvSpPr>
        <p:spPr>
          <a:xfrm flipH="1">
            <a:off x="1031777" y="3888346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With known distribution of mechanoreceptors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1" name="Google Shape;1201;p65"/>
          <p:cNvSpPr txBox="1"/>
          <p:nvPr/>
        </p:nvSpPr>
        <p:spPr>
          <a:xfrm flipH="1">
            <a:off x="5969025" y="342725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Reflects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2" name="Google Shape;1202;p65"/>
          <p:cNvSpPr txBox="1"/>
          <p:nvPr/>
        </p:nvSpPr>
        <p:spPr>
          <a:xfrm flipH="1">
            <a:off x="5969027" y="3888346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lnSpc>
                <a:spcPct val="115000"/>
              </a:lnSpc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Importance for</a:t>
            </a:r>
          </a:p>
          <a:p>
            <a:pPr lvl="0" algn="r">
              <a:lnSpc>
                <a:spcPct val="115000"/>
              </a:lnSpc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tactile discrimination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3" name="Google Shape;1203;p65"/>
          <p:cNvSpPr txBox="1"/>
          <p:nvPr/>
        </p:nvSpPr>
        <p:spPr>
          <a:xfrm flipH="1">
            <a:off x="5969025" y="1143000"/>
            <a:ext cx="2143200" cy="79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Least sensitive</a:t>
            </a:r>
            <a:endParaRPr sz="24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4" name="Google Shape;1204;p65"/>
          <p:cNvSpPr txBox="1"/>
          <p:nvPr/>
        </p:nvSpPr>
        <p:spPr>
          <a:xfrm flipH="1">
            <a:off x="5969027" y="1935646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Back (24.50 mm)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" name="Google Shape;1914;p73">
            <a:extLst>
              <a:ext uri="{FF2B5EF4-FFF2-40B4-BE49-F238E27FC236}">
                <a16:creationId xmlns:a16="http://schemas.microsoft.com/office/drawing/2014/main" id="{D74E109D-9148-7EBA-E38B-2CF8CBEE34AB}"/>
              </a:ext>
            </a:extLst>
          </p:cNvPr>
          <p:cNvGrpSpPr/>
          <p:nvPr/>
        </p:nvGrpSpPr>
        <p:grpSpPr>
          <a:xfrm>
            <a:off x="4351020" y="2756110"/>
            <a:ext cx="441960" cy="422408"/>
            <a:chOff x="2947988" y="4506516"/>
            <a:chExt cx="473869" cy="460770"/>
          </a:xfrm>
        </p:grpSpPr>
        <p:sp>
          <p:nvSpPr>
            <p:cNvPr id="3" name="Google Shape;1915;p73">
              <a:extLst>
                <a:ext uri="{FF2B5EF4-FFF2-40B4-BE49-F238E27FC236}">
                  <a16:creationId xmlns:a16="http://schemas.microsoft.com/office/drawing/2014/main" id="{4E8716FA-26EB-D572-2C63-F8D2A7BF7DBC}"/>
                </a:ext>
              </a:extLst>
            </p:cNvPr>
            <p:cNvSpPr/>
            <p:nvPr/>
          </p:nvSpPr>
          <p:spPr>
            <a:xfrm>
              <a:off x="3017044" y="4600575"/>
              <a:ext cx="86916" cy="76200"/>
            </a:xfrm>
            <a:custGeom>
              <a:avLst/>
              <a:gdLst/>
              <a:ahLst/>
              <a:cxnLst/>
              <a:rect l="l" t="t" r="r" b="b"/>
              <a:pathLst>
                <a:path w="387" h="337" extrusionOk="0">
                  <a:moveTo>
                    <a:pt x="216" y="42"/>
                  </a:moveTo>
                  <a:cubicBezTo>
                    <a:pt x="148" y="111"/>
                    <a:pt x="148" y="111"/>
                    <a:pt x="148" y="111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37" y="0"/>
                    <a:pt x="0" y="23"/>
                    <a:pt x="9" y="53"/>
                  </a:cubicBezTo>
                  <a:cubicBezTo>
                    <a:pt x="80" y="273"/>
                    <a:pt x="80" y="273"/>
                    <a:pt x="80" y="273"/>
                  </a:cubicBezTo>
                  <a:cubicBezTo>
                    <a:pt x="93" y="311"/>
                    <a:pt x="141" y="323"/>
                    <a:pt x="170" y="295"/>
                  </a:cubicBezTo>
                  <a:cubicBezTo>
                    <a:pt x="239" y="226"/>
                    <a:pt x="239" y="226"/>
                    <a:pt x="239" y="226"/>
                  </a:cubicBezTo>
                  <a:cubicBezTo>
                    <a:pt x="327" y="315"/>
                    <a:pt x="327" y="315"/>
                    <a:pt x="327" y="315"/>
                  </a:cubicBezTo>
                  <a:cubicBezTo>
                    <a:pt x="350" y="337"/>
                    <a:pt x="387" y="314"/>
                    <a:pt x="377" y="284"/>
                  </a:cubicBezTo>
                  <a:cubicBezTo>
                    <a:pt x="306" y="64"/>
                    <a:pt x="306" y="64"/>
                    <a:pt x="306" y="64"/>
                  </a:cubicBezTo>
                  <a:cubicBezTo>
                    <a:pt x="294" y="26"/>
                    <a:pt x="245" y="14"/>
                    <a:pt x="216" y="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916;p73">
              <a:extLst>
                <a:ext uri="{FF2B5EF4-FFF2-40B4-BE49-F238E27FC236}">
                  <a16:creationId xmlns:a16="http://schemas.microsoft.com/office/drawing/2014/main" id="{E32A0A5C-2253-2AB6-306C-FBAFE4214603}"/>
                </a:ext>
              </a:extLst>
            </p:cNvPr>
            <p:cNvSpPr/>
            <p:nvPr/>
          </p:nvSpPr>
          <p:spPr>
            <a:xfrm>
              <a:off x="3265884" y="4600575"/>
              <a:ext cx="86916" cy="76200"/>
            </a:xfrm>
            <a:custGeom>
              <a:avLst/>
              <a:gdLst/>
              <a:ahLst/>
              <a:cxnLst/>
              <a:rect l="l" t="t" r="r" b="b"/>
              <a:pathLst>
                <a:path w="387" h="337" extrusionOk="0">
                  <a:moveTo>
                    <a:pt x="170" y="42"/>
                  </a:moveTo>
                  <a:cubicBezTo>
                    <a:pt x="239" y="111"/>
                    <a:pt x="239" y="111"/>
                    <a:pt x="239" y="111"/>
                  </a:cubicBezTo>
                  <a:cubicBezTo>
                    <a:pt x="328" y="22"/>
                    <a:pt x="328" y="22"/>
                    <a:pt x="328" y="22"/>
                  </a:cubicBezTo>
                  <a:cubicBezTo>
                    <a:pt x="350" y="0"/>
                    <a:pt x="387" y="23"/>
                    <a:pt x="377" y="53"/>
                  </a:cubicBezTo>
                  <a:cubicBezTo>
                    <a:pt x="307" y="273"/>
                    <a:pt x="307" y="273"/>
                    <a:pt x="307" y="273"/>
                  </a:cubicBezTo>
                  <a:cubicBezTo>
                    <a:pt x="294" y="311"/>
                    <a:pt x="245" y="323"/>
                    <a:pt x="216" y="295"/>
                  </a:cubicBezTo>
                  <a:cubicBezTo>
                    <a:pt x="148" y="226"/>
                    <a:pt x="148" y="226"/>
                    <a:pt x="148" y="226"/>
                  </a:cubicBezTo>
                  <a:cubicBezTo>
                    <a:pt x="59" y="315"/>
                    <a:pt x="59" y="315"/>
                    <a:pt x="59" y="315"/>
                  </a:cubicBezTo>
                  <a:cubicBezTo>
                    <a:pt x="37" y="337"/>
                    <a:pt x="0" y="314"/>
                    <a:pt x="10" y="28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93" y="26"/>
                    <a:pt x="142" y="14"/>
                    <a:pt x="170" y="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917;p73">
              <a:extLst>
                <a:ext uri="{FF2B5EF4-FFF2-40B4-BE49-F238E27FC236}">
                  <a16:creationId xmlns:a16="http://schemas.microsoft.com/office/drawing/2014/main" id="{CDCC40DF-8D54-C23A-153C-60796E4153E6}"/>
                </a:ext>
              </a:extLst>
            </p:cNvPr>
            <p:cNvSpPr/>
            <p:nvPr/>
          </p:nvSpPr>
          <p:spPr>
            <a:xfrm>
              <a:off x="3052763" y="4701779"/>
              <a:ext cx="263130" cy="257174"/>
            </a:xfrm>
            <a:custGeom>
              <a:avLst/>
              <a:gdLst/>
              <a:ahLst/>
              <a:cxnLst/>
              <a:rect l="l" t="t" r="r" b="b"/>
              <a:pathLst>
                <a:path w="1173" h="1144" extrusionOk="0">
                  <a:moveTo>
                    <a:pt x="1173" y="434"/>
                  </a:moveTo>
                  <a:cubicBezTo>
                    <a:pt x="1173" y="326"/>
                    <a:pt x="1086" y="239"/>
                    <a:pt x="978" y="239"/>
                  </a:cubicBezTo>
                  <a:cubicBezTo>
                    <a:pt x="978" y="239"/>
                    <a:pt x="976" y="239"/>
                    <a:pt x="973" y="239"/>
                  </a:cubicBezTo>
                  <a:cubicBezTo>
                    <a:pt x="976" y="225"/>
                    <a:pt x="978" y="210"/>
                    <a:pt x="978" y="195"/>
                  </a:cubicBezTo>
                  <a:cubicBezTo>
                    <a:pt x="978" y="87"/>
                    <a:pt x="890" y="0"/>
                    <a:pt x="782" y="0"/>
                  </a:cubicBezTo>
                  <a:cubicBezTo>
                    <a:pt x="674" y="0"/>
                    <a:pt x="587" y="87"/>
                    <a:pt x="587" y="195"/>
                  </a:cubicBezTo>
                  <a:cubicBezTo>
                    <a:pt x="587" y="87"/>
                    <a:pt x="499" y="0"/>
                    <a:pt x="391" y="0"/>
                  </a:cubicBezTo>
                  <a:cubicBezTo>
                    <a:pt x="283" y="0"/>
                    <a:pt x="196" y="87"/>
                    <a:pt x="196" y="195"/>
                  </a:cubicBezTo>
                  <a:cubicBezTo>
                    <a:pt x="196" y="211"/>
                    <a:pt x="198" y="225"/>
                    <a:pt x="201" y="240"/>
                  </a:cubicBezTo>
                  <a:cubicBezTo>
                    <a:pt x="198" y="240"/>
                    <a:pt x="196" y="240"/>
                    <a:pt x="196" y="240"/>
                  </a:cubicBezTo>
                  <a:cubicBezTo>
                    <a:pt x="88" y="240"/>
                    <a:pt x="0" y="327"/>
                    <a:pt x="0" y="435"/>
                  </a:cubicBezTo>
                  <a:cubicBezTo>
                    <a:pt x="0" y="489"/>
                    <a:pt x="22" y="537"/>
                    <a:pt x="56" y="572"/>
                  </a:cubicBezTo>
                  <a:cubicBezTo>
                    <a:pt x="22" y="607"/>
                    <a:pt x="0" y="656"/>
                    <a:pt x="0" y="709"/>
                  </a:cubicBezTo>
                  <a:cubicBezTo>
                    <a:pt x="0" y="817"/>
                    <a:pt x="88" y="904"/>
                    <a:pt x="196" y="904"/>
                  </a:cubicBezTo>
                  <a:cubicBezTo>
                    <a:pt x="201" y="904"/>
                    <a:pt x="201" y="904"/>
                    <a:pt x="201" y="904"/>
                  </a:cubicBezTo>
                  <a:cubicBezTo>
                    <a:pt x="198" y="919"/>
                    <a:pt x="196" y="933"/>
                    <a:pt x="196" y="948"/>
                  </a:cubicBezTo>
                  <a:cubicBezTo>
                    <a:pt x="196" y="1056"/>
                    <a:pt x="283" y="1144"/>
                    <a:pt x="391" y="1144"/>
                  </a:cubicBezTo>
                  <a:cubicBezTo>
                    <a:pt x="499" y="1144"/>
                    <a:pt x="587" y="1056"/>
                    <a:pt x="587" y="948"/>
                  </a:cubicBezTo>
                  <a:cubicBezTo>
                    <a:pt x="587" y="1056"/>
                    <a:pt x="674" y="1144"/>
                    <a:pt x="782" y="1144"/>
                  </a:cubicBezTo>
                  <a:cubicBezTo>
                    <a:pt x="890" y="1144"/>
                    <a:pt x="978" y="1056"/>
                    <a:pt x="978" y="948"/>
                  </a:cubicBezTo>
                  <a:cubicBezTo>
                    <a:pt x="978" y="933"/>
                    <a:pt x="976" y="918"/>
                    <a:pt x="973" y="903"/>
                  </a:cubicBezTo>
                  <a:cubicBezTo>
                    <a:pt x="978" y="903"/>
                    <a:pt x="978" y="903"/>
                    <a:pt x="978" y="903"/>
                  </a:cubicBezTo>
                  <a:cubicBezTo>
                    <a:pt x="1086" y="903"/>
                    <a:pt x="1173" y="816"/>
                    <a:pt x="1173" y="708"/>
                  </a:cubicBezTo>
                  <a:cubicBezTo>
                    <a:pt x="1173" y="655"/>
                    <a:pt x="1152" y="606"/>
                    <a:pt x="1117" y="571"/>
                  </a:cubicBezTo>
                  <a:cubicBezTo>
                    <a:pt x="1152" y="536"/>
                    <a:pt x="1173" y="488"/>
                    <a:pt x="1173" y="4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918;p73">
              <a:extLst>
                <a:ext uri="{FF2B5EF4-FFF2-40B4-BE49-F238E27FC236}">
                  <a16:creationId xmlns:a16="http://schemas.microsoft.com/office/drawing/2014/main" id="{476BCAB1-78D9-1D32-E56B-09FB8AA478A9}"/>
                </a:ext>
              </a:extLst>
            </p:cNvPr>
            <p:cNvSpPr/>
            <p:nvPr/>
          </p:nvSpPr>
          <p:spPr>
            <a:xfrm>
              <a:off x="3127772" y="4513660"/>
              <a:ext cx="114301" cy="158354"/>
            </a:xfrm>
            <a:custGeom>
              <a:avLst/>
              <a:gdLst/>
              <a:ahLst/>
              <a:cxnLst/>
              <a:rect l="l" t="t" r="r" b="b"/>
              <a:pathLst>
                <a:path w="507" h="706" extrusionOk="0">
                  <a:moveTo>
                    <a:pt x="409" y="246"/>
                  </a:moveTo>
                  <a:cubicBezTo>
                    <a:pt x="266" y="246"/>
                    <a:pt x="266" y="246"/>
                    <a:pt x="266" y="246"/>
                  </a:cubicBezTo>
                  <a:cubicBezTo>
                    <a:pt x="266" y="62"/>
                    <a:pt x="266" y="62"/>
                    <a:pt x="266" y="62"/>
                  </a:cubicBezTo>
                  <a:cubicBezTo>
                    <a:pt x="266" y="15"/>
                    <a:pt x="204" y="0"/>
                    <a:pt x="183" y="42"/>
                  </a:cubicBezTo>
                  <a:cubicBezTo>
                    <a:pt x="28" y="344"/>
                    <a:pt x="28" y="344"/>
                    <a:pt x="28" y="344"/>
                  </a:cubicBezTo>
                  <a:cubicBezTo>
                    <a:pt x="0" y="397"/>
                    <a:pt x="39" y="461"/>
                    <a:pt x="99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2" y="691"/>
                    <a:pt x="304" y="706"/>
                    <a:pt x="325" y="665"/>
                  </a:cubicBezTo>
                  <a:cubicBezTo>
                    <a:pt x="480" y="362"/>
                    <a:pt x="480" y="362"/>
                    <a:pt x="480" y="362"/>
                  </a:cubicBezTo>
                  <a:cubicBezTo>
                    <a:pt x="507" y="309"/>
                    <a:pt x="469" y="246"/>
                    <a:pt x="409" y="2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919;p73">
              <a:extLst>
                <a:ext uri="{FF2B5EF4-FFF2-40B4-BE49-F238E27FC236}">
                  <a16:creationId xmlns:a16="http://schemas.microsoft.com/office/drawing/2014/main" id="{97E07566-7707-5F0B-9380-E3924265913D}"/>
                </a:ext>
              </a:extLst>
            </p:cNvPr>
            <p:cNvSpPr/>
            <p:nvPr/>
          </p:nvSpPr>
          <p:spPr>
            <a:xfrm>
              <a:off x="3044428" y="4693444"/>
              <a:ext cx="280986" cy="273842"/>
            </a:xfrm>
            <a:custGeom>
              <a:avLst/>
              <a:gdLst/>
              <a:ahLst/>
              <a:cxnLst/>
              <a:rect l="l" t="t" r="r" b="b"/>
              <a:pathLst>
                <a:path w="1252" h="1223" extrusionOk="0">
                  <a:moveTo>
                    <a:pt x="1056" y="242"/>
                  </a:moveTo>
                  <a:cubicBezTo>
                    <a:pt x="1056" y="240"/>
                    <a:pt x="1056" y="238"/>
                    <a:pt x="1056" y="235"/>
                  </a:cubicBezTo>
                  <a:cubicBezTo>
                    <a:pt x="1056" y="211"/>
                    <a:pt x="1053" y="188"/>
                    <a:pt x="1046" y="165"/>
                  </a:cubicBezTo>
                  <a:cubicBezTo>
                    <a:pt x="1039" y="144"/>
                    <a:pt x="1017" y="132"/>
                    <a:pt x="995" y="139"/>
                  </a:cubicBezTo>
                  <a:cubicBezTo>
                    <a:pt x="974" y="145"/>
                    <a:pt x="963" y="168"/>
                    <a:pt x="969" y="189"/>
                  </a:cubicBezTo>
                  <a:cubicBezTo>
                    <a:pt x="974" y="204"/>
                    <a:pt x="976" y="219"/>
                    <a:pt x="976" y="235"/>
                  </a:cubicBezTo>
                  <a:cubicBezTo>
                    <a:pt x="976" y="306"/>
                    <a:pt x="929" y="367"/>
                    <a:pt x="861" y="385"/>
                  </a:cubicBezTo>
                  <a:cubicBezTo>
                    <a:pt x="840" y="391"/>
                    <a:pt x="827" y="413"/>
                    <a:pt x="833" y="434"/>
                  </a:cubicBezTo>
                  <a:cubicBezTo>
                    <a:pt x="838" y="452"/>
                    <a:pt x="854" y="464"/>
                    <a:pt x="871" y="464"/>
                  </a:cubicBezTo>
                  <a:cubicBezTo>
                    <a:pt x="875" y="464"/>
                    <a:pt x="878" y="464"/>
                    <a:pt x="882" y="463"/>
                  </a:cubicBezTo>
                  <a:cubicBezTo>
                    <a:pt x="956" y="443"/>
                    <a:pt x="1013" y="389"/>
                    <a:pt x="1040" y="321"/>
                  </a:cubicBezTo>
                  <a:cubicBezTo>
                    <a:pt x="1115" y="332"/>
                    <a:pt x="1172" y="397"/>
                    <a:pt x="1172" y="474"/>
                  </a:cubicBezTo>
                  <a:cubicBezTo>
                    <a:pt x="1172" y="515"/>
                    <a:pt x="1156" y="554"/>
                    <a:pt x="1127" y="583"/>
                  </a:cubicBezTo>
                  <a:cubicBezTo>
                    <a:pt x="1112" y="598"/>
                    <a:pt x="1112" y="623"/>
                    <a:pt x="1127" y="639"/>
                  </a:cubicBezTo>
                  <a:cubicBezTo>
                    <a:pt x="1156" y="668"/>
                    <a:pt x="1172" y="707"/>
                    <a:pt x="1172" y="747"/>
                  </a:cubicBezTo>
                  <a:cubicBezTo>
                    <a:pt x="1172" y="825"/>
                    <a:pt x="1114" y="890"/>
                    <a:pt x="1040" y="901"/>
                  </a:cubicBezTo>
                  <a:cubicBezTo>
                    <a:pt x="1013" y="833"/>
                    <a:pt x="955" y="780"/>
                    <a:pt x="882" y="760"/>
                  </a:cubicBezTo>
                  <a:cubicBezTo>
                    <a:pt x="860" y="754"/>
                    <a:pt x="838" y="767"/>
                    <a:pt x="833" y="788"/>
                  </a:cubicBezTo>
                  <a:cubicBezTo>
                    <a:pt x="827" y="810"/>
                    <a:pt x="840" y="832"/>
                    <a:pt x="861" y="837"/>
                  </a:cubicBezTo>
                  <a:cubicBezTo>
                    <a:pt x="929" y="855"/>
                    <a:pt x="976" y="917"/>
                    <a:pt x="976" y="987"/>
                  </a:cubicBezTo>
                  <a:cubicBezTo>
                    <a:pt x="976" y="1073"/>
                    <a:pt x="907" y="1143"/>
                    <a:pt x="821" y="1143"/>
                  </a:cubicBezTo>
                  <a:cubicBezTo>
                    <a:pt x="735" y="1143"/>
                    <a:pt x="666" y="1073"/>
                    <a:pt x="666" y="987"/>
                  </a:cubicBezTo>
                  <a:cubicBezTo>
                    <a:pt x="666" y="235"/>
                    <a:pt x="666" y="235"/>
                    <a:pt x="666" y="235"/>
                  </a:cubicBezTo>
                  <a:cubicBezTo>
                    <a:pt x="666" y="183"/>
                    <a:pt x="692" y="135"/>
                    <a:pt x="735" y="106"/>
                  </a:cubicBezTo>
                  <a:cubicBezTo>
                    <a:pt x="753" y="94"/>
                    <a:pt x="758" y="69"/>
                    <a:pt x="746" y="51"/>
                  </a:cubicBezTo>
                  <a:cubicBezTo>
                    <a:pt x="734" y="32"/>
                    <a:pt x="709" y="27"/>
                    <a:pt x="691" y="39"/>
                  </a:cubicBezTo>
                  <a:cubicBezTo>
                    <a:pt x="665" y="57"/>
                    <a:pt x="643" y="79"/>
                    <a:pt x="626" y="104"/>
                  </a:cubicBezTo>
                  <a:cubicBezTo>
                    <a:pt x="583" y="41"/>
                    <a:pt x="512" y="0"/>
                    <a:pt x="431" y="0"/>
                  </a:cubicBezTo>
                  <a:cubicBezTo>
                    <a:pt x="301" y="0"/>
                    <a:pt x="195" y="106"/>
                    <a:pt x="195" y="235"/>
                  </a:cubicBezTo>
                  <a:cubicBezTo>
                    <a:pt x="195" y="238"/>
                    <a:pt x="195" y="241"/>
                    <a:pt x="196" y="243"/>
                  </a:cubicBezTo>
                  <a:cubicBezTo>
                    <a:pt x="85" y="262"/>
                    <a:pt x="0" y="359"/>
                    <a:pt x="0" y="475"/>
                  </a:cubicBezTo>
                  <a:cubicBezTo>
                    <a:pt x="0" y="525"/>
                    <a:pt x="15" y="572"/>
                    <a:pt x="44" y="612"/>
                  </a:cubicBezTo>
                  <a:cubicBezTo>
                    <a:pt x="15" y="651"/>
                    <a:pt x="0" y="699"/>
                    <a:pt x="0" y="748"/>
                  </a:cubicBezTo>
                  <a:cubicBezTo>
                    <a:pt x="0" y="865"/>
                    <a:pt x="85" y="961"/>
                    <a:pt x="195" y="980"/>
                  </a:cubicBezTo>
                  <a:cubicBezTo>
                    <a:pt x="195" y="983"/>
                    <a:pt x="195" y="985"/>
                    <a:pt x="195" y="987"/>
                  </a:cubicBezTo>
                  <a:cubicBezTo>
                    <a:pt x="195" y="1117"/>
                    <a:pt x="301" y="1223"/>
                    <a:pt x="431" y="1223"/>
                  </a:cubicBezTo>
                  <a:cubicBezTo>
                    <a:pt x="512" y="1223"/>
                    <a:pt x="584" y="1181"/>
                    <a:pt x="626" y="1119"/>
                  </a:cubicBezTo>
                  <a:cubicBezTo>
                    <a:pt x="668" y="1181"/>
                    <a:pt x="740" y="1223"/>
                    <a:pt x="821" y="1223"/>
                  </a:cubicBezTo>
                  <a:cubicBezTo>
                    <a:pt x="951" y="1223"/>
                    <a:pt x="1056" y="1117"/>
                    <a:pt x="1056" y="987"/>
                  </a:cubicBezTo>
                  <a:cubicBezTo>
                    <a:pt x="1056" y="985"/>
                    <a:pt x="1056" y="982"/>
                    <a:pt x="1056" y="979"/>
                  </a:cubicBezTo>
                  <a:cubicBezTo>
                    <a:pt x="1167" y="960"/>
                    <a:pt x="1252" y="864"/>
                    <a:pt x="1252" y="747"/>
                  </a:cubicBezTo>
                  <a:cubicBezTo>
                    <a:pt x="1252" y="698"/>
                    <a:pt x="1236" y="650"/>
                    <a:pt x="1208" y="611"/>
                  </a:cubicBezTo>
                  <a:cubicBezTo>
                    <a:pt x="1236" y="571"/>
                    <a:pt x="1252" y="524"/>
                    <a:pt x="1252" y="474"/>
                  </a:cubicBezTo>
                  <a:cubicBezTo>
                    <a:pt x="1252" y="358"/>
                    <a:pt x="1167" y="261"/>
                    <a:pt x="1056" y="242"/>
                  </a:cubicBezTo>
                  <a:close/>
                  <a:moveTo>
                    <a:pt x="431" y="1143"/>
                  </a:moveTo>
                  <a:cubicBezTo>
                    <a:pt x="345" y="1143"/>
                    <a:pt x="275" y="1073"/>
                    <a:pt x="275" y="987"/>
                  </a:cubicBezTo>
                  <a:cubicBezTo>
                    <a:pt x="275" y="917"/>
                    <a:pt x="323" y="855"/>
                    <a:pt x="391" y="837"/>
                  </a:cubicBezTo>
                  <a:cubicBezTo>
                    <a:pt x="412" y="832"/>
                    <a:pt x="425" y="810"/>
                    <a:pt x="419" y="788"/>
                  </a:cubicBezTo>
                  <a:cubicBezTo>
                    <a:pt x="413" y="767"/>
                    <a:pt x="391" y="754"/>
                    <a:pt x="370" y="760"/>
                  </a:cubicBezTo>
                  <a:cubicBezTo>
                    <a:pt x="296" y="780"/>
                    <a:pt x="238" y="834"/>
                    <a:pt x="211" y="902"/>
                  </a:cubicBezTo>
                  <a:cubicBezTo>
                    <a:pt x="137" y="890"/>
                    <a:pt x="80" y="826"/>
                    <a:pt x="80" y="748"/>
                  </a:cubicBezTo>
                  <a:cubicBezTo>
                    <a:pt x="80" y="708"/>
                    <a:pt x="96" y="669"/>
                    <a:pt x="124" y="640"/>
                  </a:cubicBezTo>
                  <a:cubicBezTo>
                    <a:pt x="140" y="624"/>
                    <a:pt x="140" y="599"/>
                    <a:pt x="124" y="584"/>
                  </a:cubicBezTo>
                  <a:cubicBezTo>
                    <a:pt x="96" y="555"/>
                    <a:pt x="80" y="516"/>
                    <a:pt x="80" y="475"/>
                  </a:cubicBezTo>
                  <a:cubicBezTo>
                    <a:pt x="80" y="398"/>
                    <a:pt x="137" y="333"/>
                    <a:pt x="212" y="322"/>
                  </a:cubicBezTo>
                  <a:cubicBezTo>
                    <a:pt x="239" y="390"/>
                    <a:pt x="296" y="443"/>
                    <a:pt x="370" y="463"/>
                  </a:cubicBezTo>
                  <a:cubicBezTo>
                    <a:pt x="391" y="468"/>
                    <a:pt x="413" y="456"/>
                    <a:pt x="419" y="434"/>
                  </a:cubicBezTo>
                  <a:cubicBezTo>
                    <a:pt x="425" y="413"/>
                    <a:pt x="412" y="391"/>
                    <a:pt x="391" y="385"/>
                  </a:cubicBezTo>
                  <a:cubicBezTo>
                    <a:pt x="323" y="367"/>
                    <a:pt x="275" y="306"/>
                    <a:pt x="275" y="235"/>
                  </a:cubicBezTo>
                  <a:cubicBezTo>
                    <a:pt x="275" y="150"/>
                    <a:pt x="345" y="80"/>
                    <a:pt x="431" y="80"/>
                  </a:cubicBezTo>
                  <a:cubicBezTo>
                    <a:pt x="516" y="80"/>
                    <a:pt x="586" y="150"/>
                    <a:pt x="586" y="235"/>
                  </a:cubicBezTo>
                  <a:cubicBezTo>
                    <a:pt x="586" y="987"/>
                    <a:pt x="586" y="987"/>
                    <a:pt x="586" y="987"/>
                  </a:cubicBezTo>
                  <a:cubicBezTo>
                    <a:pt x="586" y="1073"/>
                    <a:pt x="516" y="1143"/>
                    <a:pt x="431" y="1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920;p73">
              <a:extLst>
                <a:ext uri="{FF2B5EF4-FFF2-40B4-BE49-F238E27FC236}">
                  <a16:creationId xmlns:a16="http://schemas.microsoft.com/office/drawing/2014/main" id="{75ACE0AF-9D8F-A577-210B-9C879806C8C0}"/>
                </a:ext>
              </a:extLst>
            </p:cNvPr>
            <p:cNvSpPr/>
            <p:nvPr/>
          </p:nvSpPr>
          <p:spPr>
            <a:xfrm>
              <a:off x="3121819" y="4506516"/>
              <a:ext cx="126207" cy="170260"/>
            </a:xfrm>
            <a:custGeom>
              <a:avLst/>
              <a:gdLst/>
              <a:ahLst/>
              <a:cxnLst/>
              <a:rect l="l" t="t" r="r" b="b"/>
              <a:pathLst>
                <a:path w="562" h="758" extrusionOk="0">
                  <a:moveTo>
                    <a:pt x="126" y="530"/>
                  </a:moveTo>
                  <a:cubicBezTo>
                    <a:pt x="229" y="530"/>
                    <a:pt x="229" y="530"/>
                    <a:pt x="229" y="530"/>
                  </a:cubicBezTo>
                  <a:cubicBezTo>
                    <a:pt x="229" y="674"/>
                    <a:pt x="229" y="674"/>
                    <a:pt x="229" y="674"/>
                  </a:cubicBezTo>
                  <a:cubicBezTo>
                    <a:pt x="229" y="714"/>
                    <a:pt x="254" y="746"/>
                    <a:pt x="293" y="756"/>
                  </a:cubicBezTo>
                  <a:cubicBezTo>
                    <a:pt x="300" y="757"/>
                    <a:pt x="307" y="758"/>
                    <a:pt x="313" y="758"/>
                  </a:cubicBezTo>
                  <a:cubicBezTo>
                    <a:pt x="344" y="758"/>
                    <a:pt x="372" y="741"/>
                    <a:pt x="387" y="712"/>
                  </a:cubicBezTo>
                  <a:cubicBezTo>
                    <a:pt x="543" y="410"/>
                    <a:pt x="543" y="410"/>
                    <a:pt x="543" y="410"/>
                  </a:cubicBezTo>
                  <a:cubicBezTo>
                    <a:pt x="562" y="372"/>
                    <a:pt x="560" y="328"/>
                    <a:pt x="538" y="292"/>
                  </a:cubicBezTo>
                  <a:cubicBezTo>
                    <a:pt x="516" y="257"/>
                    <a:pt x="478" y="235"/>
                    <a:pt x="436" y="235"/>
                  </a:cubicBezTo>
                  <a:cubicBezTo>
                    <a:pt x="333" y="235"/>
                    <a:pt x="333" y="235"/>
                    <a:pt x="333" y="235"/>
                  </a:cubicBezTo>
                  <a:cubicBezTo>
                    <a:pt x="333" y="91"/>
                    <a:pt x="333" y="91"/>
                    <a:pt x="333" y="91"/>
                  </a:cubicBezTo>
                  <a:cubicBezTo>
                    <a:pt x="333" y="51"/>
                    <a:pt x="307" y="18"/>
                    <a:pt x="269" y="9"/>
                  </a:cubicBezTo>
                  <a:cubicBezTo>
                    <a:pt x="230" y="0"/>
                    <a:pt x="192" y="17"/>
                    <a:pt x="174" y="52"/>
                  </a:cubicBezTo>
                  <a:cubicBezTo>
                    <a:pt x="19" y="355"/>
                    <a:pt x="19" y="355"/>
                    <a:pt x="19" y="355"/>
                  </a:cubicBezTo>
                  <a:cubicBezTo>
                    <a:pt x="0" y="392"/>
                    <a:pt x="1" y="436"/>
                    <a:pt x="23" y="472"/>
                  </a:cubicBezTo>
                  <a:cubicBezTo>
                    <a:pt x="45" y="508"/>
                    <a:pt x="84" y="530"/>
                    <a:pt x="126" y="530"/>
                  </a:cubicBezTo>
                  <a:close/>
                  <a:moveTo>
                    <a:pt x="90" y="391"/>
                  </a:moveTo>
                  <a:cubicBezTo>
                    <a:pt x="246" y="89"/>
                    <a:pt x="246" y="89"/>
                    <a:pt x="246" y="89"/>
                  </a:cubicBezTo>
                  <a:cubicBezTo>
                    <a:pt x="246" y="88"/>
                    <a:pt x="247" y="87"/>
                    <a:pt x="248" y="87"/>
                  </a:cubicBezTo>
                  <a:cubicBezTo>
                    <a:pt x="249" y="87"/>
                    <a:pt x="249" y="87"/>
                    <a:pt x="250" y="87"/>
                  </a:cubicBezTo>
                  <a:cubicBezTo>
                    <a:pt x="253" y="87"/>
                    <a:pt x="253" y="89"/>
                    <a:pt x="253" y="91"/>
                  </a:cubicBezTo>
                  <a:cubicBezTo>
                    <a:pt x="253" y="275"/>
                    <a:pt x="253" y="275"/>
                    <a:pt x="253" y="275"/>
                  </a:cubicBezTo>
                  <a:cubicBezTo>
                    <a:pt x="253" y="297"/>
                    <a:pt x="271" y="315"/>
                    <a:pt x="293" y="315"/>
                  </a:cubicBezTo>
                  <a:cubicBezTo>
                    <a:pt x="436" y="315"/>
                    <a:pt x="436" y="315"/>
                    <a:pt x="436" y="315"/>
                  </a:cubicBezTo>
                  <a:cubicBezTo>
                    <a:pt x="456" y="315"/>
                    <a:pt x="466" y="328"/>
                    <a:pt x="470" y="334"/>
                  </a:cubicBezTo>
                  <a:cubicBezTo>
                    <a:pt x="474" y="340"/>
                    <a:pt x="481" y="355"/>
                    <a:pt x="471" y="373"/>
                  </a:cubicBezTo>
                  <a:cubicBezTo>
                    <a:pt x="316" y="676"/>
                    <a:pt x="316" y="676"/>
                    <a:pt x="316" y="676"/>
                  </a:cubicBezTo>
                  <a:cubicBezTo>
                    <a:pt x="315" y="677"/>
                    <a:pt x="315" y="679"/>
                    <a:pt x="312" y="678"/>
                  </a:cubicBezTo>
                  <a:cubicBezTo>
                    <a:pt x="309" y="677"/>
                    <a:pt x="309" y="676"/>
                    <a:pt x="309" y="674"/>
                  </a:cubicBezTo>
                  <a:cubicBezTo>
                    <a:pt x="309" y="490"/>
                    <a:pt x="309" y="490"/>
                    <a:pt x="309" y="490"/>
                  </a:cubicBezTo>
                  <a:cubicBezTo>
                    <a:pt x="309" y="467"/>
                    <a:pt x="291" y="450"/>
                    <a:pt x="269" y="450"/>
                  </a:cubicBezTo>
                  <a:cubicBezTo>
                    <a:pt x="126" y="450"/>
                    <a:pt x="126" y="450"/>
                    <a:pt x="126" y="450"/>
                  </a:cubicBezTo>
                  <a:cubicBezTo>
                    <a:pt x="105" y="450"/>
                    <a:pt x="95" y="436"/>
                    <a:pt x="92" y="430"/>
                  </a:cubicBezTo>
                  <a:cubicBezTo>
                    <a:pt x="88" y="425"/>
                    <a:pt x="81" y="409"/>
                    <a:pt x="90" y="3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921;p73">
              <a:extLst>
                <a:ext uri="{FF2B5EF4-FFF2-40B4-BE49-F238E27FC236}">
                  <a16:creationId xmlns:a16="http://schemas.microsoft.com/office/drawing/2014/main" id="{749A5F35-811B-93A1-341C-9A696FEDCBD6}"/>
                </a:ext>
              </a:extLst>
            </p:cNvPr>
            <p:cNvSpPr/>
            <p:nvPr/>
          </p:nvSpPr>
          <p:spPr>
            <a:xfrm>
              <a:off x="3007519" y="4593431"/>
              <a:ext cx="104775" cy="89297"/>
            </a:xfrm>
            <a:custGeom>
              <a:avLst/>
              <a:gdLst/>
              <a:ahLst/>
              <a:cxnLst/>
              <a:rect l="l" t="t" r="r" b="b"/>
              <a:pathLst>
                <a:path w="464" h="397" extrusionOk="0">
                  <a:moveTo>
                    <a:pt x="237" y="356"/>
                  </a:moveTo>
                  <a:cubicBezTo>
                    <a:pt x="278" y="316"/>
                    <a:pt x="278" y="316"/>
                    <a:pt x="278" y="316"/>
                  </a:cubicBezTo>
                  <a:cubicBezTo>
                    <a:pt x="338" y="376"/>
                    <a:pt x="338" y="376"/>
                    <a:pt x="338" y="376"/>
                  </a:cubicBezTo>
                  <a:cubicBezTo>
                    <a:pt x="352" y="390"/>
                    <a:pt x="369" y="397"/>
                    <a:pt x="387" y="397"/>
                  </a:cubicBezTo>
                  <a:cubicBezTo>
                    <a:pt x="400" y="397"/>
                    <a:pt x="412" y="393"/>
                    <a:pt x="424" y="386"/>
                  </a:cubicBezTo>
                  <a:cubicBezTo>
                    <a:pt x="452" y="369"/>
                    <a:pt x="464" y="336"/>
                    <a:pt x="454" y="305"/>
                  </a:cubicBezTo>
                  <a:cubicBezTo>
                    <a:pt x="383" y="85"/>
                    <a:pt x="383" y="85"/>
                    <a:pt x="383" y="85"/>
                  </a:cubicBezTo>
                  <a:cubicBezTo>
                    <a:pt x="373" y="53"/>
                    <a:pt x="348" y="30"/>
                    <a:pt x="316" y="22"/>
                  </a:cubicBezTo>
                  <a:cubicBezTo>
                    <a:pt x="284" y="14"/>
                    <a:pt x="250" y="24"/>
                    <a:pt x="227" y="47"/>
                  </a:cubicBezTo>
                  <a:cubicBezTo>
                    <a:pt x="187" y="88"/>
                    <a:pt x="187" y="88"/>
                    <a:pt x="187" y="88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03" y="4"/>
                    <a:pt x="68" y="0"/>
                    <a:pt x="40" y="17"/>
                  </a:cubicBezTo>
                  <a:cubicBezTo>
                    <a:pt x="12" y="34"/>
                    <a:pt x="0" y="67"/>
                    <a:pt x="10" y="98"/>
                  </a:cubicBezTo>
                  <a:cubicBezTo>
                    <a:pt x="81" y="318"/>
                    <a:pt x="81" y="318"/>
                    <a:pt x="81" y="318"/>
                  </a:cubicBezTo>
                  <a:cubicBezTo>
                    <a:pt x="91" y="350"/>
                    <a:pt x="116" y="373"/>
                    <a:pt x="149" y="381"/>
                  </a:cubicBezTo>
                  <a:cubicBezTo>
                    <a:pt x="181" y="389"/>
                    <a:pt x="214" y="379"/>
                    <a:pt x="237" y="356"/>
                  </a:cubicBezTo>
                  <a:close/>
                  <a:moveTo>
                    <a:pt x="167" y="303"/>
                  </a:moveTo>
                  <a:cubicBezTo>
                    <a:pt x="165" y="302"/>
                    <a:pt x="159" y="300"/>
                    <a:pt x="157" y="294"/>
                  </a:cubicBezTo>
                  <a:cubicBezTo>
                    <a:pt x="99" y="113"/>
                    <a:pt x="99" y="113"/>
                    <a:pt x="99" y="113"/>
                  </a:cubicBezTo>
                  <a:cubicBezTo>
                    <a:pt x="158" y="172"/>
                    <a:pt x="158" y="172"/>
                    <a:pt x="158" y="172"/>
                  </a:cubicBezTo>
                  <a:cubicBezTo>
                    <a:pt x="174" y="188"/>
                    <a:pt x="199" y="188"/>
                    <a:pt x="215" y="172"/>
                  </a:cubicBezTo>
                  <a:cubicBezTo>
                    <a:pt x="283" y="104"/>
                    <a:pt x="283" y="104"/>
                    <a:pt x="283" y="104"/>
                  </a:cubicBezTo>
                  <a:cubicBezTo>
                    <a:pt x="288" y="99"/>
                    <a:pt x="294" y="99"/>
                    <a:pt x="297" y="100"/>
                  </a:cubicBezTo>
                  <a:cubicBezTo>
                    <a:pt x="300" y="101"/>
                    <a:pt x="305" y="103"/>
                    <a:pt x="307" y="109"/>
                  </a:cubicBezTo>
                  <a:cubicBezTo>
                    <a:pt x="365" y="290"/>
                    <a:pt x="365" y="290"/>
                    <a:pt x="365" y="290"/>
                  </a:cubicBezTo>
                  <a:cubicBezTo>
                    <a:pt x="306" y="231"/>
                    <a:pt x="306" y="231"/>
                    <a:pt x="306" y="231"/>
                  </a:cubicBezTo>
                  <a:cubicBezTo>
                    <a:pt x="290" y="215"/>
                    <a:pt x="265" y="215"/>
                    <a:pt x="250" y="231"/>
                  </a:cubicBezTo>
                  <a:cubicBezTo>
                    <a:pt x="181" y="299"/>
                    <a:pt x="181" y="299"/>
                    <a:pt x="181" y="299"/>
                  </a:cubicBezTo>
                  <a:cubicBezTo>
                    <a:pt x="176" y="304"/>
                    <a:pt x="170" y="304"/>
                    <a:pt x="167" y="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922;p73">
              <a:extLst>
                <a:ext uri="{FF2B5EF4-FFF2-40B4-BE49-F238E27FC236}">
                  <a16:creationId xmlns:a16="http://schemas.microsoft.com/office/drawing/2014/main" id="{3CDCEFE3-591B-1B03-BAFB-28C4BBFC331E}"/>
                </a:ext>
              </a:extLst>
            </p:cNvPr>
            <p:cNvSpPr/>
            <p:nvPr/>
          </p:nvSpPr>
          <p:spPr>
            <a:xfrm>
              <a:off x="3257550" y="4593431"/>
              <a:ext cx="103585" cy="89297"/>
            </a:xfrm>
            <a:custGeom>
              <a:avLst/>
              <a:gdLst/>
              <a:ahLst/>
              <a:cxnLst/>
              <a:rect l="l" t="t" r="r" b="b"/>
              <a:pathLst>
                <a:path w="464" h="397" extrusionOk="0">
                  <a:moveTo>
                    <a:pt x="384" y="318"/>
                  </a:moveTo>
                  <a:cubicBezTo>
                    <a:pt x="454" y="98"/>
                    <a:pt x="454" y="98"/>
                    <a:pt x="454" y="98"/>
                  </a:cubicBezTo>
                  <a:cubicBezTo>
                    <a:pt x="464" y="67"/>
                    <a:pt x="452" y="34"/>
                    <a:pt x="424" y="17"/>
                  </a:cubicBezTo>
                  <a:cubicBezTo>
                    <a:pt x="396" y="0"/>
                    <a:pt x="362" y="4"/>
                    <a:pt x="338" y="27"/>
                  </a:cubicBezTo>
                  <a:cubicBezTo>
                    <a:pt x="278" y="88"/>
                    <a:pt x="278" y="88"/>
                    <a:pt x="278" y="88"/>
                  </a:cubicBezTo>
                  <a:cubicBezTo>
                    <a:pt x="238" y="47"/>
                    <a:pt x="238" y="47"/>
                    <a:pt x="238" y="47"/>
                  </a:cubicBezTo>
                  <a:cubicBezTo>
                    <a:pt x="214" y="24"/>
                    <a:pt x="181" y="14"/>
                    <a:pt x="149" y="22"/>
                  </a:cubicBezTo>
                  <a:cubicBezTo>
                    <a:pt x="117" y="30"/>
                    <a:pt x="91" y="53"/>
                    <a:pt x="81" y="85"/>
                  </a:cubicBezTo>
                  <a:cubicBezTo>
                    <a:pt x="11" y="305"/>
                    <a:pt x="11" y="305"/>
                    <a:pt x="11" y="305"/>
                  </a:cubicBezTo>
                  <a:cubicBezTo>
                    <a:pt x="0" y="336"/>
                    <a:pt x="13" y="369"/>
                    <a:pt x="41" y="386"/>
                  </a:cubicBezTo>
                  <a:cubicBezTo>
                    <a:pt x="52" y="393"/>
                    <a:pt x="65" y="397"/>
                    <a:pt x="77" y="397"/>
                  </a:cubicBezTo>
                  <a:cubicBezTo>
                    <a:pt x="95" y="397"/>
                    <a:pt x="113" y="390"/>
                    <a:pt x="127" y="376"/>
                  </a:cubicBezTo>
                  <a:cubicBezTo>
                    <a:pt x="187" y="316"/>
                    <a:pt x="187" y="316"/>
                    <a:pt x="187" y="316"/>
                  </a:cubicBezTo>
                  <a:cubicBezTo>
                    <a:pt x="227" y="356"/>
                    <a:pt x="227" y="356"/>
                    <a:pt x="227" y="356"/>
                  </a:cubicBezTo>
                  <a:cubicBezTo>
                    <a:pt x="251" y="379"/>
                    <a:pt x="284" y="389"/>
                    <a:pt x="316" y="381"/>
                  </a:cubicBezTo>
                  <a:cubicBezTo>
                    <a:pt x="348" y="373"/>
                    <a:pt x="373" y="350"/>
                    <a:pt x="384" y="318"/>
                  </a:cubicBezTo>
                  <a:close/>
                  <a:moveTo>
                    <a:pt x="307" y="294"/>
                  </a:moveTo>
                  <a:cubicBezTo>
                    <a:pt x="305" y="300"/>
                    <a:pt x="300" y="302"/>
                    <a:pt x="297" y="303"/>
                  </a:cubicBezTo>
                  <a:cubicBezTo>
                    <a:pt x="294" y="304"/>
                    <a:pt x="289" y="304"/>
                    <a:pt x="284" y="299"/>
                  </a:cubicBezTo>
                  <a:cubicBezTo>
                    <a:pt x="215" y="231"/>
                    <a:pt x="215" y="231"/>
                    <a:pt x="215" y="231"/>
                  </a:cubicBezTo>
                  <a:cubicBezTo>
                    <a:pt x="207" y="223"/>
                    <a:pt x="197" y="219"/>
                    <a:pt x="187" y="219"/>
                  </a:cubicBezTo>
                  <a:cubicBezTo>
                    <a:pt x="177" y="219"/>
                    <a:pt x="166" y="223"/>
                    <a:pt x="159" y="231"/>
                  </a:cubicBezTo>
                  <a:cubicBezTo>
                    <a:pt x="99" y="290"/>
                    <a:pt x="99" y="290"/>
                    <a:pt x="99" y="290"/>
                  </a:cubicBezTo>
                  <a:cubicBezTo>
                    <a:pt x="157" y="109"/>
                    <a:pt x="157" y="109"/>
                    <a:pt x="157" y="109"/>
                  </a:cubicBezTo>
                  <a:cubicBezTo>
                    <a:pt x="160" y="103"/>
                    <a:pt x="165" y="101"/>
                    <a:pt x="168" y="100"/>
                  </a:cubicBezTo>
                  <a:cubicBezTo>
                    <a:pt x="171" y="99"/>
                    <a:pt x="176" y="99"/>
                    <a:pt x="181" y="104"/>
                  </a:cubicBezTo>
                  <a:cubicBezTo>
                    <a:pt x="250" y="172"/>
                    <a:pt x="250" y="172"/>
                    <a:pt x="250" y="172"/>
                  </a:cubicBezTo>
                  <a:cubicBezTo>
                    <a:pt x="265" y="188"/>
                    <a:pt x="291" y="188"/>
                    <a:pt x="306" y="172"/>
                  </a:cubicBezTo>
                  <a:cubicBezTo>
                    <a:pt x="365" y="113"/>
                    <a:pt x="365" y="113"/>
                    <a:pt x="365" y="113"/>
                  </a:cubicBezTo>
                  <a:lnTo>
                    <a:pt x="307" y="2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923;p73">
              <a:extLst>
                <a:ext uri="{FF2B5EF4-FFF2-40B4-BE49-F238E27FC236}">
                  <a16:creationId xmlns:a16="http://schemas.microsoft.com/office/drawing/2014/main" id="{2D08786D-552F-D236-5059-D83F37E3B7CC}"/>
                </a:ext>
              </a:extLst>
            </p:cNvPr>
            <p:cNvSpPr/>
            <p:nvPr/>
          </p:nvSpPr>
          <p:spPr>
            <a:xfrm>
              <a:off x="3348038" y="4691063"/>
              <a:ext cx="73819" cy="141684"/>
            </a:xfrm>
            <a:custGeom>
              <a:avLst/>
              <a:gdLst/>
              <a:ahLst/>
              <a:cxnLst/>
              <a:rect l="l" t="t" r="r" b="b"/>
              <a:pathLst>
                <a:path w="328" h="629" extrusionOk="0">
                  <a:moveTo>
                    <a:pt x="248" y="217"/>
                  </a:moveTo>
                  <a:cubicBezTo>
                    <a:pt x="208" y="134"/>
                    <a:pt x="146" y="63"/>
                    <a:pt x="67" y="12"/>
                  </a:cubicBezTo>
                  <a:cubicBezTo>
                    <a:pt x="48" y="0"/>
                    <a:pt x="24" y="5"/>
                    <a:pt x="12" y="24"/>
                  </a:cubicBezTo>
                  <a:cubicBezTo>
                    <a:pt x="0" y="42"/>
                    <a:pt x="5" y="67"/>
                    <a:pt x="23" y="79"/>
                  </a:cubicBezTo>
                  <a:cubicBezTo>
                    <a:pt x="90" y="122"/>
                    <a:pt x="143" y="182"/>
                    <a:pt x="176" y="252"/>
                  </a:cubicBezTo>
                  <a:cubicBezTo>
                    <a:pt x="243" y="392"/>
                    <a:pt x="211" y="525"/>
                    <a:pt x="194" y="576"/>
                  </a:cubicBezTo>
                  <a:cubicBezTo>
                    <a:pt x="187" y="597"/>
                    <a:pt x="198" y="620"/>
                    <a:pt x="219" y="627"/>
                  </a:cubicBezTo>
                  <a:cubicBezTo>
                    <a:pt x="224" y="628"/>
                    <a:pt x="228" y="629"/>
                    <a:pt x="232" y="629"/>
                  </a:cubicBezTo>
                  <a:cubicBezTo>
                    <a:pt x="249" y="629"/>
                    <a:pt x="264" y="618"/>
                    <a:pt x="270" y="601"/>
                  </a:cubicBezTo>
                  <a:cubicBezTo>
                    <a:pt x="290" y="541"/>
                    <a:pt x="328" y="384"/>
                    <a:pt x="248" y="2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924;p73">
              <a:extLst>
                <a:ext uri="{FF2B5EF4-FFF2-40B4-BE49-F238E27FC236}">
                  <a16:creationId xmlns:a16="http://schemas.microsoft.com/office/drawing/2014/main" id="{AE475401-10F5-A81B-37C5-5C090809226D}"/>
                </a:ext>
              </a:extLst>
            </p:cNvPr>
            <p:cNvSpPr/>
            <p:nvPr/>
          </p:nvSpPr>
          <p:spPr>
            <a:xfrm>
              <a:off x="3327796" y="4722019"/>
              <a:ext cx="54769" cy="98823"/>
            </a:xfrm>
            <a:custGeom>
              <a:avLst/>
              <a:gdLst/>
              <a:ahLst/>
              <a:cxnLst/>
              <a:rect l="l" t="t" r="r" b="b"/>
              <a:pathLst>
                <a:path w="246" h="441" extrusionOk="0">
                  <a:moveTo>
                    <a:pt x="68" y="12"/>
                  </a:moveTo>
                  <a:cubicBezTo>
                    <a:pt x="49" y="0"/>
                    <a:pt x="24" y="5"/>
                    <a:pt x="12" y="24"/>
                  </a:cubicBezTo>
                  <a:cubicBezTo>
                    <a:pt x="0" y="42"/>
                    <a:pt x="6" y="67"/>
                    <a:pt x="24" y="79"/>
                  </a:cubicBezTo>
                  <a:cubicBezTo>
                    <a:pt x="53" y="98"/>
                    <a:pt x="93" y="131"/>
                    <a:pt x="119" y="186"/>
                  </a:cubicBezTo>
                  <a:cubicBezTo>
                    <a:pt x="161" y="273"/>
                    <a:pt x="140" y="357"/>
                    <a:pt x="130" y="389"/>
                  </a:cubicBezTo>
                  <a:cubicBezTo>
                    <a:pt x="123" y="410"/>
                    <a:pt x="134" y="432"/>
                    <a:pt x="155" y="439"/>
                  </a:cubicBezTo>
                  <a:cubicBezTo>
                    <a:pt x="159" y="441"/>
                    <a:pt x="163" y="441"/>
                    <a:pt x="168" y="441"/>
                  </a:cubicBezTo>
                  <a:cubicBezTo>
                    <a:pt x="184" y="441"/>
                    <a:pt x="200" y="431"/>
                    <a:pt x="206" y="414"/>
                  </a:cubicBezTo>
                  <a:cubicBezTo>
                    <a:pt x="219" y="373"/>
                    <a:pt x="246" y="265"/>
                    <a:pt x="191" y="151"/>
                  </a:cubicBezTo>
                  <a:cubicBezTo>
                    <a:pt x="157" y="80"/>
                    <a:pt x="105" y="36"/>
                    <a:pt x="68" y="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925;p73">
              <a:extLst>
                <a:ext uri="{FF2B5EF4-FFF2-40B4-BE49-F238E27FC236}">
                  <a16:creationId xmlns:a16="http://schemas.microsoft.com/office/drawing/2014/main" id="{6EF972EC-67D3-1E21-C431-DB2A9BB9069B}"/>
                </a:ext>
              </a:extLst>
            </p:cNvPr>
            <p:cNvSpPr/>
            <p:nvPr/>
          </p:nvSpPr>
          <p:spPr>
            <a:xfrm>
              <a:off x="2947988" y="4691063"/>
              <a:ext cx="73819" cy="141684"/>
            </a:xfrm>
            <a:custGeom>
              <a:avLst/>
              <a:gdLst/>
              <a:ahLst/>
              <a:cxnLst/>
              <a:rect l="l" t="t" r="r" b="b"/>
              <a:pathLst>
                <a:path w="328" h="629" extrusionOk="0">
                  <a:moveTo>
                    <a:pt x="304" y="79"/>
                  </a:moveTo>
                  <a:cubicBezTo>
                    <a:pt x="323" y="67"/>
                    <a:pt x="328" y="42"/>
                    <a:pt x="316" y="24"/>
                  </a:cubicBezTo>
                  <a:cubicBezTo>
                    <a:pt x="304" y="5"/>
                    <a:pt x="279" y="0"/>
                    <a:pt x="261" y="12"/>
                  </a:cubicBezTo>
                  <a:cubicBezTo>
                    <a:pt x="182" y="63"/>
                    <a:pt x="119" y="134"/>
                    <a:pt x="79" y="217"/>
                  </a:cubicBezTo>
                  <a:cubicBezTo>
                    <a:pt x="0" y="384"/>
                    <a:pt x="38" y="541"/>
                    <a:pt x="58" y="601"/>
                  </a:cubicBezTo>
                  <a:cubicBezTo>
                    <a:pt x="63" y="618"/>
                    <a:pt x="79" y="629"/>
                    <a:pt x="96" y="629"/>
                  </a:cubicBezTo>
                  <a:cubicBezTo>
                    <a:pt x="100" y="629"/>
                    <a:pt x="104" y="628"/>
                    <a:pt x="108" y="627"/>
                  </a:cubicBezTo>
                  <a:cubicBezTo>
                    <a:pt x="129" y="620"/>
                    <a:pt x="140" y="597"/>
                    <a:pt x="133" y="576"/>
                  </a:cubicBezTo>
                  <a:cubicBezTo>
                    <a:pt x="117" y="525"/>
                    <a:pt x="84" y="392"/>
                    <a:pt x="152" y="252"/>
                  </a:cubicBezTo>
                  <a:cubicBezTo>
                    <a:pt x="185" y="182"/>
                    <a:pt x="238" y="122"/>
                    <a:pt x="304" y="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926;p73">
              <a:extLst>
                <a:ext uri="{FF2B5EF4-FFF2-40B4-BE49-F238E27FC236}">
                  <a16:creationId xmlns:a16="http://schemas.microsoft.com/office/drawing/2014/main" id="{ABC7584C-5F71-EE71-CF1F-5131940173A2}"/>
                </a:ext>
              </a:extLst>
            </p:cNvPr>
            <p:cNvSpPr/>
            <p:nvPr/>
          </p:nvSpPr>
          <p:spPr>
            <a:xfrm>
              <a:off x="2986088" y="4722019"/>
              <a:ext cx="54769" cy="98823"/>
            </a:xfrm>
            <a:custGeom>
              <a:avLst/>
              <a:gdLst/>
              <a:ahLst/>
              <a:cxnLst/>
              <a:rect l="l" t="t" r="r" b="b"/>
              <a:pathLst>
                <a:path w="245" h="441" extrusionOk="0">
                  <a:moveTo>
                    <a:pt x="178" y="12"/>
                  </a:moveTo>
                  <a:cubicBezTo>
                    <a:pt x="140" y="36"/>
                    <a:pt x="89" y="80"/>
                    <a:pt x="54" y="151"/>
                  </a:cubicBezTo>
                  <a:cubicBezTo>
                    <a:pt x="0" y="265"/>
                    <a:pt x="26" y="373"/>
                    <a:pt x="40" y="414"/>
                  </a:cubicBezTo>
                  <a:cubicBezTo>
                    <a:pt x="46" y="431"/>
                    <a:pt x="61" y="441"/>
                    <a:pt x="78" y="441"/>
                  </a:cubicBezTo>
                  <a:cubicBezTo>
                    <a:pt x="82" y="441"/>
                    <a:pt x="86" y="441"/>
                    <a:pt x="91" y="439"/>
                  </a:cubicBezTo>
                  <a:cubicBezTo>
                    <a:pt x="112" y="432"/>
                    <a:pt x="123" y="410"/>
                    <a:pt x="116" y="389"/>
                  </a:cubicBezTo>
                  <a:cubicBezTo>
                    <a:pt x="105" y="357"/>
                    <a:pt x="85" y="273"/>
                    <a:pt x="127" y="186"/>
                  </a:cubicBezTo>
                  <a:cubicBezTo>
                    <a:pt x="153" y="131"/>
                    <a:pt x="193" y="98"/>
                    <a:pt x="221" y="79"/>
                  </a:cubicBezTo>
                  <a:cubicBezTo>
                    <a:pt x="240" y="67"/>
                    <a:pt x="245" y="42"/>
                    <a:pt x="233" y="24"/>
                  </a:cubicBezTo>
                  <a:cubicBezTo>
                    <a:pt x="221" y="5"/>
                    <a:pt x="196" y="0"/>
                    <a:pt x="178" y="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927;p73">
              <a:extLst>
                <a:ext uri="{FF2B5EF4-FFF2-40B4-BE49-F238E27FC236}">
                  <a16:creationId xmlns:a16="http://schemas.microsoft.com/office/drawing/2014/main" id="{5BBDF55F-9A82-283F-88A3-EB1C66473712}"/>
                </a:ext>
              </a:extLst>
            </p:cNvPr>
            <p:cNvSpPr/>
            <p:nvPr/>
          </p:nvSpPr>
          <p:spPr>
            <a:xfrm>
              <a:off x="3233738" y="4694635"/>
              <a:ext cx="17700" cy="19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1710;p73">
            <a:extLst>
              <a:ext uri="{FF2B5EF4-FFF2-40B4-BE49-F238E27FC236}">
                <a16:creationId xmlns:a16="http://schemas.microsoft.com/office/drawing/2014/main" id="{690CF255-488E-97C7-553C-D6EE54D57783}"/>
              </a:ext>
            </a:extLst>
          </p:cNvPr>
          <p:cNvGrpSpPr/>
          <p:nvPr/>
        </p:nvGrpSpPr>
        <p:grpSpPr>
          <a:xfrm>
            <a:off x="3422310" y="1789369"/>
            <a:ext cx="326730" cy="430434"/>
            <a:chOff x="3013472" y="2382441"/>
            <a:chExt cx="342900" cy="459581"/>
          </a:xfrm>
        </p:grpSpPr>
        <p:sp>
          <p:nvSpPr>
            <p:cNvPr id="17" name="Google Shape;1711;p73">
              <a:extLst>
                <a:ext uri="{FF2B5EF4-FFF2-40B4-BE49-F238E27FC236}">
                  <a16:creationId xmlns:a16="http://schemas.microsoft.com/office/drawing/2014/main" id="{57E0B4EB-9C5C-E305-D000-E32A1F79C138}"/>
                </a:ext>
              </a:extLst>
            </p:cNvPr>
            <p:cNvSpPr/>
            <p:nvPr/>
          </p:nvSpPr>
          <p:spPr>
            <a:xfrm>
              <a:off x="3109913" y="2477691"/>
              <a:ext cx="53579" cy="46434"/>
            </a:xfrm>
            <a:custGeom>
              <a:avLst/>
              <a:gdLst/>
              <a:ahLst/>
              <a:cxnLst/>
              <a:rect l="l" t="t" r="r" b="b"/>
              <a:pathLst>
                <a:path w="237" h="206" extrusionOk="0">
                  <a:moveTo>
                    <a:pt x="118" y="174"/>
                  </a:moveTo>
                  <a:cubicBezTo>
                    <a:pt x="149" y="174"/>
                    <a:pt x="177" y="186"/>
                    <a:pt x="198" y="206"/>
                  </a:cubicBezTo>
                  <a:cubicBezTo>
                    <a:pt x="222" y="184"/>
                    <a:pt x="237" y="153"/>
                    <a:pt x="237" y="118"/>
                  </a:cubicBezTo>
                  <a:cubicBezTo>
                    <a:pt x="237" y="53"/>
                    <a:pt x="184" y="0"/>
                    <a:pt x="118" y="0"/>
                  </a:cubicBezTo>
                  <a:cubicBezTo>
                    <a:pt x="53" y="0"/>
                    <a:pt x="0" y="53"/>
                    <a:pt x="0" y="118"/>
                  </a:cubicBezTo>
                  <a:cubicBezTo>
                    <a:pt x="0" y="153"/>
                    <a:pt x="15" y="184"/>
                    <a:pt x="39" y="206"/>
                  </a:cubicBezTo>
                  <a:cubicBezTo>
                    <a:pt x="60" y="186"/>
                    <a:pt x="88" y="174"/>
                    <a:pt x="118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712;p73">
              <a:extLst>
                <a:ext uri="{FF2B5EF4-FFF2-40B4-BE49-F238E27FC236}">
                  <a16:creationId xmlns:a16="http://schemas.microsoft.com/office/drawing/2014/main" id="{620A3FDA-FE21-5185-9535-FE0D5DB53CD1}"/>
                </a:ext>
              </a:extLst>
            </p:cNvPr>
            <p:cNvSpPr/>
            <p:nvPr/>
          </p:nvSpPr>
          <p:spPr>
            <a:xfrm>
              <a:off x="3030141" y="2516981"/>
              <a:ext cx="290511" cy="316704"/>
            </a:xfrm>
            <a:custGeom>
              <a:avLst/>
              <a:gdLst/>
              <a:ahLst/>
              <a:cxnLst/>
              <a:rect l="l" t="t" r="r" b="b"/>
              <a:pathLst>
                <a:path w="1291" h="1409" extrusionOk="0">
                  <a:moveTo>
                    <a:pt x="1291" y="666"/>
                  </a:moveTo>
                  <a:cubicBezTo>
                    <a:pt x="1291" y="634"/>
                    <a:pt x="1278" y="605"/>
                    <a:pt x="1257" y="585"/>
                  </a:cubicBezTo>
                  <a:cubicBezTo>
                    <a:pt x="1236" y="564"/>
                    <a:pt x="1207" y="551"/>
                    <a:pt x="1175" y="551"/>
                  </a:cubicBezTo>
                  <a:cubicBezTo>
                    <a:pt x="1112" y="551"/>
                    <a:pt x="1060" y="602"/>
                    <a:pt x="1060" y="666"/>
                  </a:cubicBezTo>
                  <a:cubicBezTo>
                    <a:pt x="1060" y="590"/>
                    <a:pt x="1060" y="590"/>
                    <a:pt x="1060" y="590"/>
                  </a:cubicBezTo>
                  <a:cubicBezTo>
                    <a:pt x="1060" y="558"/>
                    <a:pt x="1047" y="529"/>
                    <a:pt x="1026" y="509"/>
                  </a:cubicBezTo>
                  <a:cubicBezTo>
                    <a:pt x="1005" y="488"/>
                    <a:pt x="975" y="475"/>
                    <a:pt x="943" y="475"/>
                  </a:cubicBezTo>
                  <a:cubicBezTo>
                    <a:pt x="879" y="475"/>
                    <a:pt x="826" y="526"/>
                    <a:pt x="826" y="590"/>
                  </a:cubicBezTo>
                  <a:cubicBezTo>
                    <a:pt x="826" y="525"/>
                    <a:pt x="826" y="525"/>
                    <a:pt x="826" y="525"/>
                  </a:cubicBezTo>
                  <a:cubicBezTo>
                    <a:pt x="826" y="493"/>
                    <a:pt x="813" y="464"/>
                    <a:pt x="791" y="443"/>
                  </a:cubicBezTo>
                  <a:cubicBezTo>
                    <a:pt x="770" y="422"/>
                    <a:pt x="740" y="410"/>
                    <a:pt x="708" y="409"/>
                  </a:cubicBezTo>
                  <a:cubicBezTo>
                    <a:pt x="646" y="409"/>
                    <a:pt x="595" y="456"/>
                    <a:pt x="590" y="515"/>
                  </a:cubicBezTo>
                  <a:cubicBezTo>
                    <a:pt x="590" y="116"/>
                    <a:pt x="590" y="116"/>
                    <a:pt x="590" y="116"/>
                  </a:cubicBezTo>
                  <a:cubicBezTo>
                    <a:pt x="590" y="83"/>
                    <a:pt x="576" y="53"/>
                    <a:pt x="554" y="32"/>
                  </a:cubicBezTo>
                  <a:cubicBezTo>
                    <a:pt x="533" y="12"/>
                    <a:pt x="505" y="0"/>
                    <a:pt x="474" y="0"/>
                  </a:cubicBezTo>
                  <a:cubicBezTo>
                    <a:pt x="474" y="0"/>
                    <a:pt x="474" y="0"/>
                    <a:pt x="474" y="0"/>
                  </a:cubicBezTo>
                  <a:cubicBezTo>
                    <a:pt x="444" y="0"/>
                    <a:pt x="416" y="12"/>
                    <a:pt x="395" y="32"/>
                  </a:cubicBezTo>
                  <a:cubicBezTo>
                    <a:pt x="373" y="53"/>
                    <a:pt x="359" y="83"/>
                    <a:pt x="359" y="116"/>
                  </a:cubicBezTo>
                  <a:cubicBezTo>
                    <a:pt x="359" y="837"/>
                    <a:pt x="359" y="837"/>
                    <a:pt x="359" y="837"/>
                  </a:cubicBezTo>
                  <a:cubicBezTo>
                    <a:pt x="219" y="682"/>
                    <a:pt x="219" y="682"/>
                    <a:pt x="219" y="682"/>
                  </a:cubicBezTo>
                  <a:cubicBezTo>
                    <a:pt x="196" y="657"/>
                    <a:pt x="164" y="644"/>
                    <a:pt x="132" y="644"/>
                  </a:cubicBezTo>
                  <a:cubicBezTo>
                    <a:pt x="105" y="644"/>
                    <a:pt x="78" y="653"/>
                    <a:pt x="56" y="672"/>
                  </a:cubicBezTo>
                  <a:cubicBezTo>
                    <a:pt x="10" y="710"/>
                    <a:pt x="0" y="776"/>
                    <a:pt x="33" y="826"/>
                  </a:cubicBezTo>
                  <a:cubicBezTo>
                    <a:pt x="402" y="1392"/>
                    <a:pt x="402" y="1392"/>
                    <a:pt x="402" y="1392"/>
                  </a:cubicBezTo>
                  <a:cubicBezTo>
                    <a:pt x="409" y="1403"/>
                    <a:pt x="420" y="1409"/>
                    <a:pt x="432" y="1409"/>
                  </a:cubicBezTo>
                  <a:cubicBezTo>
                    <a:pt x="1100" y="1409"/>
                    <a:pt x="1100" y="1409"/>
                    <a:pt x="1100" y="1409"/>
                  </a:cubicBezTo>
                  <a:cubicBezTo>
                    <a:pt x="1120" y="1409"/>
                    <a:pt x="1136" y="1393"/>
                    <a:pt x="1136" y="1373"/>
                  </a:cubicBezTo>
                  <a:cubicBezTo>
                    <a:pt x="1136" y="1315"/>
                    <a:pt x="1136" y="1315"/>
                    <a:pt x="1136" y="1315"/>
                  </a:cubicBezTo>
                  <a:cubicBezTo>
                    <a:pt x="1232" y="1211"/>
                    <a:pt x="1291" y="1072"/>
                    <a:pt x="1291" y="920"/>
                  </a:cubicBezTo>
                  <a:lnTo>
                    <a:pt x="1291" y="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713;p73">
              <a:extLst>
                <a:ext uri="{FF2B5EF4-FFF2-40B4-BE49-F238E27FC236}">
                  <a16:creationId xmlns:a16="http://schemas.microsoft.com/office/drawing/2014/main" id="{5F34081E-4DE9-BD04-FF92-2517E945D276}"/>
                </a:ext>
              </a:extLst>
            </p:cNvPr>
            <p:cNvSpPr/>
            <p:nvPr/>
          </p:nvSpPr>
          <p:spPr>
            <a:xfrm>
              <a:off x="3022997" y="2484835"/>
              <a:ext cx="39300" cy="3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714;p73">
              <a:extLst>
                <a:ext uri="{FF2B5EF4-FFF2-40B4-BE49-F238E27FC236}">
                  <a16:creationId xmlns:a16="http://schemas.microsoft.com/office/drawing/2014/main" id="{6AABB260-BFF0-CD8D-2656-4A1538B1B693}"/>
                </a:ext>
              </a:extLst>
            </p:cNvPr>
            <p:cNvSpPr/>
            <p:nvPr/>
          </p:nvSpPr>
          <p:spPr>
            <a:xfrm>
              <a:off x="3205163" y="2397919"/>
              <a:ext cx="39300" cy="40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715;p73">
              <a:extLst>
                <a:ext uri="{FF2B5EF4-FFF2-40B4-BE49-F238E27FC236}">
                  <a16:creationId xmlns:a16="http://schemas.microsoft.com/office/drawing/2014/main" id="{16735514-1D1D-DDAE-03D7-57B88AF1F1C9}"/>
                </a:ext>
              </a:extLst>
            </p:cNvPr>
            <p:cNvSpPr/>
            <p:nvPr/>
          </p:nvSpPr>
          <p:spPr>
            <a:xfrm>
              <a:off x="3205163" y="2484835"/>
              <a:ext cx="39300" cy="3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716;p73">
              <a:extLst>
                <a:ext uri="{FF2B5EF4-FFF2-40B4-BE49-F238E27FC236}">
                  <a16:creationId xmlns:a16="http://schemas.microsoft.com/office/drawing/2014/main" id="{394EAD12-75FD-F317-B1D7-016C1845E3E4}"/>
                </a:ext>
              </a:extLst>
            </p:cNvPr>
            <p:cNvSpPr/>
            <p:nvPr/>
          </p:nvSpPr>
          <p:spPr>
            <a:xfrm>
              <a:off x="3117056" y="2397919"/>
              <a:ext cx="39300" cy="40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717;p73">
              <a:extLst>
                <a:ext uri="{FF2B5EF4-FFF2-40B4-BE49-F238E27FC236}">
                  <a16:creationId xmlns:a16="http://schemas.microsoft.com/office/drawing/2014/main" id="{5EE1D32A-D4C1-D72D-AD85-EAAD6EC1AF67}"/>
                </a:ext>
              </a:extLst>
            </p:cNvPr>
            <p:cNvSpPr/>
            <p:nvPr/>
          </p:nvSpPr>
          <p:spPr>
            <a:xfrm>
              <a:off x="3293269" y="2391966"/>
              <a:ext cx="53700" cy="52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718;p73">
              <a:extLst>
                <a:ext uri="{FF2B5EF4-FFF2-40B4-BE49-F238E27FC236}">
                  <a16:creationId xmlns:a16="http://schemas.microsoft.com/office/drawing/2014/main" id="{F49FAC52-B55B-0428-3E48-D273AFE3CEDD}"/>
                </a:ext>
              </a:extLst>
            </p:cNvPr>
            <p:cNvSpPr/>
            <p:nvPr/>
          </p:nvSpPr>
          <p:spPr>
            <a:xfrm>
              <a:off x="3020615" y="2469356"/>
              <a:ext cx="308371" cy="372666"/>
            </a:xfrm>
            <a:custGeom>
              <a:avLst/>
              <a:gdLst/>
              <a:ahLst/>
              <a:cxnLst/>
              <a:rect l="l" t="t" r="r" b="b"/>
              <a:pathLst>
                <a:path w="1375" h="1663" extrusionOk="0">
                  <a:moveTo>
                    <a:pt x="1329" y="770"/>
                  </a:moveTo>
                  <a:cubicBezTo>
                    <a:pt x="1300" y="741"/>
                    <a:pt x="1261" y="725"/>
                    <a:pt x="1219" y="725"/>
                  </a:cubicBezTo>
                  <a:cubicBezTo>
                    <a:pt x="1188" y="725"/>
                    <a:pt x="1159" y="734"/>
                    <a:pt x="1134" y="750"/>
                  </a:cubicBezTo>
                  <a:cubicBezTo>
                    <a:pt x="1127" y="729"/>
                    <a:pt x="1114" y="710"/>
                    <a:pt x="1098" y="694"/>
                  </a:cubicBezTo>
                  <a:cubicBezTo>
                    <a:pt x="1068" y="665"/>
                    <a:pt x="1029" y="649"/>
                    <a:pt x="987" y="649"/>
                  </a:cubicBezTo>
                  <a:cubicBezTo>
                    <a:pt x="954" y="649"/>
                    <a:pt x="923" y="659"/>
                    <a:pt x="897" y="677"/>
                  </a:cubicBezTo>
                  <a:cubicBezTo>
                    <a:pt x="889" y="659"/>
                    <a:pt x="878" y="643"/>
                    <a:pt x="863" y="629"/>
                  </a:cubicBezTo>
                  <a:cubicBezTo>
                    <a:pt x="834" y="600"/>
                    <a:pt x="794" y="584"/>
                    <a:pt x="752" y="583"/>
                  </a:cubicBezTo>
                  <a:cubicBezTo>
                    <a:pt x="724" y="583"/>
                    <a:pt x="697" y="591"/>
                    <a:pt x="674" y="604"/>
                  </a:cubicBezTo>
                  <a:cubicBezTo>
                    <a:pt x="674" y="330"/>
                    <a:pt x="674" y="330"/>
                    <a:pt x="674" y="330"/>
                  </a:cubicBezTo>
                  <a:cubicBezTo>
                    <a:pt x="674" y="299"/>
                    <a:pt x="665" y="271"/>
                    <a:pt x="650" y="247"/>
                  </a:cubicBezTo>
                  <a:cubicBezTo>
                    <a:pt x="667" y="221"/>
                    <a:pt x="676" y="190"/>
                    <a:pt x="676" y="158"/>
                  </a:cubicBezTo>
                  <a:cubicBezTo>
                    <a:pt x="676" y="71"/>
                    <a:pt x="605" y="0"/>
                    <a:pt x="518" y="0"/>
                  </a:cubicBezTo>
                  <a:cubicBezTo>
                    <a:pt x="431" y="0"/>
                    <a:pt x="360" y="71"/>
                    <a:pt x="360" y="158"/>
                  </a:cubicBezTo>
                  <a:cubicBezTo>
                    <a:pt x="360" y="190"/>
                    <a:pt x="370" y="221"/>
                    <a:pt x="387" y="247"/>
                  </a:cubicBezTo>
                  <a:cubicBezTo>
                    <a:pt x="371" y="271"/>
                    <a:pt x="363" y="300"/>
                    <a:pt x="363" y="330"/>
                  </a:cubicBezTo>
                  <a:cubicBezTo>
                    <a:pt x="363" y="947"/>
                    <a:pt x="363" y="947"/>
                    <a:pt x="363" y="947"/>
                  </a:cubicBezTo>
                  <a:cubicBezTo>
                    <a:pt x="292" y="870"/>
                    <a:pt x="292" y="870"/>
                    <a:pt x="292" y="870"/>
                  </a:cubicBezTo>
                  <a:cubicBezTo>
                    <a:pt x="262" y="837"/>
                    <a:pt x="220" y="818"/>
                    <a:pt x="176" y="818"/>
                  </a:cubicBezTo>
                  <a:cubicBezTo>
                    <a:pt x="138" y="818"/>
                    <a:pt x="102" y="831"/>
                    <a:pt x="74" y="855"/>
                  </a:cubicBezTo>
                  <a:cubicBezTo>
                    <a:pt x="13" y="906"/>
                    <a:pt x="0" y="995"/>
                    <a:pt x="43" y="1062"/>
                  </a:cubicBezTo>
                  <a:cubicBezTo>
                    <a:pt x="413" y="1628"/>
                    <a:pt x="413" y="1628"/>
                    <a:pt x="413" y="1628"/>
                  </a:cubicBezTo>
                  <a:cubicBezTo>
                    <a:pt x="427" y="1650"/>
                    <a:pt x="451" y="1663"/>
                    <a:pt x="476" y="1663"/>
                  </a:cubicBezTo>
                  <a:cubicBezTo>
                    <a:pt x="592" y="1663"/>
                    <a:pt x="592" y="1663"/>
                    <a:pt x="592" y="1663"/>
                  </a:cubicBezTo>
                  <a:cubicBezTo>
                    <a:pt x="614" y="1663"/>
                    <a:pt x="632" y="1645"/>
                    <a:pt x="632" y="1623"/>
                  </a:cubicBezTo>
                  <a:cubicBezTo>
                    <a:pt x="632" y="1601"/>
                    <a:pt x="614" y="1583"/>
                    <a:pt x="592" y="1583"/>
                  </a:cubicBezTo>
                  <a:cubicBezTo>
                    <a:pt x="479" y="1583"/>
                    <a:pt x="479" y="1583"/>
                    <a:pt x="479" y="1583"/>
                  </a:cubicBezTo>
                  <a:cubicBezTo>
                    <a:pt x="110" y="1018"/>
                    <a:pt x="110" y="1018"/>
                    <a:pt x="110" y="1018"/>
                  </a:cubicBezTo>
                  <a:cubicBezTo>
                    <a:pt x="89" y="985"/>
                    <a:pt x="95" y="941"/>
                    <a:pt x="125" y="916"/>
                  </a:cubicBezTo>
                  <a:cubicBezTo>
                    <a:pt x="139" y="904"/>
                    <a:pt x="157" y="898"/>
                    <a:pt x="176" y="898"/>
                  </a:cubicBezTo>
                  <a:cubicBezTo>
                    <a:pt x="197" y="898"/>
                    <a:pt x="218" y="907"/>
                    <a:pt x="233" y="923"/>
                  </a:cubicBezTo>
                  <a:cubicBezTo>
                    <a:pt x="372" y="1077"/>
                    <a:pt x="372" y="1077"/>
                    <a:pt x="372" y="1077"/>
                  </a:cubicBezTo>
                  <a:cubicBezTo>
                    <a:pt x="380" y="1086"/>
                    <a:pt x="392" y="1091"/>
                    <a:pt x="403" y="1091"/>
                  </a:cubicBezTo>
                  <a:cubicBezTo>
                    <a:pt x="425" y="1090"/>
                    <a:pt x="442" y="1073"/>
                    <a:pt x="443" y="1052"/>
                  </a:cubicBezTo>
                  <a:cubicBezTo>
                    <a:pt x="443" y="1052"/>
                    <a:pt x="443" y="330"/>
                    <a:pt x="443" y="330"/>
                  </a:cubicBezTo>
                  <a:cubicBezTo>
                    <a:pt x="443" y="310"/>
                    <a:pt x="451" y="291"/>
                    <a:pt x="465" y="276"/>
                  </a:cubicBezTo>
                  <a:cubicBezTo>
                    <a:pt x="479" y="262"/>
                    <a:pt x="498" y="254"/>
                    <a:pt x="518" y="254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60" y="254"/>
                    <a:pt x="594" y="288"/>
                    <a:pt x="594" y="330"/>
                  </a:cubicBezTo>
                  <a:cubicBezTo>
                    <a:pt x="594" y="960"/>
                    <a:pt x="594" y="960"/>
                    <a:pt x="594" y="960"/>
                  </a:cubicBezTo>
                  <a:cubicBezTo>
                    <a:pt x="594" y="982"/>
                    <a:pt x="611" y="1000"/>
                    <a:pt x="634" y="1000"/>
                  </a:cubicBezTo>
                  <a:cubicBezTo>
                    <a:pt x="634" y="1000"/>
                    <a:pt x="634" y="1000"/>
                    <a:pt x="634" y="1000"/>
                  </a:cubicBezTo>
                  <a:cubicBezTo>
                    <a:pt x="656" y="1000"/>
                    <a:pt x="674" y="982"/>
                    <a:pt x="674" y="960"/>
                  </a:cubicBezTo>
                  <a:cubicBezTo>
                    <a:pt x="674" y="731"/>
                    <a:pt x="674" y="731"/>
                    <a:pt x="674" y="731"/>
                  </a:cubicBezTo>
                  <a:cubicBezTo>
                    <a:pt x="678" y="693"/>
                    <a:pt x="712" y="663"/>
                    <a:pt x="752" y="663"/>
                  </a:cubicBezTo>
                  <a:cubicBezTo>
                    <a:pt x="773" y="663"/>
                    <a:pt x="793" y="671"/>
                    <a:pt x="807" y="686"/>
                  </a:cubicBezTo>
                  <a:cubicBezTo>
                    <a:pt x="822" y="700"/>
                    <a:pt x="830" y="719"/>
                    <a:pt x="830" y="739"/>
                  </a:cubicBezTo>
                  <a:cubicBezTo>
                    <a:pt x="830" y="960"/>
                    <a:pt x="830" y="960"/>
                    <a:pt x="830" y="960"/>
                  </a:cubicBezTo>
                  <a:cubicBezTo>
                    <a:pt x="830" y="982"/>
                    <a:pt x="848" y="1000"/>
                    <a:pt x="870" y="1000"/>
                  </a:cubicBezTo>
                  <a:cubicBezTo>
                    <a:pt x="881" y="1000"/>
                    <a:pt x="891" y="996"/>
                    <a:pt x="899" y="989"/>
                  </a:cubicBezTo>
                  <a:cubicBezTo>
                    <a:pt x="906" y="981"/>
                    <a:pt x="911" y="971"/>
                    <a:pt x="910" y="960"/>
                  </a:cubicBezTo>
                  <a:cubicBezTo>
                    <a:pt x="910" y="804"/>
                    <a:pt x="910" y="804"/>
                    <a:pt x="910" y="804"/>
                  </a:cubicBezTo>
                  <a:cubicBezTo>
                    <a:pt x="910" y="804"/>
                    <a:pt x="910" y="804"/>
                    <a:pt x="910" y="804"/>
                  </a:cubicBezTo>
                  <a:cubicBezTo>
                    <a:pt x="910" y="762"/>
                    <a:pt x="945" y="729"/>
                    <a:pt x="987" y="729"/>
                  </a:cubicBezTo>
                  <a:cubicBezTo>
                    <a:pt x="1008" y="729"/>
                    <a:pt x="1027" y="737"/>
                    <a:pt x="1042" y="751"/>
                  </a:cubicBezTo>
                  <a:cubicBezTo>
                    <a:pt x="1056" y="765"/>
                    <a:pt x="1064" y="784"/>
                    <a:pt x="1064" y="804"/>
                  </a:cubicBezTo>
                  <a:cubicBezTo>
                    <a:pt x="1064" y="961"/>
                    <a:pt x="1064" y="961"/>
                    <a:pt x="1064" y="961"/>
                  </a:cubicBezTo>
                  <a:cubicBezTo>
                    <a:pt x="1064" y="983"/>
                    <a:pt x="1082" y="1001"/>
                    <a:pt x="1104" y="1001"/>
                  </a:cubicBezTo>
                  <a:cubicBezTo>
                    <a:pt x="1104" y="1001"/>
                    <a:pt x="1104" y="1001"/>
                    <a:pt x="1104" y="1001"/>
                  </a:cubicBezTo>
                  <a:cubicBezTo>
                    <a:pt x="1126" y="1001"/>
                    <a:pt x="1144" y="984"/>
                    <a:pt x="1144" y="961"/>
                  </a:cubicBezTo>
                  <a:cubicBezTo>
                    <a:pt x="1144" y="880"/>
                    <a:pt x="1144" y="880"/>
                    <a:pt x="1144" y="880"/>
                  </a:cubicBezTo>
                  <a:cubicBezTo>
                    <a:pt x="1144" y="839"/>
                    <a:pt x="1178" y="805"/>
                    <a:pt x="1219" y="805"/>
                  </a:cubicBezTo>
                  <a:cubicBezTo>
                    <a:pt x="1240" y="805"/>
                    <a:pt x="1259" y="813"/>
                    <a:pt x="1273" y="827"/>
                  </a:cubicBezTo>
                  <a:cubicBezTo>
                    <a:pt x="1287" y="841"/>
                    <a:pt x="1295" y="860"/>
                    <a:pt x="1295" y="880"/>
                  </a:cubicBezTo>
                  <a:cubicBezTo>
                    <a:pt x="1295" y="1134"/>
                    <a:pt x="1295" y="1134"/>
                    <a:pt x="1295" y="1134"/>
                  </a:cubicBezTo>
                  <a:cubicBezTo>
                    <a:pt x="1295" y="1271"/>
                    <a:pt x="1244" y="1401"/>
                    <a:pt x="1151" y="1501"/>
                  </a:cubicBezTo>
                  <a:cubicBezTo>
                    <a:pt x="1144" y="1509"/>
                    <a:pt x="1140" y="1519"/>
                    <a:pt x="1140" y="1529"/>
                  </a:cubicBezTo>
                  <a:cubicBezTo>
                    <a:pt x="1140" y="1583"/>
                    <a:pt x="1140" y="1583"/>
                    <a:pt x="1140" y="1583"/>
                  </a:cubicBezTo>
                  <a:cubicBezTo>
                    <a:pt x="956" y="1583"/>
                    <a:pt x="956" y="1583"/>
                    <a:pt x="956" y="1583"/>
                  </a:cubicBezTo>
                  <a:cubicBezTo>
                    <a:pt x="934" y="1583"/>
                    <a:pt x="916" y="1601"/>
                    <a:pt x="916" y="1623"/>
                  </a:cubicBezTo>
                  <a:cubicBezTo>
                    <a:pt x="916" y="1645"/>
                    <a:pt x="934" y="1663"/>
                    <a:pt x="956" y="1663"/>
                  </a:cubicBezTo>
                  <a:cubicBezTo>
                    <a:pt x="1144" y="1663"/>
                    <a:pt x="1144" y="1663"/>
                    <a:pt x="1144" y="1663"/>
                  </a:cubicBezTo>
                  <a:cubicBezTo>
                    <a:pt x="1186" y="1663"/>
                    <a:pt x="1220" y="1629"/>
                    <a:pt x="1220" y="1587"/>
                  </a:cubicBezTo>
                  <a:cubicBezTo>
                    <a:pt x="1220" y="1544"/>
                    <a:pt x="1220" y="1544"/>
                    <a:pt x="1220" y="1544"/>
                  </a:cubicBezTo>
                  <a:cubicBezTo>
                    <a:pt x="1320" y="1431"/>
                    <a:pt x="1375" y="1286"/>
                    <a:pt x="1375" y="1134"/>
                  </a:cubicBezTo>
                  <a:cubicBezTo>
                    <a:pt x="1375" y="880"/>
                    <a:pt x="1375" y="880"/>
                    <a:pt x="1375" y="880"/>
                  </a:cubicBezTo>
                  <a:cubicBezTo>
                    <a:pt x="1375" y="838"/>
                    <a:pt x="1359" y="800"/>
                    <a:pt x="1329" y="770"/>
                  </a:cubicBezTo>
                  <a:close/>
                  <a:moveTo>
                    <a:pt x="518" y="174"/>
                  </a:moveTo>
                  <a:cubicBezTo>
                    <a:pt x="518" y="174"/>
                    <a:pt x="518" y="174"/>
                    <a:pt x="518" y="174"/>
                  </a:cubicBezTo>
                  <a:cubicBezTo>
                    <a:pt x="493" y="174"/>
                    <a:pt x="469" y="180"/>
                    <a:pt x="447" y="191"/>
                  </a:cubicBezTo>
                  <a:cubicBezTo>
                    <a:pt x="442" y="181"/>
                    <a:pt x="440" y="170"/>
                    <a:pt x="440" y="158"/>
                  </a:cubicBezTo>
                  <a:cubicBezTo>
                    <a:pt x="440" y="115"/>
                    <a:pt x="475" y="80"/>
                    <a:pt x="518" y="80"/>
                  </a:cubicBezTo>
                  <a:cubicBezTo>
                    <a:pt x="561" y="80"/>
                    <a:pt x="597" y="115"/>
                    <a:pt x="597" y="158"/>
                  </a:cubicBezTo>
                  <a:cubicBezTo>
                    <a:pt x="597" y="170"/>
                    <a:pt x="594" y="181"/>
                    <a:pt x="589" y="191"/>
                  </a:cubicBezTo>
                  <a:cubicBezTo>
                    <a:pt x="568" y="181"/>
                    <a:pt x="544" y="174"/>
                    <a:pt x="518" y="1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719;p73">
              <a:extLst>
                <a:ext uri="{FF2B5EF4-FFF2-40B4-BE49-F238E27FC236}">
                  <a16:creationId xmlns:a16="http://schemas.microsoft.com/office/drawing/2014/main" id="{4A3D9072-C699-EA90-6D49-6A7E9CED6E61}"/>
                </a:ext>
              </a:extLst>
            </p:cNvPr>
            <p:cNvSpPr/>
            <p:nvPr/>
          </p:nvSpPr>
          <p:spPr>
            <a:xfrm>
              <a:off x="3013471" y="2475310"/>
              <a:ext cx="58342" cy="58342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258" y="129"/>
                  </a:moveTo>
                  <a:cubicBezTo>
                    <a:pt x="258" y="58"/>
                    <a:pt x="200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ubicBezTo>
                    <a:pt x="200" y="258"/>
                    <a:pt x="258" y="200"/>
                    <a:pt x="258" y="129"/>
                  </a:cubicBezTo>
                  <a:close/>
                  <a:moveTo>
                    <a:pt x="80" y="129"/>
                  </a:moveTo>
                  <a:cubicBezTo>
                    <a:pt x="80" y="102"/>
                    <a:pt x="102" y="80"/>
                    <a:pt x="129" y="80"/>
                  </a:cubicBezTo>
                  <a:cubicBezTo>
                    <a:pt x="156" y="80"/>
                    <a:pt x="178" y="102"/>
                    <a:pt x="178" y="129"/>
                  </a:cubicBezTo>
                  <a:cubicBezTo>
                    <a:pt x="178" y="156"/>
                    <a:pt x="156" y="178"/>
                    <a:pt x="129" y="178"/>
                  </a:cubicBezTo>
                  <a:cubicBezTo>
                    <a:pt x="102" y="178"/>
                    <a:pt x="80" y="156"/>
                    <a:pt x="80" y="1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720;p73">
              <a:extLst>
                <a:ext uri="{FF2B5EF4-FFF2-40B4-BE49-F238E27FC236}">
                  <a16:creationId xmlns:a16="http://schemas.microsoft.com/office/drawing/2014/main" id="{D319F178-680D-E1D5-312F-720AED7613BE}"/>
                </a:ext>
              </a:extLst>
            </p:cNvPr>
            <p:cNvSpPr/>
            <p:nvPr/>
          </p:nvSpPr>
          <p:spPr>
            <a:xfrm>
              <a:off x="3195638" y="2389585"/>
              <a:ext cx="58342" cy="57150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29" y="258"/>
                  </a:moveTo>
                  <a:cubicBezTo>
                    <a:pt x="200" y="258"/>
                    <a:pt x="258" y="200"/>
                    <a:pt x="258" y="129"/>
                  </a:cubicBezTo>
                  <a:cubicBezTo>
                    <a:pt x="258" y="58"/>
                    <a:pt x="200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lose/>
                  <a:moveTo>
                    <a:pt x="129" y="80"/>
                  </a:moveTo>
                  <a:cubicBezTo>
                    <a:pt x="156" y="80"/>
                    <a:pt x="178" y="102"/>
                    <a:pt x="178" y="129"/>
                  </a:cubicBezTo>
                  <a:cubicBezTo>
                    <a:pt x="178" y="156"/>
                    <a:pt x="156" y="178"/>
                    <a:pt x="129" y="178"/>
                  </a:cubicBezTo>
                  <a:cubicBezTo>
                    <a:pt x="102" y="178"/>
                    <a:pt x="80" y="156"/>
                    <a:pt x="80" y="129"/>
                  </a:cubicBezTo>
                  <a:cubicBezTo>
                    <a:pt x="80" y="102"/>
                    <a:pt x="102" y="80"/>
                    <a:pt x="129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721;p73">
              <a:extLst>
                <a:ext uri="{FF2B5EF4-FFF2-40B4-BE49-F238E27FC236}">
                  <a16:creationId xmlns:a16="http://schemas.microsoft.com/office/drawing/2014/main" id="{58798260-503F-C8C5-4F93-0D658D25BAD9}"/>
                </a:ext>
              </a:extLst>
            </p:cNvPr>
            <p:cNvSpPr/>
            <p:nvPr/>
          </p:nvSpPr>
          <p:spPr>
            <a:xfrm>
              <a:off x="3195638" y="2475310"/>
              <a:ext cx="58342" cy="58342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29" y="258"/>
                  </a:moveTo>
                  <a:cubicBezTo>
                    <a:pt x="200" y="258"/>
                    <a:pt x="258" y="200"/>
                    <a:pt x="258" y="129"/>
                  </a:cubicBezTo>
                  <a:cubicBezTo>
                    <a:pt x="258" y="58"/>
                    <a:pt x="200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lose/>
                  <a:moveTo>
                    <a:pt x="129" y="80"/>
                  </a:moveTo>
                  <a:cubicBezTo>
                    <a:pt x="156" y="80"/>
                    <a:pt x="178" y="102"/>
                    <a:pt x="178" y="129"/>
                  </a:cubicBezTo>
                  <a:cubicBezTo>
                    <a:pt x="178" y="156"/>
                    <a:pt x="156" y="178"/>
                    <a:pt x="129" y="178"/>
                  </a:cubicBezTo>
                  <a:cubicBezTo>
                    <a:pt x="102" y="178"/>
                    <a:pt x="80" y="156"/>
                    <a:pt x="80" y="129"/>
                  </a:cubicBezTo>
                  <a:cubicBezTo>
                    <a:pt x="80" y="102"/>
                    <a:pt x="102" y="80"/>
                    <a:pt x="129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722;p73">
              <a:extLst>
                <a:ext uri="{FF2B5EF4-FFF2-40B4-BE49-F238E27FC236}">
                  <a16:creationId xmlns:a16="http://schemas.microsoft.com/office/drawing/2014/main" id="{57FCBD1D-9D00-9755-87C9-F8B17FB69697}"/>
                </a:ext>
              </a:extLst>
            </p:cNvPr>
            <p:cNvSpPr/>
            <p:nvPr/>
          </p:nvSpPr>
          <p:spPr>
            <a:xfrm>
              <a:off x="3107531" y="2389585"/>
              <a:ext cx="58342" cy="57150"/>
            </a:xfrm>
            <a:custGeom>
              <a:avLst/>
              <a:gdLst/>
              <a:ahLst/>
              <a:cxnLst/>
              <a:rect l="l" t="t" r="r" b="b"/>
              <a:pathLst>
                <a:path w="258" h="258" extrusionOk="0">
                  <a:moveTo>
                    <a:pt x="129" y="258"/>
                  </a:moveTo>
                  <a:cubicBezTo>
                    <a:pt x="200" y="258"/>
                    <a:pt x="258" y="200"/>
                    <a:pt x="258" y="129"/>
                  </a:cubicBezTo>
                  <a:cubicBezTo>
                    <a:pt x="258" y="58"/>
                    <a:pt x="200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lose/>
                  <a:moveTo>
                    <a:pt x="129" y="80"/>
                  </a:moveTo>
                  <a:cubicBezTo>
                    <a:pt x="156" y="80"/>
                    <a:pt x="178" y="102"/>
                    <a:pt x="178" y="129"/>
                  </a:cubicBezTo>
                  <a:cubicBezTo>
                    <a:pt x="178" y="156"/>
                    <a:pt x="156" y="178"/>
                    <a:pt x="129" y="178"/>
                  </a:cubicBezTo>
                  <a:cubicBezTo>
                    <a:pt x="102" y="178"/>
                    <a:pt x="80" y="156"/>
                    <a:pt x="80" y="129"/>
                  </a:cubicBezTo>
                  <a:cubicBezTo>
                    <a:pt x="80" y="102"/>
                    <a:pt x="102" y="80"/>
                    <a:pt x="129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723;p73">
              <a:extLst>
                <a:ext uri="{FF2B5EF4-FFF2-40B4-BE49-F238E27FC236}">
                  <a16:creationId xmlns:a16="http://schemas.microsoft.com/office/drawing/2014/main" id="{C3E99AB2-35AA-0C8D-8408-96C9420953E0}"/>
                </a:ext>
              </a:extLst>
            </p:cNvPr>
            <p:cNvSpPr/>
            <p:nvPr/>
          </p:nvSpPr>
          <p:spPr>
            <a:xfrm>
              <a:off x="3284934" y="2382441"/>
              <a:ext cx="71438" cy="71438"/>
            </a:xfrm>
            <a:custGeom>
              <a:avLst/>
              <a:gdLst/>
              <a:ahLst/>
              <a:cxnLst/>
              <a:rect l="l" t="t" r="r" b="b"/>
              <a:pathLst>
                <a:path w="317" h="316" extrusionOk="0">
                  <a:moveTo>
                    <a:pt x="158" y="0"/>
                  </a:moveTo>
                  <a:cubicBezTo>
                    <a:pt x="71" y="0"/>
                    <a:pt x="0" y="71"/>
                    <a:pt x="0" y="158"/>
                  </a:cubicBezTo>
                  <a:cubicBezTo>
                    <a:pt x="0" y="245"/>
                    <a:pt x="71" y="316"/>
                    <a:pt x="158" y="316"/>
                  </a:cubicBezTo>
                  <a:cubicBezTo>
                    <a:pt x="246" y="316"/>
                    <a:pt x="317" y="245"/>
                    <a:pt x="317" y="158"/>
                  </a:cubicBezTo>
                  <a:cubicBezTo>
                    <a:pt x="317" y="71"/>
                    <a:pt x="246" y="0"/>
                    <a:pt x="158" y="0"/>
                  </a:cubicBezTo>
                  <a:close/>
                  <a:moveTo>
                    <a:pt x="158" y="236"/>
                  </a:moveTo>
                  <a:cubicBezTo>
                    <a:pt x="115" y="236"/>
                    <a:pt x="80" y="201"/>
                    <a:pt x="80" y="158"/>
                  </a:cubicBezTo>
                  <a:cubicBezTo>
                    <a:pt x="80" y="115"/>
                    <a:pt x="115" y="80"/>
                    <a:pt x="158" y="80"/>
                  </a:cubicBezTo>
                  <a:cubicBezTo>
                    <a:pt x="202" y="80"/>
                    <a:pt x="237" y="115"/>
                    <a:pt x="237" y="158"/>
                  </a:cubicBezTo>
                  <a:cubicBezTo>
                    <a:pt x="237" y="201"/>
                    <a:pt x="202" y="236"/>
                    <a:pt x="158" y="2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724;p73">
              <a:extLst>
                <a:ext uri="{FF2B5EF4-FFF2-40B4-BE49-F238E27FC236}">
                  <a16:creationId xmlns:a16="http://schemas.microsoft.com/office/drawing/2014/main" id="{F405D534-519D-1FB2-0DB6-23176FA91A7D}"/>
                </a:ext>
              </a:extLst>
            </p:cNvPr>
            <p:cNvSpPr/>
            <p:nvPr/>
          </p:nvSpPr>
          <p:spPr>
            <a:xfrm>
              <a:off x="3184922" y="2824163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1852;p73">
            <a:extLst>
              <a:ext uri="{FF2B5EF4-FFF2-40B4-BE49-F238E27FC236}">
                <a16:creationId xmlns:a16="http://schemas.microsoft.com/office/drawing/2014/main" id="{128BA8CD-F0F4-CDB4-0169-CAB3C807CF35}"/>
              </a:ext>
            </a:extLst>
          </p:cNvPr>
          <p:cNvGrpSpPr/>
          <p:nvPr/>
        </p:nvGrpSpPr>
        <p:grpSpPr>
          <a:xfrm>
            <a:off x="5358399" y="1843800"/>
            <a:ext cx="383182" cy="289800"/>
            <a:chOff x="5909072" y="3505200"/>
            <a:chExt cx="459581" cy="353616"/>
          </a:xfrm>
        </p:grpSpPr>
        <p:sp>
          <p:nvSpPr>
            <p:cNvPr id="32" name="Google Shape;1853;p73">
              <a:extLst>
                <a:ext uri="{FF2B5EF4-FFF2-40B4-BE49-F238E27FC236}">
                  <a16:creationId xmlns:a16="http://schemas.microsoft.com/office/drawing/2014/main" id="{535EFE74-A0DE-AEF5-FCDD-92DD76EE6FDF}"/>
                </a:ext>
              </a:extLst>
            </p:cNvPr>
            <p:cNvSpPr/>
            <p:nvPr/>
          </p:nvSpPr>
          <p:spPr>
            <a:xfrm>
              <a:off x="5918597" y="3668316"/>
              <a:ext cx="441723" cy="180975"/>
            </a:xfrm>
            <a:custGeom>
              <a:avLst/>
              <a:gdLst/>
              <a:ahLst/>
              <a:cxnLst/>
              <a:rect l="l" t="t" r="r" b="b"/>
              <a:pathLst>
                <a:path w="1968" h="809" extrusionOk="0">
                  <a:moveTo>
                    <a:pt x="1928" y="809"/>
                  </a:moveTo>
                  <a:cubicBezTo>
                    <a:pt x="40" y="809"/>
                    <a:pt x="40" y="809"/>
                    <a:pt x="40" y="809"/>
                  </a:cubicBezTo>
                  <a:cubicBezTo>
                    <a:pt x="18" y="809"/>
                    <a:pt x="0" y="791"/>
                    <a:pt x="0" y="76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19"/>
                    <a:pt x="32" y="0"/>
                    <a:pt x="59" y="14"/>
                  </a:cubicBezTo>
                  <a:cubicBezTo>
                    <a:pt x="233" y="107"/>
                    <a:pt x="557" y="245"/>
                    <a:pt x="982" y="246"/>
                  </a:cubicBezTo>
                  <a:cubicBezTo>
                    <a:pt x="1410" y="246"/>
                    <a:pt x="1735" y="107"/>
                    <a:pt x="1910" y="14"/>
                  </a:cubicBezTo>
                  <a:cubicBezTo>
                    <a:pt x="1936" y="0"/>
                    <a:pt x="1968" y="19"/>
                    <a:pt x="1968" y="50"/>
                  </a:cubicBezTo>
                  <a:cubicBezTo>
                    <a:pt x="1968" y="769"/>
                    <a:pt x="1968" y="769"/>
                    <a:pt x="1968" y="769"/>
                  </a:cubicBezTo>
                  <a:cubicBezTo>
                    <a:pt x="1968" y="791"/>
                    <a:pt x="1950" y="809"/>
                    <a:pt x="1928" y="8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854;p73">
              <a:extLst>
                <a:ext uri="{FF2B5EF4-FFF2-40B4-BE49-F238E27FC236}">
                  <a16:creationId xmlns:a16="http://schemas.microsoft.com/office/drawing/2014/main" id="{B3ED1320-65C5-5422-772F-4070138B6940}"/>
                </a:ext>
              </a:extLst>
            </p:cNvPr>
            <p:cNvSpPr/>
            <p:nvPr/>
          </p:nvSpPr>
          <p:spPr>
            <a:xfrm>
              <a:off x="6094809" y="3558779"/>
              <a:ext cx="89298" cy="125016"/>
            </a:xfrm>
            <a:custGeom>
              <a:avLst/>
              <a:gdLst/>
              <a:ahLst/>
              <a:cxnLst/>
              <a:rect l="l" t="t" r="r" b="b"/>
              <a:pathLst>
                <a:path w="396" h="559" extrusionOk="0">
                  <a:moveTo>
                    <a:pt x="306" y="333"/>
                  </a:moveTo>
                  <a:cubicBezTo>
                    <a:pt x="306" y="40"/>
                    <a:pt x="306" y="40"/>
                    <a:pt x="306" y="40"/>
                  </a:cubicBezTo>
                  <a:cubicBezTo>
                    <a:pt x="306" y="18"/>
                    <a:pt x="288" y="0"/>
                    <a:pt x="266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09" y="0"/>
                    <a:pt x="91" y="18"/>
                    <a:pt x="91" y="40"/>
                  </a:cubicBezTo>
                  <a:cubicBezTo>
                    <a:pt x="91" y="333"/>
                    <a:pt x="91" y="333"/>
                    <a:pt x="91" y="333"/>
                  </a:cubicBezTo>
                  <a:cubicBezTo>
                    <a:pt x="27" y="333"/>
                    <a:pt x="27" y="333"/>
                    <a:pt x="27" y="333"/>
                  </a:cubicBezTo>
                  <a:cubicBezTo>
                    <a:pt x="10" y="333"/>
                    <a:pt x="0" y="354"/>
                    <a:pt x="12" y="366"/>
                  </a:cubicBezTo>
                  <a:cubicBezTo>
                    <a:pt x="90" y="454"/>
                    <a:pt x="90" y="454"/>
                    <a:pt x="90" y="454"/>
                  </a:cubicBezTo>
                  <a:cubicBezTo>
                    <a:pt x="168" y="542"/>
                    <a:pt x="168" y="542"/>
                    <a:pt x="168" y="542"/>
                  </a:cubicBezTo>
                  <a:cubicBezTo>
                    <a:pt x="184" y="559"/>
                    <a:pt x="212" y="559"/>
                    <a:pt x="228" y="542"/>
                  </a:cubicBezTo>
                  <a:cubicBezTo>
                    <a:pt x="306" y="454"/>
                    <a:pt x="306" y="454"/>
                    <a:pt x="306" y="454"/>
                  </a:cubicBezTo>
                  <a:cubicBezTo>
                    <a:pt x="385" y="366"/>
                    <a:pt x="385" y="366"/>
                    <a:pt x="385" y="366"/>
                  </a:cubicBezTo>
                  <a:cubicBezTo>
                    <a:pt x="396" y="354"/>
                    <a:pt x="387" y="333"/>
                    <a:pt x="370" y="333"/>
                  </a:cubicBezTo>
                  <a:lnTo>
                    <a:pt x="306" y="3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855;p73">
              <a:extLst>
                <a:ext uri="{FF2B5EF4-FFF2-40B4-BE49-F238E27FC236}">
                  <a16:creationId xmlns:a16="http://schemas.microsoft.com/office/drawing/2014/main" id="{F05F6423-F698-A7DD-E29D-187E8AC415D2}"/>
                </a:ext>
              </a:extLst>
            </p:cNvPr>
            <p:cNvSpPr/>
            <p:nvPr/>
          </p:nvSpPr>
          <p:spPr>
            <a:xfrm>
              <a:off x="6221015" y="3514725"/>
              <a:ext cx="89298" cy="125016"/>
            </a:xfrm>
            <a:custGeom>
              <a:avLst/>
              <a:gdLst/>
              <a:ahLst/>
              <a:cxnLst/>
              <a:rect l="l" t="t" r="r" b="b"/>
              <a:pathLst>
                <a:path w="396" h="559" extrusionOk="0">
                  <a:moveTo>
                    <a:pt x="305" y="332"/>
                  </a:moveTo>
                  <a:cubicBezTo>
                    <a:pt x="305" y="40"/>
                    <a:pt x="305" y="40"/>
                    <a:pt x="305" y="40"/>
                  </a:cubicBezTo>
                  <a:cubicBezTo>
                    <a:pt x="305" y="18"/>
                    <a:pt x="287" y="0"/>
                    <a:pt x="265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08" y="0"/>
                    <a:pt x="90" y="18"/>
                    <a:pt x="90" y="40"/>
                  </a:cubicBezTo>
                  <a:cubicBezTo>
                    <a:pt x="90" y="332"/>
                    <a:pt x="90" y="332"/>
                    <a:pt x="90" y="332"/>
                  </a:cubicBezTo>
                  <a:cubicBezTo>
                    <a:pt x="26" y="332"/>
                    <a:pt x="26" y="332"/>
                    <a:pt x="26" y="332"/>
                  </a:cubicBezTo>
                  <a:cubicBezTo>
                    <a:pt x="9" y="332"/>
                    <a:pt x="0" y="353"/>
                    <a:pt x="11" y="366"/>
                  </a:cubicBezTo>
                  <a:cubicBezTo>
                    <a:pt x="90" y="453"/>
                    <a:pt x="90" y="453"/>
                    <a:pt x="90" y="453"/>
                  </a:cubicBezTo>
                  <a:cubicBezTo>
                    <a:pt x="168" y="541"/>
                    <a:pt x="168" y="541"/>
                    <a:pt x="168" y="541"/>
                  </a:cubicBezTo>
                  <a:cubicBezTo>
                    <a:pt x="184" y="559"/>
                    <a:pt x="212" y="559"/>
                    <a:pt x="228" y="541"/>
                  </a:cubicBezTo>
                  <a:cubicBezTo>
                    <a:pt x="306" y="453"/>
                    <a:pt x="306" y="453"/>
                    <a:pt x="306" y="453"/>
                  </a:cubicBezTo>
                  <a:cubicBezTo>
                    <a:pt x="384" y="366"/>
                    <a:pt x="384" y="366"/>
                    <a:pt x="384" y="366"/>
                  </a:cubicBezTo>
                  <a:cubicBezTo>
                    <a:pt x="396" y="353"/>
                    <a:pt x="386" y="332"/>
                    <a:pt x="369" y="332"/>
                  </a:cubicBezTo>
                  <a:lnTo>
                    <a:pt x="305" y="3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856;p73">
              <a:extLst>
                <a:ext uri="{FF2B5EF4-FFF2-40B4-BE49-F238E27FC236}">
                  <a16:creationId xmlns:a16="http://schemas.microsoft.com/office/drawing/2014/main" id="{0B8F0AF8-9B04-2763-4272-8E61C9638ED7}"/>
                </a:ext>
              </a:extLst>
            </p:cNvPr>
            <p:cNvSpPr/>
            <p:nvPr/>
          </p:nvSpPr>
          <p:spPr>
            <a:xfrm>
              <a:off x="5968603" y="3514725"/>
              <a:ext cx="88107" cy="125016"/>
            </a:xfrm>
            <a:custGeom>
              <a:avLst/>
              <a:gdLst/>
              <a:ahLst/>
              <a:cxnLst/>
              <a:rect l="l" t="t" r="r" b="b"/>
              <a:pathLst>
                <a:path w="396" h="559" extrusionOk="0">
                  <a:moveTo>
                    <a:pt x="306" y="332"/>
                  </a:moveTo>
                  <a:cubicBezTo>
                    <a:pt x="306" y="40"/>
                    <a:pt x="306" y="40"/>
                    <a:pt x="306" y="40"/>
                  </a:cubicBezTo>
                  <a:cubicBezTo>
                    <a:pt x="306" y="18"/>
                    <a:pt x="288" y="0"/>
                    <a:pt x="266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08" y="0"/>
                    <a:pt x="90" y="18"/>
                    <a:pt x="90" y="40"/>
                  </a:cubicBezTo>
                  <a:cubicBezTo>
                    <a:pt x="90" y="332"/>
                    <a:pt x="90" y="332"/>
                    <a:pt x="90" y="332"/>
                  </a:cubicBezTo>
                  <a:cubicBezTo>
                    <a:pt x="26" y="332"/>
                    <a:pt x="26" y="332"/>
                    <a:pt x="26" y="332"/>
                  </a:cubicBezTo>
                  <a:cubicBezTo>
                    <a:pt x="9" y="332"/>
                    <a:pt x="0" y="353"/>
                    <a:pt x="12" y="366"/>
                  </a:cubicBezTo>
                  <a:cubicBezTo>
                    <a:pt x="90" y="453"/>
                    <a:pt x="90" y="453"/>
                    <a:pt x="90" y="453"/>
                  </a:cubicBezTo>
                  <a:cubicBezTo>
                    <a:pt x="168" y="541"/>
                    <a:pt x="168" y="541"/>
                    <a:pt x="168" y="541"/>
                  </a:cubicBezTo>
                  <a:cubicBezTo>
                    <a:pt x="184" y="559"/>
                    <a:pt x="212" y="559"/>
                    <a:pt x="228" y="541"/>
                  </a:cubicBezTo>
                  <a:cubicBezTo>
                    <a:pt x="306" y="453"/>
                    <a:pt x="306" y="453"/>
                    <a:pt x="306" y="453"/>
                  </a:cubicBezTo>
                  <a:cubicBezTo>
                    <a:pt x="384" y="366"/>
                    <a:pt x="384" y="366"/>
                    <a:pt x="384" y="366"/>
                  </a:cubicBezTo>
                  <a:cubicBezTo>
                    <a:pt x="396" y="353"/>
                    <a:pt x="387" y="332"/>
                    <a:pt x="369" y="332"/>
                  </a:cubicBezTo>
                  <a:lnTo>
                    <a:pt x="306" y="3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857;p73">
              <a:extLst>
                <a:ext uri="{FF2B5EF4-FFF2-40B4-BE49-F238E27FC236}">
                  <a16:creationId xmlns:a16="http://schemas.microsoft.com/office/drawing/2014/main" id="{E6BF2836-8612-47B2-DAE9-E231F41BF467}"/>
                </a:ext>
              </a:extLst>
            </p:cNvPr>
            <p:cNvSpPr/>
            <p:nvPr/>
          </p:nvSpPr>
          <p:spPr>
            <a:xfrm>
              <a:off x="5909072" y="3661172"/>
              <a:ext cx="459581" cy="197644"/>
            </a:xfrm>
            <a:custGeom>
              <a:avLst/>
              <a:gdLst/>
              <a:ahLst/>
              <a:cxnLst/>
              <a:rect l="l" t="t" r="r" b="b"/>
              <a:pathLst>
                <a:path w="2048" h="883" extrusionOk="0">
                  <a:moveTo>
                    <a:pt x="2009" y="15"/>
                  </a:moveTo>
                  <a:cubicBezTo>
                    <a:pt x="1985" y="0"/>
                    <a:pt x="1956" y="0"/>
                    <a:pt x="1931" y="13"/>
                  </a:cubicBezTo>
                  <a:cubicBezTo>
                    <a:pt x="1736" y="116"/>
                    <a:pt x="1422" y="240"/>
                    <a:pt x="1024" y="240"/>
                  </a:cubicBezTo>
                  <a:cubicBezTo>
                    <a:pt x="1024" y="240"/>
                    <a:pt x="1023" y="240"/>
                    <a:pt x="1022" y="240"/>
                  </a:cubicBezTo>
                  <a:cubicBezTo>
                    <a:pt x="626" y="239"/>
                    <a:pt x="312" y="116"/>
                    <a:pt x="118" y="13"/>
                  </a:cubicBezTo>
                  <a:cubicBezTo>
                    <a:pt x="93" y="0"/>
                    <a:pt x="63" y="0"/>
                    <a:pt x="39" y="15"/>
                  </a:cubicBezTo>
                  <a:cubicBezTo>
                    <a:pt x="15" y="29"/>
                    <a:pt x="0" y="55"/>
                    <a:pt x="0" y="84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0" y="847"/>
                    <a:pt x="36" y="883"/>
                    <a:pt x="80" y="883"/>
                  </a:cubicBezTo>
                  <a:cubicBezTo>
                    <a:pt x="1193" y="883"/>
                    <a:pt x="1193" y="883"/>
                    <a:pt x="1193" y="883"/>
                  </a:cubicBezTo>
                  <a:cubicBezTo>
                    <a:pt x="1215" y="883"/>
                    <a:pt x="1233" y="865"/>
                    <a:pt x="1233" y="843"/>
                  </a:cubicBezTo>
                  <a:cubicBezTo>
                    <a:pt x="1233" y="821"/>
                    <a:pt x="1215" y="803"/>
                    <a:pt x="1193" y="803"/>
                  </a:cubicBezTo>
                  <a:cubicBezTo>
                    <a:pt x="80" y="803"/>
                    <a:pt x="80" y="803"/>
                    <a:pt x="80" y="80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282" y="191"/>
                    <a:pt x="609" y="319"/>
                    <a:pt x="1022" y="320"/>
                  </a:cubicBezTo>
                  <a:cubicBezTo>
                    <a:pt x="1024" y="320"/>
                    <a:pt x="1024" y="320"/>
                    <a:pt x="1024" y="320"/>
                  </a:cubicBezTo>
                  <a:cubicBezTo>
                    <a:pt x="1438" y="320"/>
                    <a:pt x="1766" y="191"/>
                    <a:pt x="1968" y="84"/>
                  </a:cubicBezTo>
                  <a:cubicBezTo>
                    <a:pt x="1968" y="803"/>
                    <a:pt x="1968" y="803"/>
                    <a:pt x="1968" y="803"/>
                  </a:cubicBezTo>
                  <a:cubicBezTo>
                    <a:pt x="1557" y="803"/>
                    <a:pt x="1557" y="803"/>
                    <a:pt x="1557" y="803"/>
                  </a:cubicBezTo>
                  <a:cubicBezTo>
                    <a:pt x="1535" y="803"/>
                    <a:pt x="1517" y="821"/>
                    <a:pt x="1517" y="843"/>
                  </a:cubicBezTo>
                  <a:cubicBezTo>
                    <a:pt x="1517" y="865"/>
                    <a:pt x="1535" y="883"/>
                    <a:pt x="1557" y="883"/>
                  </a:cubicBezTo>
                  <a:cubicBezTo>
                    <a:pt x="1968" y="883"/>
                    <a:pt x="1968" y="883"/>
                    <a:pt x="1968" y="883"/>
                  </a:cubicBezTo>
                  <a:cubicBezTo>
                    <a:pt x="2012" y="883"/>
                    <a:pt x="2048" y="847"/>
                    <a:pt x="2048" y="803"/>
                  </a:cubicBezTo>
                  <a:cubicBezTo>
                    <a:pt x="2048" y="84"/>
                    <a:pt x="2048" y="84"/>
                    <a:pt x="2048" y="84"/>
                  </a:cubicBezTo>
                  <a:cubicBezTo>
                    <a:pt x="2048" y="55"/>
                    <a:pt x="2034" y="29"/>
                    <a:pt x="2009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858;p73">
              <a:extLst>
                <a:ext uri="{FF2B5EF4-FFF2-40B4-BE49-F238E27FC236}">
                  <a16:creationId xmlns:a16="http://schemas.microsoft.com/office/drawing/2014/main" id="{377BAEDD-7AB8-0E9A-3CC2-C0F52EF97A1D}"/>
                </a:ext>
              </a:extLst>
            </p:cNvPr>
            <p:cNvSpPr/>
            <p:nvPr/>
          </p:nvSpPr>
          <p:spPr>
            <a:xfrm>
              <a:off x="6086475" y="3549254"/>
              <a:ext cx="105966" cy="142875"/>
            </a:xfrm>
            <a:custGeom>
              <a:avLst/>
              <a:gdLst/>
              <a:ahLst/>
              <a:cxnLst/>
              <a:rect l="l" t="t" r="r" b="b"/>
              <a:pathLst>
                <a:path w="472" h="635" extrusionOk="0">
                  <a:moveTo>
                    <a:pt x="177" y="608"/>
                  </a:moveTo>
                  <a:cubicBezTo>
                    <a:pt x="192" y="625"/>
                    <a:pt x="214" y="635"/>
                    <a:pt x="236" y="635"/>
                  </a:cubicBezTo>
                  <a:cubicBezTo>
                    <a:pt x="259" y="635"/>
                    <a:pt x="281" y="625"/>
                    <a:pt x="296" y="608"/>
                  </a:cubicBezTo>
                  <a:cubicBezTo>
                    <a:pt x="452" y="433"/>
                    <a:pt x="452" y="433"/>
                    <a:pt x="452" y="433"/>
                  </a:cubicBezTo>
                  <a:cubicBezTo>
                    <a:pt x="468" y="415"/>
                    <a:pt x="472" y="390"/>
                    <a:pt x="463" y="369"/>
                  </a:cubicBezTo>
                  <a:cubicBezTo>
                    <a:pt x="453" y="347"/>
                    <a:pt x="431" y="333"/>
                    <a:pt x="408" y="333"/>
                  </a:cubicBezTo>
                  <a:cubicBezTo>
                    <a:pt x="384" y="333"/>
                    <a:pt x="384" y="333"/>
                    <a:pt x="384" y="333"/>
                  </a:cubicBezTo>
                  <a:cubicBezTo>
                    <a:pt x="384" y="80"/>
                    <a:pt x="384" y="80"/>
                    <a:pt x="384" y="80"/>
                  </a:cubicBezTo>
                  <a:cubicBezTo>
                    <a:pt x="384" y="36"/>
                    <a:pt x="348" y="0"/>
                    <a:pt x="304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25" y="0"/>
                    <a:pt x="89" y="36"/>
                    <a:pt x="89" y="80"/>
                  </a:cubicBezTo>
                  <a:cubicBezTo>
                    <a:pt x="89" y="333"/>
                    <a:pt x="89" y="333"/>
                    <a:pt x="89" y="333"/>
                  </a:cubicBezTo>
                  <a:cubicBezTo>
                    <a:pt x="65" y="333"/>
                    <a:pt x="65" y="333"/>
                    <a:pt x="65" y="333"/>
                  </a:cubicBezTo>
                  <a:cubicBezTo>
                    <a:pt x="41" y="333"/>
                    <a:pt x="20" y="347"/>
                    <a:pt x="10" y="369"/>
                  </a:cubicBezTo>
                  <a:cubicBezTo>
                    <a:pt x="0" y="390"/>
                    <a:pt x="4" y="416"/>
                    <a:pt x="20" y="433"/>
                  </a:cubicBezTo>
                  <a:lnTo>
                    <a:pt x="177" y="608"/>
                  </a:lnTo>
                  <a:close/>
                  <a:moveTo>
                    <a:pt x="129" y="413"/>
                  </a:moveTo>
                  <a:cubicBezTo>
                    <a:pt x="151" y="413"/>
                    <a:pt x="169" y="395"/>
                    <a:pt x="169" y="373"/>
                  </a:cubicBezTo>
                  <a:cubicBezTo>
                    <a:pt x="169" y="80"/>
                    <a:pt x="169" y="80"/>
                    <a:pt x="169" y="80"/>
                  </a:cubicBezTo>
                  <a:cubicBezTo>
                    <a:pt x="304" y="80"/>
                    <a:pt x="304" y="80"/>
                    <a:pt x="304" y="80"/>
                  </a:cubicBezTo>
                  <a:cubicBezTo>
                    <a:pt x="304" y="373"/>
                    <a:pt x="304" y="373"/>
                    <a:pt x="304" y="373"/>
                  </a:cubicBezTo>
                  <a:cubicBezTo>
                    <a:pt x="304" y="395"/>
                    <a:pt x="322" y="413"/>
                    <a:pt x="344" y="413"/>
                  </a:cubicBezTo>
                  <a:cubicBezTo>
                    <a:pt x="363" y="413"/>
                    <a:pt x="363" y="413"/>
                    <a:pt x="363" y="413"/>
                  </a:cubicBezTo>
                  <a:cubicBezTo>
                    <a:pt x="236" y="555"/>
                    <a:pt x="236" y="555"/>
                    <a:pt x="236" y="555"/>
                  </a:cubicBezTo>
                  <a:cubicBezTo>
                    <a:pt x="110" y="413"/>
                    <a:pt x="110" y="413"/>
                    <a:pt x="110" y="413"/>
                  </a:cubicBezTo>
                  <a:lnTo>
                    <a:pt x="129" y="4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859;p73">
              <a:extLst>
                <a:ext uri="{FF2B5EF4-FFF2-40B4-BE49-F238E27FC236}">
                  <a16:creationId xmlns:a16="http://schemas.microsoft.com/office/drawing/2014/main" id="{E4A7C2F5-3DFF-D854-016F-F0745D3A3541}"/>
                </a:ext>
              </a:extLst>
            </p:cNvPr>
            <p:cNvSpPr/>
            <p:nvPr/>
          </p:nvSpPr>
          <p:spPr>
            <a:xfrm>
              <a:off x="6212681" y="3505200"/>
              <a:ext cx="105966" cy="142875"/>
            </a:xfrm>
            <a:custGeom>
              <a:avLst/>
              <a:gdLst/>
              <a:ahLst/>
              <a:cxnLst/>
              <a:rect l="l" t="t" r="r" b="b"/>
              <a:pathLst>
                <a:path w="472" h="634" extrusionOk="0">
                  <a:moveTo>
                    <a:pt x="176" y="608"/>
                  </a:moveTo>
                  <a:cubicBezTo>
                    <a:pt x="191" y="625"/>
                    <a:pt x="213" y="634"/>
                    <a:pt x="236" y="634"/>
                  </a:cubicBezTo>
                  <a:cubicBezTo>
                    <a:pt x="236" y="634"/>
                    <a:pt x="236" y="634"/>
                    <a:pt x="236" y="634"/>
                  </a:cubicBezTo>
                  <a:cubicBezTo>
                    <a:pt x="258" y="634"/>
                    <a:pt x="280" y="625"/>
                    <a:pt x="295" y="608"/>
                  </a:cubicBezTo>
                  <a:cubicBezTo>
                    <a:pt x="452" y="432"/>
                    <a:pt x="452" y="432"/>
                    <a:pt x="452" y="432"/>
                  </a:cubicBezTo>
                  <a:cubicBezTo>
                    <a:pt x="468" y="415"/>
                    <a:pt x="472" y="390"/>
                    <a:pt x="462" y="368"/>
                  </a:cubicBezTo>
                  <a:cubicBezTo>
                    <a:pt x="452" y="346"/>
                    <a:pt x="431" y="332"/>
                    <a:pt x="407" y="332"/>
                  </a:cubicBezTo>
                  <a:cubicBezTo>
                    <a:pt x="383" y="332"/>
                    <a:pt x="383" y="332"/>
                    <a:pt x="383" y="332"/>
                  </a:cubicBezTo>
                  <a:cubicBezTo>
                    <a:pt x="383" y="80"/>
                    <a:pt x="383" y="80"/>
                    <a:pt x="383" y="80"/>
                  </a:cubicBezTo>
                  <a:cubicBezTo>
                    <a:pt x="383" y="36"/>
                    <a:pt x="347" y="0"/>
                    <a:pt x="303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24" y="0"/>
                    <a:pt x="88" y="36"/>
                    <a:pt x="88" y="80"/>
                  </a:cubicBezTo>
                  <a:cubicBezTo>
                    <a:pt x="88" y="332"/>
                    <a:pt x="88" y="332"/>
                    <a:pt x="88" y="332"/>
                  </a:cubicBezTo>
                  <a:cubicBezTo>
                    <a:pt x="64" y="332"/>
                    <a:pt x="64" y="332"/>
                    <a:pt x="64" y="332"/>
                  </a:cubicBezTo>
                  <a:cubicBezTo>
                    <a:pt x="41" y="332"/>
                    <a:pt x="19" y="346"/>
                    <a:pt x="10" y="368"/>
                  </a:cubicBezTo>
                  <a:cubicBezTo>
                    <a:pt x="0" y="390"/>
                    <a:pt x="4" y="415"/>
                    <a:pt x="20" y="432"/>
                  </a:cubicBezTo>
                  <a:lnTo>
                    <a:pt x="176" y="608"/>
                  </a:lnTo>
                  <a:close/>
                  <a:moveTo>
                    <a:pt x="128" y="412"/>
                  </a:moveTo>
                  <a:cubicBezTo>
                    <a:pt x="150" y="412"/>
                    <a:pt x="168" y="395"/>
                    <a:pt x="168" y="372"/>
                  </a:cubicBezTo>
                  <a:cubicBezTo>
                    <a:pt x="168" y="80"/>
                    <a:pt x="168" y="80"/>
                    <a:pt x="168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3" y="372"/>
                    <a:pt x="303" y="372"/>
                    <a:pt x="303" y="372"/>
                  </a:cubicBezTo>
                  <a:cubicBezTo>
                    <a:pt x="303" y="395"/>
                    <a:pt x="321" y="412"/>
                    <a:pt x="343" y="412"/>
                  </a:cubicBezTo>
                  <a:cubicBezTo>
                    <a:pt x="362" y="412"/>
                    <a:pt x="362" y="412"/>
                    <a:pt x="362" y="412"/>
                  </a:cubicBezTo>
                  <a:cubicBezTo>
                    <a:pt x="236" y="554"/>
                    <a:pt x="236" y="554"/>
                    <a:pt x="236" y="554"/>
                  </a:cubicBezTo>
                  <a:cubicBezTo>
                    <a:pt x="109" y="412"/>
                    <a:pt x="109" y="412"/>
                    <a:pt x="109" y="412"/>
                  </a:cubicBezTo>
                  <a:lnTo>
                    <a:pt x="128" y="4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860;p73">
              <a:extLst>
                <a:ext uri="{FF2B5EF4-FFF2-40B4-BE49-F238E27FC236}">
                  <a16:creationId xmlns:a16="http://schemas.microsoft.com/office/drawing/2014/main" id="{C75E7C37-3DF8-6112-D333-701E35AADB49}"/>
                </a:ext>
              </a:extLst>
            </p:cNvPr>
            <p:cNvSpPr/>
            <p:nvPr/>
          </p:nvSpPr>
          <p:spPr>
            <a:xfrm>
              <a:off x="5960269" y="3505200"/>
              <a:ext cx="105966" cy="142875"/>
            </a:xfrm>
            <a:custGeom>
              <a:avLst/>
              <a:gdLst/>
              <a:ahLst/>
              <a:cxnLst/>
              <a:rect l="l" t="t" r="r" b="b"/>
              <a:pathLst>
                <a:path w="472" h="634" extrusionOk="0">
                  <a:moveTo>
                    <a:pt x="176" y="608"/>
                  </a:moveTo>
                  <a:cubicBezTo>
                    <a:pt x="191" y="625"/>
                    <a:pt x="213" y="634"/>
                    <a:pt x="236" y="634"/>
                  </a:cubicBezTo>
                  <a:cubicBezTo>
                    <a:pt x="259" y="634"/>
                    <a:pt x="280" y="625"/>
                    <a:pt x="296" y="608"/>
                  </a:cubicBezTo>
                  <a:cubicBezTo>
                    <a:pt x="452" y="432"/>
                    <a:pt x="452" y="432"/>
                    <a:pt x="452" y="432"/>
                  </a:cubicBezTo>
                  <a:cubicBezTo>
                    <a:pt x="468" y="415"/>
                    <a:pt x="472" y="390"/>
                    <a:pt x="462" y="368"/>
                  </a:cubicBezTo>
                  <a:cubicBezTo>
                    <a:pt x="452" y="346"/>
                    <a:pt x="431" y="332"/>
                    <a:pt x="407" y="332"/>
                  </a:cubicBezTo>
                  <a:cubicBezTo>
                    <a:pt x="384" y="332"/>
                    <a:pt x="384" y="332"/>
                    <a:pt x="384" y="332"/>
                  </a:cubicBezTo>
                  <a:cubicBezTo>
                    <a:pt x="384" y="80"/>
                    <a:pt x="384" y="80"/>
                    <a:pt x="384" y="80"/>
                  </a:cubicBezTo>
                  <a:cubicBezTo>
                    <a:pt x="384" y="36"/>
                    <a:pt x="348" y="0"/>
                    <a:pt x="304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24" y="0"/>
                    <a:pt x="88" y="36"/>
                    <a:pt x="88" y="80"/>
                  </a:cubicBezTo>
                  <a:cubicBezTo>
                    <a:pt x="88" y="332"/>
                    <a:pt x="88" y="332"/>
                    <a:pt x="88" y="332"/>
                  </a:cubicBezTo>
                  <a:cubicBezTo>
                    <a:pt x="64" y="332"/>
                    <a:pt x="64" y="332"/>
                    <a:pt x="64" y="332"/>
                  </a:cubicBezTo>
                  <a:cubicBezTo>
                    <a:pt x="41" y="332"/>
                    <a:pt x="19" y="346"/>
                    <a:pt x="10" y="368"/>
                  </a:cubicBezTo>
                  <a:cubicBezTo>
                    <a:pt x="0" y="390"/>
                    <a:pt x="4" y="415"/>
                    <a:pt x="20" y="432"/>
                  </a:cubicBezTo>
                  <a:lnTo>
                    <a:pt x="176" y="608"/>
                  </a:lnTo>
                  <a:close/>
                  <a:moveTo>
                    <a:pt x="128" y="412"/>
                  </a:moveTo>
                  <a:cubicBezTo>
                    <a:pt x="150" y="412"/>
                    <a:pt x="168" y="395"/>
                    <a:pt x="168" y="372"/>
                  </a:cubicBezTo>
                  <a:cubicBezTo>
                    <a:pt x="168" y="80"/>
                    <a:pt x="168" y="80"/>
                    <a:pt x="168" y="80"/>
                  </a:cubicBezTo>
                  <a:cubicBezTo>
                    <a:pt x="304" y="80"/>
                    <a:pt x="304" y="80"/>
                    <a:pt x="304" y="80"/>
                  </a:cubicBezTo>
                  <a:cubicBezTo>
                    <a:pt x="304" y="372"/>
                    <a:pt x="304" y="372"/>
                    <a:pt x="304" y="372"/>
                  </a:cubicBezTo>
                  <a:cubicBezTo>
                    <a:pt x="304" y="395"/>
                    <a:pt x="321" y="412"/>
                    <a:pt x="344" y="412"/>
                  </a:cubicBezTo>
                  <a:cubicBezTo>
                    <a:pt x="363" y="412"/>
                    <a:pt x="363" y="412"/>
                    <a:pt x="363" y="412"/>
                  </a:cubicBezTo>
                  <a:cubicBezTo>
                    <a:pt x="236" y="554"/>
                    <a:pt x="236" y="554"/>
                    <a:pt x="236" y="554"/>
                  </a:cubicBezTo>
                  <a:cubicBezTo>
                    <a:pt x="109" y="412"/>
                    <a:pt x="109" y="412"/>
                    <a:pt x="109" y="412"/>
                  </a:cubicBezTo>
                  <a:lnTo>
                    <a:pt x="128" y="4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861;p73">
              <a:extLst>
                <a:ext uri="{FF2B5EF4-FFF2-40B4-BE49-F238E27FC236}">
                  <a16:creationId xmlns:a16="http://schemas.microsoft.com/office/drawing/2014/main" id="{D0A4CA02-4D99-9C82-B0A3-072B284F32DE}"/>
                </a:ext>
              </a:extLst>
            </p:cNvPr>
            <p:cNvSpPr/>
            <p:nvPr/>
          </p:nvSpPr>
          <p:spPr>
            <a:xfrm>
              <a:off x="5960269" y="3727847"/>
              <a:ext cx="346475" cy="50006"/>
            </a:xfrm>
            <a:custGeom>
              <a:avLst/>
              <a:gdLst/>
              <a:ahLst/>
              <a:cxnLst/>
              <a:rect l="l" t="t" r="r" b="b"/>
              <a:pathLst>
                <a:path w="1541" h="220" extrusionOk="0">
                  <a:moveTo>
                    <a:pt x="1534" y="50"/>
                  </a:moveTo>
                  <a:cubicBezTo>
                    <a:pt x="1526" y="29"/>
                    <a:pt x="1504" y="18"/>
                    <a:pt x="1483" y="25"/>
                  </a:cubicBezTo>
                  <a:cubicBezTo>
                    <a:pt x="1260" y="101"/>
                    <a:pt x="1029" y="140"/>
                    <a:pt x="795" y="140"/>
                  </a:cubicBezTo>
                  <a:cubicBezTo>
                    <a:pt x="793" y="140"/>
                    <a:pt x="793" y="140"/>
                    <a:pt x="793" y="140"/>
                  </a:cubicBezTo>
                  <a:cubicBezTo>
                    <a:pt x="543" y="140"/>
                    <a:pt x="296" y="95"/>
                    <a:pt x="59" y="8"/>
                  </a:cubicBezTo>
                  <a:cubicBezTo>
                    <a:pt x="39" y="0"/>
                    <a:pt x="16" y="11"/>
                    <a:pt x="8" y="31"/>
                  </a:cubicBezTo>
                  <a:cubicBezTo>
                    <a:pt x="0" y="52"/>
                    <a:pt x="11" y="75"/>
                    <a:pt x="32" y="83"/>
                  </a:cubicBezTo>
                  <a:cubicBezTo>
                    <a:pt x="277" y="173"/>
                    <a:pt x="533" y="219"/>
                    <a:pt x="793" y="220"/>
                  </a:cubicBezTo>
                  <a:cubicBezTo>
                    <a:pt x="795" y="220"/>
                    <a:pt x="795" y="220"/>
                    <a:pt x="795" y="220"/>
                  </a:cubicBezTo>
                  <a:cubicBezTo>
                    <a:pt x="1038" y="220"/>
                    <a:pt x="1278" y="180"/>
                    <a:pt x="1509" y="101"/>
                  </a:cubicBezTo>
                  <a:cubicBezTo>
                    <a:pt x="1530" y="94"/>
                    <a:pt x="1541" y="71"/>
                    <a:pt x="1534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862;p73">
              <a:extLst>
                <a:ext uri="{FF2B5EF4-FFF2-40B4-BE49-F238E27FC236}">
                  <a16:creationId xmlns:a16="http://schemas.microsoft.com/office/drawing/2014/main" id="{0E3F43C9-FC57-8B2E-B9BA-3471B01D8281}"/>
                </a:ext>
              </a:extLst>
            </p:cNvPr>
            <p:cNvSpPr/>
            <p:nvPr/>
          </p:nvSpPr>
          <p:spPr>
            <a:xfrm>
              <a:off x="6209109" y="3840956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1648;p73">
            <a:extLst>
              <a:ext uri="{FF2B5EF4-FFF2-40B4-BE49-F238E27FC236}">
                <a16:creationId xmlns:a16="http://schemas.microsoft.com/office/drawing/2014/main" id="{EA693C76-1590-8BC0-7AFF-54BF8229931C}"/>
              </a:ext>
            </a:extLst>
          </p:cNvPr>
          <p:cNvGrpSpPr/>
          <p:nvPr/>
        </p:nvGrpSpPr>
        <p:grpSpPr>
          <a:xfrm>
            <a:off x="5336268" y="3780198"/>
            <a:ext cx="418512" cy="326982"/>
            <a:chOff x="6835379" y="1339454"/>
            <a:chExt cx="464347" cy="369093"/>
          </a:xfrm>
        </p:grpSpPr>
        <p:sp>
          <p:nvSpPr>
            <p:cNvPr id="43" name="Google Shape;1649;p73">
              <a:extLst>
                <a:ext uri="{FF2B5EF4-FFF2-40B4-BE49-F238E27FC236}">
                  <a16:creationId xmlns:a16="http://schemas.microsoft.com/office/drawing/2014/main" id="{FF75C4F4-1F8F-E17E-1C37-5C0D75DEA646}"/>
                </a:ext>
              </a:extLst>
            </p:cNvPr>
            <p:cNvSpPr/>
            <p:nvPr/>
          </p:nvSpPr>
          <p:spPr>
            <a:xfrm>
              <a:off x="6844904" y="1347788"/>
              <a:ext cx="445295" cy="253603"/>
            </a:xfrm>
            <a:custGeom>
              <a:avLst/>
              <a:gdLst/>
              <a:ahLst/>
              <a:cxnLst/>
              <a:rect l="l" t="t" r="r" b="b"/>
              <a:pathLst>
                <a:path w="1985" h="1126" extrusionOk="0">
                  <a:moveTo>
                    <a:pt x="1936" y="474"/>
                  </a:moveTo>
                  <a:cubicBezTo>
                    <a:pt x="1541" y="140"/>
                    <a:pt x="1541" y="140"/>
                    <a:pt x="1541" y="140"/>
                  </a:cubicBezTo>
                  <a:cubicBezTo>
                    <a:pt x="1535" y="135"/>
                    <a:pt x="1527" y="132"/>
                    <a:pt x="1519" y="131"/>
                  </a:cubicBezTo>
                  <a:cubicBezTo>
                    <a:pt x="305" y="42"/>
                    <a:pt x="305" y="42"/>
                    <a:pt x="305" y="42"/>
                  </a:cubicBezTo>
                  <a:cubicBezTo>
                    <a:pt x="140" y="6"/>
                    <a:pt x="140" y="6"/>
                    <a:pt x="140" y="6"/>
                  </a:cubicBezTo>
                  <a:cubicBezTo>
                    <a:pt x="113" y="0"/>
                    <a:pt x="87" y="16"/>
                    <a:pt x="81" y="43"/>
                  </a:cubicBezTo>
                  <a:cubicBezTo>
                    <a:pt x="6" y="368"/>
                    <a:pt x="6" y="368"/>
                    <a:pt x="6" y="368"/>
                  </a:cubicBezTo>
                  <a:cubicBezTo>
                    <a:pt x="0" y="395"/>
                    <a:pt x="16" y="422"/>
                    <a:pt x="43" y="428"/>
                  </a:cubicBezTo>
                  <a:cubicBezTo>
                    <a:pt x="127" y="455"/>
                    <a:pt x="127" y="455"/>
                    <a:pt x="127" y="455"/>
                  </a:cubicBezTo>
                  <a:cubicBezTo>
                    <a:pt x="237" y="683"/>
                    <a:pt x="458" y="714"/>
                    <a:pt x="458" y="714"/>
                  </a:cubicBezTo>
                  <a:cubicBezTo>
                    <a:pt x="812" y="1075"/>
                    <a:pt x="812" y="1075"/>
                    <a:pt x="812" y="1075"/>
                  </a:cubicBezTo>
                  <a:cubicBezTo>
                    <a:pt x="852" y="1115"/>
                    <a:pt x="911" y="1126"/>
                    <a:pt x="957" y="1101"/>
                  </a:cubicBezTo>
                  <a:cubicBezTo>
                    <a:pt x="1009" y="1073"/>
                    <a:pt x="1028" y="1013"/>
                    <a:pt x="1004" y="946"/>
                  </a:cubicBezTo>
                  <a:cubicBezTo>
                    <a:pt x="855" y="675"/>
                    <a:pt x="855" y="675"/>
                    <a:pt x="855" y="675"/>
                  </a:cubicBezTo>
                  <a:cubicBezTo>
                    <a:pt x="823" y="584"/>
                    <a:pt x="884" y="487"/>
                    <a:pt x="981" y="477"/>
                  </a:cubicBezTo>
                  <a:cubicBezTo>
                    <a:pt x="1063" y="469"/>
                    <a:pt x="1147" y="480"/>
                    <a:pt x="1225" y="510"/>
                  </a:cubicBezTo>
                  <a:cubicBezTo>
                    <a:pt x="1456" y="599"/>
                    <a:pt x="1456" y="599"/>
                    <a:pt x="1456" y="599"/>
                  </a:cubicBezTo>
                  <a:cubicBezTo>
                    <a:pt x="1594" y="847"/>
                    <a:pt x="1594" y="847"/>
                    <a:pt x="1594" y="847"/>
                  </a:cubicBezTo>
                  <a:cubicBezTo>
                    <a:pt x="1625" y="903"/>
                    <a:pt x="1696" y="924"/>
                    <a:pt x="1752" y="893"/>
                  </a:cubicBezTo>
                  <a:cubicBezTo>
                    <a:pt x="1808" y="863"/>
                    <a:pt x="1830" y="793"/>
                    <a:pt x="1800" y="736"/>
                  </a:cubicBezTo>
                  <a:cubicBezTo>
                    <a:pt x="1706" y="578"/>
                    <a:pt x="1706" y="578"/>
                    <a:pt x="1706" y="578"/>
                  </a:cubicBezTo>
                  <a:cubicBezTo>
                    <a:pt x="1710" y="582"/>
                    <a:pt x="1710" y="582"/>
                    <a:pt x="1710" y="582"/>
                  </a:cubicBezTo>
                  <a:cubicBezTo>
                    <a:pt x="1796" y="650"/>
                    <a:pt x="1796" y="650"/>
                    <a:pt x="1796" y="650"/>
                  </a:cubicBezTo>
                  <a:cubicBezTo>
                    <a:pt x="1848" y="687"/>
                    <a:pt x="1912" y="682"/>
                    <a:pt x="1948" y="632"/>
                  </a:cubicBezTo>
                  <a:cubicBezTo>
                    <a:pt x="1951" y="628"/>
                    <a:pt x="1951" y="628"/>
                    <a:pt x="1951" y="628"/>
                  </a:cubicBezTo>
                  <a:cubicBezTo>
                    <a:pt x="1985" y="582"/>
                    <a:pt x="1978" y="514"/>
                    <a:pt x="1936" y="47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650;p73">
              <a:extLst>
                <a:ext uri="{FF2B5EF4-FFF2-40B4-BE49-F238E27FC236}">
                  <a16:creationId xmlns:a16="http://schemas.microsoft.com/office/drawing/2014/main" id="{0CD0DFD6-9C7C-068E-1884-6A95F7AB91F9}"/>
                </a:ext>
              </a:extLst>
            </p:cNvPr>
            <p:cNvSpPr/>
            <p:nvPr/>
          </p:nvSpPr>
          <p:spPr>
            <a:xfrm>
              <a:off x="7074694" y="1549004"/>
              <a:ext cx="151210" cy="151210"/>
            </a:xfrm>
            <a:custGeom>
              <a:avLst/>
              <a:gdLst/>
              <a:ahLst/>
              <a:cxnLst/>
              <a:rect l="l" t="t" r="r" b="b"/>
              <a:pathLst>
                <a:path w="674" h="673" extrusionOk="0">
                  <a:moveTo>
                    <a:pt x="636" y="615"/>
                  </a:moveTo>
                  <a:cubicBezTo>
                    <a:pt x="104" y="671"/>
                    <a:pt x="104" y="671"/>
                    <a:pt x="104" y="671"/>
                  </a:cubicBezTo>
                  <a:cubicBezTo>
                    <a:pt x="82" y="673"/>
                    <a:pt x="62" y="657"/>
                    <a:pt x="60" y="635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612" y="0"/>
                    <a:pt x="612" y="0"/>
                    <a:pt x="612" y="0"/>
                  </a:cubicBezTo>
                  <a:cubicBezTo>
                    <a:pt x="671" y="571"/>
                    <a:pt x="671" y="571"/>
                    <a:pt x="671" y="571"/>
                  </a:cubicBezTo>
                  <a:cubicBezTo>
                    <a:pt x="674" y="593"/>
                    <a:pt x="658" y="613"/>
                    <a:pt x="636" y="6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651;p73">
              <a:extLst>
                <a:ext uri="{FF2B5EF4-FFF2-40B4-BE49-F238E27FC236}">
                  <a16:creationId xmlns:a16="http://schemas.microsoft.com/office/drawing/2014/main" id="{F7A0F644-563F-AFF6-C6D6-079D95B3F15D}"/>
                </a:ext>
              </a:extLst>
            </p:cNvPr>
            <p:cNvSpPr/>
            <p:nvPr/>
          </p:nvSpPr>
          <p:spPr>
            <a:xfrm>
              <a:off x="6835379" y="1339454"/>
              <a:ext cx="464347" cy="369093"/>
            </a:xfrm>
            <a:custGeom>
              <a:avLst/>
              <a:gdLst/>
              <a:ahLst/>
              <a:cxnLst/>
              <a:rect l="l" t="t" r="r" b="b"/>
              <a:pathLst>
                <a:path w="2073" h="1647" extrusionOk="0">
                  <a:moveTo>
                    <a:pt x="2007" y="484"/>
                  </a:moveTo>
                  <a:cubicBezTo>
                    <a:pt x="2006" y="484"/>
                    <a:pt x="2006" y="483"/>
                    <a:pt x="2005" y="483"/>
                  </a:cubicBezTo>
                  <a:cubicBezTo>
                    <a:pt x="1611" y="149"/>
                    <a:pt x="1611" y="149"/>
                    <a:pt x="1611" y="149"/>
                  </a:cubicBezTo>
                  <a:cubicBezTo>
                    <a:pt x="1599" y="138"/>
                    <a:pt x="1583" y="132"/>
                    <a:pt x="1567" y="130"/>
                  </a:cubicBezTo>
                  <a:cubicBezTo>
                    <a:pt x="1567" y="130"/>
                    <a:pt x="1566" y="130"/>
                    <a:pt x="1566" y="130"/>
                  </a:cubicBezTo>
                  <a:cubicBezTo>
                    <a:pt x="355" y="41"/>
                    <a:pt x="355" y="41"/>
                    <a:pt x="355" y="41"/>
                  </a:cubicBezTo>
                  <a:cubicBezTo>
                    <a:pt x="193" y="6"/>
                    <a:pt x="193" y="6"/>
                    <a:pt x="193" y="6"/>
                  </a:cubicBezTo>
                  <a:cubicBezTo>
                    <a:pt x="170" y="0"/>
                    <a:pt x="146" y="5"/>
                    <a:pt x="125" y="17"/>
                  </a:cubicBezTo>
                  <a:cubicBezTo>
                    <a:pt x="105" y="30"/>
                    <a:pt x="91" y="50"/>
                    <a:pt x="86" y="73"/>
                  </a:cubicBezTo>
                  <a:cubicBezTo>
                    <a:pt x="11" y="398"/>
                    <a:pt x="11" y="398"/>
                    <a:pt x="11" y="398"/>
                  </a:cubicBezTo>
                  <a:cubicBezTo>
                    <a:pt x="0" y="446"/>
                    <a:pt x="29" y="494"/>
                    <a:pt x="76" y="506"/>
                  </a:cubicBezTo>
                  <a:cubicBezTo>
                    <a:pt x="143" y="527"/>
                    <a:pt x="143" y="527"/>
                    <a:pt x="143" y="527"/>
                  </a:cubicBezTo>
                  <a:cubicBezTo>
                    <a:pt x="248" y="727"/>
                    <a:pt x="430" y="779"/>
                    <a:pt x="482" y="790"/>
                  </a:cubicBezTo>
                  <a:cubicBezTo>
                    <a:pt x="827" y="1142"/>
                    <a:pt x="827" y="1142"/>
                    <a:pt x="827" y="1142"/>
                  </a:cubicBezTo>
                  <a:cubicBezTo>
                    <a:pt x="827" y="1142"/>
                    <a:pt x="828" y="1143"/>
                    <a:pt x="828" y="1143"/>
                  </a:cubicBezTo>
                  <a:cubicBezTo>
                    <a:pt x="861" y="1176"/>
                    <a:pt x="905" y="1193"/>
                    <a:pt x="948" y="1193"/>
                  </a:cubicBezTo>
                  <a:cubicBezTo>
                    <a:pt x="973" y="1193"/>
                    <a:pt x="998" y="1187"/>
                    <a:pt x="1020" y="1175"/>
                  </a:cubicBezTo>
                  <a:cubicBezTo>
                    <a:pt x="1028" y="1171"/>
                    <a:pt x="1036" y="1166"/>
                    <a:pt x="1043" y="1160"/>
                  </a:cubicBezTo>
                  <a:cubicBezTo>
                    <a:pt x="1086" y="1575"/>
                    <a:pt x="1086" y="1575"/>
                    <a:pt x="1086" y="1575"/>
                  </a:cubicBezTo>
                  <a:cubicBezTo>
                    <a:pt x="1088" y="1596"/>
                    <a:pt x="1099" y="1616"/>
                    <a:pt x="1115" y="1629"/>
                  </a:cubicBezTo>
                  <a:cubicBezTo>
                    <a:pt x="1130" y="1641"/>
                    <a:pt x="1147" y="1647"/>
                    <a:pt x="1165" y="1647"/>
                  </a:cubicBezTo>
                  <a:cubicBezTo>
                    <a:pt x="1168" y="1647"/>
                    <a:pt x="1255" y="1638"/>
                    <a:pt x="1255" y="1638"/>
                  </a:cubicBezTo>
                  <a:cubicBezTo>
                    <a:pt x="1277" y="1636"/>
                    <a:pt x="1292" y="1616"/>
                    <a:pt x="1290" y="1594"/>
                  </a:cubicBezTo>
                  <a:cubicBezTo>
                    <a:pt x="1288" y="1572"/>
                    <a:pt x="1268" y="1556"/>
                    <a:pt x="1246" y="1558"/>
                  </a:cubicBezTo>
                  <a:cubicBezTo>
                    <a:pt x="1166" y="1567"/>
                    <a:pt x="1166" y="1567"/>
                    <a:pt x="1166" y="1567"/>
                  </a:cubicBezTo>
                  <a:cubicBezTo>
                    <a:pt x="1110" y="1035"/>
                    <a:pt x="1110" y="1035"/>
                    <a:pt x="1110" y="1035"/>
                  </a:cubicBezTo>
                  <a:cubicBezTo>
                    <a:pt x="1642" y="980"/>
                    <a:pt x="1642" y="980"/>
                    <a:pt x="1642" y="980"/>
                  </a:cubicBezTo>
                  <a:cubicBezTo>
                    <a:pt x="1698" y="1511"/>
                    <a:pt x="1698" y="1511"/>
                    <a:pt x="1698" y="1511"/>
                  </a:cubicBezTo>
                  <a:cubicBezTo>
                    <a:pt x="1604" y="1521"/>
                    <a:pt x="1604" y="1521"/>
                    <a:pt x="1604" y="1521"/>
                  </a:cubicBezTo>
                  <a:cubicBezTo>
                    <a:pt x="1582" y="1524"/>
                    <a:pt x="1566" y="1543"/>
                    <a:pt x="1568" y="1565"/>
                  </a:cubicBezTo>
                  <a:cubicBezTo>
                    <a:pt x="1570" y="1587"/>
                    <a:pt x="1590" y="1603"/>
                    <a:pt x="1612" y="1601"/>
                  </a:cubicBezTo>
                  <a:cubicBezTo>
                    <a:pt x="1706" y="1591"/>
                    <a:pt x="1706" y="1591"/>
                    <a:pt x="1706" y="1591"/>
                  </a:cubicBezTo>
                  <a:cubicBezTo>
                    <a:pt x="1727" y="1589"/>
                    <a:pt x="1746" y="1579"/>
                    <a:pt x="1760" y="1562"/>
                  </a:cubicBezTo>
                  <a:cubicBezTo>
                    <a:pt x="1773" y="1545"/>
                    <a:pt x="1779" y="1524"/>
                    <a:pt x="1777" y="1503"/>
                  </a:cubicBezTo>
                  <a:cubicBezTo>
                    <a:pt x="1723" y="985"/>
                    <a:pt x="1723" y="985"/>
                    <a:pt x="1723" y="985"/>
                  </a:cubicBezTo>
                  <a:cubicBezTo>
                    <a:pt x="1754" y="989"/>
                    <a:pt x="1786" y="983"/>
                    <a:pt x="1815" y="967"/>
                  </a:cubicBezTo>
                  <a:cubicBezTo>
                    <a:pt x="1890" y="927"/>
                    <a:pt x="1919" y="832"/>
                    <a:pt x="1880" y="757"/>
                  </a:cubicBezTo>
                  <a:cubicBezTo>
                    <a:pt x="1880" y="756"/>
                    <a:pt x="1879" y="755"/>
                    <a:pt x="1879" y="755"/>
                  </a:cubicBezTo>
                  <a:cubicBezTo>
                    <a:pt x="1875" y="748"/>
                    <a:pt x="1875" y="748"/>
                    <a:pt x="1875" y="748"/>
                  </a:cubicBezTo>
                  <a:cubicBezTo>
                    <a:pt x="1931" y="762"/>
                    <a:pt x="1989" y="743"/>
                    <a:pt x="2024" y="695"/>
                  </a:cubicBezTo>
                  <a:cubicBezTo>
                    <a:pt x="2027" y="691"/>
                    <a:pt x="2027" y="691"/>
                    <a:pt x="2027" y="691"/>
                  </a:cubicBezTo>
                  <a:cubicBezTo>
                    <a:pt x="2073" y="628"/>
                    <a:pt x="2064" y="537"/>
                    <a:pt x="2007" y="484"/>
                  </a:cubicBezTo>
                  <a:close/>
                  <a:moveTo>
                    <a:pt x="1079" y="958"/>
                  </a:moveTo>
                  <a:cubicBezTo>
                    <a:pt x="936" y="698"/>
                    <a:pt x="936" y="698"/>
                    <a:pt x="936" y="698"/>
                  </a:cubicBezTo>
                  <a:cubicBezTo>
                    <a:pt x="926" y="667"/>
                    <a:pt x="930" y="634"/>
                    <a:pt x="947" y="606"/>
                  </a:cubicBezTo>
                  <a:cubicBezTo>
                    <a:pt x="965" y="578"/>
                    <a:pt x="995" y="559"/>
                    <a:pt x="1029" y="556"/>
                  </a:cubicBezTo>
                  <a:cubicBezTo>
                    <a:pt x="1105" y="548"/>
                    <a:pt x="1183" y="559"/>
                    <a:pt x="1254" y="586"/>
                  </a:cubicBezTo>
                  <a:cubicBezTo>
                    <a:pt x="1472" y="670"/>
                    <a:pt x="1472" y="670"/>
                    <a:pt x="1472" y="670"/>
                  </a:cubicBezTo>
                  <a:cubicBezTo>
                    <a:pt x="1602" y="903"/>
                    <a:pt x="1602" y="903"/>
                    <a:pt x="1602" y="903"/>
                  </a:cubicBezTo>
                  <a:lnTo>
                    <a:pt x="1079" y="958"/>
                  </a:lnTo>
                  <a:close/>
                  <a:moveTo>
                    <a:pt x="1777" y="897"/>
                  </a:moveTo>
                  <a:cubicBezTo>
                    <a:pt x="1740" y="917"/>
                    <a:pt x="1693" y="903"/>
                    <a:pt x="1673" y="867"/>
                  </a:cubicBezTo>
                  <a:cubicBezTo>
                    <a:pt x="1535" y="619"/>
                    <a:pt x="1535" y="619"/>
                    <a:pt x="1535" y="619"/>
                  </a:cubicBezTo>
                  <a:cubicBezTo>
                    <a:pt x="1531" y="610"/>
                    <a:pt x="1523" y="604"/>
                    <a:pt x="1515" y="601"/>
                  </a:cubicBezTo>
                  <a:cubicBezTo>
                    <a:pt x="1283" y="511"/>
                    <a:pt x="1283" y="511"/>
                    <a:pt x="1283" y="511"/>
                  </a:cubicBezTo>
                  <a:cubicBezTo>
                    <a:pt x="1200" y="479"/>
                    <a:pt x="1109" y="467"/>
                    <a:pt x="1021" y="476"/>
                  </a:cubicBezTo>
                  <a:cubicBezTo>
                    <a:pt x="962" y="482"/>
                    <a:pt x="911" y="514"/>
                    <a:pt x="880" y="563"/>
                  </a:cubicBezTo>
                  <a:cubicBezTo>
                    <a:pt x="848" y="613"/>
                    <a:pt x="842" y="673"/>
                    <a:pt x="861" y="728"/>
                  </a:cubicBezTo>
                  <a:cubicBezTo>
                    <a:pt x="862" y="730"/>
                    <a:pt x="1011" y="1001"/>
                    <a:pt x="1011" y="1001"/>
                  </a:cubicBezTo>
                  <a:cubicBezTo>
                    <a:pt x="1027" y="1047"/>
                    <a:pt x="1016" y="1086"/>
                    <a:pt x="982" y="1105"/>
                  </a:cubicBezTo>
                  <a:cubicBezTo>
                    <a:pt x="952" y="1121"/>
                    <a:pt x="912" y="1113"/>
                    <a:pt x="884" y="1086"/>
                  </a:cubicBezTo>
                  <a:cubicBezTo>
                    <a:pt x="531" y="725"/>
                    <a:pt x="531" y="725"/>
                    <a:pt x="531" y="725"/>
                  </a:cubicBezTo>
                  <a:cubicBezTo>
                    <a:pt x="525" y="719"/>
                    <a:pt x="516" y="715"/>
                    <a:pt x="508" y="714"/>
                  </a:cubicBezTo>
                  <a:cubicBezTo>
                    <a:pt x="507" y="714"/>
                    <a:pt x="456" y="706"/>
                    <a:pt x="394" y="672"/>
                  </a:cubicBezTo>
                  <a:cubicBezTo>
                    <a:pt x="311" y="628"/>
                    <a:pt x="249" y="562"/>
                    <a:pt x="207" y="476"/>
                  </a:cubicBezTo>
                  <a:cubicBezTo>
                    <a:pt x="202" y="466"/>
                    <a:pt x="194" y="459"/>
                    <a:pt x="183" y="456"/>
                  </a:cubicBezTo>
                  <a:cubicBezTo>
                    <a:pt x="99" y="429"/>
                    <a:pt x="99" y="429"/>
                    <a:pt x="99" y="429"/>
                  </a:cubicBezTo>
                  <a:cubicBezTo>
                    <a:pt x="98" y="429"/>
                    <a:pt x="97" y="428"/>
                    <a:pt x="96" y="428"/>
                  </a:cubicBezTo>
                  <a:cubicBezTo>
                    <a:pt x="91" y="427"/>
                    <a:pt x="88" y="422"/>
                    <a:pt x="89" y="416"/>
                  </a:cubicBezTo>
                  <a:cubicBezTo>
                    <a:pt x="164" y="91"/>
                    <a:pt x="164" y="91"/>
                    <a:pt x="164" y="91"/>
                  </a:cubicBezTo>
                  <a:cubicBezTo>
                    <a:pt x="164" y="88"/>
                    <a:pt x="166" y="86"/>
                    <a:pt x="168" y="85"/>
                  </a:cubicBezTo>
                  <a:cubicBezTo>
                    <a:pt x="170" y="84"/>
                    <a:pt x="172" y="83"/>
                    <a:pt x="175" y="84"/>
                  </a:cubicBezTo>
                  <a:cubicBezTo>
                    <a:pt x="175" y="84"/>
                    <a:pt x="176" y="84"/>
                    <a:pt x="176" y="84"/>
                  </a:cubicBezTo>
                  <a:cubicBezTo>
                    <a:pt x="340" y="120"/>
                    <a:pt x="340" y="120"/>
                    <a:pt x="340" y="120"/>
                  </a:cubicBezTo>
                  <a:cubicBezTo>
                    <a:pt x="342" y="120"/>
                    <a:pt x="1240" y="186"/>
                    <a:pt x="1240" y="186"/>
                  </a:cubicBezTo>
                  <a:cubicBezTo>
                    <a:pt x="1241" y="189"/>
                    <a:pt x="1640" y="515"/>
                    <a:pt x="1640" y="515"/>
                  </a:cubicBezTo>
                  <a:cubicBezTo>
                    <a:pt x="1642" y="516"/>
                    <a:pt x="1643" y="517"/>
                    <a:pt x="1644" y="519"/>
                  </a:cubicBezTo>
                  <a:cubicBezTo>
                    <a:pt x="1809" y="795"/>
                    <a:pt x="1809" y="795"/>
                    <a:pt x="1809" y="795"/>
                  </a:cubicBezTo>
                  <a:cubicBezTo>
                    <a:pt x="1828" y="832"/>
                    <a:pt x="1814" y="877"/>
                    <a:pt x="1777" y="897"/>
                  </a:cubicBezTo>
                  <a:close/>
                  <a:moveTo>
                    <a:pt x="1963" y="644"/>
                  </a:moveTo>
                  <a:cubicBezTo>
                    <a:pt x="1960" y="648"/>
                    <a:pt x="1960" y="648"/>
                    <a:pt x="1960" y="648"/>
                  </a:cubicBezTo>
                  <a:cubicBezTo>
                    <a:pt x="1941" y="673"/>
                    <a:pt x="1905" y="685"/>
                    <a:pt x="1864" y="657"/>
                  </a:cubicBezTo>
                  <a:cubicBezTo>
                    <a:pt x="1781" y="592"/>
                    <a:pt x="1781" y="592"/>
                    <a:pt x="1781" y="592"/>
                  </a:cubicBezTo>
                  <a:cubicBezTo>
                    <a:pt x="1713" y="479"/>
                    <a:pt x="1713" y="479"/>
                    <a:pt x="1713" y="479"/>
                  </a:cubicBezTo>
                  <a:cubicBezTo>
                    <a:pt x="1707" y="468"/>
                    <a:pt x="1699" y="459"/>
                    <a:pt x="1689" y="452"/>
                  </a:cubicBezTo>
                  <a:cubicBezTo>
                    <a:pt x="1377" y="196"/>
                    <a:pt x="1377" y="196"/>
                    <a:pt x="1377" y="196"/>
                  </a:cubicBezTo>
                  <a:cubicBezTo>
                    <a:pt x="1559" y="210"/>
                    <a:pt x="1559" y="210"/>
                    <a:pt x="1559" y="210"/>
                  </a:cubicBezTo>
                  <a:cubicBezTo>
                    <a:pt x="1953" y="543"/>
                    <a:pt x="1953" y="543"/>
                    <a:pt x="1953" y="543"/>
                  </a:cubicBezTo>
                  <a:cubicBezTo>
                    <a:pt x="1981" y="569"/>
                    <a:pt x="1985" y="613"/>
                    <a:pt x="1963" y="6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652;p73">
              <a:extLst>
                <a:ext uri="{FF2B5EF4-FFF2-40B4-BE49-F238E27FC236}">
                  <a16:creationId xmlns:a16="http://schemas.microsoft.com/office/drawing/2014/main" id="{42000393-ECAA-3C5D-03C2-1EFE207A927D}"/>
                </a:ext>
              </a:extLst>
            </p:cNvPr>
            <p:cNvSpPr/>
            <p:nvPr/>
          </p:nvSpPr>
          <p:spPr>
            <a:xfrm>
              <a:off x="7147322" y="1684735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1767;p73">
            <a:extLst>
              <a:ext uri="{FF2B5EF4-FFF2-40B4-BE49-F238E27FC236}">
                <a16:creationId xmlns:a16="http://schemas.microsoft.com/office/drawing/2014/main" id="{B9F2D07E-CA24-4F59-349A-35A85EBEB547}"/>
              </a:ext>
            </a:extLst>
          </p:cNvPr>
          <p:cNvGrpSpPr/>
          <p:nvPr/>
        </p:nvGrpSpPr>
        <p:grpSpPr>
          <a:xfrm>
            <a:off x="3396513" y="3757729"/>
            <a:ext cx="387940" cy="414614"/>
            <a:chOff x="7772400" y="2382441"/>
            <a:chExt cx="422674" cy="459581"/>
          </a:xfrm>
        </p:grpSpPr>
        <p:sp>
          <p:nvSpPr>
            <p:cNvPr id="48" name="Google Shape;1768;p73">
              <a:extLst>
                <a:ext uri="{FF2B5EF4-FFF2-40B4-BE49-F238E27FC236}">
                  <a16:creationId xmlns:a16="http://schemas.microsoft.com/office/drawing/2014/main" id="{6CD321EF-4560-DC4A-4F5D-0DE75C8081E8}"/>
                </a:ext>
              </a:extLst>
            </p:cNvPr>
            <p:cNvSpPr/>
            <p:nvPr/>
          </p:nvSpPr>
          <p:spPr>
            <a:xfrm>
              <a:off x="7781925" y="2391966"/>
              <a:ext cx="403621" cy="208360"/>
            </a:xfrm>
            <a:custGeom>
              <a:avLst/>
              <a:gdLst/>
              <a:ahLst/>
              <a:cxnLst/>
              <a:rect l="l" t="t" r="r" b="b"/>
              <a:pathLst>
                <a:path w="1802" h="930" extrusionOk="0">
                  <a:moveTo>
                    <a:pt x="1762" y="930"/>
                  </a:moveTo>
                  <a:cubicBezTo>
                    <a:pt x="40" y="930"/>
                    <a:pt x="40" y="930"/>
                    <a:pt x="40" y="930"/>
                  </a:cubicBezTo>
                  <a:cubicBezTo>
                    <a:pt x="18" y="930"/>
                    <a:pt x="0" y="912"/>
                    <a:pt x="0" y="89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762" y="0"/>
                    <a:pt x="1762" y="0"/>
                    <a:pt x="1762" y="0"/>
                  </a:cubicBezTo>
                  <a:cubicBezTo>
                    <a:pt x="1784" y="0"/>
                    <a:pt x="1802" y="18"/>
                    <a:pt x="1802" y="40"/>
                  </a:cubicBezTo>
                  <a:cubicBezTo>
                    <a:pt x="1802" y="890"/>
                    <a:pt x="1802" y="890"/>
                    <a:pt x="1802" y="890"/>
                  </a:cubicBezTo>
                  <a:cubicBezTo>
                    <a:pt x="1802" y="912"/>
                    <a:pt x="1784" y="930"/>
                    <a:pt x="1762" y="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769;p73">
              <a:extLst>
                <a:ext uri="{FF2B5EF4-FFF2-40B4-BE49-F238E27FC236}">
                  <a16:creationId xmlns:a16="http://schemas.microsoft.com/office/drawing/2014/main" id="{6F624B1D-E729-5D6B-363C-6CC2365928F5}"/>
                </a:ext>
              </a:extLst>
            </p:cNvPr>
            <p:cNvSpPr/>
            <p:nvPr/>
          </p:nvSpPr>
          <p:spPr>
            <a:xfrm>
              <a:off x="7839075" y="2432447"/>
              <a:ext cx="41700" cy="41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770;p73">
              <a:extLst>
                <a:ext uri="{FF2B5EF4-FFF2-40B4-BE49-F238E27FC236}">
                  <a16:creationId xmlns:a16="http://schemas.microsoft.com/office/drawing/2014/main" id="{63F7A638-7266-0A80-A1DA-7192DFD1EFAE}"/>
                </a:ext>
              </a:extLst>
            </p:cNvPr>
            <p:cNvSpPr/>
            <p:nvPr/>
          </p:nvSpPr>
          <p:spPr>
            <a:xfrm>
              <a:off x="7922419" y="2432447"/>
              <a:ext cx="40500" cy="41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771;p73">
              <a:extLst>
                <a:ext uri="{FF2B5EF4-FFF2-40B4-BE49-F238E27FC236}">
                  <a16:creationId xmlns:a16="http://schemas.microsoft.com/office/drawing/2014/main" id="{58EE0332-6F1E-2D78-7BEE-E6AB3A63A6DA}"/>
                </a:ext>
              </a:extLst>
            </p:cNvPr>
            <p:cNvSpPr/>
            <p:nvPr/>
          </p:nvSpPr>
          <p:spPr>
            <a:xfrm>
              <a:off x="8004572" y="2515791"/>
              <a:ext cx="41700" cy="41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772;p73">
              <a:extLst>
                <a:ext uri="{FF2B5EF4-FFF2-40B4-BE49-F238E27FC236}">
                  <a16:creationId xmlns:a16="http://schemas.microsoft.com/office/drawing/2014/main" id="{871D0A80-83C6-0424-94AB-6E8A4723DE96}"/>
                </a:ext>
              </a:extLst>
            </p:cNvPr>
            <p:cNvSpPr/>
            <p:nvPr/>
          </p:nvSpPr>
          <p:spPr>
            <a:xfrm>
              <a:off x="8004572" y="2432447"/>
              <a:ext cx="41700" cy="41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773;p73">
              <a:extLst>
                <a:ext uri="{FF2B5EF4-FFF2-40B4-BE49-F238E27FC236}">
                  <a16:creationId xmlns:a16="http://schemas.microsoft.com/office/drawing/2014/main" id="{AD116F29-492C-A729-8346-57FEDBB5981A}"/>
                </a:ext>
              </a:extLst>
            </p:cNvPr>
            <p:cNvSpPr/>
            <p:nvPr/>
          </p:nvSpPr>
          <p:spPr>
            <a:xfrm>
              <a:off x="8087915" y="2515791"/>
              <a:ext cx="41700" cy="41700"/>
            </a:xfrm>
            <a:prstGeom prst="ellipse">
              <a:avLst/>
            </a:prstGeom>
            <a:solidFill>
              <a:srgbClr val="FFBE9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774;p73">
              <a:extLst>
                <a:ext uri="{FF2B5EF4-FFF2-40B4-BE49-F238E27FC236}">
                  <a16:creationId xmlns:a16="http://schemas.microsoft.com/office/drawing/2014/main" id="{27046043-3E31-318F-3C22-3DFDCD985E05}"/>
                </a:ext>
              </a:extLst>
            </p:cNvPr>
            <p:cNvSpPr/>
            <p:nvPr/>
          </p:nvSpPr>
          <p:spPr>
            <a:xfrm>
              <a:off x="8087915" y="2432447"/>
              <a:ext cx="41700" cy="41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775;p73">
              <a:extLst>
                <a:ext uri="{FF2B5EF4-FFF2-40B4-BE49-F238E27FC236}">
                  <a16:creationId xmlns:a16="http://schemas.microsoft.com/office/drawing/2014/main" id="{CFB63C6E-B747-B27E-63F9-9D8D3F0AAB60}"/>
                </a:ext>
              </a:extLst>
            </p:cNvPr>
            <p:cNvSpPr/>
            <p:nvPr/>
          </p:nvSpPr>
          <p:spPr>
            <a:xfrm>
              <a:off x="7853363" y="2577704"/>
              <a:ext cx="240506" cy="255984"/>
            </a:xfrm>
            <a:custGeom>
              <a:avLst/>
              <a:gdLst/>
              <a:ahLst/>
              <a:cxnLst/>
              <a:rect l="l" t="t" r="r" b="b"/>
              <a:pathLst>
                <a:path w="1072" h="1137" extrusionOk="0">
                  <a:moveTo>
                    <a:pt x="1071" y="520"/>
                  </a:moveTo>
                  <a:cubicBezTo>
                    <a:pt x="1071" y="493"/>
                    <a:pt x="1060" y="470"/>
                    <a:pt x="1043" y="452"/>
                  </a:cubicBezTo>
                  <a:cubicBezTo>
                    <a:pt x="1026" y="435"/>
                    <a:pt x="1002" y="425"/>
                    <a:pt x="975" y="425"/>
                  </a:cubicBezTo>
                  <a:cubicBezTo>
                    <a:pt x="922" y="425"/>
                    <a:pt x="879" y="467"/>
                    <a:pt x="879" y="520"/>
                  </a:cubicBezTo>
                  <a:cubicBezTo>
                    <a:pt x="879" y="457"/>
                    <a:pt x="879" y="457"/>
                    <a:pt x="879" y="457"/>
                  </a:cubicBezTo>
                  <a:cubicBezTo>
                    <a:pt x="879" y="430"/>
                    <a:pt x="869" y="407"/>
                    <a:pt x="851" y="389"/>
                  </a:cubicBezTo>
                  <a:cubicBezTo>
                    <a:pt x="833" y="372"/>
                    <a:pt x="809" y="361"/>
                    <a:pt x="782" y="361"/>
                  </a:cubicBezTo>
                  <a:cubicBezTo>
                    <a:pt x="729" y="361"/>
                    <a:pt x="685" y="404"/>
                    <a:pt x="685" y="457"/>
                  </a:cubicBezTo>
                  <a:cubicBezTo>
                    <a:pt x="685" y="403"/>
                    <a:pt x="685" y="403"/>
                    <a:pt x="685" y="403"/>
                  </a:cubicBezTo>
                  <a:cubicBezTo>
                    <a:pt x="685" y="376"/>
                    <a:pt x="674" y="352"/>
                    <a:pt x="656" y="335"/>
                  </a:cubicBezTo>
                  <a:cubicBezTo>
                    <a:pt x="639" y="318"/>
                    <a:pt x="614" y="307"/>
                    <a:pt x="587" y="307"/>
                  </a:cubicBezTo>
                  <a:cubicBezTo>
                    <a:pt x="535" y="307"/>
                    <a:pt x="493" y="345"/>
                    <a:pt x="489" y="394"/>
                  </a:cubicBezTo>
                  <a:cubicBezTo>
                    <a:pt x="489" y="96"/>
                    <a:pt x="489" y="96"/>
                    <a:pt x="489" y="96"/>
                  </a:cubicBezTo>
                  <a:cubicBezTo>
                    <a:pt x="489" y="43"/>
                    <a:pt x="446" y="0"/>
                    <a:pt x="393" y="0"/>
                  </a:cubicBezTo>
                  <a:cubicBezTo>
                    <a:pt x="393" y="0"/>
                    <a:pt x="393" y="0"/>
                    <a:pt x="393" y="0"/>
                  </a:cubicBezTo>
                  <a:cubicBezTo>
                    <a:pt x="340" y="0"/>
                    <a:pt x="297" y="43"/>
                    <a:pt x="297" y="96"/>
                  </a:cubicBezTo>
                  <a:cubicBezTo>
                    <a:pt x="297" y="662"/>
                    <a:pt x="297" y="662"/>
                    <a:pt x="297" y="662"/>
                  </a:cubicBezTo>
                  <a:cubicBezTo>
                    <a:pt x="181" y="534"/>
                    <a:pt x="181" y="534"/>
                    <a:pt x="181" y="534"/>
                  </a:cubicBezTo>
                  <a:cubicBezTo>
                    <a:pt x="162" y="512"/>
                    <a:pt x="135" y="502"/>
                    <a:pt x="108" y="502"/>
                  </a:cubicBezTo>
                  <a:cubicBezTo>
                    <a:pt x="86" y="502"/>
                    <a:pt x="64" y="509"/>
                    <a:pt x="46" y="525"/>
                  </a:cubicBezTo>
                  <a:cubicBezTo>
                    <a:pt x="8" y="556"/>
                    <a:pt x="0" y="611"/>
                    <a:pt x="27" y="653"/>
                  </a:cubicBezTo>
                  <a:cubicBezTo>
                    <a:pt x="333" y="1123"/>
                    <a:pt x="333" y="1123"/>
                    <a:pt x="333" y="1123"/>
                  </a:cubicBezTo>
                  <a:cubicBezTo>
                    <a:pt x="339" y="1132"/>
                    <a:pt x="348" y="1137"/>
                    <a:pt x="358" y="1137"/>
                  </a:cubicBezTo>
                  <a:cubicBezTo>
                    <a:pt x="913" y="1137"/>
                    <a:pt x="913" y="1137"/>
                    <a:pt x="913" y="1137"/>
                  </a:cubicBezTo>
                  <a:cubicBezTo>
                    <a:pt x="929" y="1137"/>
                    <a:pt x="943" y="1123"/>
                    <a:pt x="943" y="1107"/>
                  </a:cubicBezTo>
                  <a:cubicBezTo>
                    <a:pt x="943" y="1059"/>
                    <a:pt x="943" y="1059"/>
                    <a:pt x="943" y="1059"/>
                  </a:cubicBezTo>
                  <a:cubicBezTo>
                    <a:pt x="1023" y="973"/>
                    <a:pt x="1072" y="857"/>
                    <a:pt x="1072" y="731"/>
                  </a:cubicBezTo>
                  <a:lnTo>
                    <a:pt x="1071" y="52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776;p73">
              <a:extLst>
                <a:ext uri="{FF2B5EF4-FFF2-40B4-BE49-F238E27FC236}">
                  <a16:creationId xmlns:a16="http://schemas.microsoft.com/office/drawing/2014/main" id="{26E5C145-5F0F-8BBF-0012-7E858222A91C}"/>
                </a:ext>
              </a:extLst>
            </p:cNvPr>
            <p:cNvSpPr/>
            <p:nvPr/>
          </p:nvSpPr>
          <p:spPr>
            <a:xfrm>
              <a:off x="7772400" y="2382441"/>
              <a:ext cx="422674" cy="459581"/>
            </a:xfrm>
            <a:custGeom>
              <a:avLst/>
              <a:gdLst/>
              <a:ahLst/>
              <a:cxnLst/>
              <a:rect l="l" t="t" r="r" b="b"/>
              <a:pathLst>
                <a:path w="1882" h="2048" extrusionOk="0">
                  <a:moveTo>
                    <a:pt x="1802" y="0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ubicBezTo>
                    <a:pt x="0" y="930"/>
                    <a:pt x="0" y="930"/>
                    <a:pt x="0" y="930"/>
                  </a:cubicBezTo>
                  <a:cubicBezTo>
                    <a:pt x="0" y="974"/>
                    <a:pt x="36" y="1010"/>
                    <a:pt x="80" y="1010"/>
                  </a:cubicBezTo>
                  <a:cubicBezTo>
                    <a:pt x="616" y="1010"/>
                    <a:pt x="616" y="1010"/>
                    <a:pt x="616" y="1010"/>
                  </a:cubicBezTo>
                  <a:cubicBezTo>
                    <a:pt x="616" y="1429"/>
                    <a:pt x="616" y="1429"/>
                    <a:pt x="616" y="1429"/>
                  </a:cubicBezTo>
                  <a:cubicBezTo>
                    <a:pt x="569" y="1378"/>
                    <a:pt x="569" y="1378"/>
                    <a:pt x="569" y="1378"/>
                  </a:cubicBezTo>
                  <a:cubicBezTo>
                    <a:pt x="543" y="1349"/>
                    <a:pt x="506" y="1333"/>
                    <a:pt x="468" y="1333"/>
                  </a:cubicBezTo>
                  <a:cubicBezTo>
                    <a:pt x="435" y="1333"/>
                    <a:pt x="404" y="1344"/>
                    <a:pt x="379" y="1365"/>
                  </a:cubicBezTo>
                  <a:cubicBezTo>
                    <a:pt x="326" y="1410"/>
                    <a:pt x="314" y="1487"/>
                    <a:pt x="352" y="1546"/>
                  </a:cubicBezTo>
                  <a:cubicBezTo>
                    <a:pt x="659" y="2016"/>
                    <a:pt x="659" y="2016"/>
                    <a:pt x="659" y="2016"/>
                  </a:cubicBezTo>
                  <a:cubicBezTo>
                    <a:pt x="672" y="2036"/>
                    <a:pt x="694" y="2048"/>
                    <a:pt x="717" y="2048"/>
                  </a:cubicBezTo>
                  <a:cubicBezTo>
                    <a:pt x="1272" y="2048"/>
                    <a:pt x="1272" y="2048"/>
                    <a:pt x="1272" y="2048"/>
                  </a:cubicBezTo>
                  <a:cubicBezTo>
                    <a:pt x="1310" y="2048"/>
                    <a:pt x="1342" y="2016"/>
                    <a:pt x="1342" y="1978"/>
                  </a:cubicBezTo>
                  <a:cubicBezTo>
                    <a:pt x="1342" y="1945"/>
                    <a:pt x="1342" y="1945"/>
                    <a:pt x="1342" y="1945"/>
                  </a:cubicBezTo>
                  <a:cubicBezTo>
                    <a:pt x="1425" y="1850"/>
                    <a:pt x="1471" y="1729"/>
                    <a:pt x="1471" y="1602"/>
                  </a:cubicBezTo>
                  <a:cubicBezTo>
                    <a:pt x="1470" y="1391"/>
                    <a:pt x="1470" y="1391"/>
                    <a:pt x="1470" y="1391"/>
                  </a:cubicBezTo>
                  <a:cubicBezTo>
                    <a:pt x="1470" y="1355"/>
                    <a:pt x="1456" y="1321"/>
                    <a:pt x="1430" y="1295"/>
                  </a:cubicBezTo>
                  <a:cubicBezTo>
                    <a:pt x="1405" y="1270"/>
                    <a:pt x="1371" y="1256"/>
                    <a:pt x="1334" y="1256"/>
                  </a:cubicBezTo>
                  <a:cubicBezTo>
                    <a:pt x="1310" y="1256"/>
                    <a:pt x="1287" y="1262"/>
                    <a:pt x="1267" y="1273"/>
                  </a:cubicBezTo>
                  <a:cubicBezTo>
                    <a:pt x="1260" y="1258"/>
                    <a:pt x="1250" y="1244"/>
                    <a:pt x="1238" y="1232"/>
                  </a:cubicBezTo>
                  <a:cubicBezTo>
                    <a:pt x="1212" y="1206"/>
                    <a:pt x="1178" y="1192"/>
                    <a:pt x="1141" y="1192"/>
                  </a:cubicBezTo>
                  <a:cubicBezTo>
                    <a:pt x="1115" y="1192"/>
                    <a:pt x="1090" y="1200"/>
                    <a:pt x="1069" y="1212"/>
                  </a:cubicBezTo>
                  <a:cubicBezTo>
                    <a:pt x="1063" y="1200"/>
                    <a:pt x="1054" y="1188"/>
                    <a:pt x="1043" y="1177"/>
                  </a:cubicBezTo>
                  <a:cubicBezTo>
                    <a:pt x="1017" y="1152"/>
                    <a:pt x="983" y="1138"/>
                    <a:pt x="946" y="1138"/>
                  </a:cubicBezTo>
                  <a:cubicBezTo>
                    <a:pt x="925" y="1138"/>
                    <a:pt x="906" y="1143"/>
                    <a:pt x="888" y="1151"/>
                  </a:cubicBezTo>
                  <a:cubicBezTo>
                    <a:pt x="888" y="1010"/>
                    <a:pt x="888" y="1010"/>
                    <a:pt x="888" y="1010"/>
                  </a:cubicBezTo>
                  <a:cubicBezTo>
                    <a:pt x="1318" y="1010"/>
                    <a:pt x="1318" y="1010"/>
                    <a:pt x="1318" y="1010"/>
                  </a:cubicBezTo>
                  <a:cubicBezTo>
                    <a:pt x="1340" y="1010"/>
                    <a:pt x="1358" y="992"/>
                    <a:pt x="1358" y="970"/>
                  </a:cubicBezTo>
                  <a:cubicBezTo>
                    <a:pt x="1358" y="948"/>
                    <a:pt x="1340" y="930"/>
                    <a:pt x="1318" y="930"/>
                  </a:cubicBezTo>
                  <a:cubicBezTo>
                    <a:pt x="883" y="930"/>
                    <a:pt x="883" y="930"/>
                    <a:pt x="883" y="930"/>
                  </a:cubicBezTo>
                  <a:cubicBezTo>
                    <a:pt x="867" y="873"/>
                    <a:pt x="814" y="831"/>
                    <a:pt x="752" y="831"/>
                  </a:cubicBezTo>
                  <a:cubicBezTo>
                    <a:pt x="752" y="831"/>
                    <a:pt x="752" y="831"/>
                    <a:pt x="752" y="831"/>
                  </a:cubicBezTo>
                  <a:cubicBezTo>
                    <a:pt x="716" y="831"/>
                    <a:pt x="682" y="845"/>
                    <a:pt x="656" y="871"/>
                  </a:cubicBezTo>
                  <a:cubicBezTo>
                    <a:pt x="639" y="888"/>
                    <a:pt x="628" y="908"/>
                    <a:pt x="621" y="930"/>
                  </a:cubicBezTo>
                  <a:cubicBezTo>
                    <a:pt x="80" y="930"/>
                    <a:pt x="80" y="930"/>
                    <a:pt x="80" y="93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1802" y="80"/>
                    <a:pt x="1802" y="80"/>
                    <a:pt x="1802" y="80"/>
                  </a:cubicBezTo>
                  <a:cubicBezTo>
                    <a:pt x="1802" y="930"/>
                    <a:pt x="1802" y="930"/>
                    <a:pt x="1802" y="930"/>
                  </a:cubicBezTo>
                  <a:cubicBezTo>
                    <a:pt x="1683" y="930"/>
                    <a:pt x="1683" y="930"/>
                    <a:pt x="1683" y="930"/>
                  </a:cubicBezTo>
                  <a:cubicBezTo>
                    <a:pt x="1661" y="930"/>
                    <a:pt x="1643" y="948"/>
                    <a:pt x="1643" y="970"/>
                  </a:cubicBezTo>
                  <a:cubicBezTo>
                    <a:pt x="1643" y="992"/>
                    <a:pt x="1661" y="1010"/>
                    <a:pt x="1683" y="1010"/>
                  </a:cubicBezTo>
                  <a:cubicBezTo>
                    <a:pt x="1802" y="1010"/>
                    <a:pt x="1802" y="1010"/>
                    <a:pt x="1802" y="1010"/>
                  </a:cubicBezTo>
                  <a:cubicBezTo>
                    <a:pt x="1846" y="1010"/>
                    <a:pt x="1882" y="974"/>
                    <a:pt x="1882" y="930"/>
                  </a:cubicBezTo>
                  <a:cubicBezTo>
                    <a:pt x="1882" y="80"/>
                    <a:pt x="1882" y="80"/>
                    <a:pt x="1882" y="80"/>
                  </a:cubicBezTo>
                  <a:cubicBezTo>
                    <a:pt x="1882" y="36"/>
                    <a:pt x="1846" y="0"/>
                    <a:pt x="1802" y="0"/>
                  </a:cubicBezTo>
                  <a:close/>
                  <a:moveTo>
                    <a:pt x="696" y="1533"/>
                  </a:move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1533"/>
                    <a:pt x="696" y="1533"/>
                    <a:pt x="696" y="1533"/>
                  </a:cubicBezTo>
                  <a:cubicBezTo>
                    <a:pt x="696" y="967"/>
                    <a:pt x="696" y="967"/>
                    <a:pt x="696" y="967"/>
                  </a:cubicBezTo>
                  <a:cubicBezTo>
                    <a:pt x="696" y="952"/>
                    <a:pt x="702" y="938"/>
                    <a:pt x="713" y="928"/>
                  </a:cubicBezTo>
                  <a:cubicBezTo>
                    <a:pt x="723" y="917"/>
                    <a:pt x="737" y="911"/>
                    <a:pt x="752" y="911"/>
                  </a:cubicBezTo>
                  <a:cubicBezTo>
                    <a:pt x="752" y="911"/>
                    <a:pt x="752" y="911"/>
                    <a:pt x="752" y="911"/>
                  </a:cubicBezTo>
                  <a:cubicBezTo>
                    <a:pt x="783" y="911"/>
                    <a:pt x="808" y="936"/>
                    <a:pt x="808" y="967"/>
                  </a:cubicBezTo>
                  <a:cubicBezTo>
                    <a:pt x="808" y="1458"/>
                    <a:pt x="808" y="1458"/>
                    <a:pt x="808" y="1458"/>
                  </a:cubicBezTo>
                  <a:cubicBezTo>
                    <a:pt x="808" y="1480"/>
                    <a:pt x="826" y="1498"/>
                    <a:pt x="848" y="1498"/>
                  </a:cubicBezTo>
                  <a:cubicBezTo>
                    <a:pt x="848" y="1498"/>
                    <a:pt x="848" y="1498"/>
                    <a:pt x="848" y="1498"/>
                  </a:cubicBezTo>
                  <a:cubicBezTo>
                    <a:pt x="870" y="1498"/>
                    <a:pt x="888" y="1480"/>
                    <a:pt x="888" y="1458"/>
                  </a:cubicBezTo>
                  <a:cubicBezTo>
                    <a:pt x="888" y="1267"/>
                    <a:pt x="888" y="1267"/>
                    <a:pt x="888" y="1267"/>
                  </a:cubicBezTo>
                  <a:cubicBezTo>
                    <a:pt x="891" y="1240"/>
                    <a:pt x="916" y="1218"/>
                    <a:pt x="946" y="1218"/>
                  </a:cubicBezTo>
                  <a:cubicBezTo>
                    <a:pt x="962" y="1218"/>
                    <a:pt x="976" y="1224"/>
                    <a:pt x="988" y="1235"/>
                  </a:cubicBezTo>
                  <a:cubicBezTo>
                    <a:pt x="998" y="1245"/>
                    <a:pt x="1004" y="1259"/>
                    <a:pt x="1004" y="1274"/>
                  </a:cubicBezTo>
                  <a:cubicBezTo>
                    <a:pt x="1004" y="1458"/>
                    <a:pt x="1004" y="1458"/>
                    <a:pt x="1004" y="1458"/>
                  </a:cubicBezTo>
                  <a:cubicBezTo>
                    <a:pt x="1004" y="1480"/>
                    <a:pt x="1022" y="1498"/>
                    <a:pt x="1045" y="1498"/>
                  </a:cubicBezTo>
                  <a:cubicBezTo>
                    <a:pt x="1055" y="1498"/>
                    <a:pt x="1065" y="1493"/>
                    <a:pt x="1073" y="1486"/>
                  </a:cubicBezTo>
                  <a:cubicBezTo>
                    <a:pt x="1080" y="1478"/>
                    <a:pt x="1085" y="1468"/>
                    <a:pt x="1085" y="1458"/>
                  </a:cubicBezTo>
                  <a:cubicBezTo>
                    <a:pt x="1084" y="1328"/>
                    <a:pt x="1084" y="1328"/>
                    <a:pt x="1084" y="1328"/>
                  </a:cubicBezTo>
                  <a:cubicBezTo>
                    <a:pt x="1084" y="1328"/>
                    <a:pt x="1084" y="1328"/>
                    <a:pt x="1084" y="1328"/>
                  </a:cubicBezTo>
                  <a:cubicBezTo>
                    <a:pt x="1084" y="1297"/>
                    <a:pt x="1110" y="1272"/>
                    <a:pt x="1141" y="1272"/>
                  </a:cubicBezTo>
                  <a:cubicBezTo>
                    <a:pt x="1157" y="1272"/>
                    <a:pt x="1171" y="1278"/>
                    <a:pt x="1182" y="1289"/>
                  </a:cubicBezTo>
                  <a:cubicBezTo>
                    <a:pt x="1193" y="1299"/>
                    <a:pt x="1198" y="1313"/>
                    <a:pt x="1198" y="1328"/>
                  </a:cubicBezTo>
                  <a:cubicBezTo>
                    <a:pt x="1198" y="1459"/>
                    <a:pt x="1198" y="1459"/>
                    <a:pt x="1198" y="1459"/>
                  </a:cubicBezTo>
                  <a:cubicBezTo>
                    <a:pt x="1198" y="1481"/>
                    <a:pt x="1216" y="1499"/>
                    <a:pt x="1238" y="1499"/>
                  </a:cubicBezTo>
                  <a:cubicBezTo>
                    <a:pt x="1238" y="1499"/>
                    <a:pt x="1238" y="1499"/>
                    <a:pt x="1238" y="1499"/>
                  </a:cubicBezTo>
                  <a:cubicBezTo>
                    <a:pt x="1261" y="1499"/>
                    <a:pt x="1278" y="1481"/>
                    <a:pt x="1278" y="1459"/>
                  </a:cubicBezTo>
                  <a:cubicBezTo>
                    <a:pt x="1278" y="1391"/>
                    <a:pt x="1278" y="1391"/>
                    <a:pt x="1278" y="1391"/>
                  </a:cubicBezTo>
                  <a:cubicBezTo>
                    <a:pt x="1278" y="1360"/>
                    <a:pt x="1304" y="1336"/>
                    <a:pt x="1334" y="1336"/>
                  </a:cubicBezTo>
                  <a:cubicBezTo>
                    <a:pt x="1349" y="1336"/>
                    <a:pt x="1363" y="1341"/>
                    <a:pt x="1374" y="1352"/>
                  </a:cubicBezTo>
                  <a:cubicBezTo>
                    <a:pt x="1384" y="1362"/>
                    <a:pt x="1390" y="1376"/>
                    <a:pt x="1390" y="1391"/>
                  </a:cubicBezTo>
                  <a:cubicBezTo>
                    <a:pt x="1391" y="1602"/>
                    <a:pt x="1391" y="1602"/>
                    <a:pt x="1391" y="1602"/>
                  </a:cubicBezTo>
                  <a:cubicBezTo>
                    <a:pt x="1391" y="1714"/>
                    <a:pt x="1349" y="1820"/>
                    <a:pt x="1272" y="1902"/>
                  </a:cubicBezTo>
                  <a:cubicBezTo>
                    <a:pt x="1265" y="1910"/>
                    <a:pt x="1262" y="1920"/>
                    <a:pt x="1262" y="1930"/>
                  </a:cubicBezTo>
                  <a:cubicBezTo>
                    <a:pt x="1262" y="1968"/>
                    <a:pt x="1262" y="1968"/>
                    <a:pt x="1262" y="1968"/>
                  </a:cubicBezTo>
                  <a:cubicBezTo>
                    <a:pt x="723" y="1968"/>
                    <a:pt x="723" y="1968"/>
                    <a:pt x="723" y="1968"/>
                  </a:cubicBezTo>
                  <a:cubicBezTo>
                    <a:pt x="419" y="1502"/>
                    <a:pt x="419" y="1502"/>
                    <a:pt x="419" y="1502"/>
                  </a:cubicBezTo>
                  <a:cubicBezTo>
                    <a:pt x="403" y="1478"/>
                    <a:pt x="408" y="1445"/>
                    <a:pt x="430" y="1426"/>
                  </a:cubicBezTo>
                  <a:cubicBezTo>
                    <a:pt x="441" y="1417"/>
                    <a:pt x="454" y="1413"/>
                    <a:pt x="468" y="1413"/>
                  </a:cubicBezTo>
                  <a:cubicBezTo>
                    <a:pt x="484" y="1413"/>
                    <a:pt x="499" y="1420"/>
                    <a:pt x="510" y="1432"/>
                  </a:cubicBezTo>
                  <a:cubicBezTo>
                    <a:pt x="626" y="1559"/>
                    <a:pt x="626" y="1559"/>
                    <a:pt x="626" y="1559"/>
                  </a:cubicBezTo>
                  <a:cubicBezTo>
                    <a:pt x="631" y="1564"/>
                    <a:pt x="637" y="1569"/>
                    <a:pt x="644" y="1571"/>
                  </a:cubicBezTo>
                  <a:cubicBezTo>
                    <a:pt x="649" y="1572"/>
                    <a:pt x="654" y="1573"/>
                    <a:pt x="659" y="1572"/>
                  </a:cubicBezTo>
                  <a:cubicBezTo>
                    <a:pt x="679" y="1571"/>
                    <a:pt x="696" y="1554"/>
                    <a:pt x="696" y="15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777;p73">
              <a:extLst>
                <a:ext uri="{FF2B5EF4-FFF2-40B4-BE49-F238E27FC236}">
                  <a16:creationId xmlns:a16="http://schemas.microsoft.com/office/drawing/2014/main" id="{7E89CD9A-BA83-715F-EEF4-19C854CEDE66}"/>
                </a:ext>
              </a:extLst>
            </p:cNvPr>
            <p:cNvSpPr/>
            <p:nvPr/>
          </p:nvSpPr>
          <p:spPr>
            <a:xfrm>
              <a:off x="7829550" y="2424113"/>
              <a:ext cx="59531" cy="59531"/>
            </a:xfrm>
            <a:custGeom>
              <a:avLst/>
              <a:gdLst/>
              <a:ahLst/>
              <a:cxnLst/>
              <a:rect l="l" t="t" r="r" b="b"/>
              <a:pathLst>
                <a:path w="265" h="265" extrusionOk="0">
                  <a:moveTo>
                    <a:pt x="265" y="133"/>
                  </a:moveTo>
                  <a:cubicBezTo>
                    <a:pt x="265" y="60"/>
                    <a:pt x="205" y="0"/>
                    <a:pt x="132" y="0"/>
                  </a:cubicBezTo>
                  <a:cubicBezTo>
                    <a:pt x="59" y="0"/>
                    <a:pt x="0" y="60"/>
                    <a:pt x="0" y="133"/>
                  </a:cubicBezTo>
                  <a:cubicBezTo>
                    <a:pt x="0" y="206"/>
                    <a:pt x="59" y="265"/>
                    <a:pt x="132" y="265"/>
                  </a:cubicBezTo>
                  <a:cubicBezTo>
                    <a:pt x="205" y="265"/>
                    <a:pt x="265" y="206"/>
                    <a:pt x="265" y="133"/>
                  </a:cubicBezTo>
                  <a:close/>
                  <a:moveTo>
                    <a:pt x="132" y="185"/>
                  </a:moveTo>
                  <a:cubicBezTo>
                    <a:pt x="103" y="185"/>
                    <a:pt x="80" y="162"/>
                    <a:pt x="80" y="133"/>
                  </a:cubicBezTo>
                  <a:cubicBezTo>
                    <a:pt x="80" y="104"/>
                    <a:pt x="103" y="80"/>
                    <a:pt x="132" y="80"/>
                  </a:cubicBezTo>
                  <a:cubicBezTo>
                    <a:pt x="161" y="80"/>
                    <a:pt x="185" y="104"/>
                    <a:pt x="185" y="133"/>
                  </a:cubicBezTo>
                  <a:cubicBezTo>
                    <a:pt x="185" y="162"/>
                    <a:pt x="161" y="185"/>
                    <a:pt x="132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778;p73">
              <a:extLst>
                <a:ext uri="{FF2B5EF4-FFF2-40B4-BE49-F238E27FC236}">
                  <a16:creationId xmlns:a16="http://schemas.microsoft.com/office/drawing/2014/main" id="{5F5C6D20-BFC2-B940-E8E1-94FA94297D68}"/>
                </a:ext>
              </a:extLst>
            </p:cNvPr>
            <p:cNvSpPr/>
            <p:nvPr/>
          </p:nvSpPr>
          <p:spPr>
            <a:xfrm>
              <a:off x="7912894" y="2424113"/>
              <a:ext cx="59531" cy="59531"/>
            </a:xfrm>
            <a:custGeom>
              <a:avLst/>
              <a:gdLst/>
              <a:ahLst/>
              <a:cxnLst/>
              <a:rect l="l" t="t" r="r" b="b"/>
              <a:pathLst>
                <a:path w="265" h="265" extrusionOk="0">
                  <a:moveTo>
                    <a:pt x="265" y="133"/>
                  </a:moveTo>
                  <a:cubicBezTo>
                    <a:pt x="265" y="60"/>
                    <a:pt x="206" y="0"/>
                    <a:pt x="133" y="0"/>
                  </a:cubicBezTo>
                  <a:cubicBezTo>
                    <a:pt x="60" y="0"/>
                    <a:pt x="0" y="60"/>
                    <a:pt x="0" y="133"/>
                  </a:cubicBezTo>
                  <a:cubicBezTo>
                    <a:pt x="0" y="206"/>
                    <a:pt x="60" y="265"/>
                    <a:pt x="133" y="265"/>
                  </a:cubicBezTo>
                  <a:cubicBezTo>
                    <a:pt x="206" y="265"/>
                    <a:pt x="265" y="206"/>
                    <a:pt x="265" y="133"/>
                  </a:cubicBezTo>
                  <a:close/>
                  <a:moveTo>
                    <a:pt x="133" y="185"/>
                  </a:moveTo>
                  <a:cubicBezTo>
                    <a:pt x="104" y="185"/>
                    <a:pt x="80" y="162"/>
                    <a:pt x="80" y="133"/>
                  </a:cubicBezTo>
                  <a:cubicBezTo>
                    <a:pt x="80" y="104"/>
                    <a:pt x="104" y="80"/>
                    <a:pt x="133" y="80"/>
                  </a:cubicBezTo>
                  <a:cubicBezTo>
                    <a:pt x="162" y="80"/>
                    <a:pt x="185" y="104"/>
                    <a:pt x="185" y="133"/>
                  </a:cubicBezTo>
                  <a:cubicBezTo>
                    <a:pt x="185" y="162"/>
                    <a:pt x="162" y="185"/>
                    <a:pt x="133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779;p73">
              <a:extLst>
                <a:ext uri="{FF2B5EF4-FFF2-40B4-BE49-F238E27FC236}">
                  <a16:creationId xmlns:a16="http://schemas.microsoft.com/office/drawing/2014/main" id="{F171131A-97D0-DB46-5F8C-2F244B3AEA22}"/>
                </a:ext>
              </a:extLst>
            </p:cNvPr>
            <p:cNvSpPr/>
            <p:nvPr/>
          </p:nvSpPr>
          <p:spPr>
            <a:xfrm>
              <a:off x="7996238" y="2506266"/>
              <a:ext cx="59531" cy="59531"/>
            </a:xfrm>
            <a:custGeom>
              <a:avLst/>
              <a:gdLst/>
              <a:ahLst/>
              <a:cxnLst/>
              <a:rect l="l" t="t" r="r" b="b"/>
              <a:pathLst>
                <a:path w="265" h="265" extrusionOk="0">
                  <a:moveTo>
                    <a:pt x="132" y="0"/>
                  </a:moveTo>
                  <a:cubicBezTo>
                    <a:pt x="59" y="0"/>
                    <a:pt x="0" y="59"/>
                    <a:pt x="0" y="132"/>
                  </a:cubicBezTo>
                  <a:cubicBezTo>
                    <a:pt x="0" y="205"/>
                    <a:pt x="59" y="265"/>
                    <a:pt x="132" y="265"/>
                  </a:cubicBezTo>
                  <a:cubicBezTo>
                    <a:pt x="205" y="265"/>
                    <a:pt x="265" y="205"/>
                    <a:pt x="265" y="132"/>
                  </a:cubicBezTo>
                  <a:cubicBezTo>
                    <a:pt x="265" y="59"/>
                    <a:pt x="205" y="0"/>
                    <a:pt x="132" y="0"/>
                  </a:cubicBezTo>
                  <a:close/>
                  <a:moveTo>
                    <a:pt x="132" y="185"/>
                  </a:moveTo>
                  <a:cubicBezTo>
                    <a:pt x="103" y="185"/>
                    <a:pt x="80" y="161"/>
                    <a:pt x="80" y="132"/>
                  </a:cubicBezTo>
                  <a:cubicBezTo>
                    <a:pt x="80" y="104"/>
                    <a:pt x="103" y="80"/>
                    <a:pt x="132" y="80"/>
                  </a:cubicBezTo>
                  <a:cubicBezTo>
                    <a:pt x="161" y="80"/>
                    <a:pt x="185" y="104"/>
                    <a:pt x="185" y="132"/>
                  </a:cubicBezTo>
                  <a:cubicBezTo>
                    <a:pt x="185" y="161"/>
                    <a:pt x="161" y="185"/>
                    <a:pt x="132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780;p73">
              <a:extLst>
                <a:ext uri="{FF2B5EF4-FFF2-40B4-BE49-F238E27FC236}">
                  <a16:creationId xmlns:a16="http://schemas.microsoft.com/office/drawing/2014/main" id="{2EF46C25-896E-C831-883E-4BFAD1F1A772}"/>
                </a:ext>
              </a:extLst>
            </p:cNvPr>
            <p:cNvSpPr/>
            <p:nvPr/>
          </p:nvSpPr>
          <p:spPr>
            <a:xfrm>
              <a:off x="7996238" y="2424113"/>
              <a:ext cx="59531" cy="59531"/>
            </a:xfrm>
            <a:custGeom>
              <a:avLst/>
              <a:gdLst/>
              <a:ahLst/>
              <a:cxnLst/>
              <a:rect l="l" t="t" r="r" b="b"/>
              <a:pathLst>
                <a:path w="265" h="265" extrusionOk="0">
                  <a:moveTo>
                    <a:pt x="132" y="0"/>
                  </a:moveTo>
                  <a:cubicBezTo>
                    <a:pt x="59" y="0"/>
                    <a:pt x="0" y="60"/>
                    <a:pt x="0" y="133"/>
                  </a:cubicBezTo>
                  <a:cubicBezTo>
                    <a:pt x="0" y="206"/>
                    <a:pt x="59" y="265"/>
                    <a:pt x="132" y="265"/>
                  </a:cubicBezTo>
                  <a:cubicBezTo>
                    <a:pt x="205" y="265"/>
                    <a:pt x="265" y="206"/>
                    <a:pt x="265" y="133"/>
                  </a:cubicBezTo>
                  <a:cubicBezTo>
                    <a:pt x="265" y="60"/>
                    <a:pt x="205" y="0"/>
                    <a:pt x="132" y="0"/>
                  </a:cubicBezTo>
                  <a:close/>
                  <a:moveTo>
                    <a:pt x="132" y="185"/>
                  </a:moveTo>
                  <a:cubicBezTo>
                    <a:pt x="103" y="185"/>
                    <a:pt x="80" y="162"/>
                    <a:pt x="80" y="133"/>
                  </a:cubicBezTo>
                  <a:cubicBezTo>
                    <a:pt x="80" y="104"/>
                    <a:pt x="103" y="80"/>
                    <a:pt x="132" y="80"/>
                  </a:cubicBezTo>
                  <a:cubicBezTo>
                    <a:pt x="161" y="80"/>
                    <a:pt x="185" y="104"/>
                    <a:pt x="185" y="133"/>
                  </a:cubicBezTo>
                  <a:cubicBezTo>
                    <a:pt x="185" y="162"/>
                    <a:pt x="161" y="185"/>
                    <a:pt x="132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781;p73">
              <a:extLst>
                <a:ext uri="{FF2B5EF4-FFF2-40B4-BE49-F238E27FC236}">
                  <a16:creationId xmlns:a16="http://schemas.microsoft.com/office/drawing/2014/main" id="{885D716C-442A-4627-7DCB-78E9F9CCF2E3}"/>
                </a:ext>
              </a:extLst>
            </p:cNvPr>
            <p:cNvSpPr/>
            <p:nvPr/>
          </p:nvSpPr>
          <p:spPr>
            <a:xfrm>
              <a:off x="8078390" y="2506266"/>
              <a:ext cx="59531" cy="59531"/>
            </a:xfrm>
            <a:custGeom>
              <a:avLst/>
              <a:gdLst/>
              <a:ahLst/>
              <a:cxnLst/>
              <a:rect l="l" t="t" r="r" b="b"/>
              <a:pathLst>
                <a:path w="265" h="265" extrusionOk="0">
                  <a:moveTo>
                    <a:pt x="133" y="0"/>
                  </a:moveTo>
                  <a:cubicBezTo>
                    <a:pt x="60" y="0"/>
                    <a:pt x="0" y="59"/>
                    <a:pt x="0" y="132"/>
                  </a:cubicBezTo>
                  <a:cubicBezTo>
                    <a:pt x="0" y="205"/>
                    <a:pt x="60" y="265"/>
                    <a:pt x="133" y="265"/>
                  </a:cubicBezTo>
                  <a:cubicBezTo>
                    <a:pt x="206" y="265"/>
                    <a:pt x="265" y="205"/>
                    <a:pt x="265" y="132"/>
                  </a:cubicBezTo>
                  <a:cubicBezTo>
                    <a:pt x="265" y="59"/>
                    <a:pt x="206" y="0"/>
                    <a:pt x="133" y="0"/>
                  </a:cubicBezTo>
                  <a:close/>
                  <a:moveTo>
                    <a:pt x="133" y="185"/>
                  </a:moveTo>
                  <a:cubicBezTo>
                    <a:pt x="104" y="185"/>
                    <a:pt x="80" y="161"/>
                    <a:pt x="80" y="132"/>
                  </a:cubicBezTo>
                  <a:cubicBezTo>
                    <a:pt x="80" y="104"/>
                    <a:pt x="104" y="80"/>
                    <a:pt x="133" y="80"/>
                  </a:cubicBezTo>
                  <a:cubicBezTo>
                    <a:pt x="162" y="80"/>
                    <a:pt x="185" y="104"/>
                    <a:pt x="185" y="132"/>
                  </a:cubicBezTo>
                  <a:cubicBezTo>
                    <a:pt x="185" y="161"/>
                    <a:pt x="162" y="185"/>
                    <a:pt x="133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782;p73">
              <a:extLst>
                <a:ext uri="{FF2B5EF4-FFF2-40B4-BE49-F238E27FC236}">
                  <a16:creationId xmlns:a16="http://schemas.microsoft.com/office/drawing/2014/main" id="{01794E2C-039A-886D-89FE-87EFA86BB93A}"/>
                </a:ext>
              </a:extLst>
            </p:cNvPr>
            <p:cNvSpPr/>
            <p:nvPr/>
          </p:nvSpPr>
          <p:spPr>
            <a:xfrm>
              <a:off x="8078390" y="2424113"/>
              <a:ext cx="59531" cy="59531"/>
            </a:xfrm>
            <a:custGeom>
              <a:avLst/>
              <a:gdLst/>
              <a:ahLst/>
              <a:cxnLst/>
              <a:rect l="l" t="t" r="r" b="b"/>
              <a:pathLst>
                <a:path w="265" h="265" extrusionOk="0">
                  <a:moveTo>
                    <a:pt x="133" y="0"/>
                  </a:moveTo>
                  <a:cubicBezTo>
                    <a:pt x="60" y="0"/>
                    <a:pt x="0" y="60"/>
                    <a:pt x="0" y="133"/>
                  </a:cubicBezTo>
                  <a:cubicBezTo>
                    <a:pt x="0" y="206"/>
                    <a:pt x="60" y="265"/>
                    <a:pt x="133" y="265"/>
                  </a:cubicBezTo>
                  <a:cubicBezTo>
                    <a:pt x="206" y="265"/>
                    <a:pt x="265" y="206"/>
                    <a:pt x="265" y="133"/>
                  </a:cubicBezTo>
                  <a:cubicBezTo>
                    <a:pt x="265" y="60"/>
                    <a:pt x="206" y="0"/>
                    <a:pt x="133" y="0"/>
                  </a:cubicBezTo>
                  <a:close/>
                  <a:moveTo>
                    <a:pt x="133" y="185"/>
                  </a:moveTo>
                  <a:cubicBezTo>
                    <a:pt x="104" y="185"/>
                    <a:pt x="80" y="162"/>
                    <a:pt x="80" y="133"/>
                  </a:cubicBezTo>
                  <a:cubicBezTo>
                    <a:pt x="80" y="104"/>
                    <a:pt x="104" y="80"/>
                    <a:pt x="133" y="80"/>
                  </a:cubicBezTo>
                  <a:cubicBezTo>
                    <a:pt x="162" y="80"/>
                    <a:pt x="185" y="104"/>
                    <a:pt x="185" y="133"/>
                  </a:cubicBezTo>
                  <a:cubicBezTo>
                    <a:pt x="185" y="162"/>
                    <a:pt x="162" y="185"/>
                    <a:pt x="133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783;p73">
              <a:extLst>
                <a:ext uri="{FF2B5EF4-FFF2-40B4-BE49-F238E27FC236}">
                  <a16:creationId xmlns:a16="http://schemas.microsoft.com/office/drawing/2014/main" id="{A504575D-D455-3673-C9D9-1E2440A525B8}"/>
                </a:ext>
              </a:extLst>
            </p:cNvPr>
            <p:cNvSpPr/>
            <p:nvPr/>
          </p:nvSpPr>
          <p:spPr>
            <a:xfrm>
              <a:off x="7780734" y="2667000"/>
              <a:ext cx="28575" cy="21431"/>
            </a:xfrm>
            <a:custGeom>
              <a:avLst/>
              <a:gdLst/>
              <a:ahLst/>
              <a:cxnLst/>
              <a:rect l="l" t="t" r="r" b="b"/>
              <a:pathLst>
                <a:path w="128" h="95" extrusionOk="0">
                  <a:moveTo>
                    <a:pt x="123" y="34"/>
                  </a:moveTo>
                  <a:cubicBezTo>
                    <a:pt x="117" y="13"/>
                    <a:pt x="95" y="0"/>
                    <a:pt x="74" y="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13" y="22"/>
                    <a:pt x="0" y="44"/>
                    <a:pt x="6" y="65"/>
                  </a:cubicBezTo>
                  <a:cubicBezTo>
                    <a:pt x="10" y="83"/>
                    <a:pt x="26" y="95"/>
                    <a:pt x="44" y="95"/>
                  </a:cubicBezTo>
                  <a:cubicBezTo>
                    <a:pt x="48" y="95"/>
                    <a:pt x="51" y="94"/>
                    <a:pt x="54" y="94"/>
                  </a:cubicBezTo>
                  <a:cubicBezTo>
                    <a:pt x="94" y="83"/>
                    <a:pt x="94" y="83"/>
                    <a:pt x="94" y="83"/>
                  </a:cubicBezTo>
                  <a:cubicBezTo>
                    <a:pt x="115" y="77"/>
                    <a:pt x="128" y="56"/>
                    <a:pt x="123" y="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784;p73">
              <a:extLst>
                <a:ext uri="{FF2B5EF4-FFF2-40B4-BE49-F238E27FC236}">
                  <a16:creationId xmlns:a16="http://schemas.microsoft.com/office/drawing/2014/main" id="{55974DC4-44B9-30C0-DE60-B49FF01E7A47}"/>
                </a:ext>
              </a:extLst>
            </p:cNvPr>
            <p:cNvSpPr/>
            <p:nvPr/>
          </p:nvSpPr>
          <p:spPr>
            <a:xfrm>
              <a:off x="7800975" y="2697956"/>
              <a:ext cx="26194" cy="25003"/>
            </a:xfrm>
            <a:custGeom>
              <a:avLst/>
              <a:gdLst/>
              <a:ahLst/>
              <a:cxnLst/>
              <a:rect l="l" t="t" r="r" b="b"/>
              <a:pathLst>
                <a:path w="117" h="112" extrusionOk="0">
                  <a:moveTo>
                    <a:pt x="45" y="15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0" y="60"/>
                    <a:pt x="0" y="85"/>
                    <a:pt x="16" y="101"/>
                  </a:cubicBezTo>
                  <a:cubicBezTo>
                    <a:pt x="24" y="108"/>
                    <a:pt x="34" y="112"/>
                    <a:pt x="44" y="112"/>
                  </a:cubicBezTo>
                  <a:cubicBezTo>
                    <a:pt x="54" y="112"/>
                    <a:pt x="64" y="109"/>
                    <a:pt x="72" y="101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17" y="56"/>
                    <a:pt x="117" y="31"/>
                    <a:pt x="102" y="15"/>
                  </a:cubicBezTo>
                  <a:cubicBezTo>
                    <a:pt x="86" y="0"/>
                    <a:pt x="61" y="0"/>
                    <a:pt x="45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785;p73">
              <a:extLst>
                <a:ext uri="{FF2B5EF4-FFF2-40B4-BE49-F238E27FC236}">
                  <a16:creationId xmlns:a16="http://schemas.microsoft.com/office/drawing/2014/main" id="{56D86823-1EE4-BCEA-27B5-76DD63A0DD90}"/>
                </a:ext>
              </a:extLst>
            </p:cNvPr>
            <p:cNvSpPr/>
            <p:nvPr/>
          </p:nvSpPr>
          <p:spPr>
            <a:xfrm>
              <a:off x="7781925" y="2628900"/>
              <a:ext cx="28575" cy="21431"/>
            </a:xfrm>
            <a:custGeom>
              <a:avLst/>
              <a:gdLst/>
              <a:ahLst/>
              <a:cxnLst/>
              <a:rect l="l" t="t" r="r" b="b"/>
              <a:pathLst>
                <a:path w="128" h="95" extrusionOk="0">
                  <a:moveTo>
                    <a:pt x="33" y="83"/>
                  </a:moveTo>
                  <a:cubicBezTo>
                    <a:pt x="73" y="94"/>
                    <a:pt x="73" y="94"/>
                    <a:pt x="73" y="94"/>
                  </a:cubicBezTo>
                  <a:cubicBezTo>
                    <a:pt x="77" y="95"/>
                    <a:pt x="80" y="95"/>
                    <a:pt x="84" y="95"/>
                  </a:cubicBezTo>
                  <a:cubicBezTo>
                    <a:pt x="101" y="95"/>
                    <a:pt x="117" y="83"/>
                    <a:pt x="122" y="66"/>
                  </a:cubicBezTo>
                  <a:cubicBezTo>
                    <a:pt x="128" y="44"/>
                    <a:pt x="115" y="22"/>
                    <a:pt x="94" y="16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33" y="0"/>
                    <a:pt x="11" y="12"/>
                    <a:pt x="5" y="34"/>
                  </a:cubicBezTo>
                  <a:cubicBezTo>
                    <a:pt x="0" y="55"/>
                    <a:pt x="12" y="77"/>
                    <a:pt x="33" y="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786;p73">
              <a:extLst>
                <a:ext uri="{FF2B5EF4-FFF2-40B4-BE49-F238E27FC236}">
                  <a16:creationId xmlns:a16="http://schemas.microsoft.com/office/drawing/2014/main" id="{89FA0C0B-3D0C-0F61-101B-46D788E93CB7}"/>
                </a:ext>
              </a:extLst>
            </p:cNvPr>
            <p:cNvSpPr/>
            <p:nvPr/>
          </p:nvSpPr>
          <p:spPr>
            <a:xfrm>
              <a:off x="8099822" y="2590800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787;p73">
              <a:extLst>
                <a:ext uri="{FF2B5EF4-FFF2-40B4-BE49-F238E27FC236}">
                  <a16:creationId xmlns:a16="http://schemas.microsoft.com/office/drawing/2014/main" id="{1FE9593B-F46A-0FBA-AA21-FBEAC67F6814}"/>
                </a:ext>
              </a:extLst>
            </p:cNvPr>
            <p:cNvSpPr/>
            <p:nvPr/>
          </p:nvSpPr>
          <p:spPr>
            <a:xfrm>
              <a:off x="7850981" y="2530079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788;p73">
              <a:extLst>
                <a:ext uri="{FF2B5EF4-FFF2-40B4-BE49-F238E27FC236}">
                  <a16:creationId xmlns:a16="http://schemas.microsoft.com/office/drawing/2014/main" id="{A616DF08-22BA-57CD-8BA9-0A83D9416CDF}"/>
                </a:ext>
              </a:extLst>
            </p:cNvPr>
            <p:cNvSpPr/>
            <p:nvPr/>
          </p:nvSpPr>
          <p:spPr>
            <a:xfrm>
              <a:off x="7934325" y="2530079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>
          <a:extLst>
            <a:ext uri="{FF2B5EF4-FFF2-40B4-BE49-F238E27FC236}">
              <a16:creationId xmlns:a16="http://schemas.microsoft.com/office/drawing/2014/main" id="{43DB13C2-A63A-45E6-C650-D93CA2B1A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51">
            <a:extLst>
              <a:ext uri="{FF2B5EF4-FFF2-40B4-BE49-F238E27FC236}">
                <a16:creationId xmlns:a16="http://schemas.microsoft.com/office/drawing/2014/main" id="{698FF432-0BEB-4A02-7F77-D99D5FDB1A47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330" r="330"/>
          <a:stretch/>
        </p:blipFill>
        <p:spPr>
          <a:xfrm>
            <a:off x="967027" y="380536"/>
            <a:ext cx="7157318" cy="4762964"/>
          </a:xfrm>
          <a:prstGeom prst="rect">
            <a:avLst/>
          </a:prstGeom>
        </p:spPr>
      </p:pic>
      <p:sp>
        <p:nvSpPr>
          <p:cNvPr id="736" name="Google Shape;736;p51">
            <a:extLst>
              <a:ext uri="{FF2B5EF4-FFF2-40B4-BE49-F238E27FC236}">
                <a16:creationId xmlns:a16="http://schemas.microsoft.com/office/drawing/2014/main" id="{60C87C0A-C831-FF94-7933-8778928E79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303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for all years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82103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>
          <a:extLst>
            <a:ext uri="{FF2B5EF4-FFF2-40B4-BE49-F238E27FC236}">
              <a16:creationId xmlns:a16="http://schemas.microsoft.com/office/drawing/2014/main" id="{9C4DD4EE-E76B-229B-3740-1754208FA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4">
            <a:extLst>
              <a:ext uri="{FF2B5EF4-FFF2-40B4-BE49-F238E27FC236}">
                <a16:creationId xmlns:a16="http://schemas.microsoft.com/office/drawing/2014/main" id="{4EC01FF5-4420-856D-87B1-A2FC92C89E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with all years</a:t>
            </a:r>
            <a:endParaRPr/>
          </a:p>
        </p:txBody>
      </p:sp>
      <p:sp>
        <p:nvSpPr>
          <p:cNvPr id="550" name="Google Shape;550;p44">
            <a:extLst>
              <a:ext uri="{FF2B5EF4-FFF2-40B4-BE49-F238E27FC236}">
                <a16:creationId xmlns:a16="http://schemas.microsoft.com/office/drawing/2014/main" id="{354F3A6B-BC3A-9434-E81F-7003221C27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t-Test showed signficant difference between ALL regions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Similarities: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No relevant difference between genders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Order of increasingly sensitive regions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Most sensitive region: Fingertip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Least sensitive region: Back</a:t>
            </a:r>
          </a:p>
        </p:txBody>
      </p:sp>
      <p:grpSp>
        <p:nvGrpSpPr>
          <p:cNvPr id="551" name="Google Shape;551;p44">
            <a:extLst>
              <a:ext uri="{FF2B5EF4-FFF2-40B4-BE49-F238E27FC236}">
                <a16:creationId xmlns:a16="http://schemas.microsoft.com/office/drawing/2014/main" id="{EC8C84E4-F081-8738-69F1-28A634D88771}"/>
              </a:ext>
            </a:extLst>
          </p:cNvPr>
          <p:cNvGrpSpPr/>
          <p:nvPr/>
        </p:nvGrpSpPr>
        <p:grpSpPr>
          <a:xfrm>
            <a:off x="7745225" y="3655288"/>
            <a:ext cx="494100" cy="494100"/>
            <a:chOff x="248750" y="3088250"/>
            <a:chExt cx="494100" cy="494100"/>
          </a:xfrm>
        </p:grpSpPr>
        <p:sp>
          <p:nvSpPr>
            <p:cNvPr id="552" name="Google Shape;552;p44">
              <a:extLst>
                <a:ext uri="{FF2B5EF4-FFF2-40B4-BE49-F238E27FC236}">
                  <a16:creationId xmlns:a16="http://schemas.microsoft.com/office/drawing/2014/main" id="{6481DB54-A841-F7AA-4991-8813328BF4E2}"/>
                </a:ext>
              </a:extLst>
            </p:cNvPr>
            <p:cNvSpPr/>
            <p:nvPr/>
          </p:nvSpPr>
          <p:spPr>
            <a:xfrm>
              <a:off x="441653" y="3088250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53" name="Google Shape;553;p44">
              <a:extLst>
                <a:ext uri="{FF2B5EF4-FFF2-40B4-BE49-F238E27FC236}">
                  <a16:creationId xmlns:a16="http://schemas.microsoft.com/office/drawing/2014/main" id="{4C15BE63-F6B1-BF49-7A35-F640249EAD87}"/>
                </a:ext>
              </a:extLst>
            </p:cNvPr>
            <p:cNvSpPr/>
            <p:nvPr/>
          </p:nvSpPr>
          <p:spPr>
            <a:xfrm rot="5400000">
              <a:off x="441650" y="3088253"/>
              <a:ext cx="108300" cy="4941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554" name="Google Shape;554;p44">
            <a:extLst>
              <a:ext uri="{FF2B5EF4-FFF2-40B4-BE49-F238E27FC236}">
                <a16:creationId xmlns:a16="http://schemas.microsoft.com/office/drawing/2014/main" id="{D5BF5C9B-A4A2-2832-9760-25F420D524FE}"/>
              </a:ext>
            </a:extLst>
          </p:cNvPr>
          <p:cNvGrpSpPr/>
          <p:nvPr/>
        </p:nvGrpSpPr>
        <p:grpSpPr>
          <a:xfrm rot="-899960">
            <a:off x="5913529" y="2161950"/>
            <a:ext cx="1342760" cy="1342460"/>
            <a:chOff x="5885039" y="1900494"/>
            <a:chExt cx="1342800" cy="1342500"/>
          </a:xfrm>
        </p:grpSpPr>
        <p:sp>
          <p:nvSpPr>
            <p:cNvPr id="555" name="Google Shape;555;p44">
              <a:extLst>
                <a:ext uri="{FF2B5EF4-FFF2-40B4-BE49-F238E27FC236}">
                  <a16:creationId xmlns:a16="http://schemas.microsoft.com/office/drawing/2014/main" id="{61151231-54C8-8261-D65B-FA105434A47D}"/>
                </a:ext>
              </a:extLst>
            </p:cNvPr>
            <p:cNvSpPr/>
            <p:nvPr/>
          </p:nvSpPr>
          <p:spPr>
            <a:xfrm>
              <a:off x="5885039" y="1900494"/>
              <a:ext cx="1342800" cy="1342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556" name="Google Shape;556;p44">
              <a:extLst>
                <a:ext uri="{FF2B5EF4-FFF2-40B4-BE49-F238E27FC236}">
                  <a16:creationId xmlns:a16="http://schemas.microsoft.com/office/drawing/2014/main" id="{6A00873E-5F88-B129-CD8E-E36D2247715C}"/>
                </a:ext>
              </a:extLst>
            </p:cNvPr>
            <p:cNvGrpSpPr/>
            <p:nvPr/>
          </p:nvGrpSpPr>
          <p:grpSpPr>
            <a:xfrm>
              <a:off x="6187029" y="2347321"/>
              <a:ext cx="738828" cy="452827"/>
              <a:chOff x="2963466" y="1389460"/>
              <a:chExt cx="442916" cy="271463"/>
            </a:xfrm>
          </p:grpSpPr>
          <p:sp>
            <p:nvSpPr>
              <p:cNvPr id="557" name="Google Shape;557;p44">
                <a:extLst>
                  <a:ext uri="{FF2B5EF4-FFF2-40B4-BE49-F238E27FC236}">
                    <a16:creationId xmlns:a16="http://schemas.microsoft.com/office/drawing/2014/main" id="{4E82807D-B01A-8C6A-98BF-33C5FFE5C019}"/>
                  </a:ext>
                </a:extLst>
              </p:cNvPr>
              <p:cNvSpPr/>
              <p:nvPr/>
            </p:nvSpPr>
            <p:spPr>
              <a:xfrm>
                <a:off x="3184922" y="1389460"/>
                <a:ext cx="72629" cy="1786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83" extrusionOk="0">
                    <a:moveTo>
                      <a:pt x="0" y="0"/>
                    </a:moveTo>
                    <a:cubicBezTo>
                      <a:pt x="111" y="0"/>
                      <a:pt x="219" y="19"/>
                      <a:pt x="322" y="55"/>
                    </a:cubicBezTo>
                    <a:cubicBezTo>
                      <a:pt x="306" y="83"/>
                      <a:pt x="306" y="83"/>
                      <a:pt x="306" y="83"/>
                    </a:cubicBezTo>
                    <a:cubicBezTo>
                      <a:pt x="216" y="30"/>
                      <a:pt x="112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44">
                <a:extLst>
                  <a:ext uri="{FF2B5EF4-FFF2-40B4-BE49-F238E27FC236}">
                    <a16:creationId xmlns:a16="http://schemas.microsoft.com/office/drawing/2014/main" id="{6CF5A616-8C20-907D-BFCF-C0166B842950}"/>
                  </a:ext>
                </a:extLst>
              </p:cNvPr>
              <p:cNvSpPr/>
              <p:nvPr/>
            </p:nvSpPr>
            <p:spPr>
              <a:xfrm>
                <a:off x="3184922" y="1389460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9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44">
                <a:extLst>
                  <a:ext uri="{FF2B5EF4-FFF2-40B4-BE49-F238E27FC236}">
                    <a16:creationId xmlns:a16="http://schemas.microsoft.com/office/drawing/2014/main" id="{417301EC-5E12-EE49-1513-8FDE4245B120}"/>
                  </a:ext>
                </a:extLst>
              </p:cNvPr>
              <p:cNvSpPr/>
              <p:nvPr/>
            </p:nvSpPr>
            <p:spPr>
              <a:xfrm>
                <a:off x="2963466" y="1389460"/>
                <a:ext cx="442916" cy="271463"/>
              </a:xfrm>
              <a:custGeom>
                <a:avLst/>
                <a:gdLst/>
                <a:ahLst/>
                <a:cxnLst/>
                <a:rect l="l" t="t" r="r" b="b"/>
                <a:pathLst>
                  <a:path w="1974" h="1209" extrusionOk="0">
                    <a:moveTo>
                      <a:pt x="13" y="574"/>
                    </a:moveTo>
                    <a:cubicBezTo>
                      <a:pt x="275" y="216"/>
                      <a:pt x="615" y="0"/>
                      <a:pt x="987" y="0"/>
                    </a:cubicBezTo>
                    <a:cubicBezTo>
                      <a:pt x="653" y="0"/>
                      <a:pt x="382" y="270"/>
                      <a:pt x="382" y="604"/>
                    </a:cubicBezTo>
                    <a:cubicBezTo>
                      <a:pt x="382" y="826"/>
                      <a:pt x="502" y="1020"/>
                      <a:pt x="680" y="1125"/>
                    </a:cubicBezTo>
                    <a:cubicBezTo>
                      <a:pt x="834" y="865"/>
                      <a:pt x="834" y="865"/>
                      <a:pt x="834" y="865"/>
                    </a:cubicBezTo>
                    <a:cubicBezTo>
                      <a:pt x="1140" y="344"/>
                      <a:pt x="1140" y="344"/>
                      <a:pt x="1140" y="344"/>
                    </a:cubicBezTo>
                    <a:cubicBezTo>
                      <a:pt x="1293" y="83"/>
                      <a:pt x="1293" y="83"/>
                      <a:pt x="1293" y="83"/>
                    </a:cubicBezTo>
                    <a:cubicBezTo>
                      <a:pt x="1309" y="55"/>
                      <a:pt x="1309" y="55"/>
                      <a:pt x="1309" y="55"/>
                    </a:cubicBezTo>
                    <a:cubicBezTo>
                      <a:pt x="1554" y="141"/>
                      <a:pt x="1777" y="323"/>
                      <a:pt x="1961" y="574"/>
                    </a:cubicBezTo>
                    <a:cubicBezTo>
                      <a:pt x="1974" y="592"/>
                      <a:pt x="1974" y="616"/>
                      <a:pt x="1961" y="634"/>
                    </a:cubicBezTo>
                    <a:cubicBezTo>
                      <a:pt x="1699" y="993"/>
                      <a:pt x="1358" y="1209"/>
                      <a:pt x="987" y="1209"/>
                    </a:cubicBezTo>
                    <a:cubicBezTo>
                      <a:pt x="876" y="1209"/>
                      <a:pt x="768" y="1190"/>
                      <a:pt x="664" y="1153"/>
                    </a:cubicBezTo>
                    <a:cubicBezTo>
                      <a:pt x="419" y="1067"/>
                      <a:pt x="197" y="886"/>
                      <a:pt x="13" y="634"/>
                    </a:cubicBezTo>
                    <a:cubicBezTo>
                      <a:pt x="0" y="616"/>
                      <a:pt x="0" y="592"/>
                      <a:pt x="13" y="5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64" name="Google Shape;564;p44">
            <a:extLst>
              <a:ext uri="{FF2B5EF4-FFF2-40B4-BE49-F238E27FC236}">
                <a16:creationId xmlns:a16="http://schemas.microsoft.com/office/drawing/2014/main" id="{0955C511-90E4-D9D2-71F6-726C1BD519E5}"/>
              </a:ext>
            </a:extLst>
          </p:cNvPr>
          <p:cNvGrpSpPr/>
          <p:nvPr/>
        </p:nvGrpSpPr>
        <p:grpSpPr>
          <a:xfrm>
            <a:off x="5260050" y="1549500"/>
            <a:ext cx="365095" cy="461554"/>
            <a:chOff x="5260050" y="1549500"/>
            <a:chExt cx="365095" cy="461554"/>
          </a:xfrm>
        </p:grpSpPr>
        <p:sp>
          <p:nvSpPr>
            <p:cNvPr id="565" name="Google Shape;565;p44">
              <a:extLst>
                <a:ext uri="{FF2B5EF4-FFF2-40B4-BE49-F238E27FC236}">
                  <a16:creationId xmlns:a16="http://schemas.microsoft.com/office/drawing/2014/main" id="{FCB6A6B7-B89D-526E-EDA0-420EC86E4EAD}"/>
                </a:ext>
              </a:extLst>
            </p:cNvPr>
            <p:cNvSpPr/>
            <p:nvPr/>
          </p:nvSpPr>
          <p:spPr>
            <a:xfrm>
              <a:off x="5483845" y="1869754"/>
              <a:ext cx="141300" cy="1413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6" name="Google Shape;566;p44">
              <a:extLst>
                <a:ext uri="{FF2B5EF4-FFF2-40B4-BE49-F238E27FC236}">
                  <a16:creationId xmlns:a16="http://schemas.microsoft.com/office/drawing/2014/main" id="{275FFF27-4B6F-A68B-84E8-94E2FC3C04B1}"/>
                </a:ext>
              </a:extLst>
            </p:cNvPr>
            <p:cNvSpPr/>
            <p:nvPr/>
          </p:nvSpPr>
          <p:spPr>
            <a:xfrm>
              <a:off x="5260050" y="1549500"/>
              <a:ext cx="223800" cy="223800"/>
            </a:xfrm>
            <a:prstGeom prst="ellipse">
              <a:avLst/>
            </a:prstGeom>
            <a:solidFill>
              <a:schemeClr val="accent4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" name="Google Shape;1965;p73">
            <a:extLst>
              <a:ext uri="{FF2B5EF4-FFF2-40B4-BE49-F238E27FC236}">
                <a16:creationId xmlns:a16="http://schemas.microsoft.com/office/drawing/2014/main" id="{77AED94D-13B3-C085-5276-75932B959DC9}"/>
              </a:ext>
            </a:extLst>
          </p:cNvPr>
          <p:cNvGrpSpPr/>
          <p:nvPr/>
        </p:nvGrpSpPr>
        <p:grpSpPr>
          <a:xfrm rot="20665577">
            <a:off x="6052177" y="2309157"/>
            <a:ext cx="1065464" cy="1052728"/>
            <a:chOff x="5910263" y="4507706"/>
            <a:chExt cx="457200" cy="459582"/>
          </a:xfrm>
        </p:grpSpPr>
        <p:sp>
          <p:nvSpPr>
            <p:cNvPr id="3" name="Google Shape;1966;p73">
              <a:extLst>
                <a:ext uri="{FF2B5EF4-FFF2-40B4-BE49-F238E27FC236}">
                  <a16:creationId xmlns:a16="http://schemas.microsoft.com/office/drawing/2014/main" id="{428DBF31-DB27-834F-ABB5-31526B8E579E}"/>
                </a:ext>
              </a:extLst>
            </p:cNvPr>
            <p:cNvSpPr/>
            <p:nvPr/>
          </p:nvSpPr>
          <p:spPr>
            <a:xfrm>
              <a:off x="5937647" y="4517231"/>
              <a:ext cx="214313" cy="132160"/>
            </a:xfrm>
            <a:custGeom>
              <a:avLst/>
              <a:gdLst/>
              <a:ahLst/>
              <a:cxnLst/>
              <a:rect l="l" t="t" r="r" b="b"/>
              <a:pathLst>
                <a:path w="959" h="588" extrusionOk="0">
                  <a:moveTo>
                    <a:pt x="480" y="588"/>
                  </a:moveTo>
                  <a:cubicBezTo>
                    <a:pt x="299" y="588"/>
                    <a:pt x="134" y="483"/>
                    <a:pt x="7" y="309"/>
                  </a:cubicBezTo>
                  <a:cubicBezTo>
                    <a:pt x="0" y="300"/>
                    <a:pt x="0" y="288"/>
                    <a:pt x="7" y="279"/>
                  </a:cubicBezTo>
                  <a:cubicBezTo>
                    <a:pt x="134" y="105"/>
                    <a:pt x="299" y="0"/>
                    <a:pt x="480" y="0"/>
                  </a:cubicBezTo>
                  <a:cubicBezTo>
                    <a:pt x="660" y="0"/>
                    <a:pt x="825" y="105"/>
                    <a:pt x="953" y="279"/>
                  </a:cubicBezTo>
                  <a:cubicBezTo>
                    <a:pt x="959" y="288"/>
                    <a:pt x="959" y="300"/>
                    <a:pt x="953" y="309"/>
                  </a:cubicBezTo>
                  <a:cubicBezTo>
                    <a:pt x="825" y="483"/>
                    <a:pt x="660" y="588"/>
                    <a:pt x="480" y="5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967;p73">
              <a:extLst>
                <a:ext uri="{FF2B5EF4-FFF2-40B4-BE49-F238E27FC236}">
                  <a16:creationId xmlns:a16="http://schemas.microsoft.com/office/drawing/2014/main" id="{CA387AD2-5D48-562B-CC9E-63C6DA1E2842}"/>
                </a:ext>
              </a:extLst>
            </p:cNvPr>
            <p:cNvSpPr/>
            <p:nvPr/>
          </p:nvSpPr>
          <p:spPr>
            <a:xfrm>
              <a:off x="5979319" y="4517231"/>
              <a:ext cx="131100" cy="131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968;p73">
              <a:extLst>
                <a:ext uri="{FF2B5EF4-FFF2-40B4-BE49-F238E27FC236}">
                  <a16:creationId xmlns:a16="http://schemas.microsoft.com/office/drawing/2014/main" id="{A99645A5-0E80-AE84-0A77-0EE86B511941}"/>
                </a:ext>
              </a:extLst>
            </p:cNvPr>
            <p:cNvSpPr/>
            <p:nvPr/>
          </p:nvSpPr>
          <p:spPr>
            <a:xfrm>
              <a:off x="6018610" y="4556522"/>
              <a:ext cx="52500" cy="53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969;p73">
              <a:extLst>
                <a:ext uri="{FF2B5EF4-FFF2-40B4-BE49-F238E27FC236}">
                  <a16:creationId xmlns:a16="http://schemas.microsoft.com/office/drawing/2014/main" id="{88D3A4A6-38D5-449F-4B4C-EAEB316C8FDE}"/>
                </a:ext>
              </a:extLst>
            </p:cNvPr>
            <p:cNvSpPr/>
            <p:nvPr/>
          </p:nvSpPr>
          <p:spPr>
            <a:xfrm>
              <a:off x="6240066" y="4517231"/>
              <a:ext cx="107156" cy="184547"/>
            </a:xfrm>
            <a:custGeom>
              <a:avLst/>
              <a:gdLst/>
              <a:ahLst/>
              <a:cxnLst/>
              <a:rect l="l" t="t" r="r" b="b"/>
              <a:pathLst>
                <a:path w="481" h="822" extrusionOk="0">
                  <a:moveTo>
                    <a:pt x="241" y="0"/>
                  </a:moveTo>
                  <a:cubicBezTo>
                    <a:pt x="108" y="0"/>
                    <a:pt x="0" y="108"/>
                    <a:pt x="0" y="241"/>
                  </a:cubicBezTo>
                  <a:cubicBezTo>
                    <a:pt x="0" y="654"/>
                    <a:pt x="0" y="654"/>
                    <a:pt x="0" y="654"/>
                  </a:cubicBezTo>
                  <a:cubicBezTo>
                    <a:pt x="0" y="747"/>
                    <a:pt x="75" y="822"/>
                    <a:pt x="168" y="822"/>
                  </a:cubicBezTo>
                  <a:cubicBezTo>
                    <a:pt x="257" y="822"/>
                    <a:pt x="330" y="752"/>
                    <a:pt x="335" y="664"/>
                  </a:cubicBezTo>
                  <a:cubicBezTo>
                    <a:pt x="335" y="580"/>
                    <a:pt x="351" y="529"/>
                    <a:pt x="369" y="496"/>
                  </a:cubicBezTo>
                  <a:cubicBezTo>
                    <a:pt x="386" y="466"/>
                    <a:pt x="411" y="441"/>
                    <a:pt x="431" y="412"/>
                  </a:cubicBezTo>
                  <a:cubicBezTo>
                    <a:pt x="460" y="372"/>
                    <a:pt x="474" y="318"/>
                    <a:pt x="480" y="266"/>
                  </a:cubicBezTo>
                  <a:cubicBezTo>
                    <a:pt x="481" y="258"/>
                    <a:pt x="481" y="249"/>
                    <a:pt x="481" y="241"/>
                  </a:cubicBezTo>
                  <a:cubicBezTo>
                    <a:pt x="481" y="108"/>
                    <a:pt x="373" y="0"/>
                    <a:pt x="2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970;p73">
              <a:extLst>
                <a:ext uri="{FF2B5EF4-FFF2-40B4-BE49-F238E27FC236}">
                  <a16:creationId xmlns:a16="http://schemas.microsoft.com/office/drawing/2014/main" id="{F8753E76-13F8-65E6-475F-09FADDF5A155}"/>
                </a:ext>
              </a:extLst>
            </p:cNvPr>
            <p:cNvSpPr/>
            <p:nvPr/>
          </p:nvSpPr>
          <p:spPr>
            <a:xfrm>
              <a:off x="6072188" y="4664869"/>
              <a:ext cx="134541" cy="154782"/>
            </a:xfrm>
            <a:custGeom>
              <a:avLst/>
              <a:gdLst/>
              <a:ahLst/>
              <a:cxnLst/>
              <a:rect l="l" t="t" r="r" b="b"/>
              <a:pathLst>
                <a:path w="600" h="693" extrusionOk="0">
                  <a:moveTo>
                    <a:pt x="519" y="469"/>
                  </a:moveTo>
                  <a:cubicBezTo>
                    <a:pt x="514" y="467"/>
                    <a:pt x="510" y="463"/>
                    <a:pt x="509" y="459"/>
                  </a:cubicBezTo>
                  <a:cubicBezTo>
                    <a:pt x="379" y="80"/>
                    <a:pt x="379" y="80"/>
                    <a:pt x="379" y="80"/>
                  </a:cubicBezTo>
                  <a:cubicBezTo>
                    <a:pt x="356" y="0"/>
                    <a:pt x="244" y="0"/>
                    <a:pt x="221" y="80"/>
                  </a:cubicBezTo>
                  <a:cubicBezTo>
                    <a:pt x="91" y="459"/>
                    <a:pt x="91" y="459"/>
                    <a:pt x="91" y="459"/>
                  </a:cubicBezTo>
                  <a:cubicBezTo>
                    <a:pt x="89" y="463"/>
                    <a:pt x="86" y="467"/>
                    <a:pt x="81" y="469"/>
                  </a:cubicBezTo>
                  <a:cubicBezTo>
                    <a:pt x="33" y="485"/>
                    <a:pt x="0" y="530"/>
                    <a:pt x="2" y="583"/>
                  </a:cubicBezTo>
                  <a:cubicBezTo>
                    <a:pt x="5" y="642"/>
                    <a:pt x="52" y="688"/>
                    <a:pt x="110" y="691"/>
                  </a:cubicBezTo>
                  <a:cubicBezTo>
                    <a:pt x="141" y="693"/>
                    <a:pt x="170" y="682"/>
                    <a:pt x="191" y="663"/>
                  </a:cubicBezTo>
                  <a:cubicBezTo>
                    <a:pt x="191" y="663"/>
                    <a:pt x="191" y="663"/>
                    <a:pt x="191" y="663"/>
                  </a:cubicBezTo>
                  <a:cubicBezTo>
                    <a:pt x="194" y="663"/>
                    <a:pt x="194" y="663"/>
                    <a:pt x="194" y="663"/>
                  </a:cubicBezTo>
                  <a:cubicBezTo>
                    <a:pt x="215" y="663"/>
                    <a:pt x="215" y="663"/>
                    <a:pt x="215" y="663"/>
                  </a:cubicBezTo>
                  <a:cubicBezTo>
                    <a:pt x="241" y="675"/>
                    <a:pt x="270" y="681"/>
                    <a:pt x="300" y="681"/>
                  </a:cubicBezTo>
                  <a:cubicBezTo>
                    <a:pt x="330" y="681"/>
                    <a:pt x="359" y="675"/>
                    <a:pt x="385" y="663"/>
                  </a:cubicBezTo>
                  <a:cubicBezTo>
                    <a:pt x="406" y="663"/>
                    <a:pt x="406" y="663"/>
                    <a:pt x="406" y="663"/>
                  </a:cubicBezTo>
                  <a:cubicBezTo>
                    <a:pt x="408" y="663"/>
                    <a:pt x="408" y="663"/>
                    <a:pt x="408" y="663"/>
                  </a:cubicBezTo>
                  <a:cubicBezTo>
                    <a:pt x="408" y="663"/>
                    <a:pt x="408" y="663"/>
                    <a:pt x="408" y="663"/>
                  </a:cubicBezTo>
                  <a:cubicBezTo>
                    <a:pt x="430" y="682"/>
                    <a:pt x="459" y="693"/>
                    <a:pt x="490" y="691"/>
                  </a:cubicBezTo>
                  <a:cubicBezTo>
                    <a:pt x="548" y="688"/>
                    <a:pt x="595" y="642"/>
                    <a:pt x="598" y="583"/>
                  </a:cubicBezTo>
                  <a:cubicBezTo>
                    <a:pt x="600" y="530"/>
                    <a:pt x="566" y="485"/>
                    <a:pt x="519" y="4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971;p73">
              <a:extLst>
                <a:ext uri="{FF2B5EF4-FFF2-40B4-BE49-F238E27FC236}">
                  <a16:creationId xmlns:a16="http://schemas.microsoft.com/office/drawing/2014/main" id="{A727117D-765D-3D9B-74E6-3E57FF533316}"/>
                </a:ext>
              </a:extLst>
            </p:cNvPr>
            <p:cNvSpPr/>
            <p:nvPr/>
          </p:nvSpPr>
          <p:spPr>
            <a:xfrm>
              <a:off x="5918597" y="4843463"/>
              <a:ext cx="207167" cy="90487"/>
            </a:xfrm>
            <a:custGeom>
              <a:avLst/>
              <a:gdLst/>
              <a:ahLst/>
              <a:cxnLst/>
              <a:rect l="l" t="t" r="r" b="b"/>
              <a:pathLst>
                <a:path w="923" h="404" extrusionOk="0">
                  <a:moveTo>
                    <a:pt x="908" y="222"/>
                  </a:moveTo>
                  <a:cubicBezTo>
                    <a:pt x="923" y="211"/>
                    <a:pt x="921" y="188"/>
                    <a:pt x="905" y="179"/>
                  </a:cubicBezTo>
                  <a:cubicBezTo>
                    <a:pt x="670" y="48"/>
                    <a:pt x="670" y="48"/>
                    <a:pt x="670" y="48"/>
                  </a:cubicBezTo>
                  <a:cubicBezTo>
                    <a:pt x="599" y="0"/>
                    <a:pt x="518" y="13"/>
                    <a:pt x="461" y="64"/>
                  </a:cubicBezTo>
                  <a:cubicBezTo>
                    <a:pt x="404" y="13"/>
                    <a:pt x="323" y="0"/>
                    <a:pt x="252" y="48"/>
                  </a:cubicBezTo>
                  <a:cubicBezTo>
                    <a:pt x="18" y="179"/>
                    <a:pt x="18" y="179"/>
                    <a:pt x="18" y="179"/>
                  </a:cubicBezTo>
                  <a:cubicBezTo>
                    <a:pt x="2" y="188"/>
                    <a:pt x="0" y="211"/>
                    <a:pt x="15" y="222"/>
                  </a:cubicBezTo>
                  <a:cubicBezTo>
                    <a:pt x="82" y="274"/>
                    <a:pt x="82" y="274"/>
                    <a:pt x="82" y="274"/>
                  </a:cubicBezTo>
                  <a:cubicBezTo>
                    <a:pt x="193" y="359"/>
                    <a:pt x="323" y="404"/>
                    <a:pt x="456" y="404"/>
                  </a:cubicBezTo>
                  <a:cubicBezTo>
                    <a:pt x="467" y="404"/>
                    <a:pt x="467" y="404"/>
                    <a:pt x="467" y="404"/>
                  </a:cubicBezTo>
                  <a:cubicBezTo>
                    <a:pt x="600" y="404"/>
                    <a:pt x="730" y="359"/>
                    <a:pt x="840" y="274"/>
                  </a:cubicBezTo>
                  <a:lnTo>
                    <a:pt x="908" y="22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972;p73">
              <a:extLst>
                <a:ext uri="{FF2B5EF4-FFF2-40B4-BE49-F238E27FC236}">
                  <a16:creationId xmlns:a16="http://schemas.microsoft.com/office/drawing/2014/main" id="{5E8B297F-AB8F-0096-E0A2-8BE31E900DDF}"/>
                </a:ext>
              </a:extLst>
            </p:cNvPr>
            <p:cNvSpPr/>
            <p:nvPr/>
          </p:nvSpPr>
          <p:spPr>
            <a:xfrm>
              <a:off x="6255544" y="4755356"/>
              <a:ext cx="102394" cy="203597"/>
            </a:xfrm>
            <a:custGeom>
              <a:avLst/>
              <a:gdLst/>
              <a:ahLst/>
              <a:cxnLst/>
              <a:rect l="l" t="t" r="r" b="b"/>
              <a:pathLst>
                <a:path w="457" h="904" extrusionOk="0">
                  <a:moveTo>
                    <a:pt x="457" y="228"/>
                  </a:moveTo>
                  <a:cubicBezTo>
                    <a:pt x="457" y="864"/>
                    <a:pt x="457" y="864"/>
                    <a:pt x="457" y="864"/>
                  </a:cubicBezTo>
                  <a:cubicBezTo>
                    <a:pt x="457" y="886"/>
                    <a:pt x="439" y="904"/>
                    <a:pt x="417" y="904"/>
                  </a:cubicBezTo>
                  <a:cubicBezTo>
                    <a:pt x="40" y="904"/>
                    <a:pt x="40" y="904"/>
                    <a:pt x="40" y="904"/>
                  </a:cubicBezTo>
                  <a:cubicBezTo>
                    <a:pt x="18" y="904"/>
                    <a:pt x="0" y="886"/>
                    <a:pt x="0" y="864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0" y="134"/>
                    <a:pt x="57" y="53"/>
                    <a:pt x="138" y="19"/>
                  </a:cubicBezTo>
                  <a:cubicBezTo>
                    <a:pt x="165" y="7"/>
                    <a:pt x="196" y="0"/>
                    <a:pt x="228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61" y="0"/>
                    <a:pt x="292" y="7"/>
                    <a:pt x="319" y="19"/>
                  </a:cubicBezTo>
                  <a:cubicBezTo>
                    <a:pt x="400" y="53"/>
                    <a:pt x="457" y="134"/>
                    <a:pt x="457" y="2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973;p73">
              <a:extLst>
                <a:ext uri="{FF2B5EF4-FFF2-40B4-BE49-F238E27FC236}">
                  <a16:creationId xmlns:a16="http://schemas.microsoft.com/office/drawing/2014/main" id="{880C62BE-E952-E0EF-1A31-2ED648F2BB0B}"/>
                </a:ext>
              </a:extLst>
            </p:cNvPr>
            <p:cNvSpPr/>
            <p:nvPr/>
          </p:nvSpPr>
          <p:spPr>
            <a:xfrm>
              <a:off x="6286500" y="4755356"/>
              <a:ext cx="40482" cy="61913"/>
            </a:xfrm>
            <a:custGeom>
              <a:avLst/>
              <a:gdLst/>
              <a:ahLst/>
              <a:cxnLst/>
              <a:rect l="l" t="t" r="r" b="b"/>
              <a:pathLst>
                <a:path w="181" h="275" extrusionOk="0">
                  <a:moveTo>
                    <a:pt x="181" y="19"/>
                  </a:moveTo>
                  <a:cubicBezTo>
                    <a:pt x="181" y="184"/>
                    <a:pt x="181" y="184"/>
                    <a:pt x="181" y="184"/>
                  </a:cubicBezTo>
                  <a:cubicBezTo>
                    <a:pt x="181" y="209"/>
                    <a:pt x="171" y="232"/>
                    <a:pt x="155" y="248"/>
                  </a:cubicBezTo>
                  <a:cubicBezTo>
                    <a:pt x="138" y="264"/>
                    <a:pt x="116" y="275"/>
                    <a:pt x="91" y="275"/>
                  </a:cubicBezTo>
                  <a:cubicBezTo>
                    <a:pt x="40" y="275"/>
                    <a:pt x="0" y="234"/>
                    <a:pt x="0" y="18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7" y="7"/>
                    <a:pt x="58" y="0"/>
                    <a:pt x="90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3" y="0"/>
                    <a:pt x="154" y="7"/>
                    <a:pt x="181" y="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974;p73">
              <a:extLst>
                <a:ext uri="{FF2B5EF4-FFF2-40B4-BE49-F238E27FC236}">
                  <a16:creationId xmlns:a16="http://schemas.microsoft.com/office/drawing/2014/main" id="{B854F449-9DBB-2224-BD59-536550102C36}"/>
                </a:ext>
              </a:extLst>
            </p:cNvPr>
            <p:cNvSpPr/>
            <p:nvPr/>
          </p:nvSpPr>
          <p:spPr>
            <a:xfrm>
              <a:off x="5926931" y="4507706"/>
              <a:ext cx="210740" cy="150018"/>
            </a:xfrm>
            <a:custGeom>
              <a:avLst/>
              <a:gdLst/>
              <a:ahLst/>
              <a:cxnLst/>
              <a:rect l="l" t="t" r="r" b="b"/>
              <a:pathLst>
                <a:path w="936" h="668" extrusionOk="0">
                  <a:moveTo>
                    <a:pt x="524" y="668"/>
                  </a:moveTo>
                  <a:cubicBezTo>
                    <a:pt x="663" y="668"/>
                    <a:pt x="800" y="610"/>
                    <a:pt x="919" y="499"/>
                  </a:cubicBezTo>
                  <a:cubicBezTo>
                    <a:pt x="935" y="484"/>
                    <a:pt x="936" y="458"/>
                    <a:pt x="921" y="442"/>
                  </a:cubicBezTo>
                  <a:cubicBezTo>
                    <a:pt x="906" y="426"/>
                    <a:pt x="880" y="425"/>
                    <a:pt x="864" y="440"/>
                  </a:cubicBezTo>
                  <a:cubicBezTo>
                    <a:pt x="852" y="452"/>
                    <a:pt x="839" y="463"/>
                    <a:pt x="826" y="474"/>
                  </a:cubicBezTo>
                  <a:cubicBezTo>
                    <a:pt x="845" y="431"/>
                    <a:pt x="856" y="384"/>
                    <a:pt x="856" y="334"/>
                  </a:cubicBezTo>
                  <a:cubicBezTo>
                    <a:pt x="856" y="284"/>
                    <a:pt x="845" y="237"/>
                    <a:pt x="826" y="194"/>
                  </a:cubicBezTo>
                  <a:cubicBezTo>
                    <a:pt x="838" y="204"/>
                    <a:pt x="851" y="215"/>
                    <a:pt x="863" y="226"/>
                  </a:cubicBezTo>
                  <a:cubicBezTo>
                    <a:pt x="879" y="241"/>
                    <a:pt x="904" y="241"/>
                    <a:pt x="920" y="224"/>
                  </a:cubicBezTo>
                  <a:cubicBezTo>
                    <a:pt x="935" y="208"/>
                    <a:pt x="934" y="183"/>
                    <a:pt x="917" y="168"/>
                  </a:cubicBezTo>
                  <a:cubicBezTo>
                    <a:pt x="799" y="58"/>
                    <a:pt x="663" y="0"/>
                    <a:pt x="524" y="0"/>
                  </a:cubicBezTo>
                  <a:cubicBezTo>
                    <a:pt x="337" y="0"/>
                    <a:pt x="157" y="105"/>
                    <a:pt x="17" y="296"/>
                  </a:cubicBezTo>
                  <a:cubicBezTo>
                    <a:pt x="0" y="319"/>
                    <a:pt x="0" y="349"/>
                    <a:pt x="17" y="372"/>
                  </a:cubicBezTo>
                  <a:cubicBezTo>
                    <a:pt x="157" y="563"/>
                    <a:pt x="337" y="668"/>
                    <a:pt x="524" y="668"/>
                  </a:cubicBezTo>
                  <a:close/>
                  <a:moveTo>
                    <a:pt x="524" y="81"/>
                  </a:moveTo>
                  <a:cubicBezTo>
                    <a:pt x="663" y="81"/>
                    <a:pt x="776" y="195"/>
                    <a:pt x="776" y="334"/>
                  </a:cubicBezTo>
                  <a:cubicBezTo>
                    <a:pt x="776" y="473"/>
                    <a:pt x="663" y="587"/>
                    <a:pt x="524" y="587"/>
                  </a:cubicBezTo>
                  <a:cubicBezTo>
                    <a:pt x="384" y="587"/>
                    <a:pt x="271" y="473"/>
                    <a:pt x="271" y="334"/>
                  </a:cubicBezTo>
                  <a:cubicBezTo>
                    <a:pt x="271" y="195"/>
                    <a:pt x="384" y="81"/>
                    <a:pt x="524" y="81"/>
                  </a:cubicBezTo>
                  <a:close/>
                  <a:moveTo>
                    <a:pt x="222" y="195"/>
                  </a:moveTo>
                  <a:cubicBezTo>
                    <a:pt x="202" y="237"/>
                    <a:pt x="191" y="284"/>
                    <a:pt x="191" y="334"/>
                  </a:cubicBezTo>
                  <a:cubicBezTo>
                    <a:pt x="191" y="384"/>
                    <a:pt x="202" y="431"/>
                    <a:pt x="222" y="473"/>
                  </a:cubicBezTo>
                  <a:cubicBezTo>
                    <a:pt x="175" y="436"/>
                    <a:pt x="130" y="389"/>
                    <a:pt x="88" y="334"/>
                  </a:cubicBezTo>
                  <a:cubicBezTo>
                    <a:pt x="130" y="279"/>
                    <a:pt x="175" y="232"/>
                    <a:pt x="222" y="1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975;p73">
              <a:extLst>
                <a:ext uri="{FF2B5EF4-FFF2-40B4-BE49-F238E27FC236}">
                  <a16:creationId xmlns:a16="http://schemas.microsoft.com/office/drawing/2014/main" id="{4CE2B84D-ADA2-DF2C-B8E6-364E306DB279}"/>
                </a:ext>
              </a:extLst>
            </p:cNvPr>
            <p:cNvSpPr/>
            <p:nvPr/>
          </p:nvSpPr>
          <p:spPr>
            <a:xfrm>
              <a:off x="6009085" y="4546997"/>
              <a:ext cx="71437" cy="71437"/>
            </a:xfrm>
            <a:custGeom>
              <a:avLst/>
              <a:gdLst/>
              <a:ahLst/>
              <a:cxnLst/>
              <a:rect l="l" t="t" r="r" b="b"/>
              <a:pathLst>
                <a:path w="318" h="318" extrusionOk="0">
                  <a:moveTo>
                    <a:pt x="159" y="318"/>
                  </a:moveTo>
                  <a:cubicBezTo>
                    <a:pt x="246" y="318"/>
                    <a:pt x="318" y="246"/>
                    <a:pt x="318" y="159"/>
                  </a:cubicBezTo>
                  <a:cubicBezTo>
                    <a:pt x="318" y="71"/>
                    <a:pt x="246" y="0"/>
                    <a:pt x="159" y="0"/>
                  </a:cubicBezTo>
                  <a:cubicBezTo>
                    <a:pt x="71" y="0"/>
                    <a:pt x="0" y="71"/>
                    <a:pt x="0" y="159"/>
                  </a:cubicBezTo>
                  <a:cubicBezTo>
                    <a:pt x="0" y="246"/>
                    <a:pt x="71" y="318"/>
                    <a:pt x="159" y="318"/>
                  </a:cubicBezTo>
                  <a:close/>
                  <a:moveTo>
                    <a:pt x="159" y="80"/>
                  </a:moveTo>
                  <a:cubicBezTo>
                    <a:pt x="202" y="80"/>
                    <a:pt x="238" y="115"/>
                    <a:pt x="238" y="159"/>
                  </a:cubicBezTo>
                  <a:cubicBezTo>
                    <a:pt x="238" y="202"/>
                    <a:pt x="202" y="238"/>
                    <a:pt x="159" y="238"/>
                  </a:cubicBezTo>
                  <a:cubicBezTo>
                    <a:pt x="115" y="238"/>
                    <a:pt x="80" y="202"/>
                    <a:pt x="80" y="159"/>
                  </a:cubicBezTo>
                  <a:cubicBezTo>
                    <a:pt x="80" y="115"/>
                    <a:pt x="115" y="80"/>
                    <a:pt x="159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976;p73">
              <a:extLst>
                <a:ext uri="{FF2B5EF4-FFF2-40B4-BE49-F238E27FC236}">
                  <a16:creationId xmlns:a16="http://schemas.microsoft.com/office/drawing/2014/main" id="{2A82E2CB-E0B2-AA14-274A-85CA0A180F72}"/>
                </a:ext>
              </a:extLst>
            </p:cNvPr>
            <p:cNvSpPr/>
            <p:nvPr/>
          </p:nvSpPr>
          <p:spPr>
            <a:xfrm>
              <a:off x="6230541" y="4507706"/>
              <a:ext cx="126207" cy="202407"/>
            </a:xfrm>
            <a:custGeom>
              <a:avLst/>
              <a:gdLst/>
              <a:ahLst/>
              <a:cxnLst/>
              <a:rect l="l" t="t" r="r" b="b"/>
              <a:pathLst>
                <a:path w="561" h="902" extrusionOk="0">
                  <a:moveTo>
                    <a:pt x="415" y="706"/>
                  </a:moveTo>
                  <a:cubicBezTo>
                    <a:pt x="415" y="705"/>
                    <a:pt x="415" y="704"/>
                    <a:pt x="415" y="704"/>
                  </a:cubicBezTo>
                  <a:cubicBezTo>
                    <a:pt x="415" y="641"/>
                    <a:pt x="425" y="591"/>
                    <a:pt x="444" y="556"/>
                  </a:cubicBezTo>
                  <a:cubicBezTo>
                    <a:pt x="453" y="540"/>
                    <a:pt x="465" y="525"/>
                    <a:pt x="478" y="509"/>
                  </a:cubicBezTo>
                  <a:cubicBezTo>
                    <a:pt x="487" y="498"/>
                    <a:pt x="496" y="487"/>
                    <a:pt x="504" y="475"/>
                  </a:cubicBezTo>
                  <a:cubicBezTo>
                    <a:pt x="542" y="422"/>
                    <a:pt x="555" y="356"/>
                    <a:pt x="559" y="311"/>
                  </a:cubicBezTo>
                  <a:cubicBezTo>
                    <a:pt x="561" y="301"/>
                    <a:pt x="561" y="291"/>
                    <a:pt x="561" y="281"/>
                  </a:cubicBezTo>
                  <a:cubicBezTo>
                    <a:pt x="561" y="126"/>
                    <a:pt x="435" y="0"/>
                    <a:pt x="281" y="0"/>
                  </a:cubicBezTo>
                  <a:cubicBezTo>
                    <a:pt x="126" y="0"/>
                    <a:pt x="0" y="126"/>
                    <a:pt x="0" y="281"/>
                  </a:cubicBezTo>
                  <a:cubicBezTo>
                    <a:pt x="0" y="694"/>
                    <a:pt x="0" y="694"/>
                    <a:pt x="0" y="694"/>
                  </a:cubicBezTo>
                  <a:cubicBezTo>
                    <a:pt x="0" y="809"/>
                    <a:pt x="93" y="902"/>
                    <a:pt x="208" y="902"/>
                  </a:cubicBezTo>
                  <a:cubicBezTo>
                    <a:pt x="318" y="902"/>
                    <a:pt x="409" y="816"/>
                    <a:pt x="415" y="706"/>
                  </a:cubicBezTo>
                  <a:close/>
                  <a:moveTo>
                    <a:pt x="80" y="694"/>
                  </a:moveTo>
                  <a:cubicBezTo>
                    <a:pt x="80" y="281"/>
                    <a:pt x="80" y="281"/>
                    <a:pt x="80" y="281"/>
                  </a:cubicBezTo>
                  <a:cubicBezTo>
                    <a:pt x="80" y="170"/>
                    <a:pt x="170" y="80"/>
                    <a:pt x="281" y="80"/>
                  </a:cubicBezTo>
                  <a:cubicBezTo>
                    <a:pt x="391" y="80"/>
                    <a:pt x="481" y="170"/>
                    <a:pt x="481" y="281"/>
                  </a:cubicBezTo>
                  <a:cubicBezTo>
                    <a:pt x="481" y="288"/>
                    <a:pt x="481" y="295"/>
                    <a:pt x="480" y="302"/>
                  </a:cubicBezTo>
                  <a:cubicBezTo>
                    <a:pt x="476" y="339"/>
                    <a:pt x="466" y="390"/>
                    <a:pt x="439" y="429"/>
                  </a:cubicBezTo>
                  <a:cubicBezTo>
                    <a:pt x="432" y="439"/>
                    <a:pt x="424" y="449"/>
                    <a:pt x="416" y="459"/>
                  </a:cubicBezTo>
                  <a:cubicBezTo>
                    <a:pt x="401" y="477"/>
                    <a:pt x="387" y="495"/>
                    <a:pt x="374" y="517"/>
                  </a:cubicBezTo>
                  <a:cubicBezTo>
                    <a:pt x="348" y="564"/>
                    <a:pt x="335" y="626"/>
                    <a:pt x="335" y="703"/>
                  </a:cubicBezTo>
                  <a:cubicBezTo>
                    <a:pt x="331" y="770"/>
                    <a:pt x="275" y="822"/>
                    <a:pt x="208" y="822"/>
                  </a:cubicBezTo>
                  <a:cubicBezTo>
                    <a:pt x="137" y="822"/>
                    <a:pt x="80" y="765"/>
                    <a:pt x="80" y="6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977;p73">
              <a:extLst>
                <a:ext uri="{FF2B5EF4-FFF2-40B4-BE49-F238E27FC236}">
                  <a16:creationId xmlns:a16="http://schemas.microsoft.com/office/drawing/2014/main" id="{F59DDF99-476D-5C28-50D0-338C5F1F9D4C}"/>
                </a:ext>
              </a:extLst>
            </p:cNvPr>
            <p:cNvSpPr/>
            <p:nvPr/>
          </p:nvSpPr>
          <p:spPr>
            <a:xfrm>
              <a:off x="6269831" y="4548188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209" h="215" extrusionOk="0">
                  <a:moveTo>
                    <a:pt x="40" y="145"/>
                  </a:moveTo>
                  <a:cubicBezTo>
                    <a:pt x="62" y="145"/>
                    <a:pt x="80" y="127"/>
                    <a:pt x="80" y="105"/>
                  </a:cubicBezTo>
                  <a:cubicBezTo>
                    <a:pt x="80" y="91"/>
                    <a:pt x="91" y="80"/>
                    <a:pt x="105" y="80"/>
                  </a:cubicBezTo>
                  <a:cubicBezTo>
                    <a:pt x="118" y="80"/>
                    <a:pt x="129" y="91"/>
                    <a:pt x="129" y="105"/>
                  </a:cubicBezTo>
                  <a:cubicBezTo>
                    <a:pt x="129" y="106"/>
                    <a:pt x="129" y="107"/>
                    <a:pt x="129" y="109"/>
                  </a:cubicBezTo>
                  <a:cubicBezTo>
                    <a:pt x="126" y="134"/>
                    <a:pt x="120" y="149"/>
                    <a:pt x="118" y="152"/>
                  </a:cubicBezTo>
                  <a:cubicBezTo>
                    <a:pt x="106" y="170"/>
                    <a:pt x="110" y="195"/>
                    <a:pt x="128" y="208"/>
                  </a:cubicBezTo>
                  <a:cubicBezTo>
                    <a:pt x="135" y="213"/>
                    <a:pt x="143" y="215"/>
                    <a:pt x="151" y="215"/>
                  </a:cubicBezTo>
                  <a:cubicBezTo>
                    <a:pt x="164" y="215"/>
                    <a:pt x="176" y="209"/>
                    <a:pt x="184" y="198"/>
                  </a:cubicBezTo>
                  <a:cubicBezTo>
                    <a:pt x="196" y="181"/>
                    <a:pt x="205" y="151"/>
                    <a:pt x="208" y="117"/>
                  </a:cubicBezTo>
                  <a:cubicBezTo>
                    <a:pt x="209" y="113"/>
                    <a:pt x="209" y="109"/>
                    <a:pt x="209" y="105"/>
                  </a:cubicBezTo>
                  <a:cubicBezTo>
                    <a:pt x="209" y="47"/>
                    <a:pt x="162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127"/>
                    <a:pt x="18" y="145"/>
                    <a:pt x="40" y="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978;p73">
              <a:extLst>
                <a:ext uri="{FF2B5EF4-FFF2-40B4-BE49-F238E27FC236}">
                  <a16:creationId xmlns:a16="http://schemas.microsoft.com/office/drawing/2014/main" id="{67F33F6E-B243-BE00-CF9A-83EB9ED42D7C}"/>
                </a:ext>
              </a:extLst>
            </p:cNvPr>
            <p:cNvSpPr/>
            <p:nvPr/>
          </p:nvSpPr>
          <p:spPr>
            <a:xfrm>
              <a:off x="6263879" y="4605338"/>
              <a:ext cx="30957" cy="44054"/>
            </a:xfrm>
            <a:custGeom>
              <a:avLst/>
              <a:gdLst/>
              <a:ahLst/>
              <a:cxnLst/>
              <a:rect l="l" t="t" r="r" b="b"/>
              <a:pathLst>
                <a:path w="138" h="193" extrusionOk="0">
                  <a:moveTo>
                    <a:pt x="92" y="135"/>
                  </a:moveTo>
                  <a:cubicBezTo>
                    <a:pt x="91" y="132"/>
                    <a:pt x="85" y="119"/>
                    <a:pt x="90" y="104"/>
                  </a:cubicBezTo>
                  <a:cubicBezTo>
                    <a:pt x="95" y="89"/>
                    <a:pt x="108" y="83"/>
                    <a:pt x="110" y="81"/>
                  </a:cubicBezTo>
                  <a:cubicBezTo>
                    <a:pt x="130" y="72"/>
                    <a:pt x="138" y="48"/>
                    <a:pt x="129" y="28"/>
                  </a:cubicBezTo>
                  <a:cubicBezTo>
                    <a:pt x="119" y="8"/>
                    <a:pt x="95" y="0"/>
                    <a:pt x="75" y="9"/>
                  </a:cubicBezTo>
                  <a:cubicBezTo>
                    <a:pt x="62" y="16"/>
                    <a:pt x="28" y="36"/>
                    <a:pt x="14" y="79"/>
                  </a:cubicBezTo>
                  <a:cubicBezTo>
                    <a:pt x="0" y="122"/>
                    <a:pt x="14" y="158"/>
                    <a:pt x="21" y="171"/>
                  </a:cubicBezTo>
                  <a:cubicBezTo>
                    <a:pt x="28" y="185"/>
                    <a:pt x="42" y="193"/>
                    <a:pt x="57" y="193"/>
                  </a:cubicBezTo>
                  <a:cubicBezTo>
                    <a:pt x="63" y="193"/>
                    <a:pt x="69" y="192"/>
                    <a:pt x="75" y="189"/>
                  </a:cubicBezTo>
                  <a:cubicBezTo>
                    <a:pt x="95" y="178"/>
                    <a:pt x="102" y="154"/>
                    <a:pt x="92" y="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979;p73">
              <a:extLst>
                <a:ext uri="{FF2B5EF4-FFF2-40B4-BE49-F238E27FC236}">
                  <a16:creationId xmlns:a16="http://schemas.microsoft.com/office/drawing/2014/main" id="{2EA72965-46A3-8A6B-F08F-25C11F4F5C12}"/>
                </a:ext>
              </a:extLst>
            </p:cNvPr>
            <p:cNvSpPr/>
            <p:nvPr/>
          </p:nvSpPr>
          <p:spPr>
            <a:xfrm>
              <a:off x="6063854" y="4660106"/>
              <a:ext cx="152400" cy="169069"/>
            </a:xfrm>
            <a:custGeom>
              <a:avLst/>
              <a:gdLst/>
              <a:ahLst/>
              <a:cxnLst/>
              <a:rect l="l" t="t" r="r" b="b"/>
              <a:pathLst>
                <a:path w="682" h="753" extrusionOk="0">
                  <a:moveTo>
                    <a:pt x="584" y="455"/>
                  </a:moveTo>
                  <a:cubicBezTo>
                    <a:pt x="458" y="88"/>
                    <a:pt x="458" y="88"/>
                    <a:pt x="458" y="88"/>
                  </a:cubicBezTo>
                  <a:cubicBezTo>
                    <a:pt x="443" y="35"/>
                    <a:pt x="396" y="0"/>
                    <a:pt x="341" y="0"/>
                  </a:cubicBezTo>
                  <a:cubicBezTo>
                    <a:pt x="286" y="0"/>
                    <a:pt x="239" y="35"/>
                    <a:pt x="224" y="88"/>
                  </a:cubicBezTo>
                  <a:cubicBezTo>
                    <a:pt x="97" y="455"/>
                    <a:pt x="97" y="455"/>
                    <a:pt x="97" y="455"/>
                  </a:cubicBezTo>
                  <a:cubicBezTo>
                    <a:pt x="38" y="480"/>
                    <a:pt x="0" y="540"/>
                    <a:pt x="3" y="605"/>
                  </a:cubicBezTo>
                  <a:cubicBezTo>
                    <a:pt x="7" y="684"/>
                    <a:pt x="70" y="747"/>
                    <a:pt x="149" y="751"/>
                  </a:cubicBezTo>
                  <a:cubicBezTo>
                    <a:pt x="152" y="751"/>
                    <a:pt x="154" y="752"/>
                    <a:pt x="157" y="752"/>
                  </a:cubicBezTo>
                  <a:cubicBezTo>
                    <a:pt x="190" y="752"/>
                    <a:pt x="221" y="742"/>
                    <a:pt x="247" y="723"/>
                  </a:cubicBezTo>
                  <a:cubicBezTo>
                    <a:pt x="276" y="735"/>
                    <a:pt x="308" y="741"/>
                    <a:pt x="341" y="741"/>
                  </a:cubicBezTo>
                  <a:cubicBezTo>
                    <a:pt x="374" y="741"/>
                    <a:pt x="406" y="735"/>
                    <a:pt x="435" y="723"/>
                  </a:cubicBezTo>
                  <a:cubicBezTo>
                    <a:pt x="463" y="743"/>
                    <a:pt x="497" y="753"/>
                    <a:pt x="533" y="751"/>
                  </a:cubicBezTo>
                  <a:cubicBezTo>
                    <a:pt x="612" y="747"/>
                    <a:pt x="675" y="684"/>
                    <a:pt x="679" y="605"/>
                  </a:cubicBezTo>
                  <a:cubicBezTo>
                    <a:pt x="682" y="540"/>
                    <a:pt x="643" y="480"/>
                    <a:pt x="584" y="455"/>
                  </a:cubicBezTo>
                  <a:close/>
                  <a:moveTo>
                    <a:pt x="599" y="601"/>
                  </a:moveTo>
                  <a:cubicBezTo>
                    <a:pt x="597" y="639"/>
                    <a:pt x="567" y="669"/>
                    <a:pt x="529" y="671"/>
                  </a:cubicBezTo>
                  <a:cubicBezTo>
                    <a:pt x="521" y="672"/>
                    <a:pt x="514" y="671"/>
                    <a:pt x="507" y="669"/>
                  </a:cubicBezTo>
                  <a:cubicBezTo>
                    <a:pt x="511" y="657"/>
                    <a:pt x="509" y="643"/>
                    <a:pt x="500" y="632"/>
                  </a:cubicBezTo>
                  <a:cubicBezTo>
                    <a:pt x="487" y="615"/>
                    <a:pt x="462" y="612"/>
                    <a:pt x="444" y="626"/>
                  </a:cubicBezTo>
                  <a:cubicBezTo>
                    <a:pt x="415" y="649"/>
                    <a:pt x="379" y="661"/>
                    <a:pt x="341" y="661"/>
                  </a:cubicBezTo>
                  <a:cubicBezTo>
                    <a:pt x="303" y="661"/>
                    <a:pt x="267" y="649"/>
                    <a:pt x="237" y="626"/>
                  </a:cubicBezTo>
                  <a:cubicBezTo>
                    <a:pt x="220" y="612"/>
                    <a:pt x="195" y="615"/>
                    <a:pt x="181" y="632"/>
                  </a:cubicBezTo>
                  <a:cubicBezTo>
                    <a:pt x="173" y="643"/>
                    <a:pt x="171" y="657"/>
                    <a:pt x="175" y="669"/>
                  </a:cubicBezTo>
                  <a:cubicBezTo>
                    <a:pt x="168" y="671"/>
                    <a:pt x="161" y="672"/>
                    <a:pt x="153" y="671"/>
                  </a:cubicBezTo>
                  <a:cubicBezTo>
                    <a:pt x="115" y="669"/>
                    <a:pt x="85" y="639"/>
                    <a:pt x="83" y="601"/>
                  </a:cubicBezTo>
                  <a:cubicBezTo>
                    <a:pt x="82" y="568"/>
                    <a:pt x="103" y="537"/>
                    <a:pt x="134" y="527"/>
                  </a:cubicBezTo>
                  <a:cubicBezTo>
                    <a:pt x="151" y="521"/>
                    <a:pt x="164" y="508"/>
                    <a:pt x="170" y="491"/>
                  </a:cubicBezTo>
                  <a:cubicBezTo>
                    <a:pt x="300" y="113"/>
                    <a:pt x="300" y="113"/>
                    <a:pt x="300" y="113"/>
                  </a:cubicBezTo>
                  <a:cubicBezTo>
                    <a:pt x="300" y="112"/>
                    <a:pt x="300" y="112"/>
                    <a:pt x="300" y="111"/>
                  </a:cubicBezTo>
                  <a:cubicBezTo>
                    <a:pt x="308" y="82"/>
                    <a:pt x="333" y="80"/>
                    <a:pt x="341" y="80"/>
                  </a:cubicBezTo>
                  <a:cubicBezTo>
                    <a:pt x="348" y="80"/>
                    <a:pt x="374" y="82"/>
                    <a:pt x="382" y="111"/>
                  </a:cubicBezTo>
                  <a:cubicBezTo>
                    <a:pt x="382" y="112"/>
                    <a:pt x="382" y="112"/>
                    <a:pt x="382" y="113"/>
                  </a:cubicBezTo>
                  <a:cubicBezTo>
                    <a:pt x="512" y="491"/>
                    <a:pt x="512" y="491"/>
                    <a:pt x="512" y="491"/>
                  </a:cubicBezTo>
                  <a:cubicBezTo>
                    <a:pt x="517" y="508"/>
                    <a:pt x="531" y="521"/>
                    <a:pt x="548" y="527"/>
                  </a:cubicBezTo>
                  <a:cubicBezTo>
                    <a:pt x="579" y="537"/>
                    <a:pt x="600" y="568"/>
                    <a:pt x="599" y="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980;p73">
              <a:extLst>
                <a:ext uri="{FF2B5EF4-FFF2-40B4-BE49-F238E27FC236}">
                  <a16:creationId xmlns:a16="http://schemas.microsoft.com/office/drawing/2014/main" id="{E1E3109B-3653-5111-0B62-49822AA76921}"/>
                </a:ext>
              </a:extLst>
            </p:cNvPr>
            <p:cNvSpPr/>
            <p:nvPr/>
          </p:nvSpPr>
          <p:spPr>
            <a:xfrm>
              <a:off x="5910263" y="4836319"/>
              <a:ext cx="223836" cy="107157"/>
            </a:xfrm>
            <a:custGeom>
              <a:avLst/>
              <a:gdLst/>
              <a:ahLst/>
              <a:cxnLst/>
              <a:rect l="l" t="t" r="r" b="b"/>
              <a:pathLst>
                <a:path w="997" h="478" extrusionOk="0">
                  <a:moveTo>
                    <a:pt x="961" y="178"/>
                  </a:moveTo>
                  <a:cubicBezTo>
                    <a:pt x="728" y="48"/>
                    <a:pt x="728" y="48"/>
                    <a:pt x="728" y="48"/>
                  </a:cubicBezTo>
                  <a:cubicBezTo>
                    <a:pt x="656" y="0"/>
                    <a:pt x="569" y="1"/>
                    <a:pt x="498" y="48"/>
                  </a:cubicBezTo>
                  <a:cubicBezTo>
                    <a:pt x="428" y="1"/>
                    <a:pt x="341" y="0"/>
                    <a:pt x="269" y="48"/>
                  </a:cubicBezTo>
                  <a:cubicBezTo>
                    <a:pt x="36" y="178"/>
                    <a:pt x="36" y="178"/>
                    <a:pt x="36" y="178"/>
                  </a:cubicBezTo>
                  <a:cubicBezTo>
                    <a:pt x="16" y="188"/>
                    <a:pt x="3" y="208"/>
                    <a:pt x="2" y="231"/>
                  </a:cubicBezTo>
                  <a:cubicBezTo>
                    <a:pt x="0" y="253"/>
                    <a:pt x="10" y="274"/>
                    <a:pt x="27" y="288"/>
                  </a:cubicBezTo>
                  <a:cubicBezTo>
                    <a:pt x="95" y="340"/>
                    <a:pt x="95" y="340"/>
                    <a:pt x="95" y="340"/>
                  </a:cubicBezTo>
                  <a:cubicBezTo>
                    <a:pt x="213" y="430"/>
                    <a:pt x="351" y="478"/>
                    <a:pt x="493" y="478"/>
                  </a:cubicBezTo>
                  <a:cubicBezTo>
                    <a:pt x="504" y="478"/>
                    <a:pt x="504" y="478"/>
                    <a:pt x="504" y="478"/>
                  </a:cubicBezTo>
                  <a:cubicBezTo>
                    <a:pt x="646" y="478"/>
                    <a:pt x="783" y="430"/>
                    <a:pt x="902" y="340"/>
                  </a:cubicBezTo>
                  <a:cubicBezTo>
                    <a:pt x="969" y="288"/>
                    <a:pt x="969" y="288"/>
                    <a:pt x="969" y="288"/>
                  </a:cubicBezTo>
                  <a:cubicBezTo>
                    <a:pt x="987" y="274"/>
                    <a:pt x="997" y="253"/>
                    <a:pt x="995" y="231"/>
                  </a:cubicBezTo>
                  <a:cubicBezTo>
                    <a:pt x="993" y="208"/>
                    <a:pt x="981" y="188"/>
                    <a:pt x="961" y="178"/>
                  </a:cubicBezTo>
                  <a:close/>
                  <a:moveTo>
                    <a:pt x="309" y="117"/>
                  </a:moveTo>
                  <a:cubicBezTo>
                    <a:pt x="310" y="116"/>
                    <a:pt x="311" y="116"/>
                    <a:pt x="312" y="115"/>
                  </a:cubicBezTo>
                  <a:cubicBezTo>
                    <a:pt x="373" y="74"/>
                    <a:pt x="435" y="95"/>
                    <a:pt x="472" y="128"/>
                  </a:cubicBezTo>
                  <a:cubicBezTo>
                    <a:pt x="487" y="142"/>
                    <a:pt x="510" y="142"/>
                    <a:pt x="525" y="128"/>
                  </a:cubicBezTo>
                  <a:cubicBezTo>
                    <a:pt x="562" y="95"/>
                    <a:pt x="624" y="74"/>
                    <a:pt x="685" y="115"/>
                  </a:cubicBezTo>
                  <a:cubicBezTo>
                    <a:pt x="686" y="116"/>
                    <a:pt x="687" y="116"/>
                    <a:pt x="688" y="117"/>
                  </a:cubicBezTo>
                  <a:cubicBezTo>
                    <a:pt x="834" y="198"/>
                    <a:pt x="834" y="198"/>
                    <a:pt x="834" y="198"/>
                  </a:cubicBezTo>
                  <a:cubicBezTo>
                    <a:pt x="723" y="211"/>
                    <a:pt x="610" y="218"/>
                    <a:pt x="498" y="218"/>
                  </a:cubicBezTo>
                  <a:cubicBezTo>
                    <a:pt x="386" y="218"/>
                    <a:pt x="273" y="212"/>
                    <a:pt x="161" y="199"/>
                  </a:cubicBezTo>
                  <a:lnTo>
                    <a:pt x="309" y="117"/>
                  </a:lnTo>
                  <a:close/>
                  <a:moveTo>
                    <a:pt x="493" y="398"/>
                  </a:moveTo>
                  <a:cubicBezTo>
                    <a:pt x="370" y="398"/>
                    <a:pt x="250" y="357"/>
                    <a:pt x="146" y="278"/>
                  </a:cubicBezTo>
                  <a:cubicBezTo>
                    <a:pt x="261" y="291"/>
                    <a:pt x="377" y="298"/>
                    <a:pt x="493" y="298"/>
                  </a:cubicBezTo>
                  <a:cubicBezTo>
                    <a:pt x="495" y="298"/>
                    <a:pt x="497" y="298"/>
                    <a:pt x="498" y="298"/>
                  </a:cubicBezTo>
                  <a:cubicBezTo>
                    <a:pt x="616" y="298"/>
                    <a:pt x="735" y="291"/>
                    <a:pt x="853" y="277"/>
                  </a:cubicBezTo>
                  <a:cubicBezTo>
                    <a:pt x="749" y="356"/>
                    <a:pt x="628" y="398"/>
                    <a:pt x="504" y="398"/>
                  </a:cubicBezTo>
                  <a:cubicBezTo>
                    <a:pt x="493" y="398"/>
                    <a:pt x="493" y="398"/>
                    <a:pt x="493" y="3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981;p73">
              <a:extLst>
                <a:ext uri="{FF2B5EF4-FFF2-40B4-BE49-F238E27FC236}">
                  <a16:creationId xmlns:a16="http://schemas.microsoft.com/office/drawing/2014/main" id="{492DF051-4AFB-041E-645E-DAE15AE334D8}"/>
                </a:ext>
              </a:extLst>
            </p:cNvPr>
            <p:cNvSpPr/>
            <p:nvPr/>
          </p:nvSpPr>
          <p:spPr>
            <a:xfrm>
              <a:off x="6247210" y="4747022"/>
              <a:ext cx="120253" cy="220266"/>
            </a:xfrm>
            <a:custGeom>
              <a:avLst/>
              <a:gdLst/>
              <a:ahLst/>
              <a:cxnLst/>
              <a:rect l="l" t="t" r="r" b="b"/>
              <a:pathLst>
                <a:path w="537" h="984" extrusionOk="0">
                  <a:moveTo>
                    <a:pt x="269" y="0"/>
                  </a:moveTo>
                  <a:cubicBezTo>
                    <a:pt x="268" y="0"/>
                    <a:pt x="268" y="0"/>
                    <a:pt x="268" y="0"/>
                  </a:cubicBezTo>
                  <a:cubicBezTo>
                    <a:pt x="120" y="0"/>
                    <a:pt x="0" y="120"/>
                    <a:pt x="0" y="268"/>
                  </a:cubicBezTo>
                  <a:cubicBezTo>
                    <a:pt x="0" y="904"/>
                    <a:pt x="0" y="904"/>
                    <a:pt x="0" y="904"/>
                  </a:cubicBezTo>
                  <a:cubicBezTo>
                    <a:pt x="0" y="948"/>
                    <a:pt x="36" y="984"/>
                    <a:pt x="80" y="984"/>
                  </a:cubicBezTo>
                  <a:cubicBezTo>
                    <a:pt x="457" y="984"/>
                    <a:pt x="457" y="984"/>
                    <a:pt x="457" y="984"/>
                  </a:cubicBezTo>
                  <a:cubicBezTo>
                    <a:pt x="501" y="984"/>
                    <a:pt x="537" y="948"/>
                    <a:pt x="537" y="904"/>
                  </a:cubicBezTo>
                  <a:cubicBezTo>
                    <a:pt x="537" y="268"/>
                    <a:pt x="537" y="268"/>
                    <a:pt x="537" y="268"/>
                  </a:cubicBezTo>
                  <a:cubicBezTo>
                    <a:pt x="537" y="120"/>
                    <a:pt x="417" y="0"/>
                    <a:pt x="269" y="0"/>
                  </a:cubicBezTo>
                  <a:close/>
                  <a:moveTo>
                    <a:pt x="269" y="80"/>
                  </a:moveTo>
                  <a:cubicBezTo>
                    <a:pt x="286" y="80"/>
                    <a:pt x="303" y="82"/>
                    <a:pt x="319" y="87"/>
                  </a:cubicBezTo>
                  <a:cubicBezTo>
                    <a:pt x="319" y="224"/>
                    <a:pt x="319" y="224"/>
                    <a:pt x="319" y="224"/>
                  </a:cubicBezTo>
                  <a:cubicBezTo>
                    <a:pt x="319" y="252"/>
                    <a:pt x="297" y="275"/>
                    <a:pt x="269" y="275"/>
                  </a:cubicBezTo>
                  <a:cubicBezTo>
                    <a:pt x="241" y="275"/>
                    <a:pt x="218" y="252"/>
                    <a:pt x="218" y="224"/>
                  </a:cubicBezTo>
                  <a:cubicBezTo>
                    <a:pt x="218" y="87"/>
                    <a:pt x="218" y="87"/>
                    <a:pt x="218" y="87"/>
                  </a:cubicBezTo>
                  <a:cubicBezTo>
                    <a:pt x="234" y="82"/>
                    <a:pt x="251" y="80"/>
                    <a:pt x="268" y="80"/>
                  </a:cubicBezTo>
                  <a:lnTo>
                    <a:pt x="269" y="80"/>
                  </a:lnTo>
                  <a:close/>
                  <a:moveTo>
                    <a:pt x="457" y="904"/>
                  </a:moveTo>
                  <a:cubicBezTo>
                    <a:pt x="80" y="904"/>
                    <a:pt x="80" y="904"/>
                    <a:pt x="80" y="904"/>
                  </a:cubicBezTo>
                  <a:cubicBezTo>
                    <a:pt x="80" y="268"/>
                    <a:pt x="80" y="268"/>
                    <a:pt x="80" y="268"/>
                  </a:cubicBezTo>
                  <a:cubicBezTo>
                    <a:pt x="80" y="215"/>
                    <a:pt x="102" y="167"/>
                    <a:pt x="138" y="133"/>
                  </a:cubicBezTo>
                  <a:cubicBezTo>
                    <a:pt x="138" y="224"/>
                    <a:pt x="138" y="224"/>
                    <a:pt x="138" y="224"/>
                  </a:cubicBezTo>
                  <a:cubicBezTo>
                    <a:pt x="138" y="296"/>
                    <a:pt x="196" y="355"/>
                    <a:pt x="269" y="355"/>
                  </a:cubicBezTo>
                  <a:cubicBezTo>
                    <a:pt x="341" y="355"/>
                    <a:pt x="399" y="296"/>
                    <a:pt x="399" y="224"/>
                  </a:cubicBezTo>
                  <a:cubicBezTo>
                    <a:pt x="399" y="133"/>
                    <a:pt x="399" y="133"/>
                    <a:pt x="399" y="133"/>
                  </a:cubicBezTo>
                  <a:cubicBezTo>
                    <a:pt x="435" y="167"/>
                    <a:pt x="457" y="215"/>
                    <a:pt x="457" y="268"/>
                  </a:cubicBezTo>
                  <a:cubicBezTo>
                    <a:pt x="457" y="904"/>
                    <a:pt x="457" y="904"/>
                    <a:pt x="457" y="904"/>
                  </a:cubicBezTo>
                  <a:cubicBezTo>
                    <a:pt x="457" y="904"/>
                    <a:pt x="457" y="904"/>
                    <a:pt x="457" y="9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82;p73">
              <a:extLst>
                <a:ext uri="{FF2B5EF4-FFF2-40B4-BE49-F238E27FC236}">
                  <a16:creationId xmlns:a16="http://schemas.microsoft.com/office/drawing/2014/main" id="{C62053A7-C9E0-977C-5D25-BD93FC86C423}"/>
                </a:ext>
              </a:extLst>
            </p:cNvPr>
            <p:cNvSpPr/>
            <p:nvPr/>
          </p:nvSpPr>
          <p:spPr>
            <a:xfrm>
              <a:off x="6284119" y="4905375"/>
              <a:ext cx="46435" cy="17860"/>
            </a:xfrm>
            <a:custGeom>
              <a:avLst/>
              <a:gdLst/>
              <a:ahLst/>
              <a:cxnLst/>
              <a:rect l="l" t="t" r="r" b="b"/>
              <a:pathLst>
                <a:path w="205" h="80" extrusionOk="0">
                  <a:moveTo>
                    <a:pt x="16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165" y="80"/>
                    <a:pt x="165" y="80"/>
                    <a:pt x="165" y="80"/>
                  </a:cubicBezTo>
                  <a:cubicBezTo>
                    <a:pt x="187" y="80"/>
                    <a:pt x="205" y="62"/>
                    <a:pt x="205" y="40"/>
                  </a:cubicBezTo>
                  <a:cubicBezTo>
                    <a:pt x="205" y="18"/>
                    <a:pt x="187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983;p73">
              <a:extLst>
                <a:ext uri="{FF2B5EF4-FFF2-40B4-BE49-F238E27FC236}">
                  <a16:creationId xmlns:a16="http://schemas.microsoft.com/office/drawing/2014/main" id="{8518B0D7-98F0-2A9B-4DCA-C8B3526C5365}"/>
                </a:ext>
              </a:extLst>
            </p:cNvPr>
            <p:cNvSpPr/>
            <p:nvPr/>
          </p:nvSpPr>
          <p:spPr>
            <a:xfrm>
              <a:off x="6284119" y="4860131"/>
              <a:ext cx="46435" cy="17860"/>
            </a:xfrm>
            <a:custGeom>
              <a:avLst/>
              <a:gdLst/>
              <a:ahLst/>
              <a:cxnLst/>
              <a:rect l="l" t="t" r="r" b="b"/>
              <a:pathLst>
                <a:path w="205" h="80" extrusionOk="0">
                  <a:moveTo>
                    <a:pt x="16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165" y="80"/>
                    <a:pt x="165" y="80"/>
                    <a:pt x="165" y="80"/>
                  </a:cubicBezTo>
                  <a:cubicBezTo>
                    <a:pt x="187" y="80"/>
                    <a:pt x="205" y="62"/>
                    <a:pt x="205" y="40"/>
                  </a:cubicBezTo>
                  <a:cubicBezTo>
                    <a:pt x="205" y="18"/>
                    <a:pt x="187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984;p73">
              <a:extLst>
                <a:ext uri="{FF2B5EF4-FFF2-40B4-BE49-F238E27FC236}">
                  <a16:creationId xmlns:a16="http://schemas.microsoft.com/office/drawing/2014/main" id="{41B75200-5239-8E12-4351-5BBBD18306C6}"/>
                </a:ext>
              </a:extLst>
            </p:cNvPr>
            <p:cNvSpPr/>
            <p:nvPr/>
          </p:nvSpPr>
          <p:spPr>
            <a:xfrm>
              <a:off x="6144816" y="4574381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4750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72"/>
          <p:cNvSpPr/>
          <p:nvPr/>
        </p:nvSpPr>
        <p:spPr>
          <a:xfrm>
            <a:off x="3427913" y="3030593"/>
            <a:ext cx="552300" cy="552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0" name="Google Shape;1460;p72"/>
          <p:cNvSpPr/>
          <p:nvPr/>
        </p:nvSpPr>
        <p:spPr>
          <a:xfrm>
            <a:off x="4295788" y="3030593"/>
            <a:ext cx="552300" cy="552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1" name="Google Shape;1461;p72"/>
          <p:cNvSpPr/>
          <p:nvPr/>
        </p:nvSpPr>
        <p:spPr>
          <a:xfrm>
            <a:off x="5163663" y="3030593"/>
            <a:ext cx="552300" cy="552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2" name="Google Shape;1462;p72"/>
          <p:cNvSpPr txBox="1">
            <a:spLocks noGrp="1"/>
          </p:cNvSpPr>
          <p:nvPr>
            <p:ph type="subTitle" idx="1"/>
          </p:nvPr>
        </p:nvSpPr>
        <p:spPr>
          <a:xfrm>
            <a:off x="2347900" y="1736225"/>
            <a:ext cx="4448100" cy="11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Do you have any questions?</a:t>
            </a:r>
            <a:endParaRPr sz="1600" b="1"/>
          </a:p>
        </p:txBody>
      </p:sp>
      <p:sp>
        <p:nvSpPr>
          <p:cNvPr id="1475" name="Google Shape;1475;p72"/>
          <p:cNvSpPr txBox="1">
            <a:spLocks noGrp="1"/>
          </p:cNvSpPr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476" name="Google Shape;1476;p72"/>
          <p:cNvGrpSpPr/>
          <p:nvPr/>
        </p:nvGrpSpPr>
        <p:grpSpPr>
          <a:xfrm rot="-899960">
            <a:off x="710367" y="3840519"/>
            <a:ext cx="1022969" cy="1022969"/>
            <a:chOff x="509328" y="3754368"/>
            <a:chExt cx="1023000" cy="1023000"/>
          </a:xfrm>
        </p:grpSpPr>
        <p:sp>
          <p:nvSpPr>
            <p:cNvPr id="1477" name="Google Shape;1477;p72"/>
            <p:cNvSpPr/>
            <p:nvPr/>
          </p:nvSpPr>
          <p:spPr>
            <a:xfrm>
              <a:off x="509328" y="3754368"/>
              <a:ext cx="1023000" cy="102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1478" name="Google Shape;1478;p72"/>
            <p:cNvGrpSpPr/>
            <p:nvPr/>
          </p:nvGrpSpPr>
          <p:grpSpPr>
            <a:xfrm>
              <a:off x="762534" y="4000003"/>
              <a:ext cx="516585" cy="531736"/>
              <a:chOff x="7755731" y="176213"/>
              <a:chExt cx="446487" cy="459582"/>
            </a:xfrm>
          </p:grpSpPr>
          <p:sp>
            <p:nvSpPr>
              <p:cNvPr id="1479" name="Google Shape;1479;p72"/>
              <p:cNvSpPr/>
              <p:nvPr/>
            </p:nvSpPr>
            <p:spPr>
              <a:xfrm>
                <a:off x="7765256" y="309563"/>
                <a:ext cx="177404" cy="186928"/>
              </a:xfrm>
              <a:custGeom>
                <a:avLst/>
                <a:gdLst/>
                <a:ahLst/>
                <a:cxnLst/>
                <a:rect l="l" t="t" r="r" b="b"/>
                <a:pathLst>
                  <a:path w="788" h="830" extrusionOk="0">
                    <a:moveTo>
                      <a:pt x="681" y="609"/>
                    </a:moveTo>
                    <a:cubicBezTo>
                      <a:pt x="684" y="530"/>
                      <a:pt x="684" y="530"/>
                      <a:pt x="684" y="530"/>
                    </a:cubicBezTo>
                    <a:cubicBezTo>
                      <a:pt x="727" y="530"/>
                      <a:pt x="727" y="530"/>
                      <a:pt x="727" y="530"/>
                    </a:cubicBezTo>
                    <a:cubicBezTo>
                      <a:pt x="764" y="530"/>
                      <a:pt x="788" y="490"/>
                      <a:pt x="770" y="457"/>
                    </a:cubicBezTo>
                    <a:cubicBezTo>
                      <a:pt x="770" y="457"/>
                      <a:pt x="691" y="336"/>
                      <a:pt x="691" y="336"/>
                    </a:cubicBezTo>
                    <a:cubicBezTo>
                      <a:pt x="690" y="286"/>
                      <a:pt x="690" y="286"/>
                      <a:pt x="690" y="286"/>
                    </a:cubicBezTo>
                    <a:cubicBezTo>
                      <a:pt x="690" y="276"/>
                      <a:pt x="689" y="265"/>
                      <a:pt x="687" y="255"/>
                    </a:cubicBezTo>
                    <a:cubicBezTo>
                      <a:pt x="684" y="237"/>
                      <a:pt x="680" y="218"/>
                      <a:pt x="673" y="200"/>
                    </a:cubicBezTo>
                    <a:cubicBezTo>
                      <a:pt x="662" y="168"/>
                      <a:pt x="645" y="138"/>
                      <a:pt x="622" y="113"/>
                    </a:cubicBezTo>
                    <a:cubicBezTo>
                      <a:pt x="579" y="64"/>
                      <a:pt x="517" y="32"/>
                      <a:pt x="452" y="20"/>
                    </a:cubicBezTo>
                    <a:cubicBezTo>
                      <a:pt x="344" y="0"/>
                      <a:pt x="233" y="21"/>
                      <a:pt x="149" y="96"/>
                    </a:cubicBezTo>
                    <a:cubicBezTo>
                      <a:pt x="18" y="212"/>
                      <a:pt x="0" y="417"/>
                      <a:pt x="110" y="553"/>
                    </a:cubicBezTo>
                    <a:cubicBezTo>
                      <a:pt x="129" y="576"/>
                      <a:pt x="150" y="597"/>
                      <a:pt x="175" y="615"/>
                    </a:cubicBezTo>
                    <a:cubicBezTo>
                      <a:pt x="194" y="628"/>
                      <a:pt x="205" y="650"/>
                      <a:pt x="205" y="673"/>
                    </a:cubicBezTo>
                    <a:cubicBezTo>
                      <a:pt x="205" y="802"/>
                      <a:pt x="205" y="802"/>
                      <a:pt x="205" y="802"/>
                    </a:cubicBezTo>
                    <a:cubicBezTo>
                      <a:pt x="205" y="817"/>
                      <a:pt x="218" y="830"/>
                      <a:pt x="234" y="830"/>
                    </a:cubicBezTo>
                    <a:cubicBezTo>
                      <a:pt x="486" y="830"/>
                      <a:pt x="486" y="830"/>
                      <a:pt x="486" y="830"/>
                    </a:cubicBezTo>
                    <a:cubicBezTo>
                      <a:pt x="502" y="830"/>
                      <a:pt x="514" y="817"/>
                      <a:pt x="514" y="802"/>
                    </a:cubicBezTo>
                    <a:cubicBezTo>
                      <a:pt x="514" y="774"/>
                      <a:pt x="514" y="774"/>
                      <a:pt x="514" y="774"/>
                    </a:cubicBezTo>
                    <a:cubicBezTo>
                      <a:pt x="514" y="743"/>
                      <a:pt x="540" y="718"/>
                      <a:pt x="571" y="718"/>
                    </a:cubicBezTo>
                    <a:cubicBezTo>
                      <a:pt x="571" y="718"/>
                      <a:pt x="571" y="718"/>
                      <a:pt x="571" y="718"/>
                    </a:cubicBezTo>
                    <a:cubicBezTo>
                      <a:pt x="631" y="718"/>
                      <a:pt x="680" y="669"/>
                      <a:pt x="681" y="6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72"/>
              <p:cNvSpPr/>
              <p:nvPr/>
            </p:nvSpPr>
            <p:spPr>
              <a:xfrm>
                <a:off x="8084344" y="185738"/>
                <a:ext cx="109500" cy="10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72"/>
              <p:cNvSpPr/>
              <p:nvPr/>
            </p:nvSpPr>
            <p:spPr>
              <a:xfrm>
                <a:off x="8084344" y="351235"/>
                <a:ext cx="109500" cy="109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72"/>
              <p:cNvSpPr/>
              <p:nvPr/>
            </p:nvSpPr>
            <p:spPr>
              <a:xfrm>
                <a:off x="8084344" y="517922"/>
                <a:ext cx="109500" cy="109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72"/>
              <p:cNvSpPr/>
              <p:nvPr/>
            </p:nvSpPr>
            <p:spPr>
              <a:xfrm>
                <a:off x="7755731" y="300038"/>
                <a:ext cx="194074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864" h="913" extrusionOk="0">
                    <a:moveTo>
                      <a:pt x="599" y="845"/>
                    </a:moveTo>
                    <a:cubicBezTo>
                      <a:pt x="599" y="817"/>
                      <a:pt x="599" y="817"/>
                      <a:pt x="599" y="817"/>
                    </a:cubicBezTo>
                    <a:cubicBezTo>
                      <a:pt x="599" y="808"/>
                      <a:pt x="606" y="801"/>
                      <a:pt x="615" y="801"/>
                    </a:cubicBezTo>
                    <a:cubicBezTo>
                      <a:pt x="697" y="800"/>
                      <a:pt x="763" y="736"/>
                      <a:pt x="765" y="653"/>
                    </a:cubicBezTo>
                    <a:cubicBezTo>
                      <a:pt x="767" y="613"/>
                      <a:pt x="767" y="613"/>
                      <a:pt x="767" y="613"/>
                    </a:cubicBezTo>
                    <a:cubicBezTo>
                      <a:pt x="771" y="613"/>
                      <a:pt x="771" y="613"/>
                      <a:pt x="771" y="613"/>
                    </a:cubicBezTo>
                    <a:cubicBezTo>
                      <a:pt x="803" y="613"/>
                      <a:pt x="831" y="597"/>
                      <a:pt x="847" y="569"/>
                    </a:cubicBezTo>
                    <a:cubicBezTo>
                      <a:pt x="864" y="542"/>
                      <a:pt x="864" y="509"/>
                      <a:pt x="849" y="481"/>
                    </a:cubicBezTo>
                    <a:cubicBezTo>
                      <a:pt x="848" y="480"/>
                      <a:pt x="848" y="479"/>
                      <a:pt x="847" y="479"/>
                    </a:cubicBezTo>
                    <a:cubicBezTo>
                      <a:pt x="847" y="479"/>
                      <a:pt x="794" y="396"/>
                      <a:pt x="775" y="367"/>
                    </a:cubicBezTo>
                    <a:cubicBezTo>
                      <a:pt x="774" y="329"/>
                      <a:pt x="774" y="329"/>
                      <a:pt x="774" y="329"/>
                    </a:cubicBezTo>
                    <a:cubicBezTo>
                      <a:pt x="774" y="328"/>
                      <a:pt x="774" y="327"/>
                      <a:pt x="774" y="327"/>
                    </a:cubicBezTo>
                    <a:cubicBezTo>
                      <a:pt x="774" y="315"/>
                      <a:pt x="772" y="303"/>
                      <a:pt x="770" y="292"/>
                    </a:cubicBezTo>
                    <a:cubicBezTo>
                      <a:pt x="767" y="270"/>
                      <a:pt x="762" y="250"/>
                      <a:pt x="755" y="230"/>
                    </a:cubicBezTo>
                    <a:cubicBezTo>
                      <a:pt x="742" y="192"/>
                      <a:pt x="722" y="158"/>
                      <a:pt x="696" y="129"/>
                    </a:cubicBezTo>
                    <a:cubicBezTo>
                      <a:pt x="649" y="76"/>
                      <a:pt x="581" y="38"/>
                      <a:pt x="504" y="24"/>
                    </a:cubicBezTo>
                    <a:cubicBezTo>
                      <a:pt x="375" y="0"/>
                      <a:pt x="255" y="30"/>
                      <a:pt x="166" y="109"/>
                    </a:cubicBezTo>
                    <a:cubicBezTo>
                      <a:pt x="19" y="239"/>
                      <a:pt x="0" y="469"/>
                      <a:pt x="123" y="621"/>
                    </a:cubicBezTo>
                    <a:cubicBezTo>
                      <a:pt x="144" y="647"/>
                      <a:pt x="168" y="670"/>
                      <a:pt x="195" y="690"/>
                    </a:cubicBezTo>
                    <a:cubicBezTo>
                      <a:pt x="204" y="696"/>
                      <a:pt x="209" y="706"/>
                      <a:pt x="209" y="716"/>
                    </a:cubicBezTo>
                    <a:cubicBezTo>
                      <a:pt x="209" y="845"/>
                      <a:pt x="209" y="845"/>
                      <a:pt x="209" y="845"/>
                    </a:cubicBezTo>
                    <a:cubicBezTo>
                      <a:pt x="209" y="882"/>
                      <a:pt x="240" y="913"/>
                      <a:pt x="278" y="913"/>
                    </a:cubicBezTo>
                    <a:cubicBezTo>
                      <a:pt x="530" y="913"/>
                      <a:pt x="530" y="913"/>
                      <a:pt x="530" y="913"/>
                    </a:cubicBezTo>
                    <a:cubicBezTo>
                      <a:pt x="568" y="913"/>
                      <a:pt x="599" y="882"/>
                      <a:pt x="599" y="845"/>
                    </a:cubicBezTo>
                    <a:close/>
                    <a:moveTo>
                      <a:pt x="519" y="817"/>
                    </a:moveTo>
                    <a:cubicBezTo>
                      <a:pt x="519" y="833"/>
                      <a:pt x="519" y="833"/>
                      <a:pt x="519" y="833"/>
                    </a:cubicBezTo>
                    <a:cubicBezTo>
                      <a:pt x="289" y="833"/>
                      <a:pt x="289" y="833"/>
                      <a:pt x="289" y="833"/>
                    </a:cubicBezTo>
                    <a:cubicBezTo>
                      <a:pt x="289" y="716"/>
                      <a:pt x="289" y="716"/>
                      <a:pt x="289" y="716"/>
                    </a:cubicBezTo>
                    <a:cubicBezTo>
                      <a:pt x="289" y="680"/>
                      <a:pt x="272" y="646"/>
                      <a:pt x="242" y="625"/>
                    </a:cubicBezTo>
                    <a:cubicBezTo>
                      <a:pt x="221" y="610"/>
                      <a:pt x="201" y="591"/>
                      <a:pt x="185" y="571"/>
                    </a:cubicBezTo>
                    <a:cubicBezTo>
                      <a:pt x="88" y="451"/>
                      <a:pt x="104" y="271"/>
                      <a:pt x="219" y="169"/>
                    </a:cubicBezTo>
                    <a:cubicBezTo>
                      <a:pt x="289" y="107"/>
                      <a:pt x="385" y="83"/>
                      <a:pt x="489" y="103"/>
                    </a:cubicBezTo>
                    <a:cubicBezTo>
                      <a:pt x="549" y="114"/>
                      <a:pt x="601" y="142"/>
                      <a:pt x="636" y="182"/>
                    </a:cubicBezTo>
                    <a:cubicBezTo>
                      <a:pt x="655" y="204"/>
                      <a:pt x="670" y="229"/>
                      <a:pt x="680" y="257"/>
                    </a:cubicBezTo>
                    <a:cubicBezTo>
                      <a:pt x="685" y="272"/>
                      <a:pt x="689" y="288"/>
                      <a:pt x="691" y="304"/>
                    </a:cubicBezTo>
                    <a:cubicBezTo>
                      <a:pt x="693" y="313"/>
                      <a:pt x="694" y="322"/>
                      <a:pt x="694" y="331"/>
                    </a:cubicBezTo>
                    <a:cubicBezTo>
                      <a:pt x="695" y="380"/>
                      <a:pt x="695" y="380"/>
                      <a:pt x="695" y="380"/>
                    </a:cubicBezTo>
                    <a:cubicBezTo>
                      <a:pt x="696" y="387"/>
                      <a:pt x="697" y="393"/>
                      <a:pt x="701" y="399"/>
                    </a:cubicBezTo>
                    <a:cubicBezTo>
                      <a:pt x="701" y="400"/>
                      <a:pt x="701" y="400"/>
                      <a:pt x="779" y="520"/>
                    </a:cubicBezTo>
                    <a:cubicBezTo>
                      <a:pt x="781" y="524"/>
                      <a:pt x="780" y="527"/>
                      <a:pt x="779" y="529"/>
                    </a:cubicBezTo>
                    <a:cubicBezTo>
                      <a:pt x="777" y="531"/>
                      <a:pt x="775" y="533"/>
                      <a:pt x="771" y="533"/>
                    </a:cubicBezTo>
                    <a:cubicBezTo>
                      <a:pt x="728" y="533"/>
                      <a:pt x="728" y="533"/>
                      <a:pt x="728" y="533"/>
                    </a:cubicBezTo>
                    <a:cubicBezTo>
                      <a:pt x="707" y="533"/>
                      <a:pt x="689" y="550"/>
                      <a:pt x="688" y="572"/>
                    </a:cubicBezTo>
                    <a:cubicBezTo>
                      <a:pt x="685" y="651"/>
                      <a:pt x="685" y="651"/>
                      <a:pt x="685" y="651"/>
                    </a:cubicBezTo>
                    <a:cubicBezTo>
                      <a:pt x="685" y="651"/>
                      <a:pt x="685" y="651"/>
                      <a:pt x="685" y="651"/>
                    </a:cubicBezTo>
                    <a:cubicBezTo>
                      <a:pt x="685" y="690"/>
                      <a:pt x="654" y="721"/>
                      <a:pt x="614" y="721"/>
                    </a:cubicBezTo>
                    <a:cubicBezTo>
                      <a:pt x="562" y="721"/>
                      <a:pt x="519" y="764"/>
                      <a:pt x="519" y="8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4" name="Google Shape;1484;p72"/>
              <p:cNvSpPr/>
              <p:nvPr/>
            </p:nvSpPr>
            <p:spPr>
              <a:xfrm>
                <a:off x="8111729" y="213122"/>
                <a:ext cx="54769" cy="5357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42" extrusionOk="0">
                    <a:moveTo>
                      <a:pt x="121" y="242"/>
                    </a:moveTo>
                    <a:cubicBezTo>
                      <a:pt x="188" y="242"/>
                      <a:pt x="242" y="187"/>
                      <a:pt x="242" y="121"/>
                    </a:cubicBezTo>
                    <a:cubicBezTo>
                      <a:pt x="242" y="54"/>
                      <a:pt x="188" y="0"/>
                      <a:pt x="121" y="0"/>
                    </a:cubicBezTo>
                    <a:cubicBezTo>
                      <a:pt x="54" y="0"/>
                      <a:pt x="0" y="54"/>
                      <a:pt x="0" y="121"/>
                    </a:cubicBezTo>
                    <a:cubicBezTo>
                      <a:pt x="0" y="187"/>
                      <a:pt x="54" y="242"/>
                      <a:pt x="121" y="242"/>
                    </a:cubicBezTo>
                    <a:close/>
                    <a:moveTo>
                      <a:pt x="121" y="80"/>
                    </a:moveTo>
                    <a:cubicBezTo>
                      <a:pt x="143" y="80"/>
                      <a:pt x="162" y="98"/>
                      <a:pt x="162" y="121"/>
                    </a:cubicBezTo>
                    <a:cubicBezTo>
                      <a:pt x="162" y="143"/>
                      <a:pt x="143" y="162"/>
                      <a:pt x="121" y="162"/>
                    </a:cubicBezTo>
                    <a:cubicBezTo>
                      <a:pt x="98" y="162"/>
                      <a:pt x="80" y="143"/>
                      <a:pt x="80" y="121"/>
                    </a:cubicBezTo>
                    <a:cubicBezTo>
                      <a:pt x="80" y="98"/>
                      <a:pt x="98" y="80"/>
                      <a:pt x="121" y="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5" name="Google Shape;1485;p72"/>
              <p:cNvSpPr/>
              <p:nvPr/>
            </p:nvSpPr>
            <p:spPr>
              <a:xfrm>
                <a:off x="7970044" y="342900"/>
                <a:ext cx="232171" cy="126207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566" extrusionOk="0">
                    <a:moveTo>
                      <a:pt x="754" y="0"/>
                    </a:moveTo>
                    <a:cubicBezTo>
                      <a:pt x="611" y="0"/>
                      <a:pt x="493" y="106"/>
                      <a:pt x="474" y="243"/>
                    </a:cubicBezTo>
                    <a:cubicBezTo>
                      <a:pt x="134" y="243"/>
                      <a:pt x="134" y="243"/>
                      <a:pt x="134" y="243"/>
                    </a:cubicBezTo>
                    <a:cubicBezTo>
                      <a:pt x="136" y="240"/>
                      <a:pt x="136" y="240"/>
                      <a:pt x="136" y="240"/>
                    </a:cubicBezTo>
                    <a:cubicBezTo>
                      <a:pt x="151" y="223"/>
                      <a:pt x="150" y="198"/>
                      <a:pt x="134" y="183"/>
                    </a:cubicBezTo>
                    <a:cubicBezTo>
                      <a:pt x="118" y="168"/>
                      <a:pt x="92" y="169"/>
                      <a:pt x="77" y="186"/>
                    </a:cubicBezTo>
                    <a:cubicBezTo>
                      <a:pt x="14" y="256"/>
                      <a:pt x="14" y="256"/>
                      <a:pt x="14" y="256"/>
                    </a:cubicBezTo>
                    <a:cubicBezTo>
                      <a:pt x="0" y="271"/>
                      <a:pt x="0" y="294"/>
                      <a:pt x="14" y="310"/>
                    </a:cubicBezTo>
                    <a:cubicBezTo>
                      <a:pt x="77" y="380"/>
                      <a:pt x="77" y="380"/>
                      <a:pt x="77" y="380"/>
                    </a:cubicBezTo>
                    <a:cubicBezTo>
                      <a:pt x="85" y="388"/>
                      <a:pt x="96" y="393"/>
                      <a:pt x="107" y="393"/>
                    </a:cubicBezTo>
                    <a:cubicBezTo>
                      <a:pt x="117" y="393"/>
                      <a:pt x="126" y="389"/>
                      <a:pt x="134" y="382"/>
                    </a:cubicBezTo>
                    <a:cubicBezTo>
                      <a:pt x="150" y="367"/>
                      <a:pt x="151" y="342"/>
                      <a:pt x="136" y="326"/>
                    </a:cubicBezTo>
                    <a:cubicBezTo>
                      <a:pt x="134" y="323"/>
                      <a:pt x="134" y="323"/>
                      <a:pt x="134" y="323"/>
                    </a:cubicBezTo>
                    <a:cubicBezTo>
                      <a:pt x="474" y="323"/>
                      <a:pt x="474" y="323"/>
                      <a:pt x="474" y="323"/>
                    </a:cubicBezTo>
                    <a:cubicBezTo>
                      <a:pt x="493" y="460"/>
                      <a:pt x="611" y="566"/>
                      <a:pt x="754" y="566"/>
                    </a:cubicBezTo>
                    <a:cubicBezTo>
                      <a:pt x="910" y="566"/>
                      <a:pt x="1037" y="439"/>
                      <a:pt x="1037" y="283"/>
                    </a:cubicBezTo>
                    <a:cubicBezTo>
                      <a:pt x="1037" y="127"/>
                      <a:pt x="910" y="0"/>
                      <a:pt x="754" y="0"/>
                    </a:cubicBezTo>
                    <a:close/>
                    <a:moveTo>
                      <a:pt x="754" y="486"/>
                    </a:moveTo>
                    <a:cubicBezTo>
                      <a:pt x="642" y="486"/>
                      <a:pt x="551" y="395"/>
                      <a:pt x="551" y="283"/>
                    </a:cubicBezTo>
                    <a:cubicBezTo>
                      <a:pt x="551" y="171"/>
                      <a:pt x="642" y="80"/>
                      <a:pt x="754" y="80"/>
                    </a:cubicBezTo>
                    <a:cubicBezTo>
                      <a:pt x="866" y="80"/>
                      <a:pt x="957" y="171"/>
                      <a:pt x="957" y="283"/>
                    </a:cubicBezTo>
                    <a:cubicBezTo>
                      <a:pt x="957" y="395"/>
                      <a:pt x="866" y="486"/>
                      <a:pt x="754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6" name="Google Shape;1486;p72"/>
              <p:cNvSpPr/>
              <p:nvPr/>
            </p:nvSpPr>
            <p:spPr>
              <a:xfrm>
                <a:off x="8111729" y="378619"/>
                <a:ext cx="54769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42" extrusionOk="0">
                    <a:moveTo>
                      <a:pt x="121" y="0"/>
                    </a:moveTo>
                    <a:cubicBezTo>
                      <a:pt x="54" y="0"/>
                      <a:pt x="0" y="54"/>
                      <a:pt x="0" y="121"/>
                    </a:cubicBezTo>
                    <a:cubicBezTo>
                      <a:pt x="0" y="187"/>
                      <a:pt x="54" y="242"/>
                      <a:pt x="121" y="242"/>
                    </a:cubicBezTo>
                    <a:cubicBezTo>
                      <a:pt x="188" y="242"/>
                      <a:pt x="242" y="187"/>
                      <a:pt x="242" y="121"/>
                    </a:cubicBezTo>
                    <a:cubicBezTo>
                      <a:pt x="242" y="54"/>
                      <a:pt x="188" y="0"/>
                      <a:pt x="121" y="0"/>
                    </a:cubicBezTo>
                    <a:close/>
                    <a:moveTo>
                      <a:pt x="121" y="162"/>
                    </a:moveTo>
                    <a:cubicBezTo>
                      <a:pt x="98" y="162"/>
                      <a:pt x="80" y="143"/>
                      <a:pt x="80" y="121"/>
                    </a:cubicBezTo>
                    <a:cubicBezTo>
                      <a:pt x="80" y="98"/>
                      <a:pt x="98" y="80"/>
                      <a:pt x="121" y="80"/>
                    </a:cubicBezTo>
                    <a:cubicBezTo>
                      <a:pt x="143" y="80"/>
                      <a:pt x="162" y="98"/>
                      <a:pt x="162" y="121"/>
                    </a:cubicBezTo>
                    <a:cubicBezTo>
                      <a:pt x="162" y="143"/>
                      <a:pt x="143" y="162"/>
                      <a:pt x="121" y="1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7" name="Google Shape;1487;p72"/>
              <p:cNvSpPr/>
              <p:nvPr/>
            </p:nvSpPr>
            <p:spPr>
              <a:xfrm>
                <a:off x="8036719" y="509588"/>
                <a:ext cx="165497" cy="126207"/>
              </a:xfrm>
              <a:custGeom>
                <a:avLst/>
                <a:gdLst/>
                <a:ahLst/>
                <a:cxnLst/>
                <a:rect l="l" t="t" r="r" b="b"/>
                <a:pathLst>
                  <a:path w="737" h="566" extrusionOk="0">
                    <a:moveTo>
                      <a:pt x="454" y="0"/>
                    </a:moveTo>
                    <a:cubicBezTo>
                      <a:pt x="311" y="0"/>
                      <a:pt x="193" y="106"/>
                      <a:pt x="174" y="243"/>
                    </a:cubicBezTo>
                    <a:cubicBezTo>
                      <a:pt x="40" y="243"/>
                      <a:pt x="40" y="243"/>
                      <a:pt x="40" y="243"/>
                    </a:cubicBezTo>
                    <a:cubicBezTo>
                      <a:pt x="18" y="243"/>
                      <a:pt x="0" y="261"/>
                      <a:pt x="0" y="283"/>
                    </a:cubicBezTo>
                    <a:cubicBezTo>
                      <a:pt x="0" y="305"/>
                      <a:pt x="18" y="323"/>
                      <a:pt x="40" y="323"/>
                    </a:cubicBezTo>
                    <a:cubicBezTo>
                      <a:pt x="174" y="323"/>
                      <a:pt x="174" y="323"/>
                      <a:pt x="174" y="323"/>
                    </a:cubicBezTo>
                    <a:cubicBezTo>
                      <a:pt x="193" y="460"/>
                      <a:pt x="311" y="566"/>
                      <a:pt x="454" y="566"/>
                    </a:cubicBezTo>
                    <a:cubicBezTo>
                      <a:pt x="610" y="566"/>
                      <a:pt x="737" y="439"/>
                      <a:pt x="737" y="283"/>
                    </a:cubicBezTo>
                    <a:cubicBezTo>
                      <a:pt x="737" y="127"/>
                      <a:pt x="610" y="0"/>
                      <a:pt x="454" y="0"/>
                    </a:cubicBezTo>
                    <a:close/>
                    <a:moveTo>
                      <a:pt x="454" y="486"/>
                    </a:moveTo>
                    <a:cubicBezTo>
                      <a:pt x="342" y="486"/>
                      <a:pt x="251" y="395"/>
                      <a:pt x="251" y="283"/>
                    </a:cubicBezTo>
                    <a:cubicBezTo>
                      <a:pt x="251" y="171"/>
                      <a:pt x="342" y="80"/>
                      <a:pt x="454" y="80"/>
                    </a:cubicBezTo>
                    <a:cubicBezTo>
                      <a:pt x="566" y="80"/>
                      <a:pt x="657" y="171"/>
                      <a:pt x="657" y="283"/>
                    </a:cubicBezTo>
                    <a:cubicBezTo>
                      <a:pt x="657" y="395"/>
                      <a:pt x="566" y="486"/>
                      <a:pt x="454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8" name="Google Shape;1488;p72"/>
              <p:cNvSpPr/>
              <p:nvPr/>
            </p:nvSpPr>
            <p:spPr>
              <a:xfrm>
                <a:off x="8111729" y="545306"/>
                <a:ext cx="54769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42" extrusionOk="0">
                    <a:moveTo>
                      <a:pt x="121" y="0"/>
                    </a:moveTo>
                    <a:cubicBezTo>
                      <a:pt x="54" y="0"/>
                      <a:pt x="0" y="54"/>
                      <a:pt x="0" y="121"/>
                    </a:cubicBezTo>
                    <a:cubicBezTo>
                      <a:pt x="0" y="187"/>
                      <a:pt x="54" y="242"/>
                      <a:pt x="121" y="242"/>
                    </a:cubicBezTo>
                    <a:cubicBezTo>
                      <a:pt x="188" y="242"/>
                      <a:pt x="242" y="187"/>
                      <a:pt x="242" y="121"/>
                    </a:cubicBezTo>
                    <a:cubicBezTo>
                      <a:pt x="242" y="54"/>
                      <a:pt x="188" y="0"/>
                      <a:pt x="121" y="0"/>
                    </a:cubicBezTo>
                    <a:close/>
                    <a:moveTo>
                      <a:pt x="121" y="162"/>
                    </a:moveTo>
                    <a:cubicBezTo>
                      <a:pt x="98" y="162"/>
                      <a:pt x="80" y="143"/>
                      <a:pt x="80" y="121"/>
                    </a:cubicBezTo>
                    <a:cubicBezTo>
                      <a:pt x="80" y="98"/>
                      <a:pt x="98" y="80"/>
                      <a:pt x="121" y="80"/>
                    </a:cubicBezTo>
                    <a:cubicBezTo>
                      <a:pt x="143" y="80"/>
                      <a:pt x="162" y="98"/>
                      <a:pt x="162" y="121"/>
                    </a:cubicBezTo>
                    <a:cubicBezTo>
                      <a:pt x="162" y="143"/>
                      <a:pt x="143" y="162"/>
                      <a:pt x="121" y="1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72"/>
              <p:cNvSpPr/>
              <p:nvPr/>
            </p:nvSpPr>
            <p:spPr>
              <a:xfrm>
                <a:off x="7880747" y="176213"/>
                <a:ext cx="321471" cy="127398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566" extrusionOk="0">
                    <a:moveTo>
                      <a:pt x="88" y="511"/>
                    </a:moveTo>
                    <a:cubicBezTo>
                      <a:pt x="95" y="518"/>
                      <a:pt x="105" y="522"/>
                      <a:pt x="115" y="522"/>
                    </a:cubicBezTo>
                    <a:cubicBezTo>
                      <a:pt x="124" y="522"/>
                      <a:pt x="134" y="518"/>
                      <a:pt x="142" y="511"/>
                    </a:cubicBezTo>
                    <a:cubicBezTo>
                      <a:pt x="212" y="447"/>
                      <a:pt x="212" y="447"/>
                      <a:pt x="212" y="447"/>
                    </a:cubicBezTo>
                    <a:cubicBezTo>
                      <a:pt x="228" y="432"/>
                      <a:pt x="229" y="407"/>
                      <a:pt x="214" y="391"/>
                    </a:cubicBezTo>
                    <a:cubicBezTo>
                      <a:pt x="199" y="375"/>
                      <a:pt x="174" y="373"/>
                      <a:pt x="158" y="388"/>
                    </a:cubicBezTo>
                    <a:cubicBezTo>
                      <a:pt x="155" y="391"/>
                      <a:pt x="155" y="391"/>
                      <a:pt x="155" y="391"/>
                    </a:cubicBezTo>
                    <a:cubicBezTo>
                      <a:pt x="155" y="323"/>
                      <a:pt x="155" y="323"/>
                      <a:pt x="155" y="323"/>
                    </a:cubicBezTo>
                    <a:cubicBezTo>
                      <a:pt x="155" y="323"/>
                      <a:pt x="155" y="323"/>
                      <a:pt x="155" y="323"/>
                    </a:cubicBezTo>
                    <a:cubicBezTo>
                      <a:pt x="871" y="323"/>
                      <a:pt x="871" y="323"/>
                      <a:pt x="871" y="323"/>
                    </a:cubicBezTo>
                    <a:cubicBezTo>
                      <a:pt x="890" y="460"/>
                      <a:pt x="1008" y="566"/>
                      <a:pt x="1151" y="566"/>
                    </a:cubicBezTo>
                    <a:cubicBezTo>
                      <a:pt x="1307" y="566"/>
                      <a:pt x="1434" y="439"/>
                      <a:pt x="1434" y="283"/>
                    </a:cubicBezTo>
                    <a:cubicBezTo>
                      <a:pt x="1434" y="127"/>
                      <a:pt x="1307" y="0"/>
                      <a:pt x="1151" y="0"/>
                    </a:cubicBezTo>
                    <a:cubicBezTo>
                      <a:pt x="1008" y="0"/>
                      <a:pt x="890" y="106"/>
                      <a:pt x="871" y="243"/>
                    </a:cubicBezTo>
                    <a:cubicBezTo>
                      <a:pt x="155" y="243"/>
                      <a:pt x="155" y="243"/>
                      <a:pt x="155" y="243"/>
                    </a:cubicBezTo>
                    <a:cubicBezTo>
                      <a:pt x="111" y="243"/>
                      <a:pt x="75" y="279"/>
                      <a:pt x="75" y="323"/>
                    </a:cubicBezTo>
                    <a:cubicBezTo>
                      <a:pt x="75" y="391"/>
                      <a:pt x="75" y="391"/>
                      <a:pt x="75" y="391"/>
                    </a:cubicBezTo>
                    <a:cubicBezTo>
                      <a:pt x="72" y="388"/>
                      <a:pt x="72" y="388"/>
                      <a:pt x="72" y="388"/>
                    </a:cubicBezTo>
                    <a:cubicBezTo>
                      <a:pt x="55" y="373"/>
                      <a:pt x="30" y="375"/>
                      <a:pt x="15" y="391"/>
                    </a:cubicBezTo>
                    <a:cubicBezTo>
                      <a:pt x="0" y="407"/>
                      <a:pt x="1" y="432"/>
                      <a:pt x="18" y="447"/>
                    </a:cubicBezTo>
                    <a:lnTo>
                      <a:pt x="88" y="511"/>
                    </a:lnTo>
                    <a:close/>
                    <a:moveTo>
                      <a:pt x="1151" y="80"/>
                    </a:moveTo>
                    <a:cubicBezTo>
                      <a:pt x="1263" y="80"/>
                      <a:pt x="1354" y="171"/>
                      <a:pt x="1354" y="283"/>
                    </a:cubicBezTo>
                    <a:cubicBezTo>
                      <a:pt x="1354" y="395"/>
                      <a:pt x="1263" y="486"/>
                      <a:pt x="1151" y="486"/>
                    </a:cubicBezTo>
                    <a:cubicBezTo>
                      <a:pt x="1039" y="486"/>
                      <a:pt x="948" y="395"/>
                      <a:pt x="948" y="283"/>
                    </a:cubicBezTo>
                    <a:cubicBezTo>
                      <a:pt x="948" y="171"/>
                      <a:pt x="1039" y="80"/>
                      <a:pt x="1151" y="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72"/>
              <p:cNvSpPr/>
              <p:nvPr/>
            </p:nvSpPr>
            <p:spPr>
              <a:xfrm>
                <a:off x="7880747" y="517922"/>
                <a:ext cx="92869" cy="63103"/>
              </a:xfrm>
              <a:custGeom>
                <a:avLst/>
                <a:gdLst/>
                <a:ahLst/>
                <a:cxnLst/>
                <a:rect l="l" t="t" r="r" b="b"/>
                <a:pathLst>
                  <a:path w="412" h="283" extrusionOk="0">
                    <a:moveTo>
                      <a:pt x="372" y="203"/>
                    </a:moveTo>
                    <a:cubicBezTo>
                      <a:pt x="155" y="203"/>
                      <a:pt x="155" y="203"/>
                      <a:pt x="155" y="203"/>
                    </a:cubicBezTo>
                    <a:cubicBezTo>
                      <a:pt x="155" y="203"/>
                      <a:pt x="155" y="203"/>
                      <a:pt x="155" y="202"/>
                    </a:cubicBezTo>
                    <a:cubicBezTo>
                      <a:pt x="155" y="134"/>
                      <a:pt x="155" y="134"/>
                      <a:pt x="155" y="134"/>
                    </a:cubicBezTo>
                    <a:cubicBezTo>
                      <a:pt x="158" y="137"/>
                      <a:pt x="158" y="137"/>
                      <a:pt x="158" y="137"/>
                    </a:cubicBezTo>
                    <a:cubicBezTo>
                      <a:pt x="165" y="144"/>
                      <a:pt x="175" y="148"/>
                      <a:pt x="185" y="148"/>
                    </a:cubicBezTo>
                    <a:cubicBezTo>
                      <a:pt x="196" y="148"/>
                      <a:pt x="206" y="143"/>
                      <a:pt x="214" y="135"/>
                    </a:cubicBezTo>
                    <a:cubicBezTo>
                      <a:pt x="229" y="118"/>
                      <a:pt x="228" y="93"/>
                      <a:pt x="212" y="78"/>
                    </a:cubicBezTo>
                    <a:cubicBezTo>
                      <a:pt x="142" y="14"/>
                      <a:pt x="142" y="14"/>
                      <a:pt x="142" y="14"/>
                    </a:cubicBezTo>
                    <a:cubicBezTo>
                      <a:pt x="126" y="0"/>
                      <a:pt x="103" y="0"/>
                      <a:pt x="88" y="14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" y="93"/>
                      <a:pt x="0" y="118"/>
                      <a:pt x="15" y="135"/>
                    </a:cubicBezTo>
                    <a:cubicBezTo>
                      <a:pt x="30" y="151"/>
                      <a:pt x="55" y="152"/>
                      <a:pt x="72" y="137"/>
                    </a:cubicBezTo>
                    <a:cubicBezTo>
                      <a:pt x="75" y="134"/>
                      <a:pt x="75" y="134"/>
                      <a:pt x="75" y="134"/>
                    </a:cubicBezTo>
                    <a:cubicBezTo>
                      <a:pt x="75" y="202"/>
                      <a:pt x="75" y="202"/>
                      <a:pt x="75" y="202"/>
                    </a:cubicBezTo>
                    <a:cubicBezTo>
                      <a:pt x="75" y="247"/>
                      <a:pt x="111" y="283"/>
                      <a:pt x="155" y="283"/>
                    </a:cubicBezTo>
                    <a:cubicBezTo>
                      <a:pt x="372" y="283"/>
                      <a:pt x="372" y="283"/>
                      <a:pt x="372" y="283"/>
                    </a:cubicBezTo>
                    <a:cubicBezTo>
                      <a:pt x="395" y="283"/>
                      <a:pt x="412" y="265"/>
                      <a:pt x="412" y="243"/>
                    </a:cubicBezTo>
                    <a:cubicBezTo>
                      <a:pt x="412" y="221"/>
                      <a:pt x="395" y="203"/>
                      <a:pt x="372" y="2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72"/>
              <p:cNvSpPr/>
              <p:nvPr/>
            </p:nvSpPr>
            <p:spPr>
              <a:xfrm>
                <a:off x="7996238" y="563166"/>
                <a:ext cx="17700" cy="177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92" name="Google Shape;1492;p72"/>
          <p:cNvGrpSpPr/>
          <p:nvPr/>
        </p:nvGrpSpPr>
        <p:grpSpPr>
          <a:xfrm>
            <a:off x="7279194" y="508035"/>
            <a:ext cx="1228200" cy="1228200"/>
            <a:chOff x="6943694" y="3776235"/>
            <a:chExt cx="1228200" cy="1228200"/>
          </a:xfrm>
        </p:grpSpPr>
        <p:sp>
          <p:nvSpPr>
            <p:cNvPr id="1493" name="Google Shape;1493;p72"/>
            <p:cNvSpPr/>
            <p:nvPr/>
          </p:nvSpPr>
          <p:spPr>
            <a:xfrm rot="-786176">
              <a:off x="7046328" y="3878868"/>
              <a:ext cx="1022933" cy="102293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1494" name="Google Shape;1494;p72"/>
            <p:cNvGrpSpPr/>
            <p:nvPr/>
          </p:nvGrpSpPr>
          <p:grpSpPr>
            <a:xfrm rot="-843351">
              <a:off x="7330052" y="4064606"/>
              <a:ext cx="455596" cy="651335"/>
              <a:chOff x="2039541" y="1295400"/>
              <a:chExt cx="321469" cy="459582"/>
            </a:xfrm>
          </p:grpSpPr>
          <p:sp>
            <p:nvSpPr>
              <p:cNvPr id="1495" name="Google Shape;1495;p72"/>
              <p:cNvSpPr/>
              <p:nvPr/>
            </p:nvSpPr>
            <p:spPr>
              <a:xfrm>
                <a:off x="2091928" y="1303735"/>
                <a:ext cx="215504" cy="132160"/>
              </a:xfrm>
              <a:custGeom>
                <a:avLst/>
                <a:gdLst/>
                <a:ahLst/>
                <a:cxnLst/>
                <a:rect l="l" t="t" r="r" b="b"/>
                <a:pathLst>
                  <a:path w="959" h="587" extrusionOk="0">
                    <a:moveTo>
                      <a:pt x="480" y="587"/>
                    </a:moveTo>
                    <a:cubicBezTo>
                      <a:pt x="299" y="587"/>
                      <a:pt x="134" y="482"/>
                      <a:pt x="7" y="308"/>
                    </a:cubicBezTo>
                    <a:cubicBezTo>
                      <a:pt x="0" y="300"/>
                      <a:pt x="0" y="288"/>
                      <a:pt x="7" y="279"/>
                    </a:cubicBezTo>
                    <a:cubicBezTo>
                      <a:pt x="134" y="105"/>
                      <a:pt x="299" y="0"/>
                      <a:pt x="480" y="0"/>
                    </a:cubicBezTo>
                    <a:cubicBezTo>
                      <a:pt x="660" y="0"/>
                      <a:pt x="825" y="105"/>
                      <a:pt x="953" y="279"/>
                    </a:cubicBezTo>
                    <a:cubicBezTo>
                      <a:pt x="959" y="288"/>
                      <a:pt x="959" y="300"/>
                      <a:pt x="953" y="308"/>
                    </a:cubicBezTo>
                    <a:cubicBezTo>
                      <a:pt x="825" y="482"/>
                      <a:pt x="660" y="587"/>
                      <a:pt x="480" y="58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72"/>
              <p:cNvSpPr/>
              <p:nvPr/>
            </p:nvSpPr>
            <p:spPr>
              <a:xfrm>
                <a:off x="2134791" y="1303735"/>
                <a:ext cx="131100" cy="132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7" name="Google Shape;1497;p72"/>
              <p:cNvSpPr/>
              <p:nvPr/>
            </p:nvSpPr>
            <p:spPr>
              <a:xfrm>
                <a:off x="2172891" y="1343025"/>
                <a:ext cx="53700" cy="53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8" name="Google Shape;1498;p72"/>
              <p:cNvSpPr/>
              <p:nvPr/>
            </p:nvSpPr>
            <p:spPr>
              <a:xfrm>
                <a:off x="2137172" y="1600200"/>
                <a:ext cx="125016" cy="69056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8" extrusionOk="0">
                    <a:moveTo>
                      <a:pt x="105" y="30"/>
                    </a:moveTo>
                    <a:lnTo>
                      <a:pt x="53" y="0"/>
                    </a:lnTo>
                    <a:lnTo>
                      <a:pt x="0" y="30"/>
                    </a:lnTo>
                    <a:lnTo>
                      <a:pt x="53" y="58"/>
                    </a:lnTo>
                    <a:lnTo>
                      <a:pt x="105" y="3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9" name="Google Shape;1499;p72"/>
              <p:cNvSpPr/>
              <p:nvPr/>
            </p:nvSpPr>
            <p:spPr>
              <a:xfrm>
                <a:off x="2137172" y="1635919"/>
                <a:ext cx="125016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92" extrusionOk="0">
                    <a:moveTo>
                      <a:pt x="53" y="28"/>
                    </a:moveTo>
                    <a:lnTo>
                      <a:pt x="0" y="0"/>
                    </a:lnTo>
                    <a:lnTo>
                      <a:pt x="0" y="61"/>
                    </a:lnTo>
                    <a:lnTo>
                      <a:pt x="53" y="92"/>
                    </a:lnTo>
                    <a:lnTo>
                      <a:pt x="105" y="61"/>
                    </a:lnTo>
                    <a:lnTo>
                      <a:pt x="105" y="0"/>
                    </a:lnTo>
                    <a:lnTo>
                      <a:pt x="53" y="2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72"/>
              <p:cNvSpPr/>
              <p:nvPr/>
            </p:nvSpPr>
            <p:spPr>
              <a:xfrm>
                <a:off x="2082404" y="1295400"/>
                <a:ext cx="209552" cy="148828"/>
              </a:xfrm>
              <a:custGeom>
                <a:avLst/>
                <a:gdLst/>
                <a:ahLst/>
                <a:cxnLst/>
                <a:rect l="l" t="t" r="r" b="b"/>
                <a:pathLst>
                  <a:path w="933" h="667" extrusionOk="0">
                    <a:moveTo>
                      <a:pt x="522" y="667"/>
                    </a:moveTo>
                    <a:cubicBezTo>
                      <a:pt x="661" y="667"/>
                      <a:pt x="797" y="609"/>
                      <a:pt x="916" y="498"/>
                    </a:cubicBezTo>
                    <a:cubicBezTo>
                      <a:pt x="932" y="483"/>
                      <a:pt x="933" y="458"/>
                      <a:pt x="918" y="442"/>
                    </a:cubicBezTo>
                    <a:cubicBezTo>
                      <a:pt x="903" y="426"/>
                      <a:pt x="877" y="425"/>
                      <a:pt x="861" y="440"/>
                    </a:cubicBezTo>
                    <a:cubicBezTo>
                      <a:pt x="849" y="452"/>
                      <a:pt x="836" y="463"/>
                      <a:pt x="823" y="473"/>
                    </a:cubicBezTo>
                    <a:cubicBezTo>
                      <a:pt x="843" y="431"/>
                      <a:pt x="854" y="384"/>
                      <a:pt x="854" y="334"/>
                    </a:cubicBezTo>
                    <a:cubicBezTo>
                      <a:pt x="854" y="284"/>
                      <a:pt x="843" y="237"/>
                      <a:pt x="823" y="195"/>
                    </a:cubicBezTo>
                    <a:cubicBezTo>
                      <a:pt x="836" y="205"/>
                      <a:pt x="848" y="215"/>
                      <a:pt x="860" y="227"/>
                    </a:cubicBezTo>
                    <a:cubicBezTo>
                      <a:pt x="876" y="242"/>
                      <a:pt x="902" y="241"/>
                      <a:pt x="917" y="225"/>
                    </a:cubicBezTo>
                    <a:cubicBezTo>
                      <a:pt x="932" y="208"/>
                      <a:pt x="931" y="183"/>
                      <a:pt x="914" y="168"/>
                    </a:cubicBezTo>
                    <a:cubicBezTo>
                      <a:pt x="796" y="58"/>
                      <a:pt x="661" y="0"/>
                      <a:pt x="522" y="0"/>
                    </a:cubicBezTo>
                    <a:cubicBezTo>
                      <a:pt x="335" y="0"/>
                      <a:pt x="156" y="105"/>
                      <a:pt x="16" y="296"/>
                    </a:cubicBezTo>
                    <a:cubicBezTo>
                      <a:pt x="0" y="318"/>
                      <a:pt x="0" y="349"/>
                      <a:pt x="16" y="372"/>
                    </a:cubicBezTo>
                    <a:cubicBezTo>
                      <a:pt x="156" y="563"/>
                      <a:pt x="335" y="667"/>
                      <a:pt x="522" y="667"/>
                    </a:cubicBezTo>
                    <a:close/>
                    <a:moveTo>
                      <a:pt x="522" y="82"/>
                    </a:moveTo>
                    <a:cubicBezTo>
                      <a:pt x="661" y="82"/>
                      <a:pt x="774" y="195"/>
                      <a:pt x="774" y="334"/>
                    </a:cubicBezTo>
                    <a:cubicBezTo>
                      <a:pt x="774" y="473"/>
                      <a:pt x="661" y="586"/>
                      <a:pt x="522" y="586"/>
                    </a:cubicBezTo>
                    <a:cubicBezTo>
                      <a:pt x="383" y="586"/>
                      <a:pt x="270" y="473"/>
                      <a:pt x="270" y="334"/>
                    </a:cubicBezTo>
                    <a:cubicBezTo>
                      <a:pt x="270" y="195"/>
                      <a:pt x="383" y="82"/>
                      <a:pt x="522" y="82"/>
                    </a:cubicBezTo>
                    <a:close/>
                    <a:moveTo>
                      <a:pt x="220" y="195"/>
                    </a:moveTo>
                    <a:cubicBezTo>
                      <a:pt x="201" y="237"/>
                      <a:pt x="190" y="284"/>
                      <a:pt x="190" y="334"/>
                    </a:cubicBezTo>
                    <a:cubicBezTo>
                      <a:pt x="190" y="383"/>
                      <a:pt x="201" y="430"/>
                      <a:pt x="220" y="473"/>
                    </a:cubicBezTo>
                    <a:cubicBezTo>
                      <a:pt x="173" y="435"/>
                      <a:pt x="129" y="389"/>
                      <a:pt x="88" y="334"/>
                    </a:cubicBezTo>
                    <a:cubicBezTo>
                      <a:pt x="129" y="279"/>
                      <a:pt x="173" y="233"/>
                      <a:pt x="220" y="1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72"/>
              <p:cNvSpPr/>
              <p:nvPr/>
            </p:nvSpPr>
            <p:spPr>
              <a:xfrm>
                <a:off x="2164556" y="1334691"/>
                <a:ext cx="70247" cy="70247"/>
              </a:xfrm>
              <a:custGeom>
                <a:avLst/>
                <a:gdLst/>
                <a:ahLst/>
                <a:cxnLst/>
                <a:rect l="l" t="t" r="r" b="b"/>
                <a:pathLst>
                  <a:path w="317" h="317" extrusionOk="0">
                    <a:moveTo>
                      <a:pt x="159" y="317"/>
                    </a:moveTo>
                    <a:cubicBezTo>
                      <a:pt x="246" y="317"/>
                      <a:pt x="317" y="246"/>
                      <a:pt x="317" y="159"/>
                    </a:cubicBezTo>
                    <a:cubicBezTo>
                      <a:pt x="317" y="71"/>
                      <a:pt x="246" y="0"/>
                      <a:pt x="159" y="0"/>
                    </a:cubicBezTo>
                    <a:cubicBezTo>
                      <a:pt x="71" y="0"/>
                      <a:pt x="0" y="71"/>
                      <a:pt x="0" y="159"/>
                    </a:cubicBezTo>
                    <a:cubicBezTo>
                      <a:pt x="0" y="246"/>
                      <a:pt x="71" y="317"/>
                      <a:pt x="159" y="317"/>
                    </a:cubicBezTo>
                    <a:close/>
                    <a:moveTo>
                      <a:pt x="159" y="80"/>
                    </a:moveTo>
                    <a:cubicBezTo>
                      <a:pt x="202" y="80"/>
                      <a:pt x="237" y="116"/>
                      <a:pt x="237" y="159"/>
                    </a:cubicBezTo>
                    <a:cubicBezTo>
                      <a:pt x="237" y="202"/>
                      <a:pt x="202" y="237"/>
                      <a:pt x="159" y="237"/>
                    </a:cubicBezTo>
                    <a:cubicBezTo>
                      <a:pt x="115" y="237"/>
                      <a:pt x="80" y="202"/>
                      <a:pt x="80" y="159"/>
                    </a:cubicBezTo>
                    <a:cubicBezTo>
                      <a:pt x="80" y="116"/>
                      <a:pt x="115" y="80"/>
                      <a:pt x="159" y="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72"/>
              <p:cNvSpPr/>
              <p:nvPr/>
            </p:nvSpPr>
            <p:spPr>
              <a:xfrm>
                <a:off x="2127647" y="1590675"/>
                <a:ext cx="144066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641" h="729" extrusionOk="0">
                    <a:moveTo>
                      <a:pt x="621" y="169"/>
                    </a:moveTo>
                    <a:cubicBezTo>
                      <a:pt x="341" y="7"/>
                      <a:pt x="341" y="7"/>
                      <a:pt x="341" y="7"/>
                    </a:cubicBezTo>
                    <a:cubicBezTo>
                      <a:pt x="328" y="0"/>
                      <a:pt x="313" y="0"/>
                      <a:pt x="301" y="7"/>
                    </a:cubicBezTo>
                    <a:cubicBezTo>
                      <a:pt x="20" y="169"/>
                      <a:pt x="20" y="169"/>
                      <a:pt x="20" y="169"/>
                    </a:cubicBezTo>
                    <a:cubicBezTo>
                      <a:pt x="8" y="176"/>
                      <a:pt x="0" y="189"/>
                      <a:pt x="0" y="203"/>
                    </a:cubicBezTo>
                    <a:cubicBezTo>
                      <a:pt x="0" y="527"/>
                      <a:pt x="0" y="527"/>
                      <a:pt x="0" y="527"/>
                    </a:cubicBezTo>
                    <a:cubicBezTo>
                      <a:pt x="0" y="542"/>
                      <a:pt x="8" y="555"/>
                      <a:pt x="20" y="562"/>
                    </a:cubicBezTo>
                    <a:cubicBezTo>
                      <a:pt x="301" y="724"/>
                      <a:pt x="301" y="724"/>
                      <a:pt x="301" y="724"/>
                    </a:cubicBezTo>
                    <a:cubicBezTo>
                      <a:pt x="307" y="727"/>
                      <a:pt x="314" y="729"/>
                      <a:pt x="321" y="729"/>
                    </a:cubicBezTo>
                    <a:cubicBezTo>
                      <a:pt x="328" y="729"/>
                      <a:pt x="334" y="727"/>
                      <a:pt x="341" y="724"/>
                    </a:cubicBezTo>
                    <a:cubicBezTo>
                      <a:pt x="621" y="562"/>
                      <a:pt x="621" y="562"/>
                      <a:pt x="621" y="562"/>
                    </a:cubicBezTo>
                    <a:cubicBezTo>
                      <a:pt x="634" y="555"/>
                      <a:pt x="641" y="542"/>
                      <a:pt x="641" y="527"/>
                    </a:cubicBezTo>
                    <a:cubicBezTo>
                      <a:pt x="641" y="203"/>
                      <a:pt x="641" y="203"/>
                      <a:pt x="641" y="203"/>
                    </a:cubicBezTo>
                    <a:cubicBezTo>
                      <a:pt x="641" y="189"/>
                      <a:pt x="634" y="176"/>
                      <a:pt x="621" y="169"/>
                    </a:cubicBezTo>
                    <a:close/>
                    <a:moveTo>
                      <a:pt x="321" y="88"/>
                    </a:moveTo>
                    <a:cubicBezTo>
                      <a:pt x="518" y="201"/>
                      <a:pt x="518" y="201"/>
                      <a:pt x="518" y="201"/>
                    </a:cubicBezTo>
                    <a:cubicBezTo>
                      <a:pt x="320" y="304"/>
                      <a:pt x="320" y="304"/>
                      <a:pt x="320" y="304"/>
                    </a:cubicBezTo>
                    <a:cubicBezTo>
                      <a:pt x="123" y="202"/>
                      <a:pt x="123" y="202"/>
                      <a:pt x="123" y="202"/>
                    </a:cubicBezTo>
                    <a:lnTo>
                      <a:pt x="321" y="88"/>
                    </a:lnTo>
                    <a:close/>
                    <a:moveTo>
                      <a:pt x="80" y="269"/>
                    </a:moveTo>
                    <a:cubicBezTo>
                      <a:pt x="280" y="374"/>
                      <a:pt x="280" y="374"/>
                      <a:pt x="280" y="374"/>
                    </a:cubicBezTo>
                    <a:cubicBezTo>
                      <a:pt x="280" y="619"/>
                      <a:pt x="280" y="619"/>
                      <a:pt x="280" y="619"/>
                    </a:cubicBezTo>
                    <a:cubicBezTo>
                      <a:pt x="80" y="504"/>
                      <a:pt x="80" y="504"/>
                      <a:pt x="80" y="504"/>
                    </a:cubicBezTo>
                    <a:lnTo>
                      <a:pt x="80" y="269"/>
                    </a:lnTo>
                    <a:close/>
                    <a:moveTo>
                      <a:pt x="360" y="620"/>
                    </a:moveTo>
                    <a:cubicBezTo>
                      <a:pt x="360" y="374"/>
                      <a:pt x="360" y="374"/>
                      <a:pt x="360" y="374"/>
                    </a:cubicBezTo>
                    <a:cubicBezTo>
                      <a:pt x="561" y="269"/>
                      <a:pt x="561" y="269"/>
                      <a:pt x="561" y="269"/>
                    </a:cubicBezTo>
                    <a:cubicBezTo>
                      <a:pt x="561" y="504"/>
                      <a:pt x="561" y="504"/>
                      <a:pt x="561" y="504"/>
                    </a:cubicBezTo>
                    <a:lnTo>
                      <a:pt x="360" y="62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72"/>
              <p:cNvSpPr/>
              <p:nvPr/>
            </p:nvSpPr>
            <p:spPr>
              <a:xfrm>
                <a:off x="2172891" y="1456135"/>
                <a:ext cx="53579" cy="103585"/>
              </a:xfrm>
              <a:custGeom>
                <a:avLst/>
                <a:gdLst/>
                <a:ahLst/>
                <a:cxnLst/>
                <a:rect l="l" t="t" r="r" b="b"/>
                <a:pathLst>
                  <a:path w="235" h="460" extrusionOk="0">
                    <a:moveTo>
                      <a:pt x="117" y="0"/>
                    </a:moveTo>
                    <a:cubicBezTo>
                      <a:pt x="95" y="0"/>
                      <a:pt x="77" y="17"/>
                      <a:pt x="77" y="40"/>
                    </a:cubicBezTo>
                    <a:cubicBezTo>
                      <a:pt x="77" y="328"/>
                      <a:pt x="77" y="328"/>
                      <a:pt x="77" y="328"/>
                    </a:cubicBezTo>
                    <a:cubicBezTo>
                      <a:pt x="72" y="324"/>
                      <a:pt x="72" y="324"/>
                      <a:pt x="72" y="324"/>
                    </a:cubicBezTo>
                    <a:cubicBezTo>
                      <a:pt x="55" y="309"/>
                      <a:pt x="30" y="310"/>
                      <a:pt x="15" y="326"/>
                    </a:cubicBezTo>
                    <a:cubicBezTo>
                      <a:pt x="0" y="342"/>
                      <a:pt x="1" y="368"/>
                      <a:pt x="18" y="383"/>
                    </a:cubicBezTo>
                    <a:cubicBezTo>
                      <a:pt x="91" y="449"/>
                      <a:pt x="91" y="449"/>
                      <a:pt x="91" y="449"/>
                    </a:cubicBezTo>
                    <a:cubicBezTo>
                      <a:pt x="98" y="456"/>
                      <a:pt x="108" y="460"/>
                      <a:pt x="118" y="460"/>
                    </a:cubicBezTo>
                    <a:cubicBezTo>
                      <a:pt x="127" y="460"/>
                      <a:pt x="137" y="456"/>
                      <a:pt x="145" y="449"/>
                    </a:cubicBezTo>
                    <a:cubicBezTo>
                      <a:pt x="218" y="383"/>
                      <a:pt x="218" y="383"/>
                      <a:pt x="218" y="383"/>
                    </a:cubicBezTo>
                    <a:cubicBezTo>
                      <a:pt x="234" y="368"/>
                      <a:pt x="235" y="342"/>
                      <a:pt x="220" y="326"/>
                    </a:cubicBezTo>
                    <a:cubicBezTo>
                      <a:pt x="205" y="310"/>
                      <a:pt x="180" y="309"/>
                      <a:pt x="164" y="324"/>
                    </a:cubicBezTo>
                    <a:cubicBezTo>
                      <a:pt x="157" y="330"/>
                      <a:pt x="157" y="330"/>
                      <a:pt x="157" y="330"/>
                    </a:cubicBezTo>
                    <a:cubicBezTo>
                      <a:pt x="157" y="40"/>
                      <a:pt x="157" y="40"/>
                      <a:pt x="157" y="40"/>
                    </a:cubicBezTo>
                    <a:cubicBezTo>
                      <a:pt x="157" y="17"/>
                      <a:pt x="139" y="0"/>
                      <a:pt x="1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72"/>
              <p:cNvSpPr/>
              <p:nvPr/>
            </p:nvSpPr>
            <p:spPr>
              <a:xfrm>
                <a:off x="2039541" y="1445419"/>
                <a:ext cx="90487" cy="197643"/>
              </a:xfrm>
              <a:custGeom>
                <a:avLst/>
                <a:gdLst/>
                <a:ahLst/>
                <a:cxnLst/>
                <a:rect l="l" t="t" r="r" b="b"/>
                <a:pathLst>
                  <a:path w="408" h="879" extrusionOk="0">
                    <a:moveTo>
                      <a:pt x="408" y="264"/>
                    </a:moveTo>
                    <a:cubicBezTo>
                      <a:pt x="408" y="40"/>
                      <a:pt x="408" y="40"/>
                      <a:pt x="408" y="40"/>
                    </a:cubicBezTo>
                    <a:cubicBezTo>
                      <a:pt x="408" y="18"/>
                      <a:pt x="390" y="0"/>
                      <a:pt x="368" y="0"/>
                    </a:cubicBezTo>
                    <a:cubicBezTo>
                      <a:pt x="346" y="0"/>
                      <a:pt x="328" y="18"/>
                      <a:pt x="328" y="40"/>
                    </a:cubicBezTo>
                    <a:cubicBezTo>
                      <a:pt x="328" y="264"/>
                      <a:pt x="328" y="264"/>
                      <a:pt x="328" y="264"/>
                    </a:cubicBezTo>
                    <a:cubicBezTo>
                      <a:pt x="328" y="443"/>
                      <a:pt x="249" y="610"/>
                      <a:pt x="110" y="723"/>
                    </a:cubicBezTo>
                    <a:cubicBezTo>
                      <a:pt x="81" y="746"/>
                      <a:pt x="81" y="746"/>
                      <a:pt x="81" y="746"/>
                    </a:cubicBezTo>
                    <a:cubicBezTo>
                      <a:pt x="81" y="734"/>
                      <a:pt x="81" y="734"/>
                      <a:pt x="81" y="734"/>
                    </a:cubicBezTo>
                    <a:cubicBezTo>
                      <a:pt x="80" y="712"/>
                      <a:pt x="61" y="695"/>
                      <a:pt x="39" y="696"/>
                    </a:cubicBezTo>
                    <a:cubicBezTo>
                      <a:pt x="17" y="697"/>
                      <a:pt x="0" y="716"/>
                      <a:pt x="1" y="738"/>
                    </a:cubicBezTo>
                    <a:cubicBezTo>
                      <a:pt x="5" y="836"/>
                      <a:pt x="5" y="836"/>
                      <a:pt x="5" y="836"/>
                    </a:cubicBezTo>
                    <a:cubicBezTo>
                      <a:pt x="6" y="857"/>
                      <a:pt x="23" y="873"/>
                      <a:pt x="44" y="874"/>
                    </a:cubicBezTo>
                    <a:cubicBezTo>
                      <a:pt x="142" y="879"/>
                      <a:pt x="142" y="879"/>
                      <a:pt x="142" y="879"/>
                    </a:cubicBezTo>
                    <a:cubicBezTo>
                      <a:pt x="143" y="879"/>
                      <a:pt x="143" y="879"/>
                      <a:pt x="144" y="879"/>
                    </a:cubicBezTo>
                    <a:cubicBezTo>
                      <a:pt x="165" y="879"/>
                      <a:pt x="183" y="862"/>
                      <a:pt x="184" y="841"/>
                    </a:cubicBezTo>
                    <a:cubicBezTo>
                      <a:pt x="185" y="819"/>
                      <a:pt x="168" y="800"/>
                      <a:pt x="146" y="799"/>
                    </a:cubicBezTo>
                    <a:cubicBezTo>
                      <a:pt x="143" y="799"/>
                      <a:pt x="143" y="799"/>
                      <a:pt x="143" y="799"/>
                    </a:cubicBezTo>
                    <a:cubicBezTo>
                      <a:pt x="160" y="785"/>
                      <a:pt x="160" y="785"/>
                      <a:pt x="160" y="785"/>
                    </a:cubicBezTo>
                    <a:cubicBezTo>
                      <a:pt x="318" y="657"/>
                      <a:pt x="408" y="467"/>
                      <a:pt x="408" y="26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5" name="Google Shape;1505;p72"/>
              <p:cNvSpPr/>
              <p:nvPr/>
            </p:nvSpPr>
            <p:spPr>
              <a:xfrm>
                <a:off x="2269331" y="1445419"/>
                <a:ext cx="91679" cy="197643"/>
              </a:xfrm>
              <a:custGeom>
                <a:avLst/>
                <a:gdLst/>
                <a:ahLst/>
                <a:cxnLst/>
                <a:rect l="l" t="t" r="r" b="b"/>
                <a:pathLst>
                  <a:path w="408" h="879" extrusionOk="0">
                    <a:moveTo>
                      <a:pt x="369" y="696"/>
                    </a:moveTo>
                    <a:cubicBezTo>
                      <a:pt x="347" y="695"/>
                      <a:pt x="329" y="712"/>
                      <a:pt x="328" y="734"/>
                    </a:cubicBezTo>
                    <a:cubicBezTo>
                      <a:pt x="327" y="746"/>
                      <a:pt x="327" y="746"/>
                      <a:pt x="327" y="746"/>
                    </a:cubicBezTo>
                    <a:cubicBezTo>
                      <a:pt x="299" y="723"/>
                      <a:pt x="299" y="723"/>
                      <a:pt x="299" y="723"/>
                    </a:cubicBezTo>
                    <a:cubicBezTo>
                      <a:pt x="160" y="610"/>
                      <a:pt x="80" y="443"/>
                      <a:pt x="80" y="264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264"/>
                      <a:pt x="0" y="264"/>
                      <a:pt x="0" y="264"/>
                    </a:cubicBezTo>
                    <a:cubicBezTo>
                      <a:pt x="0" y="467"/>
                      <a:pt x="91" y="657"/>
                      <a:pt x="248" y="785"/>
                    </a:cubicBezTo>
                    <a:cubicBezTo>
                      <a:pt x="265" y="799"/>
                      <a:pt x="265" y="799"/>
                      <a:pt x="265" y="799"/>
                    </a:cubicBezTo>
                    <a:cubicBezTo>
                      <a:pt x="262" y="799"/>
                      <a:pt x="262" y="799"/>
                      <a:pt x="262" y="799"/>
                    </a:cubicBezTo>
                    <a:cubicBezTo>
                      <a:pt x="240" y="800"/>
                      <a:pt x="223" y="819"/>
                      <a:pt x="224" y="841"/>
                    </a:cubicBezTo>
                    <a:cubicBezTo>
                      <a:pt x="225" y="862"/>
                      <a:pt x="243" y="879"/>
                      <a:pt x="264" y="879"/>
                    </a:cubicBezTo>
                    <a:cubicBezTo>
                      <a:pt x="265" y="879"/>
                      <a:pt x="266" y="879"/>
                      <a:pt x="266" y="879"/>
                    </a:cubicBezTo>
                    <a:cubicBezTo>
                      <a:pt x="365" y="874"/>
                      <a:pt x="365" y="874"/>
                      <a:pt x="365" y="874"/>
                    </a:cubicBezTo>
                    <a:cubicBezTo>
                      <a:pt x="385" y="873"/>
                      <a:pt x="402" y="857"/>
                      <a:pt x="403" y="836"/>
                    </a:cubicBezTo>
                    <a:cubicBezTo>
                      <a:pt x="407" y="738"/>
                      <a:pt x="407" y="738"/>
                      <a:pt x="407" y="738"/>
                    </a:cubicBezTo>
                    <a:cubicBezTo>
                      <a:pt x="408" y="716"/>
                      <a:pt x="391" y="697"/>
                      <a:pt x="369" y="6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6" name="Google Shape;1506;p72"/>
              <p:cNvSpPr/>
              <p:nvPr/>
            </p:nvSpPr>
            <p:spPr>
              <a:xfrm>
                <a:off x="2299097" y="1360885"/>
                <a:ext cx="17700" cy="177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07" name="Google Shape;1507;p72"/>
          <p:cNvSpPr/>
          <p:nvPr/>
        </p:nvSpPr>
        <p:spPr>
          <a:xfrm rot="1223509" flipH="1">
            <a:off x="-312274" y="-1074008"/>
            <a:ext cx="2156720" cy="3012320"/>
          </a:xfrm>
          <a:custGeom>
            <a:avLst/>
            <a:gdLst/>
            <a:ahLst/>
            <a:cxnLst/>
            <a:rect l="l" t="t" r="r" b="b"/>
            <a:pathLst>
              <a:path w="1900" h="2653" extrusionOk="0">
                <a:moveTo>
                  <a:pt x="858" y="2533"/>
                </a:moveTo>
                <a:cubicBezTo>
                  <a:pt x="771" y="2498"/>
                  <a:pt x="658" y="2411"/>
                  <a:pt x="635" y="2299"/>
                </a:cubicBezTo>
                <a:cubicBezTo>
                  <a:pt x="592" y="2082"/>
                  <a:pt x="920" y="1950"/>
                  <a:pt x="870" y="1787"/>
                </a:cubicBezTo>
                <a:cubicBezTo>
                  <a:pt x="825" y="1640"/>
                  <a:pt x="541" y="1691"/>
                  <a:pt x="440" y="1511"/>
                </a:cubicBezTo>
                <a:cubicBezTo>
                  <a:pt x="333" y="1322"/>
                  <a:pt x="579" y="1148"/>
                  <a:pt x="552" y="840"/>
                </a:cubicBezTo>
                <a:cubicBezTo>
                  <a:pt x="516" y="415"/>
                  <a:pt x="0" y="196"/>
                  <a:pt x="43" y="115"/>
                </a:cubicBezTo>
                <a:cubicBezTo>
                  <a:pt x="102" y="0"/>
                  <a:pt x="1234" y="210"/>
                  <a:pt x="1653" y="1047"/>
                </a:cubicBezTo>
                <a:cubicBezTo>
                  <a:pt x="1702" y="1145"/>
                  <a:pt x="1900" y="1540"/>
                  <a:pt x="1761" y="1939"/>
                </a:cubicBezTo>
                <a:cubicBezTo>
                  <a:pt x="1617" y="2348"/>
                  <a:pt x="1156" y="2653"/>
                  <a:pt x="858" y="253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oogle Shape;1834;p73">
            <a:extLst>
              <a:ext uri="{FF2B5EF4-FFF2-40B4-BE49-F238E27FC236}">
                <a16:creationId xmlns:a16="http://schemas.microsoft.com/office/drawing/2014/main" id="{B7951AC6-539D-716D-3D4A-22D0BBBA1124}"/>
              </a:ext>
            </a:extLst>
          </p:cNvPr>
          <p:cNvGrpSpPr/>
          <p:nvPr/>
        </p:nvGrpSpPr>
        <p:grpSpPr>
          <a:xfrm>
            <a:off x="3539334" y="3143560"/>
            <a:ext cx="329457" cy="326366"/>
            <a:chOff x="3940969" y="3451622"/>
            <a:chExt cx="457199" cy="460774"/>
          </a:xfrm>
        </p:grpSpPr>
        <p:sp>
          <p:nvSpPr>
            <p:cNvPr id="3" name="Google Shape;1835;p73">
              <a:extLst>
                <a:ext uri="{FF2B5EF4-FFF2-40B4-BE49-F238E27FC236}">
                  <a16:creationId xmlns:a16="http://schemas.microsoft.com/office/drawing/2014/main" id="{8F84DDC7-16F4-25F1-524E-9C9C3BB923CA}"/>
                </a:ext>
              </a:extLst>
            </p:cNvPr>
            <p:cNvSpPr/>
            <p:nvPr/>
          </p:nvSpPr>
          <p:spPr>
            <a:xfrm>
              <a:off x="4046934" y="3561160"/>
              <a:ext cx="245269" cy="238126"/>
            </a:xfrm>
            <a:custGeom>
              <a:avLst/>
              <a:gdLst/>
              <a:ahLst/>
              <a:cxnLst/>
              <a:rect l="l" t="t" r="r" b="b"/>
              <a:pathLst>
                <a:path w="1092" h="1064" extrusionOk="0">
                  <a:moveTo>
                    <a:pt x="303" y="0"/>
                  </a:moveTo>
                  <a:cubicBezTo>
                    <a:pt x="265" y="166"/>
                    <a:pt x="154" y="306"/>
                    <a:pt x="0" y="380"/>
                  </a:cubicBezTo>
                  <a:cubicBezTo>
                    <a:pt x="106" y="513"/>
                    <a:pt x="146" y="688"/>
                    <a:pt x="108" y="854"/>
                  </a:cubicBezTo>
                  <a:cubicBezTo>
                    <a:pt x="279" y="854"/>
                    <a:pt x="440" y="931"/>
                    <a:pt x="546" y="1064"/>
                  </a:cubicBezTo>
                  <a:cubicBezTo>
                    <a:pt x="652" y="931"/>
                    <a:pt x="813" y="854"/>
                    <a:pt x="984" y="854"/>
                  </a:cubicBezTo>
                  <a:cubicBezTo>
                    <a:pt x="946" y="688"/>
                    <a:pt x="986" y="513"/>
                    <a:pt x="1092" y="380"/>
                  </a:cubicBezTo>
                  <a:cubicBezTo>
                    <a:pt x="938" y="306"/>
                    <a:pt x="827" y="166"/>
                    <a:pt x="789" y="0"/>
                  </a:cubicBezTo>
                  <a:cubicBezTo>
                    <a:pt x="635" y="74"/>
                    <a:pt x="457" y="74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836;p73">
              <a:extLst>
                <a:ext uri="{FF2B5EF4-FFF2-40B4-BE49-F238E27FC236}">
                  <a16:creationId xmlns:a16="http://schemas.microsoft.com/office/drawing/2014/main" id="{38DAE398-E0CE-AA66-807F-EA07C1B9FAF0}"/>
                </a:ext>
              </a:extLst>
            </p:cNvPr>
            <p:cNvSpPr/>
            <p:nvPr/>
          </p:nvSpPr>
          <p:spPr>
            <a:xfrm>
              <a:off x="4106465" y="3611166"/>
              <a:ext cx="126300" cy="126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837;p73">
              <a:extLst>
                <a:ext uri="{FF2B5EF4-FFF2-40B4-BE49-F238E27FC236}">
                  <a16:creationId xmlns:a16="http://schemas.microsoft.com/office/drawing/2014/main" id="{1FF87E4B-A7E8-8277-D4CA-DDCAE372D6F4}"/>
                </a:ext>
              </a:extLst>
            </p:cNvPr>
            <p:cNvSpPr/>
            <p:nvPr/>
          </p:nvSpPr>
          <p:spPr>
            <a:xfrm>
              <a:off x="4148138" y="3651647"/>
              <a:ext cx="42900" cy="4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838;p73">
              <a:extLst>
                <a:ext uri="{FF2B5EF4-FFF2-40B4-BE49-F238E27FC236}">
                  <a16:creationId xmlns:a16="http://schemas.microsoft.com/office/drawing/2014/main" id="{1FF14CC8-22A4-A540-0137-BCEF605F6576}"/>
                </a:ext>
              </a:extLst>
            </p:cNvPr>
            <p:cNvSpPr/>
            <p:nvPr/>
          </p:nvSpPr>
          <p:spPr>
            <a:xfrm>
              <a:off x="3940969" y="3451622"/>
              <a:ext cx="457199" cy="460774"/>
            </a:xfrm>
            <a:custGeom>
              <a:avLst/>
              <a:gdLst/>
              <a:ahLst/>
              <a:cxnLst/>
              <a:rect l="l" t="t" r="r" b="b"/>
              <a:pathLst>
                <a:path w="2042" h="2054" extrusionOk="0">
                  <a:moveTo>
                    <a:pt x="2031" y="713"/>
                  </a:moveTo>
                  <a:cubicBezTo>
                    <a:pt x="2019" y="694"/>
                    <a:pt x="1995" y="688"/>
                    <a:pt x="1976" y="699"/>
                  </a:cubicBezTo>
                  <a:cubicBezTo>
                    <a:pt x="1971" y="703"/>
                    <a:pt x="1971" y="703"/>
                    <a:pt x="1971" y="703"/>
                  </a:cubicBezTo>
                  <a:cubicBezTo>
                    <a:pt x="1912" y="738"/>
                    <a:pt x="1843" y="751"/>
                    <a:pt x="1777" y="739"/>
                  </a:cubicBezTo>
                  <a:cubicBezTo>
                    <a:pt x="1797" y="675"/>
                    <a:pt x="1840" y="620"/>
                    <a:pt x="1899" y="584"/>
                  </a:cubicBezTo>
                  <a:cubicBezTo>
                    <a:pt x="1904" y="581"/>
                    <a:pt x="1904" y="581"/>
                    <a:pt x="1904" y="581"/>
                  </a:cubicBezTo>
                  <a:cubicBezTo>
                    <a:pt x="1923" y="570"/>
                    <a:pt x="1929" y="545"/>
                    <a:pt x="1918" y="526"/>
                  </a:cubicBezTo>
                  <a:cubicBezTo>
                    <a:pt x="1906" y="507"/>
                    <a:pt x="1882" y="501"/>
                    <a:pt x="1863" y="513"/>
                  </a:cubicBezTo>
                  <a:cubicBezTo>
                    <a:pt x="1857" y="516"/>
                    <a:pt x="1857" y="516"/>
                    <a:pt x="1857" y="516"/>
                  </a:cubicBezTo>
                  <a:cubicBezTo>
                    <a:pt x="1774" y="566"/>
                    <a:pt x="1715" y="649"/>
                    <a:pt x="1693" y="743"/>
                  </a:cubicBezTo>
                  <a:cubicBezTo>
                    <a:pt x="1692" y="744"/>
                    <a:pt x="1691" y="744"/>
                    <a:pt x="1689" y="745"/>
                  </a:cubicBezTo>
                  <a:cubicBezTo>
                    <a:pt x="1562" y="822"/>
                    <a:pt x="1562" y="822"/>
                    <a:pt x="1562" y="822"/>
                  </a:cubicBezTo>
                  <a:cubicBezTo>
                    <a:pt x="1434" y="753"/>
                    <a:pt x="1342" y="635"/>
                    <a:pt x="1306" y="493"/>
                  </a:cubicBezTo>
                  <a:cubicBezTo>
                    <a:pt x="1367" y="352"/>
                    <a:pt x="1367" y="352"/>
                    <a:pt x="1367" y="352"/>
                  </a:cubicBezTo>
                  <a:cubicBezTo>
                    <a:pt x="1368" y="351"/>
                    <a:pt x="1368" y="349"/>
                    <a:pt x="1369" y="348"/>
                  </a:cubicBezTo>
                  <a:cubicBezTo>
                    <a:pt x="1460" y="314"/>
                    <a:pt x="1533" y="244"/>
                    <a:pt x="1572" y="155"/>
                  </a:cubicBezTo>
                  <a:cubicBezTo>
                    <a:pt x="1575" y="149"/>
                    <a:pt x="1575" y="149"/>
                    <a:pt x="1575" y="149"/>
                  </a:cubicBezTo>
                  <a:cubicBezTo>
                    <a:pt x="1583" y="129"/>
                    <a:pt x="1574" y="105"/>
                    <a:pt x="1554" y="96"/>
                  </a:cubicBezTo>
                  <a:cubicBezTo>
                    <a:pt x="1534" y="87"/>
                    <a:pt x="1510" y="97"/>
                    <a:pt x="1501" y="117"/>
                  </a:cubicBezTo>
                  <a:cubicBezTo>
                    <a:pt x="1499" y="123"/>
                    <a:pt x="1499" y="123"/>
                    <a:pt x="1499" y="123"/>
                  </a:cubicBezTo>
                  <a:cubicBezTo>
                    <a:pt x="1472" y="185"/>
                    <a:pt x="1423" y="235"/>
                    <a:pt x="1362" y="264"/>
                  </a:cubicBezTo>
                  <a:cubicBezTo>
                    <a:pt x="1341" y="200"/>
                    <a:pt x="1345" y="130"/>
                    <a:pt x="1372" y="68"/>
                  </a:cubicBezTo>
                  <a:cubicBezTo>
                    <a:pt x="1374" y="62"/>
                    <a:pt x="1374" y="62"/>
                    <a:pt x="1374" y="62"/>
                  </a:cubicBezTo>
                  <a:cubicBezTo>
                    <a:pt x="1383" y="42"/>
                    <a:pt x="1374" y="18"/>
                    <a:pt x="1354" y="9"/>
                  </a:cubicBezTo>
                  <a:cubicBezTo>
                    <a:pt x="1333" y="0"/>
                    <a:pt x="1310" y="10"/>
                    <a:pt x="1301" y="30"/>
                  </a:cubicBezTo>
                  <a:cubicBezTo>
                    <a:pt x="1298" y="36"/>
                    <a:pt x="1298" y="36"/>
                    <a:pt x="1298" y="36"/>
                  </a:cubicBezTo>
                  <a:cubicBezTo>
                    <a:pt x="1260" y="125"/>
                    <a:pt x="1259" y="227"/>
                    <a:pt x="1296" y="317"/>
                  </a:cubicBezTo>
                  <a:cubicBezTo>
                    <a:pt x="1295" y="318"/>
                    <a:pt x="1295" y="319"/>
                    <a:pt x="1294" y="320"/>
                  </a:cubicBezTo>
                  <a:cubicBezTo>
                    <a:pt x="1233" y="460"/>
                    <a:pt x="1233" y="460"/>
                    <a:pt x="1233" y="460"/>
                  </a:cubicBezTo>
                  <a:cubicBezTo>
                    <a:pt x="1097" y="521"/>
                    <a:pt x="945" y="521"/>
                    <a:pt x="809" y="460"/>
                  </a:cubicBezTo>
                  <a:cubicBezTo>
                    <a:pt x="748" y="320"/>
                    <a:pt x="748" y="320"/>
                    <a:pt x="748" y="320"/>
                  </a:cubicBezTo>
                  <a:cubicBezTo>
                    <a:pt x="747" y="319"/>
                    <a:pt x="747" y="318"/>
                    <a:pt x="746" y="317"/>
                  </a:cubicBezTo>
                  <a:cubicBezTo>
                    <a:pt x="783" y="227"/>
                    <a:pt x="782" y="125"/>
                    <a:pt x="743" y="36"/>
                  </a:cubicBezTo>
                  <a:cubicBezTo>
                    <a:pt x="741" y="30"/>
                    <a:pt x="741" y="30"/>
                    <a:pt x="741" y="30"/>
                  </a:cubicBezTo>
                  <a:cubicBezTo>
                    <a:pt x="732" y="10"/>
                    <a:pt x="709" y="0"/>
                    <a:pt x="688" y="9"/>
                  </a:cubicBezTo>
                  <a:cubicBezTo>
                    <a:pt x="668" y="18"/>
                    <a:pt x="659" y="42"/>
                    <a:pt x="668" y="62"/>
                  </a:cubicBezTo>
                  <a:cubicBezTo>
                    <a:pt x="670" y="68"/>
                    <a:pt x="670" y="68"/>
                    <a:pt x="670" y="68"/>
                  </a:cubicBezTo>
                  <a:cubicBezTo>
                    <a:pt x="697" y="130"/>
                    <a:pt x="701" y="200"/>
                    <a:pt x="680" y="264"/>
                  </a:cubicBezTo>
                  <a:cubicBezTo>
                    <a:pt x="619" y="235"/>
                    <a:pt x="570" y="185"/>
                    <a:pt x="543" y="123"/>
                  </a:cubicBezTo>
                  <a:cubicBezTo>
                    <a:pt x="541" y="117"/>
                    <a:pt x="541" y="117"/>
                    <a:pt x="541" y="117"/>
                  </a:cubicBezTo>
                  <a:cubicBezTo>
                    <a:pt x="532" y="97"/>
                    <a:pt x="508" y="87"/>
                    <a:pt x="488" y="96"/>
                  </a:cubicBezTo>
                  <a:cubicBezTo>
                    <a:pt x="468" y="105"/>
                    <a:pt x="459" y="129"/>
                    <a:pt x="467" y="149"/>
                  </a:cubicBezTo>
                  <a:cubicBezTo>
                    <a:pt x="470" y="155"/>
                    <a:pt x="470" y="155"/>
                    <a:pt x="470" y="155"/>
                  </a:cubicBezTo>
                  <a:cubicBezTo>
                    <a:pt x="509" y="244"/>
                    <a:pt x="582" y="314"/>
                    <a:pt x="673" y="348"/>
                  </a:cubicBezTo>
                  <a:cubicBezTo>
                    <a:pt x="674" y="349"/>
                    <a:pt x="674" y="351"/>
                    <a:pt x="675" y="352"/>
                  </a:cubicBezTo>
                  <a:cubicBezTo>
                    <a:pt x="736" y="493"/>
                    <a:pt x="736" y="493"/>
                    <a:pt x="736" y="493"/>
                  </a:cubicBezTo>
                  <a:cubicBezTo>
                    <a:pt x="700" y="635"/>
                    <a:pt x="608" y="753"/>
                    <a:pt x="480" y="822"/>
                  </a:cubicBezTo>
                  <a:cubicBezTo>
                    <a:pt x="353" y="745"/>
                    <a:pt x="353" y="745"/>
                    <a:pt x="353" y="745"/>
                  </a:cubicBezTo>
                  <a:cubicBezTo>
                    <a:pt x="351" y="744"/>
                    <a:pt x="350" y="744"/>
                    <a:pt x="349" y="743"/>
                  </a:cubicBezTo>
                  <a:cubicBezTo>
                    <a:pt x="327" y="649"/>
                    <a:pt x="268" y="566"/>
                    <a:pt x="185" y="516"/>
                  </a:cubicBezTo>
                  <a:cubicBezTo>
                    <a:pt x="179" y="513"/>
                    <a:pt x="179" y="513"/>
                    <a:pt x="179" y="513"/>
                  </a:cubicBezTo>
                  <a:cubicBezTo>
                    <a:pt x="160" y="501"/>
                    <a:pt x="136" y="507"/>
                    <a:pt x="124" y="526"/>
                  </a:cubicBezTo>
                  <a:cubicBezTo>
                    <a:pt x="113" y="545"/>
                    <a:pt x="119" y="570"/>
                    <a:pt x="138" y="581"/>
                  </a:cubicBezTo>
                  <a:cubicBezTo>
                    <a:pt x="143" y="584"/>
                    <a:pt x="143" y="584"/>
                    <a:pt x="143" y="584"/>
                  </a:cubicBezTo>
                  <a:cubicBezTo>
                    <a:pt x="201" y="620"/>
                    <a:pt x="245" y="675"/>
                    <a:pt x="265" y="739"/>
                  </a:cubicBezTo>
                  <a:cubicBezTo>
                    <a:pt x="199" y="751"/>
                    <a:pt x="130" y="738"/>
                    <a:pt x="71" y="703"/>
                  </a:cubicBezTo>
                  <a:cubicBezTo>
                    <a:pt x="66" y="699"/>
                    <a:pt x="66" y="699"/>
                    <a:pt x="66" y="699"/>
                  </a:cubicBezTo>
                  <a:cubicBezTo>
                    <a:pt x="47" y="688"/>
                    <a:pt x="23" y="694"/>
                    <a:pt x="11" y="713"/>
                  </a:cubicBezTo>
                  <a:cubicBezTo>
                    <a:pt x="0" y="732"/>
                    <a:pt x="6" y="756"/>
                    <a:pt x="25" y="768"/>
                  </a:cubicBezTo>
                  <a:cubicBezTo>
                    <a:pt x="30" y="771"/>
                    <a:pt x="30" y="771"/>
                    <a:pt x="30" y="771"/>
                  </a:cubicBezTo>
                  <a:cubicBezTo>
                    <a:pt x="87" y="806"/>
                    <a:pt x="152" y="823"/>
                    <a:pt x="217" y="823"/>
                  </a:cubicBezTo>
                  <a:cubicBezTo>
                    <a:pt x="247" y="823"/>
                    <a:pt x="278" y="819"/>
                    <a:pt x="308" y="811"/>
                  </a:cubicBezTo>
                  <a:cubicBezTo>
                    <a:pt x="309" y="812"/>
                    <a:pt x="310" y="813"/>
                    <a:pt x="311" y="814"/>
                  </a:cubicBezTo>
                  <a:cubicBezTo>
                    <a:pt x="443" y="893"/>
                    <a:pt x="443" y="893"/>
                    <a:pt x="443" y="893"/>
                  </a:cubicBezTo>
                  <a:cubicBezTo>
                    <a:pt x="443" y="894"/>
                    <a:pt x="443" y="894"/>
                    <a:pt x="444" y="895"/>
                  </a:cubicBezTo>
                  <a:cubicBezTo>
                    <a:pt x="541" y="1017"/>
                    <a:pt x="578" y="1174"/>
                    <a:pt x="546" y="1326"/>
                  </a:cubicBezTo>
                  <a:cubicBezTo>
                    <a:pt x="443" y="1444"/>
                    <a:pt x="443" y="1444"/>
                    <a:pt x="443" y="1444"/>
                  </a:cubicBezTo>
                  <a:cubicBezTo>
                    <a:pt x="442" y="1445"/>
                    <a:pt x="442" y="1446"/>
                    <a:pt x="441" y="1447"/>
                  </a:cubicBezTo>
                  <a:cubicBezTo>
                    <a:pt x="344" y="1453"/>
                    <a:pt x="253" y="1497"/>
                    <a:pt x="189" y="1571"/>
                  </a:cubicBezTo>
                  <a:cubicBezTo>
                    <a:pt x="184" y="1576"/>
                    <a:pt x="184" y="1576"/>
                    <a:pt x="184" y="1576"/>
                  </a:cubicBezTo>
                  <a:cubicBezTo>
                    <a:pt x="170" y="1592"/>
                    <a:pt x="172" y="1617"/>
                    <a:pt x="188" y="1632"/>
                  </a:cubicBezTo>
                  <a:cubicBezTo>
                    <a:pt x="205" y="1646"/>
                    <a:pt x="230" y="1645"/>
                    <a:pt x="245" y="1628"/>
                  </a:cubicBezTo>
                  <a:cubicBezTo>
                    <a:pt x="249" y="1623"/>
                    <a:pt x="249" y="1623"/>
                    <a:pt x="249" y="1623"/>
                  </a:cubicBezTo>
                  <a:cubicBezTo>
                    <a:pt x="294" y="1572"/>
                    <a:pt x="355" y="1539"/>
                    <a:pt x="422" y="1530"/>
                  </a:cubicBezTo>
                  <a:cubicBezTo>
                    <a:pt x="422" y="1597"/>
                    <a:pt x="398" y="1663"/>
                    <a:pt x="353" y="1714"/>
                  </a:cubicBezTo>
                  <a:cubicBezTo>
                    <a:pt x="349" y="1719"/>
                    <a:pt x="349" y="1719"/>
                    <a:pt x="349" y="1719"/>
                  </a:cubicBezTo>
                  <a:cubicBezTo>
                    <a:pt x="335" y="1736"/>
                    <a:pt x="336" y="1761"/>
                    <a:pt x="353" y="1775"/>
                  </a:cubicBezTo>
                  <a:cubicBezTo>
                    <a:pt x="361" y="1782"/>
                    <a:pt x="370" y="1785"/>
                    <a:pt x="379" y="1785"/>
                  </a:cubicBezTo>
                  <a:cubicBezTo>
                    <a:pt x="390" y="1785"/>
                    <a:pt x="402" y="1780"/>
                    <a:pt x="409" y="1771"/>
                  </a:cubicBezTo>
                  <a:cubicBezTo>
                    <a:pt x="414" y="1767"/>
                    <a:pt x="414" y="1767"/>
                    <a:pt x="414" y="1767"/>
                  </a:cubicBezTo>
                  <a:cubicBezTo>
                    <a:pt x="478" y="1693"/>
                    <a:pt x="509" y="1597"/>
                    <a:pt x="501" y="1500"/>
                  </a:cubicBezTo>
                  <a:cubicBezTo>
                    <a:pt x="502" y="1499"/>
                    <a:pt x="503" y="1498"/>
                    <a:pt x="504" y="1497"/>
                  </a:cubicBezTo>
                  <a:cubicBezTo>
                    <a:pt x="602" y="1384"/>
                    <a:pt x="602" y="1384"/>
                    <a:pt x="602" y="1384"/>
                  </a:cubicBezTo>
                  <a:cubicBezTo>
                    <a:pt x="749" y="1389"/>
                    <a:pt x="886" y="1456"/>
                    <a:pt x="981" y="1569"/>
                  </a:cubicBezTo>
                  <a:cubicBezTo>
                    <a:pt x="981" y="1569"/>
                    <a:pt x="981" y="1569"/>
                    <a:pt x="981" y="1569"/>
                  </a:cubicBezTo>
                  <a:cubicBezTo>
                    <a:pt x="981" y="1745"/>
                    <a:pt x="981" y="1745"/>
                    <a:pt x="981" y="1745"/>
                  </a:cubicBezTo>
                  <a:cubicBezTo>
                    <a:pt x="981" y="1746"/>
                    <a:pt x="981" y="1748"/>
                    <a:pt x="981" y="1749"/>
                  </a:cubicBezTo>
                  <a:cubicBezTo>
                    <a:pt x="911" y="1817"/>
                    <a:pt x="872" y="1910"/>
                    <a:pt x="872" y="2008"/>
                  </a:cubicBezTo>
                  <a:cubicBezTo>
                    <a:pt x="872" y="2014"/>
                    <a:pt x="872" y="2014"/>
                    <a:pt x="872" y="2014"/>
                  </a:cubicBezTo>
                  <a:cubicBezTo>
                    <a:pt x="872" y="2036"/>
                    <a:pt x="890" y="2054"/>
                    <a:pt x="912" y="2054"/>
                  </a:cubicBezTo>
                  <a:cubicBezTo>
                    <a:pt x="934" y="2054"/>
                    <a:pt x="952" y="2036"/>
                    <a:pt x="952" y="2014"/>
                  </a:cubicBezTo>
                  <a:cubicBezTo>
                    <a:pt x="952" y="2008"/>
                    <a:pt x="952" y="2008"/>
                    <a:pt x="952" y="2008"/>
                  </a:cubicBezTo>
                  <a:cubicBezTo>
                    <a:pt x="952" y="1939"/>
                    <a:pt x="977" y="1874"/>
                    <a:pt x="1021" y="1823"/>
                  </a:cubicBezTo>
                  <a:cubicBezTo>
                    <a:pt x="1065" y="1874"/>
                    <a:pt x="1090" y="1939"/>
                    <a:pt x="1090" y="2008"/>
                  </a:cubicBezTo>
                  <a:cubicBezTo>
                    <a:pt x="1090" y="2014"/>
                    <a:pt x="1090" y="2014"/>
                    <a:pt x="1090" y="2014"/>
                  </a:cubicBezTo>
                  <a:cubicBezTo>
                    <a:pt x="1090" y="2036"/>
                    <a:pt x="1108" y="2054"/>
                    <a:pt x="1130" y="2054"/>
                  </a:cubicBezTo>
                  <a:cubicBezTo>
                    <a:pt x="1152" y="2054"/>
                    <a:pt x="1170" y="2036"/>
                    <a:pt x="1170" y="2014"/>
                  </a:cubicBezTo>
                  <a:cubicBezTo>
                    <a:pt x="1170" y="2008"/>
                    <a:pt x="1170" y="2008"/>
                    <a:pt x="1170" y="2008"/>
                  </a:cubicBezTo>
                  <a:cubicBezTo>
                    <a:pt x="1170" y="1910"/>
                    <a:pt x="1131" y="1817"/>
                    <a:pt x="1061" y="1749"/>
                  </a:cubicBezTo>
                  <a:cubicBezTo>
                    <a:pt x="1061" y="1748"/>
                    <a:pt x="1061" y="1746"/>
                    <a:pt x="1061" y="1745"/>
                  </a:cubicBezTo>
                  <a:cubicBezTo>
                    <a:pt x="1061" y="1569"/>
                    <a:pt x="1061" y="1569"/>
                    <a:pt x="1061" y="1569"/>
                  </a:cubicBezTo>
                  <a:cubicBezTo>
                    <a:pt x="1061" y="1569"/>
                    <a:pt x="1061" y="1569"/>
                    <a:pt x="1061" y="1569"/>
                  </a:cubicBezTo>
                  <a:cubicBezTo>
                    <a:pt x="1156" y="1456"/>
                    <a:pt x="1293" y="1389"/>
                    <a:pt x="1440" y="1384"/>
                  </a:cubicBezTo>
                  <a:cubicBezTo>
                    <a:pt x="1538" y="1497"/>
                    <a:pt x="1538" y="1497"/>
                    <a:pt x="1538" y="1497"/>
                  </a:cubicBezTo>
                  <a:cubicBezTo>
                    <a:pt x="1539" y="1498"/>
                    <a:pt x="1540" y="1499"/>
                    <a:pt x="1541" y="1500"/>
                  </a:cubicBezTo>
                  <a:cubicBezTo>
                    <a:pt x="1533" y="1597"/>
                    <a:pt x="1564" y="1693"/>
                    <a:pt x="1628" y="1767"/>
                  </a:cubicBezTo>
                  <a:cubicBezTo>
                    <a:pt x="1632" y="1771"/>
                    <a:pt x="1632" y="1771"/>
                    <a:pt x="1632" y="1771"/>
                  </a:cubicBezTo>
                  <a:cubicBezTo>
                    <a:pt x="1640" y="1780"/>
                    <a:pt x="1652" y="1785"/>
                    <a:pt x="1663" y="1785"/>
                  </a:cubicBezTo>
                  <a:cubicBezTo>
                    <a:pt x="1672" y="1785"/>
                    <a:pt x="1681" y="1782"/>
                    <a:pt x="1689" y="1775"/>
                  </a:cubicBezTo>
                  <a:cubicBezTo>
                    <a:pt x="1706" y="1761"/>
                    <a:pt x="1707" y="1736"/>
                    <a:pt x="1693" y="1719"/>
                  </a:cubicBezTo>
                  <a:cubicBezTo>
                    <a:pt x="1689" y="1714"/>
                    <a:pt x="1689" y="1714"/>
                    <a:pt x="1689" y="1714"/>
                  </a:cubicBezTo>
                  <a:cubicBezTo>
                    <a:pt x="1644" y="1663"/>
                    <a:pt x="1620" y="1597"/>
                    <a:pt x="1620" y="1530"/>
                  </a:cubicBezTo>
                  <a:cubicBezTo>
                    <a:pt x="1687" y="1539"/>
                    <a:pt x="1748" y="1572"/>
                    <a:pt x="1793" y="1623"/>
                  </a:cubicBezTo>
                  <a:cubicBezTo>
                    <a:pt x="1797" y="1628"/>
                    <a:pt x="1797" y="1628"/>
                    <a:pt x="1797" y="1628"/>
                  </a:cubicBezTo>
                  <a:cubicBezTo>
                    <a:pt x="1812" y="1645"/>
                    <a:pt x="1837" y="1646"/>
                    <a:pt x="1854" y="1632"/>
                  </a:cubicBezTo>
                  <a:cubicBezTo>
                    <a:pt x="1870" y="1617"/>
                    <a:pt x="1872" y="1592"/>
                    <a:pt x="1858" y="1576"/>
                  </a:cubicBezTo>
                  <a:cubicBezTo>
                    <a:pt x="1853" y="1571"/>
                    <a:pt x="1853" y="1571"/>
                    <a:pt x="1853" y="1571"/>
                  </a:cubicBezTo>
                  <a:cubicBezTo>
                    <a:pt x="1789" y="1497"/>
                    <a:pt x="1698" y="1453"/>
                    <a:pt x="1601" y="1447"/>
                  </a:cubicBezTo>
                  <a:cubicBezTo>
                    <a:pt x="1600" y="1446"/>
                    <a:pt x="1600" y="1445"/>
                    <a:pt x="1599" y="1444"/>
                  </a:cubicBezTo>
                  <a:cubicBezTo>
                    <a:pt x="1496" y="1326"/>
                    <a:pt x="1496" y="1326"/>
                    <a:pt x="1496" y="1326"/>
                  </a:cubicBezTo>
                  <a:cubicBezTo>
                    <a:pt x="1464" y="1174"/>
                    <a:pt x="1501" y="1017"/>
                    <a:pt x="1598" y="895"/>
                  </a:cubicBezTo>
                  <a:cubicBezTo>
                    <a:pt x="1598" y="894"/>
                    <a:pt x="1599" y="894"/>
                    <a:pt x="1599" y="893"/>
                  </a:cubicBezTo>
                  <a:cubicBezTo>
                    <a:pt x="1731" y="814"/>
                    <a:pt x="1731" y="814"/>
                    <a:pt x="1731" y="814"/>
                  </a:cubicBezTo>
                  <a:cubicBezTo>
                    <a:pt x="1732" y="813"/>
                    <a:pt x="1733" y="812"/>
                    <a:pt x="1734" y="811"/>
                  </a:cubicBezTo>
                  <a:cubicBezTo>
                    <a:pt x="1764" y="819"/>
                    <a:pt x="1795" y="823"/>
                    <a:pt x="1825" y="823"/>
                  </a:cubicBezTo>
                  <a:cubicBezTo>
                    <a:pt x="1890" y="823"/>
                    <a:pt x="1955" y="806"/>
                    <a:pt x="2012" y="771"/>
                  </a:cubicBezTo>
                  <a:cubicBezTo>
                    <a:pt x="2017" y="768"/>
                    <a:pt x="2017" y="768"/>
                    <a:pt x="2017" y="768"/>
                  </a:cubicBezTo>
                  <a:cubicBezTo>
                    <a:pt x="2036" y="756"/>
                    <a:pt x="2042" y="732"/>
                    <a:pt x="2031" y="713"/>
                  </a:cubicBezTo>
                  <a:close/>
                  <a:moveTo>
                    <a:pt x="1411" y="1305"/>
                  </a:moveTo>
                  <a:cubicBezTo>
                    <a:pt x="1261" y="1317"/>
                    <a:pt x="1123" y="1384"/>
                    <a:pt x="1021" y="1493"/>
                  </a:cubicBezTo>
                  <a:cubicBezTo>
                    <a:pt x="919" y="1384"/>
                    <a:pt x="780" y="1317"/>
                    <a:pt x="631" y="1305"/>
                  </a:cubicBezTo>
                  <a:cubicBezTo>
                    <a:pt x="653" y="1157"/>
                    <a:pt x="619" y="1008"/>
                    <a:pt x="535" y="884"/>
                  </a:cubicBezTo>
                  <a:cubicBezTo>
                    <a:pt x="664" y="808"/>
                    <a:pt x="760" y="688"/>
                    <a:pt x="805" y="545"/>
                  </a:cubicBezTo>
                  <a:cubicBezTo>
                    <a:pt x="944" y="600"/>
                    <a:pt x="1098" y="600"/>
                    <a:pt x="1237" y="545"/>
                  </a:cubicBezTo>
                  <a:cubicBezTo>
                    <a:pt x="1282" y="688"/>
                    <a:pt x="1378" y="808"/>
                    <a:pt x="1507" y="884"/>
                  </a:cubicBezTo>
                  <a:cubicBezTo>
                    <a:pt x="1423" y="1008"/>
                    <a:pt x="1389" y="1157"/>
                    <a:pt x="1411" y="13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839;p73">
              <a:extLst>
                <a:ext uri="{FF2B5EF4-FFF2-40B4-BE49-F238E27FC236}">
                  <a16:creationId xmlns:a16="http://schemas.microsoft.com/office/drawing/2014/main" id="{DBFBEA61-DB84-FEB2-A277-64C28D9A8E50}"/>
                </a:ext>
              </a:extLst>
            </p:cNvPr>
            <p:cNvSpPr/>
            <p:nvPr/>
          </p:nvSpPr>
          <p:spPr>
            <a:xfrm>
              <a:off x="4096940" y="3601641"/>
              <a:ext cx="133351" cy="144066"/>
            </a:xfrm>
            <a:custGeom>
              <a:avLst/>
              <a:gdLst/>
              <a:ahLst/>
              <a:cxnLst/>
              <a:rect l="l" t="t" r="r" b="b"/>
              <a:pathLst>
                <a:path w="593" h="643" extrusionOk="0">
                  <a:moveTo>
                    <a:pt x="572" y="457"/>
                  </a:moveTo>
                  <a:cubicBezTo>
                    <a:pt x="554" y="444"/>
                    <a:pt x="529" y="447"/>
                    <a:pt x="516" y="465"/>
                  </a:cubicBezTo>
                  <a:cubicBezTo>
                    <a:pt x="470" y="527"/>
                    <a:pt x="399" y="563"/>
                    <a:pt x="322" y="563"/>
                  </a:cubicBezTo>
                  <a:cubicBezTo>
                    <a:pt x="189" y="563"/>
                    <a:pt x="80" y="454"/>
                    <a:pt x="80" y="321"/>
                  </a:cubicBezTo>
                  <a:cubicBezTo>
                    <a:pt x="80" y="188"/>
                    <a:pt x="189" y="80"/>
                    <a:pt x="322" y="80"/>
                  </a:cubicBezTo>
                  <a:cubicBezTo>
                    <a:pt x="399" y="80"/>
                    <a:pt x="470" y="115"/>
                    <a:pt x="516" y="177"/>
                  </a:cubicBezTo>
                  <a:cubicBezTo>
                    <a:pt x="529" y="195"/>
                    <a:pt x="554" y="199"/>
                    <a:pt x="572" y="186"/>
                  </a:cubicBezTo>
                  <a:cubicBezTo>
                    <a:pt x="590" y="173"/>
                    <a:pt x="593" y="147"/>
                    <a:pt x="580" y="130"/>
                  </a:cubicBezTo>
                  <a:cubicBezTo>
                    <a:pt x="520" y="48"/>
                    <a:pt x="423" y="0"/>
                    <a:pt x="322" y="0"/>
                  </a:cubicBezTo>
                  <a:cubicBezTo>
                    <a:pt x="145" y="0"/>
                    <a:pt x="0" y="144"/>
                    <a:pt x="0" y="321"/>
                  </a:cubicBezTo>
                  <a:cubicBezTo>
                    <a:pt x="0" y="498"/>
                    <a:pt x="145" y="643"/>
                    <a:pt x="322" y="643"/>
                  </a:cubicBezTo>
                  <a:cubicBezTo>
                    <a:pt x="423" y="643"/>
                    <a:pt x="520" y="594"/>
                    <a:pt x="580" y="513"/>
                  </a:cubicBezTo>
                  <a:cubicBezTo>
                    <a:pt x="593" y="495"/>
                    <a:pt x="590" y="470"/>
                    <a:pt x="572" y="4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840;p73">
              <a:extLst>
                <a:ext uri="{FF2B5EF4-FFF2-40B4-BE49-F238E27FC236}">
                  <a16:creationId xmlns:a16="http://schemas.microsoft.com/office/drawing/2014/main" id="{94A30CDC-FE66-DF92-58D9-0F1F2A17B54A}"/>
                </a:ext>
              </a:extLst>
            </p:cNvPr>
            <p:cNvSpPr/>
            <p:nvPr/>
          </p:nvSpPr>
          <p:spPr>
            <a:xfrm>
              <a:off x="4138613" y="3643313"/>
              <a:ext cx="61913" cy="60722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0" y="136"/>
                  </a:moveTo>
                  <a:cubicBezTo>
                    <a:pt x="0" y="211"/>
                    <a:pt x="61" y="272"/>
                    <a:pt x="136" y="272"/>
                  </a:cubicBezTo>
                  <a:cubicBezTo>
                    <a:pt x="211" y="272"/>
                    <a:pt x="272" y="211"/>
                    <a:pt x="272" y="136"/>
                  </a:cubicBezTo>
                  <a:cubicBezTo>
                    <a:pt x="272" y="61"/>
                    <a:pt x="211" y="0"/>
                    <a:pt x="136" y="0"/>
                  </a:cubicBezTo>
                  <a:cubicBezTo>
                    <a:pt x="61" y="0"/>
                    <a:pt x="0" y="61"/>
                    <a:pt x="0" y="136"/>
                  </a:cubicBezTo>
                  <a:close/>
                  <a:moveTo>
                    <a:pt x="192" y="136"/>
                  </a:moveTo>
                  <a:cubicBezTo>
                    <a:pt x="192" y="167"/>
                    <a:pt x="167" y="192"/>
                    <a:pt x="136" y="192"/>
                  </a:cubicBezTo>
                  <a:cubicBezTo>
                    <a:pt x="105" y="192"/>
                    <a:pt x="80" y="167"/>
                    <a:pt x="80" y="136"/>
                  </a:cubicBezTo>
                  <a:cubicBezTo>
                    <a:pt x="80" y="105"/>
                    <a:pt x="105" y="80"/>
                    <a:pt x="136" y="80"/>
                  </a:cubicBezTo>
                  <a:cubicBezTo>
                    <a:pt x="167" y="80"/>
                    <a:pt x="192" y="105"/>
                    <a:pt x="192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841;p73">
              <a:extLst>
                <a:ext uri="{FF2B5EF4-FFF2-40B4-BE49-F238E27FC236}">
                  <a16:creationId xmlns:a16="http://schemas.microsoft.com/office/drawing/2014/main" id="{B41B8D35-E36B-12A5-D34C-CF78D6369604}"/>
                </a:ext>
              </a:extLst>
            </p:cNvPr>
            <p:cNvSpPr/>
            <p:nvPr/>
          </p:nvSpPr>
          <p:spPr>
            <a:xfrm>
              <a:off x="4223147" y="3664744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1667;p73">
            <a:extLst>
              <a:ext uri="{FF2B5EF4-FFF2-40B4-BE49-F238E27FC236}">
                <a16:creationId xmlns:a16="http://schemas.microsoft.com/office/drawing/2014/main" id="{0820CEF6-D750-EF18-BE25-CA9B6A73A7D8}"/>
              </a:ext>
            </a:extLst>
          </p:cNvPr>
          <p:cNvGrpSpPr/>
          <p:nvPr/>
        </p:nvGrpSpPr>
        <p:grpSpPr>
          <a:xfrm>
            <a:off x="4406351" y="3153660"/>
            <a:ext cx="331174" cy="325628"/>
            <a:chOff x="8679656" y="1295400"/>
            <a:chExt cx="459581" cy="459731"/>
          </a:xfrm>
        </p:grpSpPr>
        <p:sp>
          <p:nvSpPr>
            <p:cNvPr id="11" name="Google Shape;1668;p73">
              <a:extLst>
                <a:ext uri="{FF2B5EF4-FFF2-40B4-BE49-F238E27FC236}">
                  <a16:creationId xmlns:a16="http://schemas.microsoft.com/office/drawing/2014/main" id="{29A648CC-325C-2760-48C1-C519CF2AD851}"/>
                </a:ext>
              </a:extLst>
            </p:cNvPr>
            <p:cNvSpPr/>
            <p:nvPr/>
          </p:nvSpPr>
          <p:spPr>
            <a:xfrm>
              <a:off x="8712994" y="1347788"/>
              <a:ext cx="377431" cy="397671"/>
            </a:xfrm>
            <a:custGeom>
              <a:avLst/>
              <a:gdLst/>
              <a:ahLst/>
              <a:cxnLst/>
              <a:rect l="l" t="t" r="r" b="b"/>
              <a:pathLst>
                <a:path w="1684" h="1773" extrusionOk="0">
                  <a:moveTo>
                    <a:pt x="1457" y="1301"/>
                  </a:moveTo>
                  <a:cubicBezTo>
                    <a:pt x="1463" y="1132"/>
                    <a:pt x="1463" y="1132"/>
                    <a:pt x="1463" y="1132"/>
                  </a:cubicBezTo>
                  <a:cubicBezTo>
                    <a:pt x="1553" y="1132"/>
                    <a:pt x="1553" y="1132"/>
                    <a:pt x="1553" y="1132"/>
                  </a:cubicBezTo>
                  <a:cubicBezTo>
                    <a:pt x="1633" y="1132"/>
                    <a:pt x="1684" y="1046"/>
                    <a:pt x="1645" y="976"/>
                  </a:cubicBezTo>
                  <a:cubicBezTo>
                    <a:pt x="1645" y="976"/>
                    <a:pt x="1478" y="718"/>
                    <a:pt x="1478" y="718"/>
                  </a:cubicBezTo>
                  <a:cubicBezTo>
                    <a:pt x="1476" y="611"/>
                    <a:pt x="1476" y="611"/>
                    <a:pt x="1476" y="611"/>
                  </a:cubicBezTo>
                  <a:cubicBezTo>
                    <a:pt x="1474" y="589"/>
                    <a:pt x="1472" y="566"/>
                    <a:pt x="1469" y="544"/>
                  </a:cubicBezTo>
                  <a:cubicBezTo>
                    <a:pt x="1462" y="504"/>
                    <a:pt x="1453" y="465"/>
                    <a:pt x="1439" y="427"/>
                  </a:cubicBezTo>
                  <a:cubicBezTo>
                    <a:pt x="1415" y="359"/>
                    <a:pt x="1379" y="295"/>
                    <a:pt x="1330" y="240"/>
                  </a:cubicBezTo>
                  <a:cubicBezTo>
                    <a:pt x="1237" y="135"/>
                    <a:pt x="1105" y="68"/>
                    <a:pt x="968" y="43"/>
                  </a:cubicBezTo>
                  <a:cubicBezTo>
                    <a:pt x="736" y="0"/>
                    <a:pt x="498" y="44"/>
                    <a:pt x="319" y="203"/>
                  </a:cubicBezTo>
                  <a:cubicBezTo>
                    <a:pt x="39" y="451"/>
                    <a:pt x="0" y="890"/>
                    <a:pt x="235" y="1181"/>
                  </a:cubicBezTo>
                  <a:cubicBezTo>
                    <a:pt x="275" y="1231"/>
                    <a:pt x="322" y="1275"/>
                    <a:pt x="374" y="1312"/>
                  </a:cubicBezTo>
                  <a:cubicBezTo>
                    <a:pt x="414" y="1341"/>
                    <a:pt x="439" y="1388"/>
                    <a:pt x="439" y="1437"/>
                  </a:cubicBezTo>
                  <a:cubicBezTo>
                    <a:pt x="439" y="1712"/>
                    <a:pt x="439" y="1712"/>
                    <a:pt x="439" y="1712"/>
                  </a:cubicBezTo>
                  <a:cubicBezTo>
                    <a:pt x="439" y="1746"/>
                    <a:pt x="466" y="1773"/>
                    <a:pt x="500" y="1773"/>
                  </a:cubicBezTo>
                  <a:cubicBezTo>
                    <a:pt x="1039" y="1773"/>
                    <a:pt x="1039" y="1773"/>
                    <a:pt x="1039" y="1773"/>
                  </a:cubicBezTo>
                  <a:cubicBezTo>
                    <a:pt x="1073" y="1773"/>
                    <a:pt x="1100" y="1746"/>
                    <a:pt x="1100" y="1712"/>
                  </a:cubicBezTo>
                  <a:cubicBezTo>
                    <a:pt x="1100" y="1653"/>
                    <a:pt x="1100" y="1653"/>
                    <a:pt x="1100" y="1653"/>
                  </a:cubicBezTo>
                  <a:cubicBezTo>
                    <a:pt x="1100" y="1587"/>
                    <a:pt x="1154" y="1533"/>
                    <a:pt x="1220" y="1533"/>
                  </a:cubicBezTo>
                  <a:cubicBezTo>
                    <a:pt x="1220" y="1533"/>
                    <a:pt x="1220" y="1533"/>
                    <a:pt x="1220" y="1533"/>
                  </a:cubicBezTo>
                  <a:cubicBezTo>
                    <a:pt x="1349" y="1532"/>
                    <a:pt x="1454" y="1429"/>
                    <a:pt x="1457" y="13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669;p73">
              <a:extLst>
                <a:ext uri="{FF2B5EF4-FFF2-40B4-BE49-F238E27FC236}">
                  <a16:creationId xmlns:a16="http://schemas.microsoft.com/office/drawing/2014/main" id="{D2DB2314-4B8D-4C38-C05F-16EA559D63F8}"/>
                </a:ext>
              </a:extLst>
            </p:cNvPr>
            <p:cNvSpPr/>
            <p:nvPr/>
          </p:nvSpPr>
          <p:spPr>
            <a:xfrm>
              <a:off x="8810625" y="1428750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670;p73">
              <a:extLst>
                <a:ext uri="{FF2B5EF4-FFF2-40B4-BE49-F238E27FC236}">
                  <a16:creationId xmlns:a16="http://schemas.microsoft.com/office/drawing/2014/main" id="{36B0142E-6B3E-0027-171B-5C2B344672F3}"/>
                </a:ext>
              </a:extLst>
            </p:cNvPr>
            <p:cNvSpPr/>
            <p:nvPr/>
          </p:nvSpPr>
          <p:spPr>
            <a:xfrm>
              <a:off x="8857060" y="1475185"/>
              <a:ext cx="51300" cy="51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671;p73">
              <a:extLst>
                <a:ext uri="{FF2B5EF4-FFF2-40B4-BE49-F238E27FC236}">
                  <a16:creationId xmlns:a16="http://schemas.microsoft.com/office/drawing/2014/main" id="{D44D3EAA-4C82-B7BF-B335-059CE8C948FB}"/>
                </a:ext>
              </a:extLst>
            </p:cNvPr>
            <p:cNvSpPr/>
            <p:nvPr/>
          </p:nvSpPr>
          <p:spPr>
            <a:xfrm>
              <a:off x="8687991" y="1641872"/>
              <a:ext cx="40500" cy="4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672;p73">
              <a:extLst>
                <a:ext uri="{FF2B5EF4-FFF2-40B4-BE49-F238E27FC236}">
                  <a16:creationId xmlns:a16="http://schemas.microsoft.com/office/drawing/2014/main" id="{C6290334-5AE5-D7AE-4968-83CB6461B45F}"/>
                </a:ext>
              </a:extLst>
            </p:cNvPr>
            <p:cNvSpPr/>
            <p:nvPr/>
          </p:nvSpPr>
          <p:spPr>
            <a:xfrm>
              <a:off x="8915410" y="1615666"/>
              <a:ext cx="40500" cy="40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73;p73">
              <a:extLst>
                <a:ext uri="{FF2B5EF4-FFF2-40B4-BE49-F238E27FC236}">
                  <a16:creationId xmlns:a16="http://schemas.microsoft.com/office/drawing/2014/main" id="{FF5AA939-435C-26B6-57B4-EEE67CFA9466}"/>
                </a:ext>
              </a:extLst>
            </p:cNvPr>
            <p:cNvSpPr/>
            <p:nvPr/>
          </p:nvSpPr>
          <p:spPr>
            <a:xfrm>
              <a:off x="8708231" y="1338263"/>
              <a:ext cx="40500" cy="3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674;p73">
              <a:extLst>
                <a:ext uri="{FF2B5EF4-FFF2-40B4-BE49-F238E27FC236}">
                  <a16:creationId xmlns:a16="http://schemas.microsoft.com/office/drawing/2014/main" id="{025C1108-D5D7-2F12-D52C-4E9D2D8190CC}"/>
                </a:ext>
              </a:extLst>
            </p:cNvPr>
            <p:cNvSpPr/>
            <p:nvPr/>
          </p:nvSpPr>
          <p:spPr>
            <a:xfrm>
              <a:off x="8978504" y="1303735"/>
              <a:ext cx="40500" cy="4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675;p73">
              <a:extLst>
                <a:ext uri="{FF2B5EF4-FFF2-40B4-BE49-F238E27FC236}">
                  <a16:creationId xmlns:a16="http://schemas.microsoft.com/office/drawing/2014/main" id="{E8F5853A-C4EF-F874-9315-3E9AE0D0E295}"/>
                </a:ext>
              </a:extLst>
            </p:cNvPr>
            <p:cNvSpPr/>
            <p:nvPr/>
          </p:nvSpPr>
          <p:spPr>
            <a:xfrm>
              <a:off x="9089231" y="1390650"/>
              <a:ext cx="40500" cy="4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676;p73">
              <a:extLst>
                <a:ext uri="{FF2B5EF4-FFF2-40B4-BE49-F238E27FC236}">
                  <a16:creationId xmlns:a16="http://schemas.microsoft.com/office/drawing/2014/main" id="{7BE8F017-4027-E4C4-078B-CC4197364B5B}"/>
                </a:ext>
              </a:extLst>
            </p:cNvPr>
            <p:cNvSpPr/>
            <p:nvPr/>
          </p:nvSpPr>
          <p:spPr>
            <a:xfrm>
              <a:off x="8848725" y="1466850"/>
              <a:ext cx="67866" cy="67866"/>
            </a:xfrm>
            <a:custGeom>
              <a:avLst/>
              <a:gdLst/>
              <a:ahLst/>
              <a:cxnLst/>
              <a:rect l="l" t="t" r="r" b="b"/>
              <a:pathLst>
                <a:path w="304" h="304" extrusionOk="0">
                  <a:moveTo>
                    <a:pt x="152" y="0"/>
                  </a:moveTo>
                  <a:cubicBezTo>
                    <a:pt x="68" y="0"/>
                    <a:pt x="0" y="68"/>
                    <a:pt x="0" y="152"/>
                  </a:cubicBezTo>
                  <a:cubicBezTo>
                    <a:pt x="0" y="236"/>
                    <a:pt x="68" y="304"/>
                    <a:pt x="152" y="304"/>
                  </a:cubicBezTo>
                  <a:cubicBezTo>
                    <a:pt x="236" y="304"/>
                    <a:pt x="304" y="236"/>
                    <a:pt x="304" y="152"/>
                  </a:cubicBezTo>
                  <a:cubicBezTo>
                    <a:pt x="304" y="68"/>
                    <a:pt x="236" y="0"/>
                    <a:pt x="152" y="0"/>
                  </a:cubicBezTo>
                  <a:close/>
                  <a:moveTo>
                    <a:pt x="152" y="224"/>
                  </a:moveTo>
                  <a:cubicBezTo>
                    <a:pt x="112" y="224"/>
                    <a:pt x="80" y="192"/>
                    <a:pt x="80" y="152"/>
                  </a:cubicBezTo>
                  <a:cubicBezTo>
                    <a:pt x="80" y="112"/>
                    <a:pt x="112" y="80"/>
                    <a:pt x="152" y="80"/>
                  </a:cubicBezTo>
                  <a:cubicBezTo>
                    <a:pt x="192" y="80"/>
                    <a:pt x="224" y="112"/>
                    <a:pt x="224" y="152"/>
                  </a:cubicBezTo>
                  <a:cubicBezTo>
                    <a:pt x="224" y="192"/>
                    <a:pt x="192" y="224"/>
                    <a:pt x="152" y="2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677;p73">
              <a:extLst>
                <a:ext uri="{FF2B5EF4-FFF2-40B4-BE49-F238E27FC236}">
                  <a16:creationId xmlns:a16="http://schemas.microsoft.com/office/drawing/2014/main" id="{F7DF05A8-2C81-A920-C363-88A67024B200}"/>
                </a:ext>
              </a:extLst>
            </p:cNvPr>
            <p:cNvSpPr/>
            <p:nvPr/>
          </p:nvSpPr>
          <p:spPr>
            <a:xfrm>
              <a:off x="8679656" y="1295400"/>
              <a:ext cx="459581" cy="459581"/>
            </a:xfrm>
            <a:custGeom>
              <a:avLst/>
              <a:gdLst/>
              <a:ahLst/>
              <a:cxnLst/>
              <a:rect l="l" t="t" r="r" b="b"/>
              <a:pathLst>
                <a:path w="2048" h="2048" extrusionOk="0">
                  <a:moveTo>
                    <a:pt x="1918" y="388"/>
                  </a:moveTo>
                  <a:cubicBezTo>
                    <a:pt x="1846" y="388"/>
                    <a:pt x="1788" y="446"/>
                    <a:pt x="1788" y="518"/>
                  </a:cubicBezTo>
                  <a:cubicBezTo>
                    <a:pt x="1788" y="520"/>
                    <a:pt x="1788" y="522"/>
                    <a:pt x="1788" y="524"/>
                  </a:cubicBezTo>
                  <a:cubicBezTo>
                    <a:pt x="1598" y="582"/>
                    <a:pt x="1598" y="582"/>
                    <a:pt x="1598" y="582"/>
                  </a:cubicBezTo>
                  <a:cubicBezTo>
                    <a:pt x="1574" y="533"/>
                    <a:pt x="1545" y="488"/>
                    <a:pt x="1509" y="448"/>
                  </a:cubicBezTo>
                  <a:cubicBezTo>
                    <a:pt x="1462" y="395"/>
                    <a:pt x="1403" y="349"/>
                    <a:pt x="1337" y="313"/>
                  </a:cubicBezTo>
                  <a:cubicBezTo>
                    <a:pt x="1386" y="254"/>
                    <a:pt x="1386" y="254"/>
                    <a:pt x="1386" y="254"/>
                  </a:cubicBezTo>
                  <a:cubicBezTo>
                    <a:pt x="1398" y="258"/>
                    <a:pt x="1412" y="260"/>
                    <a:pt x="1425" y="260"/>
                  </a:cubicBezTo>
                  <a:cubicBezTo>
                    <a:pt x="1497" y="260"/>
                    <a:pt x="1555" y="202"/>
                    <a:pt x="1555" y="130"/>
                  </a:cubicBezTo>
                  <a:cubicBezTo>
                    <a:pt x="1555" y="59"/>
                    <a:pt x="1497" y="0"/>
                    <a:pt x="1425" y="0"/>
                  </a:cubicBezTo>
                  <a:cubicBezTo>
                    <a:pt x="1353" y="0"/>
                    <a:pt x="1295" y="59"/>
                    <a:pt x="1295" y="130"/>
                  </a:cubicBezTo>
                  <a:cubicBezTo>
                    <a:pt x="1295" y="159"/>
                    <a:pt x="1305" y="186"/>
                    <a:pt x="1321" y="208"/>
                  </a:cubicBezTo>
                  <a:cubicBezTo>
                    <a:pt x="1262" y="278"/>
                    <a:pt x="1262" y="278"/>
                    <a:pt x="1262" y="278"/>
                  </a:cubicBezTo>
                  <a:cubicBezTo>
                    <a:pt x="1218" y="261"/>
                    <a:pt x="1172" y="247"/>
                    <a:pt x="1124" y="238"/>
                  </a:cubicBezTo>
                  <a:cubicBezTo>
                    <a:pt x="862" y="190"/>
                    <a:pt x="620" y="250"/>
                    <a:pt x="441" y="408"/>
                  </a:cubicBezTo>
                  <a:cubicBezTo>
                    <a:pt x="437" y="412"/>
                    <a:pt x="433" y="415"/>
                    <a:pt x="430" y="418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46" y="320"/>
                    <a:pt x="350" y="301"/>
                    <a:pt x="350" y="281"/>
                  </a:cubicBezTo>
                  <a:cubicBezTo>
                    <a:pt x="350" y="209"/>
                    <a:pt x="292" y="151"/>
                    <a:pt x="220" y="151"/>
                  </a:cubicBezTo>
                  <a:cubicBezTo>
                    <a:pt x="148" y="151"/>
                    <a:pt x="90" y="209"/>
                    <a:pt x="90" y="281"/>
                  </a:cubicBezTo>
                  <a:cubicBezTo>
                    <a:pt x="90" y="353"/>
                    <a:pt x="148" y="411"/>
                    <a:pt x="220" y="411"/>
                  </a:cubicBezTo>
                  <a:cubicBezTo>
                    <a:pt x="243" y="411"/>
                    <a:pt x="264" y="405"/>
                    <a:pt x="283" y="395"/>
                  </a:cubicBezTo>
                  <a:cubicBezTo>
                    <a:pt x="374" y="476"/>
                    <a:pt x="374" y="476"/>
                    <a:pt x="374" y="476"/>
                  </a:cubicBezTo>
                  <a:cubicBezTo>
                    <a:pt x="152" y="732"/>
                    <a:pt x="127" y="1119"/>
                    <a:pt x="321" y="1399"/>
                  </a:cubicBezTo>
                  <a:cubicBezTo>
                    <a:pt x="187" y="1519"/>
                    <a:pt x="187" y="1519"/>
                    <a:pt x="187" y="1519"/>
                  </a:cubicBezTo>
                  <a:cubicBezTo>
                    <a:pt x="170" y="1510"/>
                    <a:pt x="151" y="1505"/>
                    <a:pt x="130" y="1505"/>
                  </a:cubicBezTo>
                  <a:cubicBezTo>
                    <a:pt x="58" y="1505"/>
                    <a:pt x="0" y="1564"/>
                    <a:pt x="0" y="1635"/>
                  </a:cubicBezTo>
                  <a:cubicBezTo>
                    <a:pt x="0" y="1707"/>
                    <a:pt x="58" y="1765"/>
                    <a:pt x="130" y="1765"/>
                  </a:cubicBezTo>
                  <a:cubicBezTo>
                    <a:pt x="202" y="1765"/>
                    <a:pt x="260" y="1707"/>
                    <a:pt x="260" y="1635"/>
                  </a:cubicBezTo>
                  <a:cubicBezTo>
                    <a:pt x="260" y="1613"/>
                    <a:pt x="255" y="1593"/>
                    <a:pt x="245" y="1574"/>
                  </a:cubicBezTo>
                  <a:cubicBezTo>
                    <a:pt x="370" y="1462"/>
                    <a:pt x="370" y="1462"/>
                    <a:pt x="370" y="1462"/>
                  </a:cubicBezTo>
                  <a:cubicBezTo>
                    <a:pt x="409" y="1506"/>
                    <a:pt x="452" y="1546"/>
                    <a:pt x="500" y="1580"/>
                  </a:cubicBezTo>
                  <a:cubicBezTo>
                    <a:pt x="530" y="1602"/>
                    <a:pt x="548" y="1636"/>
                    <a:pt x="548" y="1672"/>
                  </a:cubicBezTo>
                  <a:cubicBezTo>
                    <a:pt x="548" y="1947"/>
                    <a:pt x="548" y="1947"/>
                    <a:pt x="548" y="1947"/>
                  </a:cubicBezTo>
                  <a:cubicBezTo>
                    <a:pt x="548" y="2003"/>
                    <a:pt x="593" y="2048"/>
                    <a:pt x="649" y="2048"/>
                  </a:cubicBezTo>
                  <a:cubicBezTo>
                    <a:pt x="734" y="2048"/>
                    <a:pt x="734" y="2048"/>
                    <a:pt x="734" y="2048"/>
                  </a:cubicBezTo>
                  <a:cubicBezTo>
                    <a:pt x="756" y="2048"/>
                    <a:pt x="774" y="2030"/>
                    <a:pt x="774" y="2008"/>
                  </a:cubicBezTo>
                  <a:cubicBezTo>
                    <a:pt x="774" y="1986"/>
                    <a:pt x="756" y="1968"/>
                    <a:pt x="734" y="1968"/>
                  </a:cubicBezTo>
                  <a:cubicBezTo>
                    <a:pt x="649" y="1968"/>
                    <a:pt x="649" y="1968"/>
                    <a:pt x="649" y="1968"/>
                  </a:cubicBezTo>
                  <a:cubicBezTo>
                    <a:pt x="637" y="1968"/>
                    <a:pt x="628" y="1959"/>
                    <a:pt x="628" y="1947"/>
                  </a:cubicBezTo>
                  <a:cubicBezTo>
                    <a:pt x="628" y="1672"/>
                    <a:pt x="628" y="1672"/>
                    <a:pt x="628" y="1672"/>
                  </a:cubicBezTo>
                  <a:cubicBezTo>
                    <a:pt x="628" y="1611"/>
                    <a:pt x="597" y="1552"/>
                    <a:pt x="546" y="1515"/>
                  </a:cubicBezTo>
                  <a:cubicBezTo>
                    <a:pt x="503" y="1484"/>
                    <a:pt x="464" y="1448"/>
                    <a:pt x="430" y="1408"/>
                  </a:cubicBezTo>
                  <a:cubicBezTo>
                    <a:pt x="671" y="1192"/>
                    <a:pt x="671" y="1192"/>
                    <a:pt x="671" y="1192"/>
                  </a:cubicBezTo>
                  <a:cubicBezTo>
                    <a:pt x="734" y="1247"/>
                    <a:pt x="817" y="1280"/>
                    <a:pt x="907" y="1280"/>
                  </a:cubicBezTo>
                  <a:cubicBezTo>
                    <a:pt x="921" y="1280"/>
                    <a:pt x="934" y="1279"/>
                    <a:pt x="947" y="1278"/>
                  </a:cubicBezTo>
                  <a:cubicBezTo>
                    <a:pt x="1042" y="1452"/>
                    <a:pt x="1042" y="1452"/>
                    <a:pt x="1042" y="1452"/>
                  </a:cubicBezTo>
                  <a:cubicBezTo>
                    <a:pt x="1021" y="1475"/>
                    <a:pt x="1008" y="1506"/>
                    <a:pt x="1008" y="1539"/>
                  </a:cubicBezTo>
                  <a:cubicBezTo>
                    <a:pt x="1008" y="1611"/>
                    <a:pt x="1066" y="1669"/>
                    <a:pt x="1138" y="1669"/>
                  </a:cubicBezTo>
                  <a:cubicBezTo>
                    <a:pt x="1210" y="1669"/>
                    <a:pt x="1268" y="1611"/>
                    <a:pt x="1268" y="1539"/>
                  </a:cubicBezTo>
                  <a:cubicBezTo>
                    <a:pt x="1268" y="1468"/>
                    <a:pt x="1210" y="1409"/>
                    <a:pt x="1138" y="1409"/>
                  </a:cubicBezTo>
                  <a:cubicBezTo>
                    <a:pt x="1129" y="1409"/>
                    <a:pt x="1120" y="1410"/>
                    <a:pt x="1111" y="1412"/>
                  </a:cubicBezTo>
                  <a:cubicBezTo>
                    <a:pt x="1028" y="1259"/>
                    <a:pt x="1028" y="1259"/>
                    <a:pt x="1028" y="1259"/>
                  </a:cubicBezTo>
                  <a:cubicBezTo>
                    <a:pt x="1169" y="1209"/>
                    <a:pt x="1270" y="1075"/>
                    <a:pt x="1270" y="917"/>
                  </a:cubicBezTo>
                  <a:cubicBezTo>
                    <a:pt x="1270" y="866"/>
                    <a:pt x="1259" y="818"/>
                    <a:pt x="1241" y="775"/>
                  </a:cubicBezTo>
                  <a:cubicBezTo>
                    <a:pt x="1552" y="680"/>
                    <a:pt x="1552" y="680"/>
                    <a:pt x="1552" y="680"/>
                  </a:cubicBezTo>
                  <a:cubicBezTo>
                    <a:pt x="1563" y="713"/>
                    <a:pt x="1572" y="748"/>
                    <a:pt x="1578" y="785"/>
                  </a:cubicBezTo>
                  <a:cubicBezTo>
                    <a:pt x="1581" y="805"/>
                    <a:pt x="1584" y="826"/>
                    <a:pt x="1585" y="848"/>
                  </a:cubicBezTo>
                  <a:cubicBezTo>
                    <a:pt x="1587" y="954"/>
                    <a:pt x="1587" y="954"/>
                    <a:pt x="1587" y="954"/>
                  </a:cubicBezTo>
                  <a:cubicBezTo>
                    <a:pt x="1587" y="961"/>
                    <a:pt x="1590" y="969"/>
                    <a:pt x="1594" y="975"/>
                  </a:cubicBezTo>
                  <a:cubicBezTo>
                    <a:pt x="1596" y="979"/>
                    <a:pt x="1747" y="1212"/>
                    <a:pt x="1760" y="1232"/>
                  </a:cubicBezTo>
                  <a:cubicBezTo>
                    <a:pt x="1771" y="1252"/>
                    <a:pt x="1770" y="1275"/>
                    <a:pt x="1758" y="1295"/>
                  </a:cubicBezTo>
                  <a:cubicBezTo>
                    <a:pt x="1747" y="1315"/>
                    <a:pt x="1726" y="1327"/>
                    <a:pt x="1702" y="1327"/>
                  </a:cubicBezTo>
                  <a:cubicBezTo>
                    <a:pt x="1612" y="1327"/>
                    <a:pt x="1612" y="1327"/>
                    <a:pt x="1612" y="1327"/>
                  </a:cubicBezTo>
                  <a:cubicBezTo>
                    <a:pt x="1591" y="1327"/>
                    <a:pt x="1573" y="1344"/>
                    <a:pt x="1572" y="1366"/>
                  </a:cubicBezTo>
                  <a:cubicBezTo>
                    <a:pt x="1566" y="1534"/>
                    <a:pt x="1566" y="1534"/>
                    <a:pt x="1566" y="1534"/>
                  </a:cubicBezTo>
                  <a:cubicBezTo>
                    <a:pt x="1566" y="1534"/>
                    <a:pt x="1566" y="1535"/>
                    <a:pt x="1566" y="1535"/>
                  </a:cubicBezTo>
                  <a:cubicBezTo>
                    <a:pt x="1565" y="1587"/>
                    <a:pt x="1544" y="1635"/>
                    <a:pt x="1507" y="1671"/>
                  </a:cubicBezTo>
                  <a:cubicBezTo>
                    <a:pt x="1470" y="1708"/>
                    <a:pt x="1421" y="1728"/>
                    <a:pt x="1369" y="1728"/>
                  </a:cubicBezTo>
                  <a:cubicBezTo>
                    <a:pt x="1369" y="1728"/>
                    <a:pt x="1369" y="1728"/>
                    <a:pt x="1369" y="1728"/>
                  </a:cubicBezTo>
                  <a:cubicBezTo>
                    <a:pt x="1281" y="1728"/>
                    <a:pt x="1209" y="1800"/>
                    <a:pt x="1209" y="1888"/>
                  </a:cubicBezTo>
                  <a:cubicBezTo>
                    <a:pt x="1209" y="1947"/>
                    <a:pt x="1209" y="1947"/>
                    <a:pt x="1209" y="1947"/>
                  </a:cubicBezTo>
                  <a:cubicBezTo>
                    <a:pt x="1209" y="1959"/>
                    <a:pt x="1200" y="1968"/>
                    <a:pt x="1188" y="1968"/>
                  </a:cubicBezTo>
                  <a:cubicBezTo>
                    <a:pt x="1099" y="1968"/>
                    <a:pt x="1099" y="1968"/>
                    <a:pt x="1099" y="1968"/>
                  </a:cubicBezTo>
                  <a:cubicBezTo>
                    <a:pt x="1077" y="1968"/>
                    <a:pt x="1059" y="1986"/>
                    <a:pt x="1059" y="2008"/>
                  </a:cubicBezTo>
                  <a:cubicBezTo>
                    <a:pt x="1059" y="2030"/>
                    <a:pt x="1077" y="2048"/>
                    <a:pt x="1099" y="2048"/>
                  </a:cubicBezTo>
                  <a:cubicBezTo>
                    <a:pt x="1188" y="2048"/>
                    <a:pt x="1188" y="2048"/>
                    <a:pt x="1188" y="2048"/>
                  </a:cubicBezTo>
                  <a:cubicBezTo>
                    <a:pt x="1244" y="2048"/>
                    <a:pt x="1289" y="2003"/>
                    <a:pt x="1289" y="1947"/>
                  </a:cubicBezTo>
                  <a:cubicBezTo>
                    <a:pt x="1289" y="1888"/>
                    <a:pt x="1289" y="1888"/>
                    <a:pt x="1289" y="1888"/>
                  </a:cubicBezTo>
                  <a:cubicBezTo>
                    <a:pt x="1289" y="1844"/>
                    <a:pt x="1325" y="1808"/>
                    <a:pt x="1369" y="1808"/>
                  </a:cubicBezTo>
                  <a:cubicBezTo>
                    <a:pt x="1370" y="1808"/>
                    <a:pt x="1370" y="1808"/>
                    <a:pt x="1370" y="1808"/>
                  </a:cubicBezTo>
                  <a:cubicBezTo>
                    <a:pt x="1442" y="1808"/>
                    <a:pt x="1511" y="1779"/>
                    <a:pt x="1563" y="1728"/>
                  </a:cubicBezTo>
                  <a:cubicBezTo>
                    <a:pt x="1615" y="1677"/>
                    <a:pt x="1644" y="1609"/>
                    <a:pt x="1646" y="1537"/>
                  </a:cubicBezTo>
                  <a:cubicBezTo>
                    <a:pt x="1651" y="1407"/>
                    <a:pt x="1651" y="1407"/>
                    <a:pt x="1651" y="1407"/>
                  </a:cubicBezTo>
                  <a:cubicBezTo>
                    <a:pt x="1702" y="1407"/>
                    <a:pt x="1702" y="1407"/>
                    <a:pt x="1702" y="1407"/>
                  </a:cubicBezTo>
                  <a:cubicBezTo>
                    <a:pt x="1754" y="1407"/>
                    <a:pt x="1801" y="1380"/>
                    <a:pt x="1827" y="1336"/>
                  </a:cubicBezTo>
                  <a:cubicBezTo>
                    <a:pt x="1854" y="1291"/>
                    <a:pt x="1855" y="1237"/>
                    <a:pt x="1829" y="1192"/>
                  </a:cubicBezTo>
                  <a:cubicBezTo>
                    <a:pt x="1829" y="1191"/>
                    <a:pt x="1829" y="1190"/>
                    <a:pt x="1828" y="1189"/>
                  </a:cubicBezTo>
                  <a:cubicBezTo>
                    <a:pt x="1718" y="1020"/>
                    <a:pt x="1680" y="961"/>
                    <a:pt x="1667" y="941"/>
                  </a:cubicBezTo>
                  <a:cubicBezTo>
                    <a:pt x="1665" y="845"/>
                    <a:pt x="1665" y="845"/>
                    <a:pt x="1665" y="845"/>
                  </a:cubicBezTo>
                  <a:cubicBezTo>
                    <a:pt x="1665" y="845"/>
                    <a:pt x="1665" y="844"/>
                    <a:pt x="1665" y="843"/>
                  </a:cubicBezTo>
                  <a:cubicBezTo>
                    <a:pt x="1663" y="819"/>
                    <a:pt x="1661" y="796"/>
                    <a:pt x="1657" y="773"/>
                  </a:cubicBezTo>
                  <a:cubicBezTo>
                    <a:pt x="1651" y="732"/>
                    <a:pt x="1641" y="693"/>
                    <a:pt x="1629" y="656"/>
                  </a:cubicBezTo>
                  <a:cubicBezTo>
                    <a:pt x="1817" y="599"/>
                    <a:pt x="1817" y="599"/>
                    <a:pt x="1817" y="599"/>
                  </a:cubicBezTo>
                  <a:cubicBezTo>
                    <a:pt x="1841" y="629"/>
                    <a:pt x="1877" y="648"/>
                    <a:pt x="1918" y="648"/>
                  </a:cubicBezTo>
                  <a:cubicBezTo>
                    <a:pt x="1990" y="648"/>
                    <a:pt x="2048" y="590"/>
                    <a:pt x="2048" y="518"/>
                  </a:cubicBezTo>
                  <a:cubicBezTo>
                    <a:pt x="2048" y="446"/>
                    <a:pt x="1990" y="388"/>
                    <a:pt x="1918" y="388"/>
                  </a:cubicBezTo>
                  <a:close/>
                  <a:moveTo>
                    <a:pt x="1425" y="80"/>
                  </a:moveTo>
                  <a:cubicBezTo>
                    <a:pt x="1453" y="80"/>
                    <a:pt x="1475" y="103"/>
                    <a:pt x="1475" y="130"/>
                  </a:cubicBezTo>
                  <a:cubicBezTo>
                    <a:pt x="1475" y="158"/>
                    <a:pt x="1453" y="180"/>
                    <a:pt x="1425" y="180"/>
                  </a:cubicBezTo>
                  <a:cubicBezTo>
                    <a:pt x="1397" y="180"/>
                    <a:pt x="1375" y="158"/>
                    <a:pt x="1375" y="130"/>
                  </a:cubicBezTo>
                  <a:cubicBezTo>
                    <a:pt x="1375" y="103"/>
                    <a:pt x="1397" y="80"/>
                    <a:pt x="1425" y="80"/>
                  </a:cubicBezTo>
                  <a:close/>
                  <a:moveTo>
                    <a:pt x="1188" y="1539"/>
                  </a:moveTo>
                  <a:cubicBezTo>
                    <a:pt x="1188" y="1567"/>
                    <a:pt x="1165" y="1589"/>
                    <a:pt x="1138" y="1589"/>
                  </a:cubicBezTo>
                  <a:cubicBezTo>
                    <a:pt x="1110" y="1589"/>
                    <a:pt x="1088" y="1567"/>
                    <a:pt x="1088" y="1539"/>
                  </a:cubicBezTo>
                  <a:cubicBezTo>
                    <a:pt x="1088" y="1512"/>
                    <a:pt x="1110" y="1489"/>
                    <a:pt x="1138" y="1489"/>
                  </a:cubicBezTo>
                  <a:cubicBezTo>
                    <a:pt x="1165" y="1489"/>
                    <a:pt x="1188" y="1512"/>
                    <a:pt x="1188" y="1539"/>
                  </a:cubicBezTo>
                  <a:close/>
                  <a:moveTo>
                    <a:pt x="494" y="468"/>
                  </a:moveTo>
                  <a:cubicBezTo>
                    <a:pt x="654" y="327"/>
                    <a:pt x="872" y="273"/>
                    <a:pt x="1109" y="317"/>
                  </a:cubicBezTo>
                  <a:cubicBezTo>
                    <a:pt x="1143" y="323"/>
                    <a:pt x="1176" y="332"/>
                    <a:pt x="1208" y="343"/>
                  </a:cubicBezTo>
                  <a:cubicBezTo>
                    <a:pt x="1017" y="571"/>
                    <a:pt x="1017" y="571"/>
                    <a:pt x="1017" y="571"/>
                  </a:cubicBezTo>
                  <a:cubicBezTo>
                    <a:pt x="983" y="560"/>
                    <a:pt x="945" y="554"/>
                    <a:pt x="907" y="554"/>
                  </a:cubicBezTo>
                  <a:cubicBezTo>
                    <a:pt x="819" y="554"/>
                    <a:pt x="739" y="585"/>
                    <a:pt x="676" y="637"/>
                  </a:cubicBezTo>
                  <a:cubicBezTo>
                    <a:pt x="490" y="472"/>
                    <a:pt x="490" y="472"/>
                    <a:pt x="490" y="472"/>
                  </a:cubicBezTo>
                  <a:cubicBezTo>
                    <a:pt x="491" y="471"/>
                    <a:pt x="493" y="469"/>
                    <a:pt x="494" y="468"/>
                  </a:cubicBezTo>
                  <a:close/>
                  <a:moveTo>
                    <a:pt x="170" y="281"/>
                  </a:moveTo>
                  <a:cubicBezTo>
                    <a:pt x="170" y="253"/>
                    <a:pt x="192" y="231"/>
                    <a:pt x="220" y="231"/>
                  </a:cubicBezTo>
                  <a:cubicBezTo>
                    <a:pt x="248" y="231"/>
                    <a:pt x="270" y="253"/>
                    <a:pt x="270" y="281"/>
                  </a:cubicBezTo>
                  <a:cubicBezTo>
                    <a:pt x="270" y="308"/>
                    <a:pt x="248" y="331"/>
                    <a:pt x="220" y="331"/>
                  </a:cubicBezTo>
                  <a:cubicBezTo>
                    <a:pt x="192" y="331"/>
                    <a:pt x="170" y="308"/>
                    <a:pt x="170" y="281"/>
                  </a:cubicBezTo>
                  <a:close/>
                  <a:moveTo>
                    <a:pt x="434" y="529"/>
                  </a:moveTo>
                  <a:cubicBezTo>
                    <a:pt x="620" y="694"/>
                    <a:pt x="620" y="694"/>
                    <a:pt x="620" y="694"/>
                  </a:cubicBezTo>
                  <a:cubicBezTo>
                    <a:pt x="573" y="756"/>
                    <a:pt x="544" y="833"/>
                    <a:pt x="544" y="917"/>
                  </a:cubicBezTo>
                  <a:cubicBezTo>
                    <a:pt x="544" y="998"/>
                    <a:pt x="571" y="1073"/>
                    <a:pt x="616" y="1134"/>
                  </a:cubicBezTo>
                  <a:cubicBezTo>
                    <a:pt x="381" y="1345"/>
                    <a:pt x="381" y="1345"/>
                    <a:pt x="381" y="1345"/>
                  </a:cubicBezTo>
                  <a:cubicBezTo>
                    <a:pt x="214" y="1095"/>
                    <a:pt x="238" y="755"/>
                    <a:pt x="434" y="529"/>
                  </a:cubicBezTo>
                  <a:close/>
                  <a:moveTo>
                    <a:pt x="130" y="1685"/>
                  </a:moveTo>
                  <a:cubicBezTo>
                    <a:pt x="102" y="1685"/>
                    <a:pt x="80" y="1663"/>
                    <a:pt x="80" y="1635"/>
                  </a:cubicBezTo>
                  <a:cubicBezTo>
                    <a:pt x="80" y="1608"/>
                    <a:pt x="102" y="1585"/>
                    <a:pt x="130" y="1585"/>
                  </a:cubicBezTo>
                  <a:cubicBezTo>
                    <a:pt x="158" y="1585"/>
                    <a:pt x="180" y="1608"/>
                    <a:pt x="180" y="1635"/>
                  </a:cubicBezTo>
                  <a:cubicBezTo>
                    <a:pt x="180" y="1663"/>
                    <a:pt x="158" y="1685"/>
                    <a:pt x="130" y="1685"/>
                  </a:cubicBezTo>
                  <a:close/>
                  <a:moveTo>
                    <a:pt x="907" y="1200"/>
                  </a:moveTo>
                  <a:cubicBezTo>
                    <a:pt x="751" y="1200"/>
                    <a:pt x="624" y="1073"/>
                    <a:pt x="624" y="917"/>
                  </a:cubicBezTo>
                  <a:cubicBezTo>
                    <a:pt x="624" y="761"/>
                    <a:pt x="751" y="634"/>
                    <a:pt x="907" y="634"/>
                  </a:cubicBezTo>
                  <a:cubicBezTo>
                    <a:pt x="1063" y="634"/>
                    <a:pt x="1190" y="761"/>
                    <a:pt x="1190" y="917"/>
                  </a:cubicBezTo>
                  <a:cubicBezTo>
                    <a:pt x="1190" y="1073"/>
                    <a:pt x="1063" y="1200"/>
                    <a:pt x="907" y="1200"/>
                  </a:cubicBezTo>
                  <a:close/>
                  <a:moveTo>
                    <a:pt x="1093" y="606"/>
                  </a:moveTo>
                  <a:cubicBezTo>
                    <a:pt x="1285" y="376"/>
                    <a:pt x="1285" y="376"/>
                    <a:pt x="1285" y="376"/>
                  </a:cubicBezTo>
                  <a:cubicBezTo>
                    <a:pt x="1349" y="408"/>
                    <a:pt x="1405" y="451"/>
                    <a:pt x="1449" y="501"/>
                  </a:cubicBezTo>
                  <a:cubicBezTo>
                    <a:pt x="1477" y="533"/>
                    <a:pt x="1501" y="568"/>
                    <a:pt x="1521" y="606"/>
                  </a:cubicBezTo>
                  <a:cubicBezTo>
                    <a:pt x="1200" y="703"/>
                    <a:pt x="1200" y="703"/>
                    <a:pt x="1200" y="703"/>
                  </a:cubicBezTo>
                  <a:cubicBezTo>
                    <a:pt x="1171" y="664"/>
                    <a:pt x="1135" y="631"/>
                    <a:pt x="1093" y="606"/>
                  </a:cubicBezTo>
                  <a:close/>
                  <a:moveTo>
                    <a:pt x="1918" y="568"/>
                  </a:moveTo>
                  <a:cubicBezTo>
                    <a:pt x="1890" y="568"/>
                    <a:pt x="1868" y="545"/>
                    <a:pt x="1868" y="518"/>
                  </a:cubicBezTo>
                  <a:cubicBezTo>
                    <a:pt x="1868" y="490"/>
                    <a:pt x="1890" y="468"/>
                    <a:pt x="1918" y="468"/>
                  </a:cubicBezTo>
                  <a:cubicBezTo>
                    <a:pt x="1946" y="468"/>
                    <a:pt x="1968" y="490"/>
                    <a:pt x="1968" y="518"/>
                  </a:cubicBezTo>
                  <a:cubicBezTo>
                    <a:pt x="1968" y="545"/>
                    <a:pt x="1946" y="568"/>
                    <a:pt x="1918" y="5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678;p73">
              <a:extLst>
                <a:ext uri="{FF2B5EF4-FFF2-40B4-BE49-F238E27FC236}">
                  <a16:creationId xmlns:a16="http://schemas.microsoft.com/office/drawing/2014/main" id="{BFD891C1-6306-E282-5698-4F1E9DC145B2}"/>
                </a:ext>
              </a:extLst>
            </p:cNvPr>
            <p:cNvSpPr/>
            <p:nvPr/>
          </p:nvSpPr>
          <p:spPr>
            <a:xfrm>
              <a:off x="8876110" y="1735931"/>
              <a:ext cx="17700" cy="19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1908;p73">
            <a:extLst>
              <a:ext uri="{FF2B5EF4-FFF2-40B4-BE49-F238E27FC236}">
                <a16:creationId xmlns:a16="http://schemas.microsoft.com/office/drawing/2014/main" id="{E1614EBD-87EE-8941-9B36-C2F8B9248AAB}"/>
              </a:ext>
            </a:extLst>
          </p:cNvPr>
          <p:cNvGrpSpPr/>
          <p:nvPr/>
        </p:nvGrpSpPr>
        <p:grpSpPr>
          <a:xfrm>
            <a:off x="5360022" y="3153660"/>
            <a:ext cx="159582" cy="325522"/>
            <a:chOff x="2089547" y="4507706"/>
            <a:chExt cx="221458" cy="459581"/>
          </a:xfrm>
        </p:grpSpPr>
        <p:sp>
          <p:nvSpPr>
            <p:cNvPr id="23" name="Google Shape;1909;p73">
              <a:extLst>
                <a:ext uri="{FF2B5EF4-FFF2-40B4-BE49-F238E27FC236}">
                  <a16:creationId xmlns:a16="http://schemas.microsoft.com/office/drawing/2014/main" id="{08068B58-7698-6D4E-580B-A4EBDFAA0004}"/>
                </a:ext>
              </a:extLst>
            </p:cNvPr>
            <p:cNvSpPr/>
            <p:nvPr/>
          </p:nvSpPr>
          <p:spPr>
            <a:xfrm>
              <a:off x="2097881" y="4517231"/>
              <a:ext cx="203596" cy="441723"/>
            </a:xfrm>
            <a:custGeom>
              <a:avLst/>
              <a:gdLst/>
              <a:ahLst/>
              <a:cxnLst/>
              <a:rect l="l" t="t" r="r" b="b"/>
              <a:pathLst>
                <a:path w="908" h="1968" extrusionOk="0">
                  <a:moveTo>
                    <a:pt x="707" y="1136"/>
                  </a:moveTo>
                  <a:cubicBezTo>
                    <a:pt x="707" y="253"/>
                    <a:pt x="707" y="253"/>
                    <a:pt x="707" y="253"/>
                  </a:cubicBezTo>
                  <a:cubicBezTo>
                    <a:pt x="707" y="113"/>
                    <a:pt x="593" y="0"/>
                    <a:pt x="454" y="0"/>
                  </a:cubicBezTo>
                  <a:cubicBezTo>
                    <a:pt x="314" y="0"/>
                    <a:pt x="201" y="113"/>
                    <a:pt x="201" y="253"/>
                  </a:cubicBezTo>
                  <a:cubicBezTo>
                    <a:pt x="201" y="1136"/>
                    <a:pt x="201" y="1136"/>
                    <a:pt x="201" y="1136"/>
                  </a:cubicBezTo>
                  <a:cubicBezTo>
                    <a:pt x="79" y="1218"/>
                    <a:pt x="0" y="1356"/>
                    <a:pt x="0" y="1513"/>
                  </a:cubicBezTo>
                  <a:cubicBezTo>
                    <a:pt x="0" y="1764"/>
                    <a:pt x="203" y="1968"/>
                    <a:pt x="454" y="1968"/>
                  </a:cubicBezTo>
                  <a:cubicBezTo>
                    <a:pt x="704" y="1968"/>
                    <a:pt x="908" y="1764"/>
                    <a:pt x="908" y="1513"/>
                  </a:cubicBezTo>
                  <a:cubicBezTo>
                    <a:pt x="908" y="1356"/>
                    <a:pt x="828" y="1218"/>
                    <a:pt x="707" y="113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910;p73">
              <a:extLst>
                <a:ext uri="{FF2B5EF4-FFF2-40B4-BE49-F238E27FC236}">
                  <a16:creationId xmlns:a16="http://schemas.microsoft.com/office/drawing/2014/main" id="{D42A0460-0D09-69EC-BDBC-E305ED5396C2}"/>
                </a:ext>
              </a:extLst>
            </p:cNvPr>
            <p:cNvSpPr/>
            <p:nvPr/>
          </p:nvSpPr>
          <p:spPr>
            <a:xfrm>
              <a:off x="2133600" y="4632722"/>
              <a:ext cx="132160" cy="289321"/>
            </a:xfrm>
            <a:custGeom>
              <a:avLst/>
              <a:gdLst/>
              <a:ahLst/>
              <a:cxnLst/>
              <a:rect l="l" t="t" r="r" b="b"/>
              <a:pathLst>
                <a:path w="585" h="1292" extrusionOk="0">
                  <a:moveTo>
                    <a:pt x="456" y="756"/>
                  </a:moveTo>
                  <a:cubicBezTo>
                    <a:pt x="384" y="708"/>
                    <a:pt x="384" y="708"/>
                    <a:pt x="384" y="708"/>
                  </a:cubicBezTo>
                  <a:cubicBezTo>
                    <a:pt x="384" y="92"/>
                    <a:pt x="384" y="92"/>
                    <a:pt x="384" y="92"/>
                  </a:cubicBezTo>
                  <a:cubicBezTo>
                    <a:pt x="384" y="41"/>
                    <a:pt x="343" y="0"/>
                    <a:pt x="293" y="0"/>
                  </a:cubicBezTo>
                  <a:cubicBezTo>
                    <a:pt x="242" y="0"/>
                    <a:pt x="201" y="41"/>
                    <a:pt x="201" y="92"/>
                  </a:cubicBezTo>
                  <a:cubicBezTo>
                    <a:pt x="201" y="708"/>
                    <a:pt x="201" y="708"/>
                    <a:pt x="201" y="708"/>
                  </a:cubicBezTo>
                  <a:cubicBezTo>
                    <a:pt x="130" y="756"/>
                    <a:pt x="130" y="756"/>
                    <a:pt x="130" y="756"/>
                  </a:cubicBezTo>
                  <a:cubicBezTo>
                    <a:pt x="48" y="811"/>
                    <a:pt x="0" y="902"/>
                    <a:pt x="0" y="999"/>
                  </a:cubicBezTo>
                  <a:cubicBezTo>
                    <a:pt x="0" y="1161"/>
                    <a:pt x="131" y="1292"/>
                    <a:pt x="293" y="1292"/>
                  </a:cubicBezTo>
                  <a:cubicBezTo>
                    <a:pt x="454" y="1292"/>
                    <a:pt x="585" y="1161"/>
                    <a:pt x="585" y="999"/>
                  </a:cubicBezTo>
                  <a:cubicBezTo>
                    <a:pt x="585" y="902"/>
                    <a:pt x="537" y="811"/>
                    <a:pt x="456" y="7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911;p73">
              <a:extLst>
                <a:ext uri="{FF2B5EF4-FFF2-40B4-BE49-F238E27FC236}">
                  <a16:creationId xmlns:a16="http://schemas.microsoft.com/office/drawing/2014/main" id="{51EE79E7-77AF-0389-9AB2-51D5E7CD4D38}"/>
                </a:ext>
              </a:extLst>
            </p:cNvPr>
            <p:cNvSpPr/>
            <p:nvPr/>
          </p:nvSpPr>
          <p:spPr>
            <a:xfrm>
              <a:off x="2089546" y="4507706"/>
              <a:ext cx="221458" cy="459581"/>
            </a:xfrm>
            <a:custGeom>
              <a:avLst/>
              <a:gdLst/>
              <a:ahLst/>
              <a:cxnLst/>
              <a:rect l="l" t="t" r="r" b="b"/>
              <a:pathLst>
                <a:path w="988" h="2048" extrusionOk="0">
                  <a:moveTo>
                    <a:pt x="787" y="1156"/>
                  </a:moveTo>
                  <a:cubicBezTo>
                    <a:pt x="787" y="1078"/>
                    <a:pt x="787" y="1078"/>
                    <a:pt x="787" y="1078"/>
                  </a:cubicBezTo>
                  <a:cubicBezTo>
                    <a:pt x="923" y="1078"/>
                    <a:pt x="923" y="1078"/>
                    <a:pt x="923" y="1078"/>
                  </a:cubicBezTo>
                  <a:cubicBezTo>
                    <a:pt x="945" y="1078"/>
                    <a:pt x="963" y="1060"/>
                    <a:pt x="963" y="1038"/>
                  </a:cubicBezTo>
                  <a:cubicBezTo>
                    <a:pt x="963" y="1016"/>
                    <a:pt x="945" y="998"/>
                    <a:pt x="923" y="998"/>
                  </a:cubicBezTo>
                  <a:cubicBezTo>
                    <a:pt x="787" y="998"/>
                    <a:pt x="787" y="998"/>
                    <a:pt x="787" y="998"/>
                  </a:cubicBezTo>
                  <a:cubicBezTo>
                    <a:pt x="787" y="917"/>
                    <a:pt x="787" y="917"/>
                    <a:pt x="787" y="917"/>
                  </a:cubicBezTo>
                  <a:cubicBezTo>
                    <a:pt x="878" y="917"/>
                    <a:pt x="878" y="917"/>
                    <a:pt x="878" y="917"/>
                  </a:cubicBezTo>
                  <a:cubicBezTo>
                    <a:pt x="901" y="917"/>
                    <a:pt x="918" y="899"/>
                    <a:pt x="918" y="877"/>
                  </a:cubicBezTo>
                  <a:cubicBezTo>
                    <a:pt x="918" y="855"/>
                    <a:pt x="901" y="837"/>
                    <a:pt x="878" y="837"/>
                  </a:cubicBezTo>
                  <a:cubicBezTo>
                    <a:pt x="787" y="837"/>
                    <a:pt x="787" y="837"/>
                    <a:pt x="787" y="837"/>
                  </a:cubicBezTo>
                  <a:cubicBezTo>
                    <a:pt x="787" y="755"/>
                    <a:pt x="787" y="755"/>
                    <a:pt x="787" y="755"/>
                  </a:cubicBezTo>
                  <a:cubicBezTo>
                    <a:pt x="923" y="755"/>
                    <a:pt x="923" y="755"/>
                    <a:pt x="923" y="755"/>
                  </a:cubicBezTo>
                  <a:cubicBezTo>
                    <a:pt x="945" y="755"/>
                    <a:pt x="963" y="737"/>
                    <a:pt x="963" y="715"/>
                  </a:cubicBezTo>
                  <a:cubicBezTo>
                    <a:pt x="963" y="693"/>
                    <a:pt x="945" y="675"/>
                    <a:pt x="923" y="675"/>
                  </a:cubicBezTo>
                  <a:cubicBezTo>
                    <a:pt x="787" y="675"/>
                    <a:pt x="787" y="675"/>
                    <a:pt x="787" y="675"/>
                  </a:cubicBezTo>
                  <a:cubicBezTo>
                    <a:pt x="787" y="594"/>
                    <a:pt x="787" y="594"/>
                    <a:pt x="787" y="594"/>
                  </a:cubicBezTo>
                  <a:cubicBezTo>
                    <a:pt x="878" y="594"/>
                    <a:pt x="878" y="594"/>
                    <a:pt x="878" y="594"/>
                  </a:cubicBezTo>
                  <a:cubicBezTo>
                    <a:pt x="901" y="594"/>
                    <a:pt x="918" y="576"/>
                    <a:pt x="918" y="554"/>
                  </a:cubicBezTo>
                  <a:cubicBezTo>
                    <a:pt x="918" y="532"/>
                    <a:pt x="901" y="514"/>
                    <a:pt x="878" y="514"/>
                  </a:cubicBezTo>
                  <a:cubicBezTo>
                    <a:pt x="787" y="514"/>
                    <a:pt x="787" y="514"/>
                    <a:pt x="787" y="514"/>
                  </a:cubicBezTo>
                  <a:cubicBezTo>
                    <a:pt x="787" y="432"/>
                    <a:pt x="787" y="432"/>
                    <a:pt x="787" y="432"/>
                  </a:cubicBezTo>
                  <a:cubicBezTo>
                    <a:pt x="923" y="432"/>
                    <a:pt x="923" y="432"/>
                    <a:pt x="923" y="432"/>
                  </a:cubicBezTo>
                  <a:cubicBezTo>
                    <a:pt x="945" y="432"/>
                    <a:pt x="963" y="415"/>
                    <a:pt x="963" y="392"/>
                  </a:cubicBezTo>
                  <a:cubicBezTo>
                    <a:pt x="963" y="370"/>
                    <a:pt x="945" y="352"/>
                    <a:pt x="923" y="352"/>
                  </a:cubicBezTo>
                  <a:cubicBezTo>
                    <a:pt x="787" y="352"/>
                    <a:pt x="787" y="352"/>
                    <a:pt x="787" y="352"/>
                  </a:cubicBezTo>
                  <a:cubicBezTo>
                    <a:pt x="787" y="293"/>
                    <a:pt x="787" y="293"/>
                    <a:pt x="787" y="293"/>
                  </a:cubicBezTo>
                  <a:cubicBezTo>
                    <a:pt x="787" y="131"/>
                    <a:pt x="655" y="0"/>
                    <a:pt x="494" y="0"/>
                  </a:cubicBezTo>
                  <a:cubicBezTo>
                    <a:pt x="332" y="0"/>
                    <a:pt x="201" y="131"/>
                    <a:pt x="201" y="293"/>
                  </a:cubicBezTo>
                  <a:cubicBezTo>
                    <a:pt x="201" y="449"/>
                    <a:pt x="201" y="449"/>
                    <a:pt x="201" y="449"/>
                  </a:cubicBezTo>
                  <a:cubicBezTo>
                    <a:pt x="201" y="471"/>
                    <a:pt x="218" y="489"/>
                    <a:pt x="241" y="489"/>
                  </a:cubicBezTo>
                  <a:cubicBezTo>
                    <a:pt x="263" y="489"/>
                    <a:pt x="281" y="471"/>
                    <a:pt x="281" y="449"/>
                  </a:cubicBezTo>
                  <a:cubicBezTo>
                    <a:pt x="281" y="293"/>
                    <a:pt x="281" y="293"/>
                    <a:pt x="281" y="293"/>
                  </a:cubicBezTo>
                  <a:cubicBezTo>
                    <a:pt x="281" y="175"/>
                    <a:pt x="376" y="80"/>
                    <a:pt x="494" y="80"/>
                  </a:cubicBezTo>
                  <a:cubicBezTo>
                    <a:pt x="611" y="80"/>
                    <a:pt x="707" y="175"/>
                    <a:pt x="707" y="293"/>
                  </a:cubicBezTo>
                  <a:cubicBezTo>
                    <a:pt x="707" y="1176"/>
                    <a:pt x="707" y="1176"/>
                    <a:pt x="707" y="1176"/>
                  </a:cubicBezTo>
                  <a:cubicBezTo>
                    <a:pt x="707" y="1190"/>
                    <a:pt x="713" y="1202"/>
                    <a:pt x="724" y="1210"/>
                  </a:cubicBezTo>
                  <a:cubicBezTo>
                    <a:pt x="839" y="1287"/>
                    <a:pt x="908" y="1415"/>
                    <a:pt x="908" y="1553"/>
                  </a:cubicBezTo>
                  <a:cubicBezTo>
                    <a:pt x="908" y="1782"/>
                    <a:pt x="722" y="1968"/>
                    <a:pt x="494" y="1968"/>
                  </a:cubicBezTo>
                  <a:cubicBezTo>
                    <a:pt x="265" y="1968"/>
                    <a:pt x="80" y="1782"/>
                    <a:pt x="80" y="1553"/>
                  </a:cubicBezTo>
                  <a:cubicBezTo>
                    <a:pt x="80" y="1415"/>
                    <a:pt x="148" y="1287"/>
                    <a:pt x="263" y="1210"/>
                  </a:cubicBezTo>
                  <a:cubicBezTo>
                    <a:pt x="274" y="1202"/>
                    <a:pt x="281" y="1190"/>
                    <a:pt x="281" y="1176"/>
                  </a:cubicBezTo>
                  <a:cubicBezTo>
                    <a:pt x="281" y="814"/>
                    <a:pt x="281" y="814"/>
                    <a:pt x="281" y="814"/>
                  </a:cubicBezTo>
                  <a:cubicBezTo>
                    <a:pt x="281" y="792"/>
                    <a:pt x="263" y="774"/>
                    <a:pt x="241" y="774"/>
                  </a:cubicBezTo>
                  <a:cubicBezTo>
                    <a:pt x="218" y="774"/>
                    <a:pt x="201" y="792"/>
                    <a:pt x="201" y="814"/>
                  </a:cubicBezTo>
                  <a:cubicBezTo>
                    <a:pt x="201" y="1156"/>
                    <a:pt x="201" y="1156"/>
                    <a:pt x="201" y="1156"/>
                  </a:cubicBezTo>
                  <a:cubicBezTo>
                    <a:pt x="74" y="1249"/>
                    <a:pt x="0" y="1396"/>
                    <a:pt x="0" y="1553"/>
                  </a:cubicBezTo>
                  <a:cubicBezTo>
                    <a:pt x="0" y="1826"/>
                    <a:pt x="221" y="2048"/>
                    <a:pt x="494" y="2048"/>
                  </a:cubicBezTo>
                  <a:cubicBezTo>
                    <a:pt x="766" y="2048"/>
                    <a:pt x="988" y="1826"/>
                    <a:pt x="988" y="1553"/>
                  </a:cubicBezTo>
                  <a:cubicBezTo>
                    <a:pt x="988" y="1396"/>
                    <a:pt x="913" y="1249"/>
                    <a:pt x="787" y="11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912;p73">
              <a:extLst>
                <a:ext uri="{FF2B5EF4-FFF2-40B4-BE49-F238E27FC236}">
                  <a16:creationId xmlns:a16="http://schemas.microsoft.com/office/drawing/2014/main" id="{4044DEF0-A66C-8687-7C7B-975224E74A5F}"/>
                </a:ext>
              </a:extLst>
            </p:cNvPr>
            <p:cNvSpPr/>
            <p:nvPr/>
          </p:nvSpPr>
          <p:spPr>
            <a:xfrm>
              <a:off x="2125265" y="4623197"/>
              <a:ext cx="148829" cy="308374"/>
            </a:xfrm>
            <a:custGeom>
              <a:avLst/>
              <a:gdLst/>
              <a:ahLst/>
              <a:cxnLst/>
              <a:rect l="l" t="t" r="r" b="b"/>
              <a:pathLst>
                <a:path w="665" h="1372" extrusionOk="0">
                  <a:moveTo>
                    <a:pt x="333" y="0"/>
                  </a:moveTo>
                  <a:cubicBezTo>
                    <a:pt x="260" y="0"/>
                    <a:pt x="201" y="59"/>
                    <a:pt x="201" y="132"/>
                  </a:cubicBezTo>
                  <a:cubicBezTo>
                    <a:pt x="201" y="727"/>
                    <a:pt x="201" y="727"/>
                    <a:pt x="201" y="727"/>
                  </a:cubicBezTo>
                  <a:cubicBezTo>
                    <a:pt x="147" y="763"/>
                    <a:pt x="147" y="763"/>
                    <a:pt x="147" y="763"/>
                  </a:cubicBezTo>
                  <a:cubicBezTo>
                    <a:pt x="55" y="825"/>
                    <a:pt x="0" y="929"/>
                    <a:pt x="0" y="1039"/>
                  </a:cubicBezTo>
                  <a:cubicBezTo>
                    <a:pt x="0" y="1223"/>
                    <a:pt x="149" y="1372"/>
                    <a:pt x="333" y="1372"/>
                  </a:cubicBezTo>
                  <a:cubicBezTo>
                    <a:pt x="516" y="1372"/>
                    <a:pt x="665" y="1223"/>
                    <a:pt x="665" y="1039"/>
                  </a:cubicBezTo>
                  <a:cubicBezTo>
                    <a:pt x="665" y="929"/>
                    <a:pt x="610" y="825"/>
                    <a:pt x="518" y="763"/>
                  </a:cubicBezTo>
                  <a:cubicBezTo>
                    <a:pt x="464" y="727"/>
                    <a:pt x="464" y="727"/>
                    <a:pt x="464" y="727"/>
                  </a:cubicBezTo>
                  <a:cubicBezTo>
                    <a:pt x="464" y="132"/>
                    <a:pt x="464" y="132"/>
                    <a:pt x="464" y="132"/>
                  </a:cubicBezTo>
                  <a:cubicBezTo>
                    <a:pt x="464" y="59"/>
                    <a:pt x="405" y="0"/>
                    <a:pt x="333" y="0"/>
                  </a:cubicBezTo>
                  <a:close/>
                  <a:moveTo>
                    <a:pt x="473" y="830"/>
                  </a:moveTo>
                  <a:cubicBezTo>
                    <a:pt x="543" y="877"/>
                    <a:pt x="585" y="955"/>
                    <a:pt x="585" y="1039"/>
                  </a:cubicBezTo>
                  <a:cubicBezTo>
                    <a:pt x="585" y="1179"/>
                    <a:pt x="472" y="1292"/>
                    <a:pt x="333" y="1292"/>
                  </a:cubicBezTo>
                  <a:cubicBezTo>
                    <a:pt x="193" y="1292"/>
                    <a:pt x="80" y="1179"/>
                    <a:pt x="80" y="1039"/>
                  </a:cubicBezTo>
                  <a:cubicBezTo>
                    <a:pt x="80" y="955"/>
                    <a:pt x="122" y="877"/>
                    <a:pt x="192" y="830"/>
                  </a:cubicBezTo>
                  <a:cubicBezTo>
                    <a:pt x="263" y="782"/>
                    <a:pt x="263" y="782"/>
                    <a:pt x="263" y="782"/>
                  </a:cubicBezTo>
                  <a:cubicBezTo>
                    <a:pt x="274" y="774"/>
                    <a:pt x="281" y="762"/>
                    <a:pt x="281" y="748"/>
                  </a:cubicBezTo>
                  <a:cubicBezTo>
                    <a:pt x="281" y="132"/>
                    <a:pt x="281" y="132"/>
                    <a:pt x="281" y="132"/>
                  </a:cubicBezTo>
                  <a:cubicBezTo>
                    <a:pt x="281" y="103"/>
                    <a:pt x="304" y="80"/>
                    <a:pt x="333" y="80"/>
                  </a:cubicBezTo>
                  <a:cubicBezTo>
                    <a:pt x="361" y="80"/>
                    <a:pt x="384" y="103"/>
                    <a:pt x="384" y="132"/>
                  </a:cubicBezTo>
                  <a:cubicBezTo>
                    <a:pt x="384" y="748"/>
                    <a:pt x="384" y="748"/>
                    <a:pt x="384" y="748"/>
                  </a:cubicBezTo>
                  <a:cubicBezTo>
                    <a:pt x="384" y="762"/>
                    <a:pt x="391" y="774"/>
                    <a:pt x="402" y="782"/>
                  </a:cubicBezTo>
                  <a:lnTo>
                    <a:pt x="473" y="8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913;p73">
              <a:extLst>
                <a:ext uri="{FF2B5EF4-FFF2-40B4-BE49-F238E27FC236}">
                  <a16:creationId xmlns:a16="http://schemas.microsoft.com/office/drawing/2014/main" id="{782FB589-3198-353A-E9D4-0C438F1E41D4}"/>
                </a:ext>
              </a:extLst>
            </p:cNvPr>
            <p:cNvSpPr/>
            <p:nvPr/>
          </p:nvSpPr>
          <p:spPr>
            <a:xfrm>
              <a:off x="2133600" y="4641056"/>
              <a:ext cx="17700" cy="1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ensory System by Slidesgo">
  <a:themeElements>
    <a:clrScheme name="Simple Light">
      <a:dk1>
        <a:srgbClr val="333333"/>
      </a:dk1>
      <a:lt1>
        <a:srgbClr val="F8F8F8"/>
      </a:lt1>
      <a:dk2>
        <a:srgbClr val="FFDFE5"/>
      </a:dk2>
      <a:lt2>
        <a:srgbClr val="A0C8FF"/>
      </a:lt2>
      <a:accent1>
        <a:srgbClr val="FFF3A0"/>
      </a:accent1>
      <a:accent2>
        <a:srgbClr val="E0EF9B"/>
      </a:accent2>
      <a:accent3>
        <a:srgbClr val="FFBE90"/>
      </a:accent3>
      <a:accent4>
        <a:srgbClr val="FF9EB1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Sensory System by Slidesgo</vt:lpstr>
      <vt:lpstr>Resolution of Tactile Stimuli</vt:lpstr>
      <vt:lpstr>Table of contents</vt:lpstr>
      <vt:lpstr>Mechanoreceptors </vt:lpstr>
      <vt:lpstr>Background: Mechanoreceptors &amp; Tactile Sensitivity  </vt:lpstr>
      <vt:lpstr>Resolving-Power </vt:lpstr>
      <vt:lpstr>Tactile Resolving Power</vt:lpstr>
      <vt:lpstr>Experimental Setup </vt:lpstr>
      <vt:lpstr>Materials</vt:lpstr>
      <vt:lpstr>Two-Point Discrimination Test  </vt:lpstr>
      <vt:lpstr>Analysis</vt:lpstr>
      <vt:lpstr>Datasources</vt:lpstr>
      <vt:lpstr>Approach</vt:lpstr>
      <vt:lpstr>Results</vt:lpstr>
      <vt:lpstr>Mean of different regions</vt:lpstr>
      <vt:lpstr>Descriptive Statistics</vt:lpstr>
      <vt:lpstr>Boxplot of Body Regions</vt:lpstr>
      <vt:lpstr>t-Test Results</vt:lpstr>
      <vt:lpstr>Gender comparison</vt:lpstr>
      <vt:lpstr>Interpretation</vt:lpstr>
      <vt:lpstr>Distribution for all years</vt:lpstr>
      <vt:lpstr>Comparison with all years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2025-06-12T11:07:51Z</dcterms:modified>
</cp:coreProperties>
</file>